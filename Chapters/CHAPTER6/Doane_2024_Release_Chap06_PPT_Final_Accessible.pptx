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95"/>
  </p:notesMasterIdLst>
  <p:sldIdLst>
    <p:sldId id="1609" r:id="rId6"/>
    <p:sldId id="1611" r:id="rId7"/>
    <p:sldId id="1778" r:id="rId8"/>
    <p:sldId id="1890" r:id="rId9"/>
    <p:sldId id="1891" r:id="rId10"/>
    <p:sldId id="1892" r:id="rId11"/>
    <p:sldId id="1775" r:id="rId12"/>
    <p:sldId id="1950" r:id="rId13"/>
    <p:sldId id="1837" r:id="rId14"/>
    <p:sldId id="1838" r:id="rId15"/>
    <p:sldId id="1893" r:id="rId16"/>
    <p:sldId id="1967" r:id="rId17"/>
    <p:sldId id="1966" r:id="rId18"/>
    <p:sldId id="1897" r:id="rId19"/>
    <p:sldId id="1898" r:id="rId20"/>
    <p:sldId id="1896" r:id="rId21"/>
    <p:sldId id="1900" r:id="rId22"/>
    <p:sldId id="1901" r:id="rId23"/>
    <p:sldId id="1902" r:id="rId24"/>
    <p:sldId id="1971" r:id="rId25"/>
    <p:sldId id="1903" r:id="rId26"/>
    <p:sldId id="1847" r:id="rId27"/>
    <p:sldId id="1904" r:id="rId28"/>
    <p:sldId id="1849" r:id="rId29"/>
    <p:sldId id="1862" r:id="rId30"/>
    <p:sldId id="1905" r:id="rId31"/>
    <p:sldId id="1907" r:id="rId32"/>
    <p:sldId id="1906" r:id="rId33"/>
    <p:sldId id="1909" r:id="rId34"/>
    <p:sldId id="1908" r:id="rId35"/>
    <p:sldId id="1911" r:id="rId36"/>
    <p:sldId id="1912" r:id="rId37"/>
    <p:sldId id="1913" r:id="rId38"/>
    <p:sldId id="1910" r:id="rId39"/>
    <p:sldId id="1914" r:id="rId40"/>
    <p:sldId id="1916" r:id="rId41"/>
    <p:sldId id="1917" r:id="rId42"/>
    <p:sldId id="1915" r:id="rId43"/>
    <p:sldId id="1919" r:id="rId44"/>
    <p:sldId id="1920" r:id="rId45"/>
    <p:sldId id="1918" r:id="rId46"/>
    <p:sldId id="1922" r:id="rId47"/>
    <p:sldId id="1921" r:id="rId48"/>
    <p:sldId id="1951" r:id="rId49"/>
    <p:sldId id="1925" r:id="rId50"/>
    <p:sldId id="1926" r:id="rId51"/>
    <p:sldId id="1972" r:id="rId52"/>
    <p:sldId id="1928" r:id="rId53"/>
    <p:sldId id="1929" r:id="rId54"/>
    <p:sldId id="1927" r:id="rId55"/>
    <p:sldId id="1931" r:id="rId56"/>
    <p:sldId id="1932" r:id="rId57"/>
    <p:sldId id="1930" r:id="rId58"/>
    <p:sldId id="1949" r:id="rId59"/>
    <p:sldId id="1934" r:id="rId60"/>
    <p:sldId id="1968" r:id="rId61"/>
    <p:sldId id="1936" r:id="rId62"/>
    <p:sldId id="1938" r:id="rId63"/>
    <p:sldId id="1969" r:id="rId64"/>
    <p:sldId id="1939" r:id="rId65"/>
    <p:sldId id="1670" r:id="rId66"/>
    <p:sldId id="1884" r:id="rId67"/>
    <p:sldId id="1940" r:id="rId68"/>
    <p:sldId id="1941" r:id="rId69"/>
    <p:sldId id="1942" r:id="rId70"/>
    <p:sldId id="1943" r:id="rId71"/>
    <p:sldId id="1944" r:id="rId72"/>
    <p:sldId id="1945" r:id="rId73"/>
    <p:sldId id="1946" r:id="rId74"/>
    <p:sldId id="1947" r:id="rId75"/>
    <p:sldId id="1948" r:id="rId76"/>
    <p:sldId id="1887" r:id="rId77"/>
    <p:sldId id="1888" r:id="rId78"/>
    <p:sldId id="1610" r:id="rId79"/>
    <p:sldId id="1569" r:id="rId80"/>
    <p:sldId id="1870" r:id="rId81"/>
    <p:sldId id="1952" r:id="rId82"/>
    <p:sldId id="1953" r:id="rId83"/>
    <p:sldId id="1954" r:id="rId84"/>
    <p:sldId id="1955" r:id="rId85"/>
    <p:sldId id="1956" r:id="rId86"/>
    <p:sldId id="1957" r:id="rId87"/>
    <p:sldId id="1958" r:id="rId88"/>
    <p:sldId id="1959" r:id="rId89"/>
    <p:sldId id="1963" r:id="rId90"/>
    <p:sldId id="1960" r:id="rId91"/>
    <p:sldId id="1961" r:id="rId92"/>
    <p:sldId id="1962" r:id="rId93"/>
    <p:sldId id="1970"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943E38EA-CAF2-4F1C-8EBC-4587C59F1C44}">
          <p14:sldIdLst>
            <p14:sldId id="1609"/>
            <p14:sldId id="1611"/>
            <p14:sldId id="1778"/>
            <p14:sldId id="1890"/>
            <p14:sldId id="1891"/>
            <p14:sldId id="1892"/>
            <p14:sldId id="1775"/>
            <p14:sldId id="1950"/>
            <p14:sldId id="1837"/>
            <p14:sldId id="1838"/>
            <p14:sldId id="1893"/>
            <p14:sldId id="1967"/>
            <p14:sldId id="1966"/>
            <p14:sldId id="1897"/>
            <p14:sldId id="1898"/>
            <p14:sldId id="1896"/>
            <p14:sldId id="1900"/>
            <p14:sldId id="1901"/>
            <p14:sldId id="1902"/>
            <p14:sldId id="1971"/>
            <p14:sldId id="1903"/>
            <p14:sldId id="1847"/>
            <p14:sldId id="1904"/>
            <p14:sldId id="1849"/>
            <p14:sldId id="1862"/>
            <p14:sldId id="1905"/>
            <p14:sldId id="1907"/>
            <p14:sldId id="1906"/>
            <p14:sldId id="1909"/>
            <p14:sldId id="1908"/>
            <p14:sldId id="1911"/>
            <p14:sldId id="1912"/>
            <p14:sldId id="1913"/>
            <p14:sldId id="1910"/>
            <p14:sldId id="1914"/>
            <p14:sldId id="1916"/>
            <p14:sldId id="1917"/>
            <p14:sldId id="1915"/>
            <p14:sldId id="1919"/>
            <p14:sldId id="1920"/>
            <p14:sldId id="1918"/>
            <p14:sldId id="1922"/>
            <p14:sldId id="1921"/>
            <p14:sldId id="1951"/>
            <p14:sldId id="1925"/>
            <p14:sldId id="1926"/>
            <p14:sldId id="1972"/>
            <p14:sldId id="1928"/>
            <p14:sldId id="1929"/>
            <p14:sldId id="1927"/>
            <p14:sldId id="1931"/>
            <p14:sldId id="1932"/>
            <p14:sldId id="1930"/>
            <p14:sldId id="1949"/>
            <p14:sldId id="1934"/>
            <p14:sldId id="1968"/>
            <p14:sldId id="1936"/>
            <p14:sldId id="1938"/>
            <p14:sldId id="1969"/>
            <p14:sldId id="1939"/>
            <p14:sldId id="1670"/>
            <p14:sldId id="1884"/>
            <p14:sldId id="1940"/>
            <p14:sldId id="1941"/>
            <p14:sldId id="1942"/>
            <p14:sldId id="1943"/>
            <p14:sldId id="1944"/>
            <p14:sldId id="1945"/>
            <p14:sldId id="1946"/>
            <p14:sldId id="1947"/>
            <p14:sldId id="1948"/>
            <p14:sldId id="1887"/>
            <p14:sldId id="1888"/>
            <p14:sldId id="1610"/>
          </p14:sldIdLst>
        </p14:section>
        <p14:section name="Appendix: Image Descriptions for Unsighted Students" id="{EF58C7DE-E848-47E1-A141-5E462B8381C0}">
          <p14:sldIdLst>
            <p14:sldId id="1569"/>
            <p14:sldId id="1870"/>
            <p14:sldId id="1952"/>
            <p14:sldId id="1953"/>
            <p14:sldId id="1954"/>
            <p14:sldId id="1955"/>
            <p14:sldId id="1956"/>
            <p14:sldId id="1957"/>
            <p14:sldId id="1958"/>
            <p14:sldId id="1959"/>
            <p14:sldId id="1963"/>
            <p14:sldId id="1960"/>
            <p14:sldId id="1961"/>
            <p14:sldId id="1962"/>
            <p14:sldId id="1970"/>
          </p14:sldIdLst>
        </p14:section>
      </p14:sectionLst>
    </p:ext>
    <p:ext uri="{EFAFB233-063F-42B5-8137-9DF3F51BA10A}">
      <p15:sldGuideLst xmlns:p15="http://schemas.microsoft.com/office/powerpoint/2012/main">
        <p15:guide id="2" pos="2904" userDrawn="1">
          <p15:clr>
            <a:srgbClr val="A4A3A4"/>
          </p15:clr>
        </p15:guide>
        <p15:guide id="3" orient="horz" pos="2184" userDrawn="1">
          <p15:clr>
            <a:srgbClr val="A4A3A4"/>
          </p15:clr>
        </p15:guide>
        <p15:guide id="4" pos="5664" userDrawn="1">
          <p15:clr>
            <a:srgbClr val="A4A3A4"/>
          </p15:clr>
        </p15:guide>
        <p15:guide id="5" pos="456" userDrawn="1">
          <p15:clr>
            <a:srgbClr val="A4A3A4"/>
          </p15:clr>
        </p15:guide>
        <p15:guide id="6" orient="horz" pos="7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 id="4" name="Balamurugan  Yuvaraj" initials="BY" lastIdx="294" clrIdx="3">
    <p:extLst>
      <p:ext uri="{19B8F6BF-5375-455C-9EA6-DF929625EA0E}">
        <p15:presenceInfo xmlns:p15="http://schemas.microsoft.com/office/powerpoint/2012/main" userId="S::Balamurugan.Yuvaraj@straive.com::6e630b42-7441-45c3-911f-e1223e1b098a" providerId="AD"/>
      </p:ext>
    </p:extLst>
  </p:cmAuthor>
  <p:cmAuthor id="5" name="Michaelammal M" initials="MM" lastIdx="6" clrIdx="4">
    <p:extLst>
      <p:ext uri="{19B8F6BF-5375-455C-9EA6-DF929625EA0E}">
        <p15:presenceInfo xmlns:p15="http://schemas.microsoft.com/office/powerpoint/2012/main" userId="S::Michaelammal.Michael@straive.com::b485f173-2535-4c8e-aa94-fb9fb03f22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76" autoAdjust="0"/>
    <p:restoredTop sz="94061" autoAdjust="0"/>
  </p:normalViewPr>
  <p:slideViewPr>
    <p:cSldViewPr snapToGrid="0" showGuides="1">
      <p:cViewPr varScale="1">
        <p:scale>
          <a:sx n="109" d="100"/>
          <a:sy n="109" d="100"/>
        </p:scale>
        <p:origin x="1932" y="318"/>
      </p:cViewPr>
      <p:guideLst>
        <p:guide pos="2904"/>
        <p:guide orient="horz" pos="2184"/>
        <p:guide pos="5664"/>
        <p:guide pos="456"/>
        <p:guide orient="horz" pos="768"/>
      </p:guideLst>
    </p:cSldViewPr>
  </p:slideViewPr>
  <p:outlineViewPr>
    <p:cViewPr>
      <p:scale>
        <a:sx n="33" d="100"/>
        <a:sy n="33" d="100"/>
      </p:scale>
      <p:origin x="0" y="-4938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notesMaster" Target="notesMasters/notesMaster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74</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75</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E2028F98-0E10-413D-9110-D0B0D682EC9D}"/>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524381"/>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31950"/>
            <a:ext cx="3915201" cy="46411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499163"/>
            <a:ext cx="3915201" cy="48125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118035"/>
            <a:ext cx="3915201" cy="49941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748468"/>
            <a:ext cx="3915201" cy="49941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378894"/>
            <a:ext cx="3915201" cy="52438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342900" y="5003807"/>
            <a:ext cx="3915201" cy="38697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342899" y="5515661"/>
            <a:ext cx="3915201" cy="439143"/>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342898" y="6091086"/>
            <a:ext cx="3915201" cy="476104"/>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572000" y="1269864"/>
            <a:ext cx="3915201" cy="527577"/>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571999" y="1912450"/>
            <a:ext cx="3915201" cy="4167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563340" y="244626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0" name="Content Placeholder 6">
            <a:extLst>
              <a:ext uri="{FF2B5EF4-FFF2-40B4-BE49-F238E27FC236}">
                <a16:creationId xmlns:a16="http://schemas.microsoft.com/office/drawing/2014/main" id="{1C3E8E04-E5E0-436C-975B-EF0A3EDBE8D7}"/>
              </a:ext>
            </a:extLst>
          </p:cNvPr>
          <p:cNvSpPr>
            <a:spLocks noGrp="1"/>
          </p:cNvSpPr>
          <p:nvPr>
            <p:ph sz="quarter" idx="25" hasCustomPrompt="1"/>
          </p:nvPr>
        </p:nvSpPr>
        <p:spPr>
          <a:xfrm>
            <a:off x="4563339" y="300728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1" name="Content Placeholder 6">
            <a:extLst>
              <a:ext uri="{FF2B5EF4-FFF2-40B4-BE49-F238E27FC236}">
                <a16:creationId xmlns:a16="http://schemas.microsoft.com/office/drawing/2014/main" id="{8B1EBAB6-BCBC-42A6-8B1C-0C39B0AA67CC}"/>
              </a:ext>
            </a:extLst>
          </p:cNvPr>
          <p:cNvSpPr>
            <a:spLocks noGrp="1"/>
          </p:cNvSpPr>
          <p:nvPr>
            <p:ph sz="quarter" idx="26" hasCustomPrompt="1"/>
          </p:nvPr>
        </p:nvSpPr>
        <p:spPr>
          <a:xfrm>
            <a:off x="4563338" y="3525693"/>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2" name="Content Placeholder 6">
            <a:extLst>
              <a:ext uri="{FF2B5EF4-FFF2-40B4-BE49-F238E27FC236}">
                <a16:creationId xmlns:a16="http://schemas.microsoft.com/office/drawing/2014/main" id="{2E2D829F-7FD9-454D-9F15-34D5DB8B8953}"/>
              </a:ext>
            </a:extLst>
          </p:cNvPr>
          <p:cNvSpPr>
            <a:spLocks noGrp="1"/>
          </p:cNvSpPr>
          <p:nvPr>
            <p:ph sz="quarter" idx="27" hasCustomPrompt="1"/>
          </p:nvPr>
        </p:nvSpPr>
        <p:spPr>
          <a:xfrm>
            <a:off x="4563337" y="404443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3" name="Content Placeholder 6">
            <a:extLst>
              <a:ext uri="{FF2B5EF4-FFF2-40B4-BE49-F238E27FC236}">
                <a16:creationId xmlns:a16="http://schemas.microsoft.com/office/drawing/2014/main" id="{EFCC0A4E-F43B-4E2F-BA80-CB01C3AAC559}"/>
              </a:ext>
            </a:extLst>
          </p:cNvPr>
          <p:cNvSpPr>
            <a:spLocks noGrp="1"/>
          </p:cNvSpPr>
          <p:nvPr>
            <p:ph sz="quarter" idx="28" hasCustomPrompt="1"/>
          </p:nvPr>
        </p:nvSpPr>
        <p:spPr>
          <a:xfrm>
            <a:off x="4563336" y="4616396"/>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4" name="Content Placeholder 6">
            <a:extLst>
              <a:ext uri="{FF2B5EF4-FFF2-40B4-BE49-F238E27FC236}">
                <a16:creationId xmlns:a16="http://schemas.microsoft.com/office/drawing/2014/main" id="{F51710A0-2CC6-4DBD-89F2-87D6DDE4FEC4}"/>
              </a:ext>
            </a:extLst>
          </p:cNvPr>
          <p:cNvSpPr>
            <a:spLocks noGrp="1"/>
          </p:cNvSpPr>
          <p:nvPr>
            <p:ph sz="quarter" idx="29" hasCustomPrompt="1"/>
          </p:nvPr>
        </p:nvSpPr>
        <p:spPr>
          <a:xfrm>
            <a:off x="4563335" y="51416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5" name="Content Placeholder 6">
            <a:extLst>
              <a:ext uri="{FF2B5EF4-FFF2-40B4-BE49-F238E27FC236}">
                <a16:creationId xmlns:a16="http://schemas.microsoft.com/office/drawing/2014/main" id="{3AEE708C-55BD-4660-B140-8C7B3E4F38FF}"/>
              </a:ext>
            </a:extLst>
          </p:cNvPr>
          <p:cNvSpPr>
            <a:spLocks noGrp="1"/>
          </p:cNvSpPr>
          <p:nvPr>
            <p:ph sz="quarter" idx="30" hasCustomPrompt="1"/>
          </p:nvPr>
        </p:nvSpPr>
        <p:spPr>
          <a:xfrm>
            <a:off x="4563334" y="5650930"/>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6" name="Content Placeholder 6">
            <a:extLst>
              <a:ext uri="{FF2B5EF4-FFF2-40B4-BE49-F238E27FC236}">
                <a16:creationId xmlns:a16="http://schemas.microsoft.com/office/drawing/2014/main" id="{AA20FAC6-6839-48C9-842E-9E90960D9029}"/>
              </a:ext>
            </a:extLst>
          </p:cNvPr>
          <p:cNvSpPr>
            <a:spLocks noGrp="1"/>
          </p:cNvSpPr>
          <p:nvPr>
            <p:ph sz="quarter" idx="31" hasCustomPrompt="1"/>
          </p:nvPr>
        </p:nvSpPr>
        <p:spPr>
          <a:xfrm>
            <a:off x="4563333" y="61854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7645659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6594434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5030415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3.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4" r:id="rId3"/>
    <p:sldLayoutId id="2147483725" r:id="rId4"/>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0.xml"/><Relationship Id="rId6" Type="http://schemas.openxmlformats.org/officeDocument/2006/relationships/oleObject" Target="../embeddings/oleObject3.bin"/><Relationship Id="rId5" Type="http://schemas.openxmlformats.org/officeDocument/2006/relationships/image" Target="../media/image10.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slide" Target="slide76.xml"/><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3" Type="http://schemas.openxmlformats.org/officeDocument/2006/relationships/image" Target="../media/image18.wmf"/><Relationship Id="rId18" Type="http://schemas.openxmlformats.org/officeDocument/2006/relationships/oleObject" Target="../embeddings/oleObject12.bin"/><Relationship Id="rId26" Type="http://schemas.openxmlformats.org/officeDocument/2006/relationships/oleObject" Target="../embeddings/oleObject16.bin"/><Relationship Id="rId21" Type="http://schemas.openxmlformats.org/officeDocument/2006/relationships/image" Target="../media/image22.wmf"/><Relationship Id="rId34" Type="http://schemas.openxmlformats.org/officeDocument/2006/relationships/oleObject" Target="../embeddings/oleObject20.bin"/><Relationship Id="rId7" Type="http://schemas.openxmlformats.org/officeDocument/2006/relationships/image" Target="../media/image15.wmf"/><Relationship Id="rId12" Type="http://schemas.openxmlformats.org/officeDocument/2006/relationships/oleObject" Target="../embeddings/oleObject9.bin"/><Relationship Id="rId17" Type="http://schemas.openxmlformats.org/officeDocument/2006/relationships/image" Target="../media/image20.wmf"/><Relationship Id="rId25" Type="http://schemas.openxmlformats.org/officeDocument/2006/relationships/image" Target="../media/image24.wmf"/><Relationship Id="rId33" Type="http://schemas.openxmlformats.org/officeDocument/2006/relationships/image" Target="../media/image28.wmf"/><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29" Type="http://schemas.openxmlformats.org/officeDocument/2006/relationships/image" Target="../media/image26.wmf"/><Relationship Id="rId1" Type="http://schemas.openxmlformats.org/officeDocument/2006/relationships/slideLayout" Target="../slideLayouts/slideLayout21.xml"/><Relationship Id="rId6" Type="http://schemas.openxmlformats.org/officeDocument/2006/relationships/oleObject" Target="../embeddings/oleObject6.bin"/><Relationship Id="rId11" Type="http://schemas.openxmlformats.org/officeDocument/2006/relationships/image" Target="../media/image17.wmf"/><Relationship Id="rId24" Type="http://schemas.openxmlformats.org/officeDocument/2006/relationships/oleObject" Target="../embeddings/oleObject15.bin"/><Relationship Id="rId32" Type="http://schemas.openxmlformats.org/officeDocument/2006/relationships/oleObject" Target="../embeddings/oleObject19.bin"/><Relationship Id="rId37" Type="http://schemas.openxmlformats.org/officeDocument/2006/relationships/slide" Target="slide77.xml"/><Relationship Id="rId5" Type="http://schemas.openxmlformats.org/officeDocument/2006/relationships/image" Target="../media/image14.wmf"/><Relationship Id="rId15" Type="http://schemas.openxmlformats.org/officeDocument/2006/relationships/image" Target="../media/image19.wmf"/><Relationship Id="rId23" Type="http://schemas.openxmlformats.org/officeDocument/2006/relationships/image" Target="../media/image23.wmf"/><Relationship Id="rId28" Type="http://schemas.openxmlformats.org/officeDocument/2006/relationships/oleObject" Target="../embeddings/oleObject17.bin"/><Relationship Id="rId36" Type="http://schemas.openxmlformats.org/officeDocument/2006/relationships/image" Target="../media/image30.png"/><Relationship Id="rId10" Type="http://schemas.openxmlformats.org/officeDocument/2006/relationships/oleObject" Target="../embeddings/oleObject8.bin"/><Relationship Id="rId19" Type="http://schemas.openxmlformats.org/officeDocument/2006/relationships/image" Target="../media/image21.wmf"/><Relationship Id="rId31" Type="http://schemas.openxmlformats.org/officeDocument/2006/relationships/image" Target="../media/image27.wmf"/><Relationship Id="rId4" Type="http://schemas.openxmlformats.org/officeDocument/2006/relationships/oleObject" Target="../embeddings/oleObject5.bin"/><Relationship Id="rId9" Type="http://schemas.openxmlformats.org/officeDocument/2006/relationships/image" Target="../media/image16.wmf"/><Relationship Id="rId14" Type="http://schemas.openxmlformats.org/officeDocument/2006/relationships/oleObject" Target="../embeddings/oleObject10.bin"/><Relationship Id="rId22" Type="http://schemas.openxmlformats.org/officeDocument/2006/relationships/oleObject" Target="../embeddings/oleObject14.bin"/><Relationship Id="rId27" Type="http://schemas.openxmlformats.org/officeDocument/2006/relationships/image" Target="../media/image25.wmf"/><Relationship Id="rId30" Type="http://schemas.openxmlformats.org/officeDocument/2006/relationships/oleObject" Target="../embeddings/oleObject18.bin"/><Relationship Id="rId35" Type="http://schemas.openxmlformats.org/officeDocument/2006/relationships/image" Target="../media/image29.wmf"/><Relationship Id="rId8" Type="http://schemas.openxmlformats.org/officeDocument/2006/relationships/oleObject" Target="../embeddings/oleObject7.bin"/><Relationship Id="rId3" Type="http://schemas.openxmlformats.org/officeDocument/2006/relationships/image" Target="../media/image13.wmf"/></Relationships>
</file>

<file path=ppt/slides/_rels/slide9.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slide" Target="slide78.xml"/><Relationship Id="rId2" Type="http://schemas.openxmlformats.org/officeDocument/2006/relationships/oleObject" Target="../embeddings/oleObject21.bin"/><Relationship Id="rId1" Type="http://schemas.openxmlformats.org/officeDocument/2006/relationships/slideLayout" Target="../slideLayouts/slideLayout21.xml"/><Relationship Id="rId6" Type="http://schemas.openxmlformats.org/officeDocument/2006/relationships/image" Target="../media/image33.png"/><Relationship Id="rId5" Type="http://schemas.openxmlformats.org/officeDocument/2006/relationships/image" Target="../media/image32.wmf"/><Relationship Id="rId4" Type="http://schemas.openxmlformats.org/officeDocument/2006/relationships/oleObject" Target="../embeddings/oleObject22.bin"/></Relationships>
</file>

<file path=ppt/slides/_rels/slide10.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23.bin"/><Relationship Id="rId1" Type="http://schemas.openxmlformats.org/officeDocument/2006/relationships/slideLayout" Target="../slideLayouts/slideLayout21.xml"/><Relationship Id="rId6" Type="http://schemas.openxmlformats.org/officeDocument/2006/relationships/oleObject" Target="../embeddings/oleObject25.bin"/><Relationship Id="rId5" Type="http://schemas.openxmlformats.org/officeDocument/2006/relationships/image" Target="../media/image35.wmf"/><Relationship Id="rId4" Type="http://schemas.openxmlformats.org/officeDocument/2006/relationships/oleObject" Target="../embeddings/oleObject24.bin"/></Relationships>
</file>

<file path=ppt/slides/_rels/slide11.xml.rels><?xml version="1.0" encoding="UTF-8" standalone="yes"?>
<Relationships xmlns="http://schemas.openxmlformats.org/package/2006/relationships"><Relationship Id="rId13" Type="http://schemas.openxmlformats.org/officeDocument/2006/relationships/image" Target="../media/image42.wmf"/><Relationship Id="rId18" Type="http://schemas.openxmlformats.org/officeDocument/2006/relationships/oleObject" Target="../embeddings/oleObject34.bin"/><Relationship Id="rId26" Type="http://schemas.openxmlformats.org/officeDocument/2006/relationships/oleObject" Target="../embeddings/oleObject38.bin"/><Relationship Id="rId39" Type="http://schemas.openxmlformats.org/officeDocument/2006/relationships/image" Target="../media/image55.wmf"/><Relationship Id="rId21" Type="http://schemas.openxmlformats.org/officeDocument/2006/relationships/image" Target="../media/image46.wmf"/><Relationship Id="rId34" Type="http://schemas.openxmlformats.org/officeDocument/2006/relationships/oleObject" Target="../embeddings/oleObject42.bin"/><Relationship Id="rId42" Type="http://schemas.openxmlformats.org/officeDocument/2006/relationships/oleObject" Target="../embeddings/oleObject46.bin"/><Relationship Id="rId47" Type="http://schemas.openxmlformats.org/officeDocument/2006/relationships/image" Target="../media/image59.wmf"/><Relationship Id="rId50" Type="http://schemas.openxmlformats.org/officeDocument/2006/relationships/oleObject" Target="../embeddings/oleObject50.bin"/><Relationship Id="rId7" Type="http://schemas.openxmlformats.org/officeDocument/2006/relationships/image" Target="../media/image39.wmf"/><Relationship Id="rId2" Type="http://schemas.openxmlformats.org/officeDocument/2006/relationships/oleObject" Target="../embeddings/oleObject26.bin"/><Relationship Id="rId16" Type="http://schemas.openxmlformats.org/officeDocument/2006/relationships/oleObject" Target="../embeddings/oleObject33.bin"/><Relationship Id="rId29" Type="http://schemas.openxmlformats.org/officeDocument/2006/relationships/image" Target="../media/image50.wmf"/><Relationship Id="rId11" Type="http://schemas.openxmlformats.org/officeDocument/2006/relationships/image" Target="../media/image41.wmf"/><Relationship Id="rId24" Type="http://schemas.openxmlformats.org/officeDocument/2006/relationships/oleObject" Target="../embeddings/oleObject37.bin"/><Relationship Id="rId32" Type="http://schemas.openxmlformats.org/officeDocument/2006/relationships/oleObject" Target="../embeddings/oleObject41.bin"/><Relationship Id="rId37" Type="http://schemas.openxmlformats.org/officeDocument/2006/relationships/image" Target="../media/image54.wmf"/><Relationship Id="rId40" Type="http://schemas.openxmlformats.org/officeDocument/2006/relationships/oleObject" Target="../embeddings/oleObject45.bin"/><Relationship Id="rId45" Type="http://schemas.openxmlformats.org/officeDocument/2006/relationships/image" Target="../media/image58.wmf"/><Relationship Id="rId5" Type="http://schemas.openxmlformats.org/officeDocument/2006/relationships/image" Target="../media/image38.wmf"/><Relationship Id="rId15" Type="http://schemas.openxmlformats.org/officeDocument/2006/relationships/image" Target="../media/image43.wmf"/><Relationship Id="rId23" Type="http://schemas.openxmlformats.org/officeDocument/2006/relationships/image" Target="../media/image47.wmf"/><Relationship Id="rId28" Type="http://schemas.openxmlformats.org/officeDocument/2006/relationships/oleObject" Target="../embeddings/oleObject39.bin"/><Relationship Id="rId36" Type="http://schemas.openxmlformats.org/officeDocument/2006/relationships/oleObject" Target="../embeddings/oleObject43.bin"/><Relationship Id="rId49" Type="http://schemas.openxmlformats.org/officeDocument/2006/relationships/image" Target="../media/image60.wmf"/><Relationship Id="rId10" Type="http://schemas.openxmlformats.org/officeDocument/2006/relationships/oleObject" Target="../embeddings/oleObject30.bin"/><Relationship Id="rId19" Type="http://schemas.openxmlformats.org/officeDocument/2006/relationships/image" Target="../media/image45.wmf"/><Relationship Id="rId31" Type="http://schemas.openxmlformats.org/officeDocument/2006/relationships/image" Target="../media/image51.wmf"/><Relationship Id="rId44" Type="http://schemas.openxmlformats.org/officeDocument/2006/relationships/oleObject" Target="../embeddings/oleObject47.bin"/><Relationship Id="rId4" Type="http://schemas.openxmlformats.org/officeDocument/2006/relationships/oleObject" Target="../embeddings/oleObject27.bin"/><Relationship Id="rId9" Type="http://schemas.openxmlformats.org/officeDocument/2006/relationships/image" Target="../media/image40.wmf"/><Relationship Id="rId14" Type="http://schemas.openxmlformats.org/officeDocument/2006/relationships/oleObject" Target="../embeddings/oleObject32.bin"/><Relationship Id="rId22" Type="http://schemas.openxmlformats.org/officeDocument/2006/relationships/oleObject" Target="../embeddings/oleObject36.bin"/><Relationship Id="rId27" Type="http://schemas.openxmlformats.org/officeDocument/2006/relationships/image" Target="../media/image49.wmf"/><Relationship Id="rId30" Type="http://schemas.openxmlformats.org/officeDocument/2006/relationships/oleObject" Target="../embeddings/oleObject40.bin"/><Relationship Id="rId35" Type="http://schemas.openxmlformats.org/officeDocument/2006/relationships/image" Target="../media/image53.wmf"/><Relationship Id="rId43" Type="http://schemas.openxmlformats.org/officeDocument/2006/relationships/image" Target="../media/image57.wmf"/><Relationship Id="rId48" Type="http://schemas.openxmlformats.org/officeDocument/2006/relationships/oleObject" Target="../embeddings/oleObject49.bin"/><Relationship Id="rId8" Type="http://schemas.openxmlformats.org/officeDocument/2006/relationships/oleObject" Target="../embeddings/oleObject29.bin"/><Relationship Id="rId51" Type="http://schemas.openxmlformats.org/officeDocument/2006/relationships/image" Target="../media/image61.wmf"/><Relationship Id="rId3" Type="http://schemas.openxmlformats.org/officeDocument/2006/relationships/image" Target="../media/image37.wmf"/><Relationship Id="rId12" Type="http://schemas.openxmlformats.org/officeDocument/2006/relationships/oleObject" Target="../embeddings/oleObject31.bin"/><Relationship Id="rId17" Type="http://schemas.openxmlformats.org/officeDocument/2006/relationships/image" Target="../media/image44.wmf"/><Relationship Id="rId25" Type="http://schemas.openxmlformats.org/officeDocument/2006/relationships/image" Target="../media/image48.wmf"/><Relationship Id="rId33" Type="http://schemas.openxmlformats.org/officeDocument/2006/relationships/image" Target="../media/image52.wmf"/><Relationship Id="rId38" Type="http://schemas.openxmlformats.org/officeDocument/2006/relationships/oleObject" Target="../embeddings/oleObject44.bin"/><Relationship Id="rId46" Type="http://schemas.openxmlformats.org/officeDocument/2006/relationships/oleObject" Target="../embeddings/oleObject48.bin"/><Relationship Id="rId20" Type="http://schemas.openxmlformats.org/officeDocument/2006/relationships/oleObject" Target="../embeddings/oleObject35.bin"/><Relationship Id="rId41" Type="http://schemas.openxmlformats.org/officeDocument/2006/relationships/image" Target="../media/image56.wmf"/><Relationship Id="rId1" Type="http://schemas.openxmlformats.org/officeDocument/2006/relationships/slideLayout" Target="../slideLayouts/slideLayout21.xml"/><Relationship Id="rId6" Type="http://schemas.openxmlformats.org/officeDocument/2006/relationships/oleObject" Target="../embeddings/oleObject28.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62.png"/><Relationship Id="rId1" Type="http://schemas.openxmlformats.org/officeDocument/2006/relationships/slideLayout" Target="../slideLayouts/slideLayout21.xml"/><Relationship Id="rId5" Type="http://schemas.openxmlformats.org/officeDocument/2006/relationships/slide" Target="slide79.xml"/><Relationship Id="rId4" Type="http://schemas.openxmlformats.org/officeDocument/2006/relationships/image" Target="../media/image63.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52.bin"/><Relationship Id="rId1" Type="http://schemas.openxmlformats.org/officeDocument/2006/relationships/slideLayout" Target="../slideLayouts/slideLayout21.xml"/><Relationship Id="rId6" Type="http://schemas.openxmlformats.org/officeDocument/2006/relationships/oleObject" Target="../embeddings/oleObject54.bin"/><Relationship Id="rId5" Type="http://schemas.openxmlformats.org/officeDocument/2006/relationships/image" Target="../media/image65.wmf"/><Relationship Id="rId4" Type="http://schemas.openxmlformats.org/officeDocument/2006/relationships/oleObject" Target="../embeddings/oleObject53.bin"/><Relationship Id="rId9" Type="http://schemas.openxmlformats.org/officeDocument/2006/relationships/image" Target="../media/image67.wmf"/></Relationships>
</file>

<file path=ppt/slides/_rels/slide14.xml.rels><?xml version="1.0" encoding="UTF-8" standalone="yes"?>
<Relationships xmlns="http://schemas.openxmlformats.org/package/2006/relationships"><Relationship Id="rId26" Type="http://schemas.openxmlformats.org/officeDocument/2006/relationships/oleObject" Target="../embeddings/oleObject68.bin"/><Relationship Id="rId117" Type="http://schemas.openxmlformats.org/officeDocument/2006/relationships/image" Target="../media/image125.wmf"/><Relationship Id="rId21" Type="http://schemas.openxmlformats.org/officeDocument/2006/relationships/image" Target="../media/image77.wmf"/><Relationship Id="rId42" Type="http://schemas.openxmlformats.org/officeDocument/2006/relationships/oleObject" Target="../embeddings/oleObject76.bin"/><Relationship Id="rId47" Type="http://schemas.openxmlformats.org/officeDocument/2006/relationships/image" Target="../media/image90.wmf"/><Relationship Id="rId63" Type="http://schemas.openxmlformats.org/officeDocument/2006/relationships/image" Target="../media/image98.wmf"/><Relationship Id="rId68" Type="http://schemas.openxmlformats.org/officeDocument/2006/relationships/oleObject" Target="../embeddings/oleObject89.bin"/><Relationship Id="rId84" Type="http://schemas.openxmlformats.org/officeDocument/2006/relationships/oleObject" Target="../embeddings/oleObject97.bin"/><Relationship Id="rId89" Type="http://schemas.openxmlformats.org/officeDocument/2006/relationships/image" Target="../media/image111.wmf"/><Relationship Id="rId112" Type="http://schemas.openxmlformats.org/officeDocument/2006/relationships/oleObject" Target="../embeddings/oleObject111.bin"/><Relationship Id="rId16" Type="http://schemas.openxmlformats.org/officeDocument/2006/relationships/oleObject" Target="../embeddings/oleObject63.bin"/><Relationship Id="rId107" Type="http://schemas.openxmlformats.org/officeDocument/2006/relationships/image" Target="../media/image120.wmf"/><Relationship Id="rId11" Type="http://schemas.openxmlformats.org/officeDocument/2006/relationships/image" Target="../media/image72.wmf"/><Relationship Id="rId32" Type="http://schemas.openxmlformats.org/officeDocument/2006/relationships/oleObject" Target="../embeddings/oleObject71.bin"/><Relationship Id="rId37" Type="http://schemas.openxmlformats.org/officeDocument/2006/relationships/image" Target="../media/image85.wmf"/><Relationship Id="rId53" Type="http://schemas.openxmlformats.org/officeDocument/2006/relationships/image" Target="../media/image93.wmf"/><Relationship Id="rId58" Type="http://schemas.openxmlformats.org/officeDocument/2006/relationships/oleObject" Target="../embeddings/oleObject84.bin"/><Relationship Id="rId74" Type="http://schemas.openxmlformats.org/officeDocument/2006/relationships/oleObject" Target="../embeddings/oleObject92.bin"/><Relationship Id="rId79" Type="http://schemas.openxmlformats.org/officeDocument/2006/relationships/image" Target="../media/image106.wmf"/><Relationship Id="rId102" Type="http://schemas.openxmlformats.org/officeDocument/2006/relationships/oleObject" Target="../embeddings/oleObject106.bin"/><Relationship Id="rId5" Type="http://schemas.openxmlformats.org/officeDocument/2006/relationships/image" Target="../media/image69.wmf"/><Relationship Id="rId90" Type="http://schemas.openxmlformats.org/officeDocument/2006/relationships/oleObject" Target="../embeddings/oleObject100.bin"/><Relationship Id="rId95" Type="http://schemas.openxmlformats.org/officeDocument/2006/relationships/image" Target="../media/image114.wmf"/><Relationship Id="rId22" Type="http://schemas.openxmlformats.org/officeDocument/2006/relationships/oleObject" Target="../embeddings/oleObject66.bin"/><Relationship Id="rId27" Type="http://schemas.openxmlformats.org/officeDocument/2006/relationships/image" Target="../media/image80.wmf"/><Relationship Id="rId43" Type="http://schemas.openxmlformats.org/officeDocument/2006/relationships/image" Target="../media/image88.wmf"/><Relationship Id="rId48" Type="http://schemas.openxmlformats.org/officeDocument/2006/relationships/oleObject" Target="../embeddings/oleObject79.bin"/><Relationship Id="rId64" Type="http://schemas.openxmlformats.org/officeDocument/2006/relationships/oleObject" Target="../embeddings/oleObject87.bin"/><Relationship Id="rId69" Type="http://schemas.openxmlformats.org/officeDocument/2006/relationships/image" Target="../media/image101.wmf"/><Relationship Id="rId113" Type="http://schemas.openxmlformats.org/officeDocument/2006/relationships/image" Target="../media/image123.wmf"/><Relationship Id="rId80" Type="http://schemas.openxmlformats.org/officeDocument/2006/relationships/oleObject" Target="../embeddings/oleObject95.bin"/><Relationship Id="rId85" Type="http://schemas.openxmlformats.org/officeDocument/2006/relationships/image" Target="../media/image109.wmf"/><Relationship Id="rId12" Type="http://schemas.openxmlformats.org/officeDocument/2006/relationships/oleObject" Target="../embeddings/oleObject61.bin"/><Relationship Id="rId17" Type="http://schemas.openxmlformats.org/officeDocument/2006/relationships/image" Target="../media/image75.wmf"/><Relationship Id="rId33" Type="http://schemas.openxmlformats.org/officeDocument/2006/relationships/image" Target="../media/image83.wmf"/><Relationship Id="rId38" Type="http://schemas.openxmlformats.org/officeDocument/2006/relationships/oleObject" Target="../embeddings/oleObject74.bin"/><Relationship Id="rId59" Type="http://schemas.openxmlformats.org/officeDocument/2006/relationships/image" Target="../media/image96.wmf"/><Relationship Id="rId103" Type="http://schemas.openxmlformats.org/officeDocument/2006/relationships/image" Target="../media/image118.wmf"/><Relationship Id="rId108" Type="http://schemas.openxmlformats.org/officeDocument/2006/relationships/oleObject" Target="../embeddings/oleObject109.bin"/><Relationship Id="rId54" Type="http://schemas.openxmlformats.org/officeDocument/2006/relationships/oleObject" Target="../embeddings/oleObject82.bin"/><Relationship Id="rId70" Type="http://schemas.openxmlformats.org/officeDocument/2006/relationships/oleObject" Target="../embeddings/oleObject90.bin"/><Relationship Id="rId75" Type="http://schemas.openxmlformats.org/officeDocument/2006/relationships/image" Target="../media/image104.wmf"/><Relationship Id="rId91" Type="http://schemas.openxmlformats.org/officeDocument/2006/relationships/image" Target="../media/image112.wmf"/><Relationship Id="rId96" Type="http://schemas.openxmlformats.org/officeDocument/2006/relationships/oleObject" Target="../embeddings/oleObject103.bin"/><Relationship Id="rId1" Type="http://schemas.openxmlformats.org/officeDocument/2006/relationships/slideLayout" Target="../slideLayouts/slideLayout21.xml"/><Relationship Id="rId6" Type="http://schemas.openxmlformats.org/officeDocument/2006/relationships/oleObject" Target="../embeddings/oleObject58.bin"/><Relationship Id="rId23" Type="http://schemas.openxmlformats.org/officeDocument/2006/relationships/image" Target="../media/image78.wmf"/><Relationship Id="rId28" Type="http://schemas.openxmlformats.org/officeDocument/2006/relationships/oleObject" Target="../embeddings/oleObject69.bin"/><Relationship Id="rId49" Type="http://schemas.openxmlformats.org/officeDocument/2006/relationships/image" Target="../media/image91.wmf"/><Relationship Id="rId114" Type="http://schemas.openxmlformats.org/officeDocument/2006/relationships/oleObject" Target="../embeddings/oleObject112.bin"/><Relationship Id="rId10" Type="http://schemas.openxmlformats.org/officeDocument/2006/relationships/oleObject" Target="../embeddings/oleObject60.bin"/><Relationship Id="rId31" Type="http://schemas.openxmlformats.org/officeDocument/2006/relationships/image" Target="../media/image82.wmf"/><Relationship Id="rId44" Type="http://schemas.openxmlformats.org/officeDocument/2006/relationships/oleObject" Target="../embeddings/oleObject77.bin"/><Relationship Id="rId52" Type="http://schemas.openxmlformats.org/officeDocument/2006/relationships/oleObject" Target="../embeddings/oleObject81.bin"/><Relationship Id="rId60" Type="http://schemas.openxmlformats.org/officeDocument/2006/relationships/oleObject" Target="../embeddings/oleObject85.bin"/><Relationship Id="rId65" Type="http://schemas.openxmlformats.org/officeDocument/2006/relationships/image" Target="../media/image99.wmf"/><Relationship Id="rId73" Type="http://schemas.openxmlformats.org/officeDocument/2006/relationships/image" Target="../media/image103.wmf"/><Relationship Id="rId78" Type="http://schemas.openxmlformats.org/officeDocument/2006/relationships/oleObject" Target="../embeddings/oleObject94.bin"/><Relationship Id="rId81" Type="http://schemas.openxmlformats.org/officeDocument/2006/relationships/image" Target="../media/image107.wmf"/><Relationship Id="rId86" Type="http://schemas.openxmlformats.org/officeDocument/2006/relationships/oleObject" Target="../embeddings/oleObject98.bin"/><Relationship Id="rId94" Type="http://schemas.openxmlformats.org/officeDocument/2006/relationships/oleObject" Target="../embeddings/oleObject102.bin"/><Relationship Id="rId99" Type="http://schemas.openxmlformats.org/officeDocument/2006/relationships/image" Target="../media/image116.wmf"/><Relationship Id="rId101" Type="http://schemas.openxmlformats.org/officeDocument/2006/relationships/image" Target="../media/image117.wmf"/><Relationship Id="rId4" Type="http://schemas.openxmlformats.org/officeDocument/2006/relationships/oleObject" Target="../embeddings/oleObject57.bin"/><Relationship Id="rId9" Type="http://schemas.openxmlformats.org/officeDocument/2006/relationships/image" Target="../media/image71.wmf"/><Relationship Id="rId13" Type="http://schemas.openxmlformats.org/officeDocument/2006/relationships/image" Target="../media/image73.wmf"/><Relationship Id="rId18" Type="http://schemas.openxmlformats.org/officeDocument/2006/relationships/oleObject" Target="../embeddings/oleObject64.bin"/><Relationship Id="rId39" Type="http://schemas.openxmlformats.org/officeDocument/2006/relationships/image" Target="../media/image86.wmf"/><Relationship Id="rId109" Type="http://schemas.openxmlformats.org/officeDocument/2006/relationships/image" Target="../media/image121.wmf"/><Relationship Id="rId34" Type="http://schemas.openxmlformats.org/officeDocument/2006/relationships/oleObject" Target="../embeddings/oleObject72.bin"/><Relationship Id="rId50" Type="http://schemas.openxmlformats.org/officeDocument/2006/relationships/oleObject" Target="../embeddings/oleObject80.bin"/><Relationship Id="rId55" Type="http://schemas.openxmlformats.org/officeDocument/2006/relationships/image" Target="../media/image94.wmf"/><Relationship Id="rId76" Type="http://schemas.openxmlformats.org/officeDocument/2006/relationships/oleObject" Target="../embeddings/oleObject93.bin"/><Relationship Id="rId97" Type="http://schemas.openxmlformats.org/officeDocument/2006/relationships/image" Target="../media/image115.wmf"/><Relationship Id="rId104" Type="http://schemas.openxmlformats.org/officeDocument/2006/relationships/oleObject" Target="../embeddings/oleObject107.bin"/><Relationship Id="rId7" Type="http://schemas.openxmlformats.org/officeDocument/2006/relationships/image" Target="../media/image70.wmf"/><Relationship Id="rId71" Type="http://schemas.openxmlformats.org/officeDocument/2006/relationships/image" Target="../media/image102.wmf"/><Relationship Id="rId92" Type="http://schemas.openxmlformats.org/officeDocument/2006/relationships/oleObject" Target="../embeddings/oleObject101.bin"/><Relationship Id="rId2" Type="http://schemas.openxmlformats.org/officeDocument/2006/relationships/oleObject" Target="../embeddings/oleObject56.bin"/><Relationship Id="rId29" Type="http://schemas.openxmlformats.org/officeDocument/2006/relationships/image" Target="../media/image81.wmf"/><Relationship Id="rId24" Type="http://schemas.openxmlformats.org/officeDocument/2006/relationships/oleObject" Target="../embeddings/oleObject67.bin"/><Relationship Id="rId40" Type="http://schemas.openxmlformats.org/officeDocument/2006/relationships/oleObject" Target="../embeddings/oleObject75.bin"/><Relationship Id="rId45" Type="http://schemas.openxmlformats.org/officeDocument/2006/relationships/image" Target="../media/image89.wmf"/><Relationship Id="rId66" Type="http://schemas.openxmlformats.org/officeDocument/2006/relationships/oleObject" Target="../embeddings/oleObject88.bin"/><Relationship Id="rId87" Type="http://schemas.openxmlformats.org/officeDocument/2006/relationships/image" Target="../media/image110.wmf"/><Relationship Id="rId110" Type="http://schemas.openxmlformats.org/officeDocument/2006/relationships/oleObject" Target="../embeddings/oleObject110.bin"/><Relationship Id="rId115" Type="http://schemas.openxmlformats.org/officeDocument/2006/relationships/image" Target="../media/image124.wmf"/><Relationship Id="rId61" Type="http://schemas.openxmlformats.org/officeDocument/2006/relationships/image" Target="../media/image97.wmf"/><Relationship Id="rId82" Type="http://schemas.openxmlformats.org/officeDocument/2006/relationships/oleObject" Target="../embeddings/oleObject96.bin"/><Relationship Id="rId19" Type="http://schemas.openxmlformats.org/officeDocument/2006/relationships/image" Target="../media/image76.wmf"/><Relationship Id="rId14" Type="http://schemas.openxmlformats.org/officeDocument/2006/relationships/oleObject" Target="../embeddings/oleObject62.bin"/><Relationship Id="rId30" Type="http://schemas.openxmlformats.org/officeDocument/2006/relationships/oleObject" Target="../embeddings/oleObject70.bin"/><Relationship Id="rId35" Type="http://schemas.openxmlformats.org/officeDocument/2006/relationships/image" Target="../media/image84.wmf"/><Relationship Id="rId56" Type="http://schemas.openxmlformats.org/officeDocument/2006/relationships/oleObject" Target="../embeddings/oleObject83.bin"/><Relationship Id="rId77" Type="http://schemas.openxmlformats.org/officeDocument/2006/relationships/image" Target="../media/image105.wmf"/><Relationship Id="rId100" Type="http://schemas.openxmlformats.org/officeDocument/2006/relationships/oleObject" Target="../embeddings/oleObject105.bin"/><Relationship Id="rId105" Type="http://schemas.openxmlformats.org/officeDocument/2006/relationships/image" Target="../media/image119.wmf"/><Relationship Id="rId8" Type="http://schemas.openxmlformats.org/officeDocument/2006/relationships/oleObject" Target="../embeddings/oleObject59.bin"/><Relationship Id="rId51" Type="http://schemas.openxmlformats.org/officeDocument/2006/relationships/image" Target="../media/image92.wmf"/><Relationship Id="rId72" Type="http://schemas.openxmlformats.org/officeDocument/2006/relationships/oleObject" Target="../embeddings/oleObject91.bin"/><Relationship Id="rId93" Type="http://schemas.openxmlformats.org/officeDocument/2006/relationships/image" Target="../media/image113.wmf"/><Relationship Id="rId98" Type="http://schemas.openxmlformats.org/officeDocument/2006/relationships/oleObject" Target="../embeddings/oleObject104.bin"/><Relationship Id="rId3" Type="http://schemas.openxmlformats.org/officeDocument/2006/relationships/image" Target="../media/image68.wmf"/><Relationship Id="rId25" Type="http://schemas.openxmlformats.org/officeDocument/2006/relationships/image" Target="../media/image79.wmf"/><Relationship Id="rId46" Type="http://schemas.openxmlformats.org/officeDocument/2006/relationships/oleObject" Target="../embeddings/oleObject78.bin"/><Relationship Id="rId67" Type="http://schemas.openxmlformats.org/officeDocument/2006/relationships/image" Target="../media/image100.wmf"/><Relationship Id="rId116" Type="http://schemas.openxmlformats.org/officeDocument/2006/relationships/oleObject" Target="../embeddings/oleObject113.bin"/><Relationship Id="rId20" Type="http://schemas.openxmlformats.org/officeDocument/2006/relationships/oleObject" Target="../embeddings/oleObject65.bin"/><Relationship Id="rId41" Type="http://schemas.openxmlformats.org/officeDocument/2006/relationships/image" Target="../media/image87.wmf"/><Relationship Id="rId62" Type="http://schemas.openxmlformats.org/officeDocument/2006/relationships/oleObject" Target="../embeddings/oleObject86.bin"/><Relationship Id="rId83" Type="http://schemas.openxmlformats.org/officeDocument/2006/relationships/image" Target="../media/image108.wmf"/><Relationship Id="rId88" Type="http://schemas.openxmlformats.org/officeDocument/2006/relationships/oleObject" Target="../embeddings/oleObject99.bin"/><Relationship Id="rId111" Type="http://schemas.openxmlformats.org/officeDocument/2006/relationships/image" Target="../media/image122.wmf"/><Relationship Id="rId15" Type="http://schemas.openxmlformats.org/officeDocument/2006/relationships/image" Target="../media/image74.wmf"/><Relationship Id="rId36" Type="http://schemas.openxmlformats.org/officeDocument/2006/relationships/oleObject" Target="../embeddings/oleObject73.bin"/><Relationship Id="rId57" Type="http://schemas.openxmlformats.org/officeDocument/2006/relationships/image" Target="../media/image95.wmf"/><Relationship Id="rId106" Type="http://schemas.openxmlformats.org/officeDocument/2006/relationships/oleObject" Target="../embeddings/oleObject108.bin"/></Relationships>
</file>

<file path=ppt/slides/_rels/slide15.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126.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3" Type="http://schemas.openxmlformats.org/officeDocument/2006/relationships/image" Target="../media/image132.wmf"/><Relationship Id="rId18" Type="http://schemas.openxmlformats.org/officeDocument/2006/relationships/oleObject" Target="../embeddings/oleObject122.bin"/><Relationship Id="rId26" Type="http://schemas.openxmlformats.org/officeDocument/2006/relationships/oleObject" Target="../embeddings/oleObject126.bin"/><Relationship Id="rId3" Type="http://schemas.openxmlformats.org/officeDocument/2006/relationships/image" Target="../media/image127.wmf"/><Relationship Id="rId21" Type="http://schemas.openxmlformats.org/officeDocument/2006/relationships/image" Target="../media/image136.wmf"/><Relationship Id="rId34" Type="http://schemas.openxmlformats.org/officeDocument/2006/relationships/oleObject" Target="../embeddings/oleObject130.bin"/><Relationship Id="rId7" Type="http://schemas.openxmlformats.org/officeDocument/2006/relationships/image" Target="../media/image129.wmf"/><Relationship Id="rId12" Type="http://schemas.openxmlformats.org/officeDocument/2006/relationships/oleObject" Target="../embeddings/oleObject119.bin"/><Relationship Id="rId17" Type="http://schemas.openxmlformats.org/officeDocument/2006/relationships/image" Target="../media/image134.wmf"/><Relationship Id="rId25" Type="http://schemas.openxmlformats.org/officeDocument/2006/relationships/image" Target="../media/image138.wmf"/><Relationship Id="rId33" Type="http://schemas.openxmlformats.org/officeDocument/2006/relationships/image" Target="../media/image142.wmf"/><Relationship Id="rId2" Type="http://schemas.openxmlformats.org/officeDocument/2006/relationships/oleObject" Target="../embeddings/oleObject114.bin"/><Relationship Id="rId16" Type="http://schemas.openxmlformats.org/officeDocument/2006/relationships/oleObject" Target="../embeddings/oleObject121.bin"/><Relationship Id="rId20" Type="http://schemas.openxmlformats.org/officeDocument/2006/relationships/oleObject" Target="../embeddings/oleObject123.bin"/><Relationship Id="rId29" Type="http://schemas.openxmlformats.org/officeDocument/2006/relationships/image" Target="../media/image140.wmf"/><Relationship Id="rId1" Type="http://schemas.openxmlformats.org/officeDocument/2006/relationships/slideLayout" Target="../slideLayouts/slideLayout21.xml"/><Relationship Id="rId6" Type="http://schemas.openxmlformats.org/officeDocument/2006/relationships/oleObject" Target="../embeddings/oleObject116.bin"/><Relationship Id="rId11" Type="http://schemas.openxmlformats.org/officeDocument/2006/relationships/image" Target="../media/image131.wmf"/><Relationship Id="rId24" Type="http://schemas.openxmlformats.org/officeDocument/2006/relationships/oleObject" Target="../embeddings/oleObject125.bin"/><Relationship Id="rId32" Type="http://schemas.openxmlformats.org/officeDocument/2006/relationships/oleObject" Target="../embeddings/oleObject129.bin"/><Relationship Id="rId5" Type="http://schemas.openxmlformats.org/officeDocument/2006/relationships/image" Target="../media/image128.wmf"/><Relationship Id="rId15" Type="http://schemas.openxmlformats.org/officeDocument/2006/relationships/image" Target="../media/image133.wmf"/><Relationship Id="rId23" Type="http://schemas.openxmlformats.org/officeDocument/2006/relationships/image" Target="../media/image137.wmf"/><Relationship Id="rId28" Type="http://schemas.openxmlformats.org/officeDocument/2006/relationships/oleObject" Target="../embeddings/oleObject127.bin"/><Relationship Id="rId10" Type="http://schemas.openxmlformats.org/officeDocument/2006/relationships/oleObject" Target="../embeddings/oleObject118.bin"/><Relationship Id="rId19" Type="http://schemas.openxmlformats.org/officeDocument/2006/relationships/image" Target="../media/image135.wmf"/><Relationship Id="rId31" Type="http://schemas.openxmlformats.org/officeDocument/2006/relationships/image" Target="../media/image141.wmf"/><Relationship Id="rId4" Type="http://schemas.openxmlformats.org/officeDocument/2006/relationships/oleObject" Target="../embeddings/oleObject115.bin"/><Relationship Id="rId9" Type="http://schemas.openxmlformats.org/officeDocument/2006/relationships/image" Target="../media/image130.wmf"/><Relationship Id="rId14" Type="http://schemas.openxmlformats.org/officeDocument/2006/relationships/oleObject" Target="../embeddings/oleObject120.bin"/><Relationship Id="rId22" Type="http://schemas.openxmlformats.org/officeDocument/2006/relationships/oleObject" Target="../embeddings/oleObject124.bin"/><Relationship Id="rId27" Type="http://schemas.openxmlformats.org/officeDocument/2006/relationships/image" Target="../media/image139.wmf"/><Relationship Id="rId30" Type="http://schemas.openxmlformats.org/officeDocument/2006/relationships/oleObject" Target="../embeddings/oleObject128.bin"/><Relationship Id="rId35" Type="http://schemas.openxmlformats.org/officeDocument/2006/relationships/image" Target="../media/image143.wmf"/><Relationship Id="rId8" Type="http://schemas.openxmlformats.org/officeDocument/2006/relationships/oleObject" Target="../embeddings/oleObject117.bin"/></Relationships>
</file>

<file path=ppt/slides/_rels/slide18.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image" Target="../media/image144.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4.bin"/><Relationship Id="rId3" Type="http://schemas.openxmlformats.org/officeDocument/2006/relationships/image" Target="../media/image145.wmf"/><Relationship Id="rId7" Type="http://schemas.openxmlformats.org/officeDocument/2006/relationships/image" Target="../media/image147.wmf"/><Relationship Id="rId2" Type="http://schemas.openxmlformats.org/officeDocument/2006/relationships/oleObject" Target="../embeddings/oleObject131.bin"/><Relationship Id="rId1" Type="http://schemas.openxmlformats.org/officeDocument/2006/relationships/slideLayout" Target="../slideLayouts/slideLayout21.xml"/><Relationship Id="rId6" Type="http://schemas.openxmlformats.org/officeDocument/2006/relationships/oleObject" Target="../embeddings/oleObject133.bin"/><Relationship Id="rId5" Type="http://schemas.openxmlformats.org/officeDocument/2006/relationships/image" Target="../media/image146.wmf"/><Relationship Id="rId4" Type="http://schemas.openxmlformats.org/officeDocument/2006/relationships/oleObject" Target="../embeddings/oleObject132.bin"/><Relationship Id="rId9" Type="http://schemas.openxmlformats.org/officeDocument/2006/relationships/image" Target="../media/image148.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38.bin"/><Relationship Id="rId3" Type="http://schemas.openxmlformats.org/officeDocument/2006/relationships/image" Target="../media/image149.wmf"/><Relationship Id="rId7" Type="http://schemas.openxmlformats.org/officeDocument/2006/relationships/image" Target="../media/image151.wmf"/><Relationship Id="rId2" Type="http://schemas.openxmlformats.org/officeDocument/2006/relationships/oleObject" Target="../embeddings/oleObject135.bin"/><Relationship Id="rId1" Type="http://schemas.openxmlformats.org/officeDocument/2006/relationships/slideLayout" Target="../slideLayouts/slideLayout21.xml"/><Relationship Id="rId6" Type="http://schemas.openxmlformats.org/officeDocument/2006/relationships/oleObject" Target="../embeddings/oleObject137.bin"/><Relationship Id="rId5" Type="http://schemas.openxmlformats.org/officeDocument/2006/relationships/image" Target="../media/image150.wmf"/><Relationship Id="rId4" Type="http://schemas.openxmlformats.org/officeDocument/2006/relationships/oleObject" Target="../embeddings/oleObject136.bin"/><Relationship Id="rId9" Type="http://schemas.openxmlformats.org/officeDocument/2006/relationships/image" Target="../media/image15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oleObject" Target="../embeddings/oleObject139.bin"/><Relationship Id="rId1" Type="http://schemas.openxmlformats.org/officeDocument/2006/relationships/slideLayout" Target="../slideLayouts/slideLayout21.xml"/><Relationship Id="rId5" Type="http://schemas.openxmlformats.org/officeDocument/2006/relationships/image" Target="../media/image154.wmf"/><Relationship Id="rId4" Type="http://schemas.openxmlformats.org/officeDocument/2006/relationships/oleObject" Target="../embeddings/oleObject140.bin"/></Relationships>
</file>

<file path=ppt/slides/_rels/slide23.xml.rels><?xml version="1.0" encoding="UTF-8" standalone="yes"?>
<Relationships xmlns="http://schemas.openxmlformats.org/package/2006/relationships"><Relationship Id="rId13" Type="http://schemas.openxmlformats.org/officeDocument/2006/relationships/image" Target="../media/image160.wmf"/><Relationship Id="rId18" Type="http://schemas.openxmlformats.org/officeDocument/2006/relationships/oleObject" Target="../embeddings/oleObject149.bin"/><Relationship Id="rId26" Type="http://schemas.openxmlformats.org/officeDocument/2006/relationships/oleObject" Target="../embeddings/oleObject153.bin"/><Relationship Id="rId39" Type="http://schemas.openxmlformats.org/officeDocument/2006/relationships/image" Target="../media/image173.wmf"/><Relationship Id="rId21" Type="http://schemas.openxmlformats.org/officeDocument/2006/relationships/image" Target="../media/image164.wmf"/><Relationship Id="rId34" Type="http://schemas.openxmlformats.org/officeDocument/2006/relationships/oleObject" Target="../embeddings/oleObject157.bin"/><Relationship Id="rId42" Type="http://schemas.openxmlformats.org/officeDocument/2006/relationships/oleObject" Target="../embeddings/oleObject161.bin"/><Relationship Id="rId7" Type="http://schemas.openxmlformats.org/officeDocument/2006/relationships/image" Target="../media/image157.wmf"/><Relationship Id="rId2" Type="http://schemas.openxmlformats.org/officeDocument/2006/relationships/oleObject" Target="../embeddings/oleObject141.bin"/><Relationship Id="rId16" Type="http://schemas.openxmlformats.org/officeDocument/2006/relationships/oleObject" Target="../embeddings/oleObject148.bin"/><Relationship Id="rId20" Type="http://schemas.openxmlformats.org/officeDocument/2006/relationships/oleObject" Target="../embeddings/oleObject150.bin"/><Relationship Id="rId29" Type="http://schemas.openxmlformats.org/officeDocument/2006/relationships/image" Target="../media/image168.wmf"/><Relationship Id="rId41" Type="http://schemas.openxmlformats.org/officeDocument/2006/relationships/image" Target="../media/image174.wmf"/><Relationship Id="rId1" Type="http://schemas.openxmlformats.org/officeDocument/2006/relationships/slideLayout" Target="../slideLayouts/slideLayout21.xml"/><Relationship Id="rId6" Type="http://schemas.openxmlformats.org/officeDocument/2006/relationships/oleObject" Target="../embeddings/oleObject143.bin"/><Relationship Id="rId11" Type="http://schemas.openxmlformats.org/officeDocument/2006/relationships/image" Target="../media/image159.wmf"/><Relationship Id="rId24" Type="http://schemas.openxmlformats.org/officeDocument/2006/relationships/oleObject" Target="../embeddings/oleObject152.bin"/><Relationship Id="rId32" Type="http://schemas.openxmlformats.org/officeDocument/2006/relationships/oleObject" Target="../embeddings/oleObject156.bin"/><Relationship Id="rId37" Type="http://schemas.openxmlformats.org/officeDocument/2006/relationships/image" Target="../media/image172.wmf"/><Relationship Id="rId40" Type="http://schemas.openxmlformats.org/officeDocument/2006/relationships/oleObject" Target="../embeddings/oleObject160.bin"/><Relationship Id="rId5" Type="http://schemas.openxmlformats.org/officeDocument/2006/relationships/image" Target="../media/image156.wmf"/><Relationship Id="rId15" Type="http://schemas.openxmlformats.org/officeDocument/2006/relationships/image" Target="../media/image161.wmf"/><Relationship Id="rId23" Type="http://schemas.openxmlformats.org/officeDocument/2006/relationships/image" Target="../media/image165.wmf"/><Relationship Id="rId28" Type="http://schemas.openxmlformats.org/officeDocument/2006/relationships/oleObject" Target="../embeddings/oleObject154.bin"/><Relationship Id="rId36" Type="http://schemas.openxmlformats.org/officeDocument/2006/relationships/oleObject" Target="../embeddings/oleObject158.bin"/><Relationship Id="rId10" Type="http://schemas.openxmlformats.org/officeDocument/2006/relationships/oleObject" Target="../embeddings/oleObject145.bin"/><Relationship Id="rId19" Type="http://schemas.openxmlformats.org/officeDocument/2006/relationships/image" Target="../media/image163.wmf"/><Relationship Id="rId31" Type="http://schemas.openxmlformats.org/officeDocument/2006/relationships/image" Target="../media/image169.wmf"/><Relationship Id="rId4" Type="http://schemas.openxmlformats.org/officeDocument/2006/relationships/oleObject" Target="../embeddings/oleObject142.bin"/><Relationship Id="rId9" Type="http://schemas.openxmlformats.org/officeDocument/2006/relationships/image" Target="../media/image158.wmf"/><Relationship Id="rId14" Type="http://schemas.openxmlformats.org/officeDocument/2006/relationships/oleObject" Target="../embeddings/oleObject147.bin"/><Relationship Id="rId22" Type="http://schemas.openxmlformats.org/officeDocument/2006/relationships/oleObject" Target="../embeddings/oleObject151.bin"/><Relationship Id="rId27" Type="http://schemas.openxmlformats.org/officeDocument/2006/relationships/image" Target="../media/image167.wmf"/><Relationship Id="rId30" Type="http://schemas.openxmlformats.org/officeDocument/2006/relationships/oleObject" Target="../embeddings/oleObject155.bin"/><Relationship Id="rId35" Type="http://schemas.openxmlformats.org/officeDocument/2006/relationships/image" Target="../media/image171.wmf"/><Relationship Id="rId43" Type="http://schemas.openxmlformats.org/officeDocument/2006/relationships/image" Target="../media/image175.wmf"/><Relationship Id="rId8" Type="http://schemas.openxmlformats.org/officeDocument/2006/relationships/oleObject" Target="../embeddings/oleObject144.bin"/><Relationship Id="rId3" Type="http://schemas.openxmlformats.org/officeDocument/2006/relationships/image" Target="../media/image155.wmf"/><Relationship Id="rId12" Type="http://schemas.openxmlformats.org/officeDocument/2006/relationships/oleObject" Target="../embeddings/oleObject146.bin"/><Relationship Id="rId17" Type="http://schemas.openxmlformats.org/officeDocument/2006/relationships/image" Target="../media/image162.wmf"/><Relationship Id="rId25" Type="http://schemas.openxmlformats.org/officeDocument/2006/relationships/image" Target="../media/image166.wmf"/><Relationship Id="rId33" Type="http://schemas.openxmlformats.org/officeDocument/2006/relationships/image" Target="../media/image170.wmf"/><Relationship Id="rId38" Type="http://schemas.openxmlformats.org/officeDocument/2006/relationships/oleObject" Target="../embeddings/oleObject159.bin"/></Relationships>
</file>

<file path=ppt/slides/_rels/slide24.xml.rels><?xml version="1.0" encoding="UTF-8" standalone="yes"?>
<Relationships xmlns="http://schemas.openxmlformats.org/package/2006/relationships"><Relationship Id="rId3" Type="http://schemas.openxmlformats.org/officeDocument/2006/relationships/image" Target="../media/image176.wmf"/><Relationship Id="rId7" Type="http://schemas.openxmlformats.org/officeDocument/2006/relationships/image" Target="../media/image178.wmf"/><Relationship Id="rId2" Type="http://schemas.openxmlformats.org/officeDocument/2006/relationships/oleObject" Target="../embeddings/oleObject162.bin"/><Relationship Id="rId1" Type="http://schemas.openxmlformats.org/officeDocument/2006/relationships/slideLayout" Target="../slideLayouts/slideLayout21.xml"/><Relationship Id="rId6" Type="http://schemas.openxmlformats.org/officeDocument/2006/relationships/oleObject" Target="../embeddings/oleObject164.bin"/><Relationship Id="rId5" Type="http://schemas.openxmlformats.org/officeDocument/2006/relationships/image" Target="../media/image177.wmf"/><Relationship Id="rId4" Type="http://schemas.openxmlformats.org/officeDocument/2006/relationships/oleObject" Target="../embeddings/oleObject163.bin"/></Relationships>
</file>

<file path=ppt/slides/_rels/slide25.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image" Target="../media/image179.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8.bin"/><Relationship Id="rId3" Type="http://schemas.openxmlformats.org/officeDocument/2006/relationships/image" Target="../media/image180.wmf"/><Relationship Id="rId7" Type="http://schemas.openxmlformats.org/officeDocument/2006/relationships/image" Target="../media/image182.wmf"/><Relationship Id="rId2" Type="http://schemas.openxmlformats.org/officeDocument/2006/relationships/oleObject" Target="../embeddings/oleObject165.bin"/><Relationship Id="rId1" Type="http://schemas.openxmlformats.org/officeDocument/2006/relationships/slideLayout" Target="../slideLayouts/slideLayout21.xml"/><Relationship Id="rId6" Type="http://schemas.openxmlformats.org/officeDocument/2006/relationships/oleObject" Target="../embeddings/oleObject167.bin"/><Relationship Id="rId5" Type="http://schemas.openxmlformats.org/officeDocument/2006/relationships/image" Target="../media/image181.wmf"/><Relationship Id="rId4" Type="http://schemas.openxmlformats.org/officeDocument/2006/relationships/oleObject" Target="../embeddings/oleObject166.bin"/><Relationship Id="rId9" Type="http://schemas.openxmlformats.org/officeDocument/2006/relationships/image" Target="../media/image183.wmf"/></Relationships>
</file>

<file path=ppt/slides/_rels/slide29.xml.rels><?xml version="1.0" encoding="UTF-8" standalone="yes"?>
<Relationships xmlns="http://schemas.openxmlformats.org/package/2006/relationships"><Relationship Id="rId13" Type="http://schemas.openxmlformats.org/officeDocument/2006/relationships/image" Target="../media/image189.wmf"/><Relationship Id="rId18" Type="http://schemas.openxmlformats.org/officeDocument/2006/relationships/image" Target="../media/image192.wmf"/><Relationship Id="rId26" Type="http://schemas.openxmlformats.org/officeDocument/2006/relationships/image" Target="../media/image196.wmf"/><Relationship Id="rId3" Type="http://schemas.openxmlformats.org/officeDocument/2006/relationships/image" Target="../media/image184.wmf"/><Relationship Id="rId21" Type="http://schemas.openxmlformats.org/officeDocument/2006/relationships/oleObject" Target="../embeddings/oleObject178.bin"/><Relationship Id="rId34" Type="http://schemas.openxmlformats.org/officeDocument/2006/relationships/image" Target="../media/image200.wmf"/><Relationship Id="rId7" Type="http://schemas.openxmlformats.org/officeDocument/2006/relationships/image" Target="../media/image186.wmf"/><Relationship Id="rId12" Type="http://schemas.openxmlformats.org/officeDocument/2006/relationships/oleObject" Target="../embeddings/oleObject174.bin"/><Relationship Id="rId17" Type="http://schemas.openxmlformats.org/officeDocument/2006/relationships/oleObject" Target="../embeddings/oleObject176.bin"/><Relationship Id="rId25" Type="http://schemas.openxmlformats.org/officeDocument/2006/relationships/oleObject" Target="../embeddings/oleObject180.bin"/><Relationship Id="rId33" Type="http://schemas.openxmlformats.org/officeDocument/2006/relationships/oleObject" Target="../embeddings/oleObject184.bin"/><Relationship Id="rId2" Type="http://schemas.openxmlformats.org/officeDocument/2006/relationships/oleObject" Target="../embeddings/oleObject169.bin"/><Relationship Id="rId16" Type="http://schemas.openxmlformats.org/officeDocument/2006/relationships/image" Target="../media/image191.wmf"/><Relationship Id="rId20" Type="http://schemas.openxmlformats.org/officeDocument/2006/relationships/image" Target="../media/image193.wmf"/><Relationship Id="rId29" Type="http://schemas.openxmlformats.org/officeDocument/2006/relationships/oleObject" Target="../embeddings/oleObject182.bin"/><Relationship Id="rId1" Type="http://schemas.openxmlformats.org/officeDocument/2006/relationships/slideLayout" Target="../slideLayouts/slideLayout21.xml"/><Relationship Id="rId6" Type="http://schemas.openxmlformats.org/officeDocument/2006/relationships/oleObject" Target="../embeddings/oleObject171.bin"/><Relationship Id="rId11" Type="http://schemas.openxmlformats.org/officeDocument/2006/relationships/image" Target="../media/image188.wmf"/><Relationship Id="rId24" Type="http://schemas.openxmlformats.org/officeDocument/2006/relationships/image" Target="../media/image195.wmf"/><Relationship Id="rId32" Type="http://schemas.openxmlformats.org/officeDocument/2006/relationships/image" Target="../media/image199.wmf"/><Relationship Id="rId5" Type="http://schemas.openxmlformats.org/officeDocument/2006/relationships/image" Target="../media/image185.wmf"/><Relationship Id="rId15" Type="http://schemas.openxmlformats.org/officeDocument/2006/relationships/oleObject" Target="../embeddings/oleObject175.bin"/><Relationship Id="rId23" Type="http://schemas.openxmlformats.org/officeDocument/2006/relationships/oleObject" Target="../embeddings/oleObject179.bin"/><Relationship Id="rId28" Type="http://schemas.openxmlformats.org/officeDocument/2006/relationships/image" Target="../media/image197.wmf"/><Relationship Id="rId10" Type="http://schemas.openxmlformats.org/officeDocument/2006/relationships/oleObject" Target="../embeddings/oleObject173.bin"/><Relationship Id="rId19" Type="http://schemas.openxmlformats.org/officeDocument/2006/relationships/oleObject" Target="../embeddings/oleObject177.bin"/><Relationship Id="rId31" Type="http://schemas.openxmlformats.org/officeDocument/2006/relationships/oleObject" Target="../embeddings/oleObject183.bin"/><Relationship Id="rId4" Type="http://schemas.openxmlformats.org/officeDocument/2006/relationships/oleObject" Target="../embeddings/oleObject170.bin"/><Relationship Id="rId9" Type="http://schemas.openxmlformats.org/officeDocument/2006/relationships/image" Target="../media/image187.wmf"/><Relationship Id="rId14" Type="http://schemas.openxmlformats.org/officeDocument/2006/relationships/image" Target="../media/image190.wmf"/><Relationship Id="rId22" Type="http://schemas.openxmlformats.org/officeDocument/2006/relationships/image" Target="../media/image194.wmf"/><Relationship Id="rId27" Type="http://schemas.openxmlformats.org/officeDocument/2006/relationships/oleObject" Target="../embeddings/oleObject181.bin"/><Relationship Id="rId30" Type="http://schemas.openxmlformats.org/officeDocument/2006/relationships/image" Target="../media/image198.wmf"/><Relationship Id="rId8" Type="http://schemas.openxmlformats.org/officeDocument/2006/relationships/oleObject" Target="../embeddings/oleObject172.bin"/></Relationships>
</file>

<file path=ppt/slides/_rels/slide30.xml.rels><?xml version="1.0" encoding="UTF-8" standalone="yes"?>
<Relationships xmlns="http://schemas.openxmlformats.org/package/2006/relationships"><Relationship Id="rId13" Type="http://schemas.openxmlformats.org/officeDocument/2006/relationships/image" Target="../media/image187.wmf"/><Relationship Id="rId18" Type="http://schemas.openxmlformats.org/officeDocument/2006/relationships/oleObject" Target="../embeddings/oleObject175.bin"/><Relationship Id="rId26" Type="http://schemas.openxmlformats.org/officeDocument/2006/relationships/oleObject" Target="../embeddings/oleObject179.bin"/><Relationship Id="rId21" Type="http://schemas.openxmlformats.org/officeDocument/2006/relationships/image" Target="../media/image192.wmf"/><Relationship Id="rId34" Type="http://schemas.openxmlformats.org/officeDocument/2006/relationships/oleObject" Target="../embeddings/oleObject183.bin"/><Relationship Id="rId7" Type="http://schemas.openxmlformats.org/officeDocument/2006/relationships/image" Target="../media/image203.wmf"/><Relationship Id="rId12" Type="http://schemas.openxmlformats.org/officeDocument/2006/relationships/oleObject" Target="../embeddings/oleObject172.bin"/><Relationship Id="rId17" Type="http://schemas.openxmlformats.org/officeDocument/2006/relationships/image" Target="../media/image189.wmf"/><Relationship Id="rId25" Type="http://schemas.openxmlformats.org/officeDocument/2006/relationships/image" Target="../media/image194.wmf"/><Relationship Id="rId33" Type="http://schemas.openxmlformats.org/officeDocument/2006/relationships/image" Target="../media/image198.wmf"/><Relationship Id="rId38" Type="http://schemas.openxmlformats.org/officeDocument/2006/relationships/image" Target="../media/image208.png"/><Relationship Id="rId2" Type="http://schemas.openxmlformats.org/officeDocument/2006/relationships/oleObject" Target="../embeddings/oleObject185.bin"/><Relationship Id="rId16" Type="http://schemas.openxmlformats.org/officeDocument/2006/relationships/oleObject" Target="../embeddings/oleObject174.bin"/><Relationship Id="rId20" Type="http://schemas.openxmlformats.org/officeDocument/2006/relationships/oleObject" Target="../embeddings/oleObject176.bin"/><Relationship Id="rId29" Type="http://schemas.openxmlformats.org/officeDocument/2006/relationships/image" Target="../media/image196.wmf"/><Relationship Id="rId1" Type="http://schemas.openxmlformats.org/officeDocument/2006/relationships/slideLayout" Target="../slideLayouts/slideLayout21.xml"/><Relationship Id="rId6" Type="http://schemas.openxmlformats.org/officeDocument/2006/relationships/oleObject" Target="../embeddings/oleObject187.bin"/><Relationship Id="rId11" Type="http://schemas.openxmlformats.org/officeDocument/2006/relationships/image" Target="../media/image205.wmf"/><Relationship Id="rId24" Type="http://schemas.openxmlformats.org/officeDocument/2006/relationships/oleObject" Target="../embeddings/oleObject178.bin"/><Relationship Id="rId32" Type="http://schemas.openxmlformats.org/officeDocument/2006/relationships/oleObject" Target="../embeddings/oleObject182.bin"/><Relationship Id="rId37" Type="http://schemas.openxmlformats.org/officeDocument/2006/relationships/image" Target="../media/image207.wmf"/><Relationship Id="rId5" Type="http://schemas.openxmlformats.org/officeDocument/2006/relationships/image" Target="../media/image202.wmf"/><Relationship Id="rId15" Type="http://schemas.openxmlformats.org/officeDocument/2006/relationships/image" Target="../media/image188.wmf"/><Relationship Id="rId23" Type="http://schemas.openxmlformats.org/officeDocument/2006/relationships/image" Target="../media/image193.wmf"/><Relationship Id="rId28" Type="http://schemas.openxmlformats.org/officeDocument/2006/relationships/oleObject" Target="../embeddings/oleObject180.bin"/><Relationship Id="rId36" Type="http://schemas.openxmlformats.org/officeDocument/2006/relationships/oleObject" Target="../embeddings/oleObject184.bin"/><Relationship Id="rId10" Type="http://schemas.openxmlformats.org/officeDocument/2006/relationships/oleObject" Target="../embeddings/oleObject189.bin"/><Relationship Id="rId19" Type="http://schemas.openxmlformats.org/officeDocument/2006/relationships/image" Target="../media/image191.wmf"/><Relationship Id="rId31" Type="http://schemas.openxmlformats.org/officeDocument/2006/relationships/image" Target="../media/image197.wmf"/><Relationship Id="rId4" Type="http://schemas.openxmlformats.org/officeDocument/2006/relationships/oleObject" Target="../embeddings/oleObject186.bin"/><Relationship Id="rId9" Type="http://schemas.openxmlformats.org/officeDocument/2006/relationships/image" Target="../media/image204.wmf"/><Relationship Id="rId14" Type="http://schemas.openxmlformats.org/officeDocument/2006/relationships/oleObject" Target="../embeddings/oleObject173.bin"/><Relationship Id="rId22" Type="http://schemas.openxmlformats.org/officeDocument/2006/relationships/oleObject" Target="../embeddings/oleObject177.bin"/><Relationship Id="rId27" Type="http://schemas.openxmlformats.org/officeDocument/2006/relationships/image" Target="../media/image195.wmf"/><Relationship Id="rId30" Type="http://schemas.openxmlformats.org/officeDocument/2006/relationships/oleObject" Target="../embeddings/oleObject181.bin"/><Relationship Id="rId35" Type="http://schemas.openxmlformats.org/officeDocument/2006/relationships/image" Target="../media/image206.wmf"/><Relationship Id="rId8" Type="http://schemas.openxmlformats.org/officeDocument/2006/relationships/oleObject" Target="../embeddings/oleObject188.bin"/><Relationship Id="rId3" Type="http://schemas.openxmlformats.org/officeDocument/2006/relationships/image" Target="../media/image201.wmf"/></Relationships>
</file>

<file path=ppt/slides/_rels/slide31.xml.rels><?xml version="1.0" encoding="UTF-8" standalone="yes"?>
<Relationships xmlns="http://schemas.openxmlformats.org/package/2006/relationships"><Relationship Id="rId13" Type="http://schemas.openxmlformats.org/officeDocument/2006/relationships/image" Target="../media/image187.wmf"/><Relationship Id="rId18" Type="http://schemas.openxmlformats.org/officeDocument/2006/relationships/oleObject" Target="../embeddings/oleObject175.bin"/><Relationship Id="rId26" Type="http://schemas.openxmlformats.org/officeDocument/2006/relationships/oleObject" Target="../embeddings/oleObject179.bin"/><Relationship Id="rId21" Type="http://schemas.openxmlformats.org/officeDocument/2006/relationships/image" Target="../media/image192.wmf"/><Relationship Id="rId34" Type="http://schemas.openxmlformats.org/officeDocument/2006/relationships/oleObject" Target="../embeddings/oleObject183.bin"/><Relationship Id="rId7" Type="http://schemas.openxmlformats.org/officeDocument/2006/relationships/image" Target="../media/image211.wmf"/><Relationship Id="rId12" Type="http://schemas.openxmlformats.org/officeDocument/2006/relationships/oleObject" Target="../embeddings/oleObject172.bin"/><Relationship Id="rId17" Type="http://schemas.openxmlformats.org/officeDocument/2006/relationships/image" Target="../media/image189.wmf"/><Relationship Id="rId25" Type="http://schemas.openxmlformats.org/officeDocument/2006/relationships/image" Target="../media/image194.wmf"/><Relationship Id="rId33" Type="http://schemas.openxmlformats.org/officeDocument/2006/relationships/image" Target="../media/image198.wmf"/><Relationship Id="rId2" Type="http://schemas.openxmlformats.org/officeDocument/2006/relationships/oleObject" Target="../embeddings/oleObject190.bin"/><Relationship Id="rId16" Type="http://schemas.openxmlformats.org/officeDocument/2006/relationships/oleObject" Target="../embeddings/oleObject174.bin"/><Relationship Id="rId20" Type="http://schemas.openxmlformats.org/officeDocument/2006/relationships/oleObject" Target="../embeddings/oleObject176.bin"/><Relationship Id="rId29" Type="http://schemas.openxmlformats.org/officeDocument/2006/relationships/image" Target="../media/image196.wmf"/><Relationship Id="rId1" Type="http://schemas.openxmlformats.org/officeDocument/2006/relationships/slideLayout" Target="../slideLayouts/slideLayout21.xml"/><Relationship Id="rId6" Type="http://schemas.openxmlformats.org/officeDocument/2006/relationships/oleObject" Target="../embeddings/oleObject192.bin"/><Relationship Id="rId11" Type="http://schemas.openxmlformats.org/officeDocument/2006/relationships/image" Target="../media/image213.wmf"/><Relationship Id="rId24" Type="http://schemas.openxmlformats.org/officeDocument/2006/relationships/oleObject" Target="../embeddings/oleObject178.bin"/><Relationship Id="rId32" Type="http://schemas.openxmlformats.org/officeDocument/2006/relationships/oleObject" Target="../embeddings/oleObject182.bin"/><Relationship Id="rId37" Type="http://schemas.openxmlformats.org/officeDocument/2006/relationships/image" Target="../media/image207.wmf"/><Relationship Id="rId5" Type="http://schemas.openxmlformats.org/officeDocument/2006/relationships/image" Target="../media/image210.wmf"/><Relationship Id="rId15" Type="http://schemas.openxmlformats.org/officeDocument/2006/relationships/image" Target="../media/image188.wmf"/><Relationship Id="rId23" Type="http://schemas.openxmlformats.org/officeDocument/2006/relationships/image" Target="../media/image193.wmf"/><Relationship Id="rId28" Type="http://schemas.openxmlformats.org/officeDocument/2006/relationships/oleObject" Target="../embeddings/oleObject180.bin"/><Relationship Id="rId36" Type="http://schemas.openxmlformats.org/officeDocument/2006/relationships/oleObject" Target="../embeddings/oleObject184.bin"/><Relationship Id="rId10" Type="http://schemas.openxmlformats.org/officeDocument/2006/relationships/oleObject" Target="../embeddings/oleObject194.bin"/><Relationship Id="rId19" Type="http://schemas.openxmlformats.org/officeDocument/2006/relationships/image" Target="../media/image191.wmf"/><Relationship Id="rId31" Type="http://schemas.openxmlformats.org/officeDocument/2006/relationships/image" Target="../media/image197.wmf"/><Relationship Id="rId4" Type="http://schemas.openxmlformats.org/officeDocument/2006/relationships/oleObject" Target="../embeddings/oleObject191.bin"/><Relationship Id="rId9" Type="http://schemas.openxmlformats.org/officeDocument/2006/relationships/image" Target="../media/image212.wmf"/><Relationship Id="rId14" Type="http://schemas.openxmlformats.org/officeDocument/2006/relationships/oleObject" Target="../embeddings/oleObject173.bin"/><Relationship Id="rId22" Type="http://schemas.openxmlformats.org/officeDocument/2006/relationships/oleObject" Target="../embeddings/oleObject177.bin"/><Relationship Id="rId27" Type="http://schemas.openxmlformats.org/officeDocument/2006/relationships/image" Target="../media/image195.wmf"/><Relationship Id="rId30" Type="http://schemas.openxmlformats.org/officeDocument/2006/relationships/oleObject" Target="../embeddings/oleObject181.bin"/><Relationship Id="rId35" Type="http://schemas.openxmlformats.org/officeDocument/2006/relationships/image" Target="../media/image199.wmf"/><Relationship Id="rId8" Type="http://schemas.openxmlformats.org/officeDocument/2006/relationships/oleObject" Target="../embeddings/oleObject193.bin"/><Relationship Id="rId3" Type="http://schemas.openxmlformats.org/officeDocument/2006/relationships/image" Target="../media/image209.wmf"/></Relationships>
</file>

<file path=ppt/slides/_rels/slide32.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214.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image" Target="../media/image215.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oleObject" Target="../embeddings/oleObject195.bin"/><Relationship Id="rId1" Type="http://schemas.openxmlformats.org/officeDocument/2006/relationships/slideLayout" Target="../slideLayouts/slideLayout21.xml"/><Relationship Id="rId5" Type="http://schemas.openxmlformats.org/officeDocument/2006/relationships/slide" Target="slide85.xml"/><Relationship Id="rId4" Type="http://schemas.openxmlformats.org/officeDocument/2006/relationships/image" Target="../media/image2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3" Type="http://schemas.openxmlformats.org/officeDocument/2006/relationships/image" Target="../media/image223.wmf"/><Relationship Id="rId18" Type="http://schemas.openxmlformats.org/officeDocument/2006/relationships/oleObject" Target="../embeddings/oleObject204.bin"/><Relationship Id="rId26" Type="http://schemas.openxmlformats.org/officeDocument/2006/relationships/oleObject" Target="../embeddings/oleObject208.bin"/><Relationship Id="rId3" Type="http://schemas.openxmlformats.org/officeDocument/2006/relationships/image" Target="../media/image218.wmf"/><Relationship Id="rId21" Type="http://schemas.openxmlformats.org/officeDocument/2006/relationships/image" Target="../media/image227.wmf"/><Relationship Id="rId7" Type="http://schemas.openxmlformats.org/officeDocument/2006/relationships/image" Target="../media/image220.wmf"/><Relationship Id="rId12" Type="http://schemas.openxmlformats.org/officeDocument/2006/relationships/oleObject" Target="../embeddings/oleObject201.bin"/><Relationship Id="rId17" Type="http://schemas.openxmlformats.org/officeDocument/2006/relationships/image" Target="../media/image225.wmf"/><Relationship Id="rId25" Type="http://schemas.openxmlformats.org/officeDocument/2006/relationships/image" Target="../media/image229.wmf"/><Relationship Id="rId33" Type="http://schemas.openxmlformats.org/officeDocument/2006/relationships/image" Target="../media/image233.wmf"/><Relationship Id="rId2" Type="http://schemas.openxmlformats.org/officeDocument/2006/relationships/oleObject" Target="../embeddings/oleObject196.bin"/><Relationship Id="rId16" Type="http://schemas.openxmlformats.org/officeDocument/2006/relationships/oleObject" Target="../embeddings/oleObject203.bin"/><Relationship Id="rId20" Type="http://schemas.openxmlformats.org/officeDocument/2006/relationships/oleObject" Target="../embeddings/oleObject205.bin"/><Relationship Id="rId29" Type="http://schemas.openxmlformats.org/officeDocument/2006/relationships/image" Target="../media/image231.wmf"/><Relationship Id="rId1" Type="http://schemas.openxmlformats.org/officeDocument/2006/relationships/slideLayout" Target="../slideLayouts/slideLayout21.xml"/><Relationship Id="rId6" Type="http://schemas.openxmlformats.org/officeDocument/2006/relationships/oleObject" Target="../embeddings/oleObject198.bin"/><Relationship Id="rId11" Type="http://schemas.openxmlformats.org/officeDocument/2006/relationships/image" Target="../media/image222.wmf"/><Relationship Id="rId24" Type="http://schemas.openxmlformats.org/officeDocument/2006/relationships/oleObject" Target="../embeddings/oleObject207.bin"/><Relationship Id="rId32" Type="http://schemas.openxmlformats.org/officeDocument/2006/relationships/oleObject" Target="../embeddings/oleObject211.bin"/><Relationship Id="rId5" Type="http://schemas.openxmlformats.org/officeDocument/2006/relationships/image" Target="../media/image219.wmf"/><Relationship Id="rId15" Type="http://schemas.openxmlformats.org/officeDocument/2006/relationships/image" Target="../media/image224.wmf"/><Relationship Id="rId23" Type="http://schemas.openxmlformats.org/officeDocument/2006/relationships/image" Target="../media/image228.wmf"/><Relationship Id="rId28" Type="http://schemas.openxmlformats.org/officeDocument/2006/relationships/oleObject" Target="../embeddings/oleObject209.bin"/><Relationship Id="rId10" Type="http://schemas.openxmlformats.org/officeDocument/2006/relationships/oleObject" Target="../embeddings/oleObject200.bin"/><Relationship Id="rId19" Type="http://schemas.openxmlformats.org/officeDocument/2006/relationships/image" Target="../media/image226.wmf"/><Relationship Id="rId31" Type="http://schemas.openxmlformats.org/officeDocument/2006/relationships/image" Target="../media/image232.wmf"/><Relationship Id="rId4" Type="http://schemas.openxmlformats.org/officeDocument/2006/relationships/oleObject" Target="../embeddings/oleObject197.bin"/><Relationship Id="rId9" Type="http://schemas.openxmlformats.org/officeDocument/2006/relationships/image" Target="../media/image221.wmf"/><Relationship Id="rId14" Type="http://schemas.openxmlformats.org/officeDocument/2006/relationships/oleObject" Target="../embeddings/oleObject202.bin"/><Relationship Id="rId22" Type="http://schemas.openxmlformats.org/officeDocument/2006/relationships/oleObject" Target="../embeddings/oleObject206.bin"/><Relationship Id="rId27" Type="http://schemas.openxmlformats.org/officeDocument/2006/relationships/image" Target="../media/image230.wmf"/><Relationship Id="rId30" Type="http://schemas.openxmlformats.org/officeDocument/2006/relationships/oleObject" Target="../embeddings/oleObject210.bin"/><Relationship Id="rId8" Type="http://schemas.openxmlformats.org/officeDocument/2006/relationships/oleObject" Target="../embeddings/oleObject199.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15.bin"/><Relationship Id="rId3" Type="http://schemas.openxmlformats.org/officeDocument/2006/relationships/image" Target="../media/image234.wmf"/><Relationship Id="rId7" Type="http://schemas.openxmlformats.org/officeDocument/2006/relationships/image" Target="../media/image236.wmf"/><Relationship Id="rId2" Type="http://schemas.openxmlformats.org/officeDocument/2006/relationships/oleObject" Target="../embeddings/oleObject212.bin"/><Relationship Id="rId1" Type="http://schemas.openxmlformats.org/officeDocument/2006/relationships/slideLayout" Target="../slideLayouts/slideLayout20.xml"/><Relationship Id="rId6" Type="http://schemas.openxmlformats.org/officeDocument/2006/relationships/oleObject" Target="../embeddings/oleObject214.bin"/><Relationship Id="rId5" Type="http://schemas.openxmlformats.org/officeDocument/2006/relationships/image" Target="../media/image235.wmf"/><Relationship Id="rId4" Type="http://schemas.openxmlformats.org/officeDocument/2006/relationships/oleObject" Target="../embeddings/oleObject213.bin"/><Relationship Id="rId9" Type="http://schemas.openxmlformats.org/officeDocument/2006/relationships/image" Target="../media/image237.wmf"/></Relationships>
</file>

<file path=ppt/slides/_rels/slide38.x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oleObject" Target="../embeddings/oleObject216.bin"/><Relationship Id="rId1" Type="http://schemas.openxmlformats.org/officeDocument/2006/relationships/slideLayout" Target="../slideLayouts/slideLayout21.xml"/><Relationship Id="rId5" Type="http://schemas.openxmlformats.org/officeDocument/2006/relationships/image" Target="../media/image239.wmf"/><Relationship Id="rId4" Type="http://schemas.openxmlformats.org/officeDocument/2006/relationships/oleObject" Target="../embeddings/oleObject217.bin"/></Relationships>
</file>

<file path=ppt/slides/_rels/slide39.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image" Target="../media/image240.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oleObject" Target="../embeddings/oleObject218.bin"/><Relationship Id="rId1" Type="http://schemas.openxmlformats.org/officeDocument/2006/relationships/slideLayout" Target="../slideLayouts/slideLayout21.xml"/><Relationship Id="rId5" Type="http://schemas.openxmlformats.org/officeDocument/2006/relationships/image" Target="../media/image242.wmf"/><Relationship Id="rId4" Type="http://schemas.openxmlformats.org/officeDocument/2006/relationships/oleObject" Target="../embeddings/oleObject219.bin"/></Relationships>
</file>

<file path=ppt/slides/_rels/slide41.xml.rels><?xml version="1.0" encoding="UTF-8" standalone="yes"?>
<Relationships xmlns="http://schemas.openxmlformats.org/package/2006/relationships"><Relationship Id="rId3" Type="http://schemas.openxmlformats.org/officeDocument/2006/relationships/image" Target="../media/image243.wmf"/><Relationship Id="rId2" Type="http://schemas.openxmlformats.org/officeDocument/2006/relationships/oleObject" Target="../embeddings/oleObject220.bin"/><Relationship Id="rId1" Type="http://schemas.openxmlformats.org/officeDocument/2006/relationships/slideLayout" Target="../slideLayouts/slideLayout20.xml"/><Relationship Id="rId5" Type="http://schemas.openxmlformats.org/officeDocument/2006/relationships/image" Target="../media/image244.wmf"/><Relationship Id="rId4" Type="http://schemas.openxmlformats.org/officeDocument/2006/relationships/oleObject" Target="../embeddings/oleObject221.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245.wmf"/><Relationship Id="rId2" Type="http://schemas.openxmlformats.org/officeDocument/2006/relationships/oleObject" Target="../embeddings/oleObject222.bin"/><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3" Type="http://schemas.openxmlformats.org/officeDocument/2006/relationships/image" Target="../media/image251.wmf"/><Relationship Id="rId18" Type="http://schemas.openxmlformats.org/officeDocument/2006/relationships/oleObject" Target="../embeddings/oleObject231.bin"/><Relationship Id="rId26" Type="http://schemas.openxmlformats.org/officeDocument/2006/relationships/oleObject" Target="../embeddings/oleObject206.bin"/><Relationship Id="rId39" Type="http://schemas.openxmlformats.org/officeDocument/2006/relationships/image" Target="../media/image261.wmf"/><Relationship Id="rId21" Type="http://schemas.openxmlformats.org/officeDocument/2006/relationships/image" Target="../media/image255.wmf"/><Relationship Id="rId34" Type="http://schemas.openxmlformats.org/officeDocument/2006/relationships/oleObject" Target="../embeddings/oleObject210.bin"/><Relationship Id="rId7" Type="http://schemas.openxmlformats.org/officeDocument/2006/relationships/image" Target="../media/image248.wmf"/><Relationship Id="rId2" Type="http://schemas.openxmlformats.org/officeDocument/2006/relationships/oleObject" Target="../embeddings/oleObject223.bin"/><Relationship Id="rId16" Type="http://schemas.openxmlformats.org/officeDocument/2006/relationships/oleObject" Target="../embeddings/oleObject230.bin"/><Relationship Id="rId20" Type="http://schemas.openxmlformats.org/officeDocument/2006/relationships/oleObject" Target="../embeddings/oleObject232.bin"/><Relationship Id="rId29" Type="http://schemas.openxmlformats.org/officeDocument/2006/relationships/image" Target="../media/image257.wmf"/><Relationship Id="rId41" Type="http://schemas.openxmlformats.org/officeDocument/2006/relationships/image" Target="../media/image262.wmf"/><Relationship Id="rId1" Type="http://schemas.openxmlformats.org/officeDocument/2006/relationships/slideLayout" Target="../slideLayouts/slideLayout21.xml"/><Relationship Id="rId6" Type="http://schemas.openxmlformats.org/officeDocument/2006/relationships/oleObject" Target="../embeddings/oleObject225.bin"/><Relationship Id="rId11" Type="http://schemas.openxmlformats.org/officeDocument/2006/relationships/image" Target="../media/image250.wmf"/><Relationship Id="rId24" Type="http://schemas.openxmlformats.org/officeDocument/2006/relationships/oleObject" Target="../embeddings/oleObject233.bin"/><Relationship Id="rId32" Type="http://schemas.openxmlformats.org/officeDocument/2006/relationships/oleObject" Target="../embeddings/oleObject235.bin"/><Relationship Id="rId37" Type="http://schemas.openxmlformats.org/officeDocument/2006/relationships/image" Target="../media/image260.wmf"/><Relationship Id="rId40" Type="http://schemas.openxmlformats.org/officeDocument/2006/relationships/oleObject" Target="../embeddings/oleObject238.bin"/><Relationship Id="rId5" Type="http://schemas.openxmlformats.org/officeDocument/2006/relationships/image" Target="../media/image247.wmf"/><Relationship Id="rId15" Type="http://schemas.openxmlformats.org/officeDocument/2006/relationships/image" Target="../media/image252.wmf"/><Relationship Id="rId23" Type="http://schemas.openxmlformats.org/officeDocument/2006/relationships/image" Target="../media/image226.wmf"/><Relationship Id="rId28" Type="http://schemas.openxmlformats.org/officeDocument/2006/relationships/oleObject" Target="../embeddings/oleObject234.bin"/><Relationship Id="rId36" Type="http://schemas.openxmlformats.org/officeDocument/2006/relationships/oleObject" Target="../embeddings/oleObject236.bin"/><Relationship Id="rId10" Type="http://schemas.openxmlformats.org/officeDocument/2006/relationships/oleObject" Target="../embeddings/oleObject227.bin"/><Relationship Id="rId19" Type="http://schemas.openxmlformats.org/officeDocument/2006/relationships/image" Target="../media/image254.wmf"/><Relationship Id="rId31" Type="http://schemas.openxmlformats.org/officeDocument/2006/relationships/image" Target="../media/image230.wmf"/><Relationship Id="rId4" Type="http://schemas.openxmlformats.org/officeDocument/2006/relationships/oleObject" Target="../embeddings/oleObject224.bin"/><Relationship Id="rId9" Type="http://schemas.openxmlformats.org/officeDocument/2006/relationships/image" Target="../media/image249.wmf"/><Relationship Id="rId14" Type="http://schemas.openxmlformats.org/officeDocument/2006/relationships/oleObject" Target="../embeddings/oleObject229.bin"/><Relationship Id="rId22" Type="http://schemas.openxmlformats.org/officeDocument/2006/relationships/oleObject" Target="../embeddings/oleObject204.bin"/><Relationship Id="rId27" Type="http://schemas.openxmlformats.org/officeDocument/2006/relationships/image" Target="../media/image228.wmf"/><Relationship Id="rId30" Type="http://schemas.openxmlformats.org/officeDocument/2006/relationships/oleObject" Target="../embeddings/oleObject208.bin"/><Relationship Id="rId35" Type="http://schemas.openxmlformats.org/officeDocument/2006/relationships/image" Target="../media/image259.wmf"/><Relationship Id="rId8" Type="http://schemas.openxmlformats.org/officeDocument/2006/relationships/oleObject" Target="../embeddings/oleObject226.bin"/><Relationship Id="rId3" Type="http://schemas.openxmlformats.org/officeDocument/2006/relationships/image" Target="../media/image246.wmf"/><Relationship Id="rId12" Type="http://schemas.openxmlformats.org/officeDocument/2006/relationships/oleObject" Target="../embeddings/oleObject228.bin"/><Relationship Id="rId17" Type="http://schemas.openxmlformats.org/officeDocument/2006/relationships/image" Target="../media/image253.wmf"/><Relationship Id="rId25" Type="http://schemas.openxmlformats.org/officeDocument/2006/relationships/image" Target="../media/image256.wmf"/><Relationship Id="rId33" Type="http://schemas.openxmlformats.org/officeDocument/2006/relationships/image" Target="../media/image258.wmf"/><Relationship Id="rId38" Type="http://schemas.openxmlformats.org/officeDocument/2006/relationships/oleObject" Target="../embeddings/oleObject237.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42.bin"/><Relationship Id="rId13" Type="http://schemas.openxmlformats.org/officeDocument/2006/relationships/image" Target="../media/image268.wmf"/><Relationship Id="rId3" Type="http://schemas.openxmlformats.org/officeDocument/2006/relationships/image" Target="../media/image263.wmf"/><Relationship Id="rId7" Type="http://schemas.openxmlformats.org/officeDocument/2006/relationships/image" Target="../media/image265.wmf"/><Relationship Id="rId12" Type="http://schemas.openxmlformats.org/officeDocument/2006/relationships/oleObject" Target="../embeddings/oleObject244.bin"/><Relationship Id="rId2" Type="http://schemas.openxmlformats.org/officeDocument/2006/relationships/oleObject" Target="../embeddings/oleObject239.bin"/><Relationship Id="rId1" Type="http://schemas.openxmlformats.org/officeDocument/2006/relationships/slideLayout" Target="../slideLayouts/slideLayout21.xml"/><Relationship Id="rId6" Type="http://schemas.openxmlformats.org/officeDocument/2006/relationships/oleObject" Target="../embeddings/oleObject241.bin"/><Relationship Id="rId11" Type="http://schemas.openxmlformats.org/officeDocument/2006/relationships/image" Target="../media/image267.wmf"/><Relationship Id="rId5" Type="http://schemas.openxmlformats.org/officeDocument/2006/relationships/image" Target="../media/image264.wmf"/><Relationship Id="rId15" Type="http://schemas.openxmlformats.org/officeDocument/2006/relationships/image" Target="../media/image269.wmf"/><Relationship Id="rId10" Type="http://schemas.openxmlformats.org/officeDocument/2006/relationships/oleObject" Target="../embeddings/oleObject243.bin"/><Relationship Id="rId4" Type="http://schemas.openxmlformats.org/officeDocument/2006/relationships/oleObject" Target="../embeddings/oleObject240.bin"/><Relationship Id="rId9" Type="http://schemas.openxmlformats.org/officeDocument/2006/relationships/image" Target="../media/image266.wmf"/><Relationship Id="rId14" Type="http://schemas.openxmlformats.org/officeDocument/2006/relationships/oleObject" Target="../embeddings/oleObject245.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49.bin"/><Relationship Id="rId13" Type="http://schemas.openxmlformats.org/officeDocument/2006/relationships/image" Target="../media/image275.wmf"/><Relationship Id="rId3" Type="http://schemas.openxmlformats.org/officeDocument/2006/relationships/image" Target="../media/image270.wmf"/><Relationship Id="rId7" Type="http://schemas.openxmlformats.org/officeDocument/2006/relationships/image" Target="../media/image272.wmf"/><Relationship Id="rId12" Type="http://schemas.openxmlformats.org/officeDocument/2006/relationships/oleObject" Target="../embeddings/oleObject251.bin"/><Relationship Id="rId17" Type="http://schemas.openxmlformats.org/officeDocument/2006/relationships/image" Target="../media/image277.wmf"/><Relationship Id="rId2" Type="http://schemas.openxmlformats.org/officeDocument/2006/relationships/oleObject" Target="../embeddings/oleObject246.bin"/><Relationship Id="rId16" Type="http://schemas.openxmlformats.org/officeDocument/2006/relationships/oleObject" Target="../embeddings/oleObject253.bin"/><Relationship Id="rId1" Type="http://schemas.openxmlformats.org/officeDocument/2006/relationships/slideLayout" Target="../slideLayouts/slideLayout21.xml"/><Relationship Id="rId6" Type="http://schemas.openxmlformats.org/officeDocument/2006/relationships/oleObject" Target="../embeddings/oleObject248.bin"/><Relationship Id="rId11" Type="http://schemas.openxmlformats.org/officeDocument/2006/relationships/image" Target="../media/image274.wmf"/><Relationship Id="rId5" Type="http://schemas.openxmlformats.org/officeDocument/2006/relationships/image" Target="../media/image271.wmf"/><Relationship Id="rId15" Type="http://schemas.openxmlformats.org/officeDocument/2006/relationships/image" Target="../media/image276.wmf"/><Relationship Id="rId10" Type="http://schemas.openxmlformats.org/officeDocument/2006/relationships/oleObject" Target="../embeddings/oleObject250.bin"/><Relationship Id="rId4" Type="http://schemas.openxmlformats.org/officeDocument/2006/relationships/oleObject" Target="../embeddings/oleObject247.bin"/><Relationship Id="rId9" Type="http://schemas.openxmlformats.org/officeDocument/2006/relationships/image" Target="../media/image273.wmf"/><Relationship Id="rId14" Type="http://schemas.openxmlformats.org/officeDocument/2006/relationships/oleObject" Target="../embeddings/oleObject252.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oleObject" Target="../embeddings/oleObject254.bin"/><Relationship Id="rId1" Type="http://schemas.openxmlformats.org/officeDocument/2006/relationships/slideLayout" Target="../slideLayouts/slideLayout21.xml"/><Relationship Id="rId5" Type="http://schemas.openxmlformats.org/officeDocument/2006/relationships/image" Target="../media/image279.wmf"/><Relationship Id="rId4" Type="http://schemas.openxmlformats.org/officeDocument/2006/relationships/oleObject" Target="../embeddings/oleObject255.bin"/></Relationships>
</file>

<file path=ppt/slides/_rels/slide51.x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oleObject" Target="../embeddings/oleObject256.bin"/><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13" Type="http://schemas.openxmlformats.org/officeDocument/2006/relationships/image" Target="../media/image286.wmf"/><Relationship Id="rId18" Type="http://schemas.openxmlformats.org/officeDocument/2006/relationships/oleObject" Target="../embeddings/oleObject265.bin"/><Relationship Id="rId26" Type="http://schemas.openxmlformats.org/officeDocument/2006/relationships/oleObject" Target="../embeddings/oleObject269.bin"/><Relationship Id="rId3" Type="http://schemas.openxmlformats.org/officeDocument/2006/relationships/image" Target="../media/image281.wmf"/><Relationship Id="rId21" Type="http://schemas.openxmlformats.org/officeDocument/2006/relationships/image" Target="../media/image290.wmf"/><Relationship Id="rId7" Type="http://schemas.openxmlformats.org/officeDocument/2006/relationships/image" Target="../media/image283.wmf"/><Relationship Id="rId12" Type="http://schemas.openxmlformats.org/officeDocument/2006/relationships/oleObject" Target="../embeddings/oleObject262.bin"/><Relationship Id="rId17" Type="http://schemas.openxmlformats.org/officeDocument/2006/relationships/image" Target="../media/image288.wmf"/><Relationship Id="rId25" Type="http://schemas.openxmlformats.org/officeDocument/2006/relationships/image" Target="../media/image292.wmf"/><Relationship Id="rId33" Type="http://schemas.openxmlformats.org/officeDocument/2006/relationships/image" Target="../media/image296.wmf"/><Relationship Id="rId2" Type="http://schemas.openxmlformats.org/officeDocument/2006/relationships/oleObject" Target="../embeddings/oleObject257.bin"/><Relationship Id="rId16" Type="http://schemas.openxmlformats.org/officeDocument/2006/relationships/oleObject" Target="../embeddings/oleObject264.bin"/><Relationship Id="rId20" Type="http://schemas.openxmlformats.org/officeDocument/2006/relationships/oleObject" Target="../embeddings/oleObject266.bin"/><Relationship Id="rId29" Type="http://schemas.openxmlformats.org/officeDocument/2006/relationships/image" Target="../media/image294.wmf"/><Relationship Id="rId1" Type="http://schemas.openxmlformats.org/officeDocument/2006/relationships/slideLayout" Target="../slideLayouts/slideLayout21.xml"/><Relationship Id="rId6" Type="http://schemas.openxmlformats.org/officeDocument/2006/relationships/oleObject" Target="../embeddings/oleObject259.bin"/><Relationship Id="rId11" Type="http://schemas.openxmlformats.org/officeDocument/2006/relationships/image" Target="../media/image285.wmf"/><Relationship Id="rId24" Type="http://schemas.openxmlformats.org/officeDocument/2006/relationships/oleObject" Target="../embeddings/oleObject268.bin"/><Relationship Id="rId32" Type="http://schemas.openxmlformats.org/officeDocument/2006/relationships/oleObject" Target="../embeddings/oleObject272.bin"/><Relationship Id="rId5" Type="http://schemas.openxmlformats.org/officeDocument/2006/relationships/image" Target="../media/image282.wmf"/><Relationship Id="rId15" Type="http://schemas.openxmlformats.org/officeDocument/2006/relationships/image" Target="../media/image287.wmf"/><Relationship Id="rId23" Type="http://schemas.openxmlformats.org/officeDocument/2006/relationships/image" Target="../media/image291.wmf"/><Relationship Id="rId28" Type="http://schemas.openxmlformats.org/officeDocument/2006/relationships/oleObject" Target="../embeddings/oleObject270.bin"/><Relationship Id="rId10" Type="http://schemas.openxmlformats.org/officeDocument/2006/relationships/oleObject" Target="../embeddings/oleObject261.bin"/><Relationship Id="rId19" Type="http://schemas.openxmlformats.org/officeDocument/2006/relationships/image" Target="../media/image289.wmf"/><Relationship Id="rId31" Type="http://schemas.openxmlformats.org/officeDocument/2006/relationships/image" Target="../media/image295.wmf"/><Relationship Id="rId4" Type="http://schemas.openxmlformats.org/officeDocument/2006/relationships/oleObject" Target="../embeddings/oleObject258.bin"/><Relationship Id="rId9" Type="http://schemas.openxmlformats.org/officeDocument/2006/relationships/image" Target="../media/image284.wmf"/><Relationship Id="rId14" Type="http://schemas.openxmlformats.org/officeDocument/2006/relationships/oleObject" Target="../embeddings/oleObject263.bin"/><Relationship Id="rId22" Type="http://schemas.openxmlformats.org/officeDocument/2006/relationships/oleObject" Target="../embeddings/oleObject267.bin"/><Relationship Id="rId27" Type="http://schemas.openxmlformats.org/officeDocument/2006/relationships/image" Target="../media/image293.wmf"/><Relationship Id="rId30" Type="http://schemas.openxmlformats.org/officeDocument/2006/relationships/oleObject" Target="../embeddings/oleObject271.bin"/><Relationship Id="rId8" Type="http://schemas.openxmlformats.org/officeDocument/2006/relationships/oleObject" Target="../embeddings/oleObject260.bin"/></Relationships>
</file>

<file path=ppt/slides/_rels/slide53.xml.rels><?xml version="1.0" encoding="UTF-8" standalone="yes"?>
<Relationships xmlns="http://schemas.openxmlformats.org/package/2006/relationships"><Relationship Id="rId3" Type="http://schemas.openxmlformats.org/officeDocument/2006/relationships/image" Target="../media/image297.wmf"/><Relationship Id="rId7" Type="http://schemas.openxmlformats.org/officeDocument/2006/relationships/slide" Target="slide87.xml"/><Relationship Id="rId2" Type="http://schemas.openxmlformats.org/officeDocument/2006/relationships/oleObject" Target="../embeddings/oleObject273.bin"/><Relationship Id="rId1" Type="http://schemas.openxmlformats.org/officeDocument/2006/relationships/slideLayout" Target="../slideLayouts/slideLayout21.xml"/><Relationship Id="rId6" Type="http://schemas.openxmlformats.org/officeDocument/2006/relationships/image" Target="../media/image299.png"/><Relationship Id="rId5" Type="http://schemas.openxmlformats.org/officeDocument/2006/relationships/image" Target="../media/image298.wmf"/><Relationship Id="rId4" Type="http://schemas.openxmlformats.org/officeDocument/2006/relationships/oleObject" Target="../embeddings/oleObject274.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78.bin"/><Relationship Id="rId13" Type="http://schemas.openxmlformats.org/officeDocument/2006/relationships/image" Target="../media/image305.wmf"/><Relationship Id="rId3" Type="http://schemas.openxmlformats.org/officeDocument/2006/relationships/image" Target="../media/image300.wmf"/><Relationship Id="rId7" Type="http://schemas.openxmlformats.org/officeDocument/2006/relationships/image" Target="../media/image302.wmf"/><Relationship Id="rId12" Type="http://schemas.openxmlformats.org/officeDocument/2006/relationships/oleObject" Target="../embeddings/oleObject280.bin"/><Relationship Id="rId17" Type="http://schemas.openxmlformats.org/officeDocument/2006/relationships/image" Target="../media/image307.wmf"/><Relationship Id="rId2" Type="http://schemas.openxmlformats.org/officeDocument/2006/relationships/oleObject" Target="../embeddings/oleObject275.bin"/><Relationship Id="rId16" Type="http://schemas.openxmlformats.org/officeDocument/2006/relationships/oleObject" Target="../embeddings/oleObject282.bin"/><Relationship Id="rId1" Type="http://schemas.openxmlformats.org/officeDocument/2006/relationships/slideLayout" Target="../slideLayouts/slideLayout21.xml"/><Relationship Id="rId6" Type="http://schemas.openxmlformats.org/officeDocument/2006/relationships/oleObject" Target="../embeddings/oleObject277.bin"/><Relationship Id="rId11" Type="http://schemas.openxmlformats.org/officeDocument/2006/relationships/image" Target="../media/image304.wmf"/><Relationship Id="rId5" Type="http://schemas.openxmlformats.org/officeDocument/2006/relationships/image" Target="../media/image301.wmf"/><Relationship Id="rId15" Type="http://schemas.openxmlformats.org/officeDocument/2006/relationships/image" Target="../media/image306.wmf"/><Relationship Id="rId10" Type="http://schemas.openxmlformats.org/officeDocument/2006/relationships/oleObject" Target="../embeddings/oleObject279.bin"/><Relationship Id="rId4" Type="http://schemas.openxmlformats.org/officeDocument/2006/relationships/oleObject" Target="../embeddings/oleObject276.bin"/><Relationship Id="rId9" Type="http://schemas.openxmlformats.org/officeDocument/2006/relationships/image" Target="../media/image303.wmf"/><Relationship Id="rId14" Type="http://schemas.openxmlformats.org/officeDocument/2006/relationships/oleObject" Target="../embeddings/oleObject281.bin"/></Relationships>
</file>

<file path=ppt/slides/_rels/slide55.xml.rels><?xml version="1.0" encoding="UTF-8" standalone="yes"?>
<Relationships xmlns="http://schemas.openxmlformats.org/package/2006/relationships"><Relationship Id="rId3" Type="http://schemas.openxmlformats.org/officeDocument/2006/relationships/image" Target="../media/image308.wmf"/><Relationship Id="rId7" Type="http://schemas.openxmlformats.org/officeDocument/2006/relationships/image" Target="../media/image310.wmf"/><Relationship Id="rId2" Type="http://schemas.openxmlformats.org/officeDocument/2006/relationships/oleObject" Target="../embeddings/oleObject283.bin"/><Relationship Id="rId1" Type="http://schemas.openxmlformats.org/officeDocument/2006/relationships/slideLayout" Target="../slideLayouts/slideLayout21.xml"/><Relationship Id="rId6" Type="http://schemas.openxmlformats.org/officeDocument/2006/relationships/oleObject" Target="../embeddings/oleObject285.bin"/><Relationship Id="rId5" Type="http://schemas.openxmlformats.org/officeDocument/2006/relationships/image" Target="../media/image309.wmf"/><Relationship Id="rId4" Type="http://schemas.openxmlformats.org/officeDocument/2006/relationships/oleObject" Target="../embeddings/oleObject284.bin"/></Relationships>
</file>

<file path=ppt/slides/_rels/slide56.xml.rels><?xml version="1.0" encoding="UTF-8" standalone="yes"?>
<Relationships xmlns="http://schemas.openxmlformats.org/package/2006/relationships"><Relationship Id="rId3" Type="http://schemas.openxmlformats.org/officeDocument/2006/relationships/image" Target="../media/image311.wmf"/><Relationship Id="rId7" Type="http://schemas.openxmlformats.org/officeDocument/2006/relationships/image" Target="../media/image313.wmf"/><Relationship Id="rId2" Type="http://schemas.openxmlformats.org/officeDocument/2006/relationships/oleObject" Target="../embeddings/oleObject286.bin"/><Relationship Id="rId1" Type="http://schemas.openxmlformats.org/officeDocument/2006/relationships/slideLayout" Target="../slideLayouts/slideLayout21.xml"/><Relationship Id="rId6" Type="http://schemas.openxmlformats.org/officeDocument/2006/relationships/oleObject" Target="../embeddings/oleObject288.bin"/><Relationship Id="rId5" Type="http://schemas.openxmlformats.org/officeDocument/2006/relationships/image" Target="../media/image312.wmf"/><Relationship Id="rId4" Type="http://schemas.openxmlformats.org/officeDocument/2006/relationships/oleObject" Target="../embeddings/oleObject287.bin"/></Relationships>
</file>

<file path=ppt/slides/_rels/slide57.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image" Target="../media/image314.png"/><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image" Target="../media/image314.png"/><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image" Target="../media/image315.wmf"/><Relationship Id="rId2" Type="http://schemas.openxmlformats.org/officeDocument/2006/relationships/oleObject" Target="../embeddings/oleObject289.bin"/><Relationship Id="rId1" Type="http://schemas.openxmlformats.org/officeDocument/2006/relationships/slideLayout" Target="../slideLayouts/slideLayout21.xml"/><Relationship Id="rId5" Type="http://schemas.openxmlformats.org/officeDocument/2006/relationships/image" Target="../media/image316.wmf"/><Relationship Id="rId4" Type="http://schemas.openxmlformats.org/officeDocument/2006/relationships/oleObject" Target="../embeddings/oleObject290.bin"/></Relationships>
</file>

<file path=ppt/slides/_rels/slide60.x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oleObject" Target="../embeddings/oleObject291.bin"/><Relationship Id="rId1" Type="http://schemas.openxmlformats.org/officeDocument/2006/relationships/slideLayout" Target="../slideLayouts/slideLayout20.xml"/><Relationship Id="rId5" Type="http://schemas.openxmlformats.org/officeDocument/2006/relationships/image" Target="../media/image318.wmf"/><Relationship Id="rId4" Type="http://schemas.openxmlformats.org/officeDocument/2006/relationships/oleObject" Target="../embeddings/oleObject29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3" Type="http://schemas.openxmlformats.org/officeDocument/2006/relationships/image" Target="../media/image324.wmf"/><Relationship Id="rId18" Type="http://schemas.openxmlformats.org/officeDocument/2006/relationships/oleObject" Target="../embeddings/oleObject301.bin"/><Relationship Id="rId26" Type="http://schemas.openxmlformats.org/officeDocument/2006/relationships/oleObject" Target="../embeddings/oleObject305.bin"/><Relationship Id="rId3" Type="http://schemas.openxmlformats.org/officeDocument/2006/relationships/image" Target="../media/image319.wmf"/><Relationship Id="rId21" Type="http://schemas.openxmlformats.org/officeDocument/2006/relationships/image" Target="../media/image328.wmf"/><Relationship Id="rId7" Type="http://schemas.openxmlformats.org/officeDocument/2006/relationships/image" Target="../media/image321.wmf"/><Relationship Id="rId12" Type="http://schemas.openxmlformats.org/officeDocument/2006/relationships/oleObject" Target="../embeddings/oleObject298.bin"/><Relationship Id="rId17" Type="http://schemas.openxmlformats.org/officeDocument/2006/relationships/image" Target="../media/image326.wmf"/><Relationship Id="rId25" Type="http://schemas.openxmlformats.org/officeDocument/2006/relationships/image" Target="../media/image330.wmf"/><Relationship Id="rId33" Type="http://schemas.openxmlformats.org/officeDocument/2006/relationships/image" Target="../media/image334.wmf"/><Relationship Id="rId2" Type="http://schemas.openxmlformats.org/officeDocument/2006/relationships/oleObject" Target="../embeddings/oleObject293.bin"/><Relationship Id="rId16" Type="http://schemas.openxmlformats.org/officeDocument/2006/relationships/oleObject" Target="../embeddings/oleObject300.bin"/><Relationship Id="rId20" Type="http://schemas.openxmlformats.org/officeDocument/2006/relationships/oleObject" Target="../embeddings/oleObject302.bin"/><Relationship Id="rId29" Type="http://schemas.openxmlformats.org/officeDocument/2006/relationships/image" Target="../media/image332.wmf"/><Relationship Id="rId1" Type="http://schemas.openxmlformats.org/officeDocument/2006/relationships/slideLayout" Target="../slideLayouts/slideLayout21.xml"/><Relationship Id="rId6" Type="http://schemas.openxmlformats.org/officeDocument/2006/relationships/oleObject" Target="../embeddings/oleObject295.bin"/><Relationship Id="rId11" Type="http://schemas.openxmlformats.org/officeDocument/2006/relationships/image" Target="../media/image323.wmf"/><Relationship Id="rId24" Type="http://schemas.openxmlformats.org/officeDocument/2006/relationships/oleObject" Target="../embeddings/oleObject304.bin"/><Relationship Id="rId32" Type="http://schemas.openxmlformats.org/officeDocument/2006/relationships/oleObject" Target="../embeddings/oleObject308.bin"/><Relationship Id="rId5" Type="http://schemas.openxmlformats.org/officeDocument/2006/relationships/image" Target="../media/image320.wmf"/><Relationship Id="rId15" Type="http://schemas.openxmlformats.org/officeDocument/2006/relationships/image" Target="../media/image325.wmf"/><Relationship Id="rId23" Type="http://schemas.openxmlformats.org/officeDocument/2006/relationships/image" Target="../media/image329.wmf"/><Relationship Id="rId28" Type="http://schemas.openxmlformats.org/officeDocument/2006/relationships/oleObject" Target="../embeddings/oleObject306.bin"/><Relationship Id="rId10" Type="http://schemas.openxmlformats.org/officeDocument/2006/relationships/oleObject" Target="../embeddings/oleObject297.bin"/><Relationship Id="rId19" Type="http://schemas.openxmlformats.org/officeDocument/2006/relationships/image" Target="../media/image327.wmf"/><Relationship Id="rId31" Type="http://schemas.openxmlformats.org/officeDocument/2006/relationships/image" Target="../media/image333.wmf"/><Relationship Id="rId4" Type="http://schemas.openxmlformats.org/officeDocument/2006/relationships/oleObject" Target="../embeddings/oleObject294.bin"/><Relationship Id="rId9" Type="http://schemas.openxmlformats.org/officeDocument/2006/relationships/image" Target="../media/image322.wmf"/><Relationship Id="rId14" Type="http://schemas.openxmlformats.org/officeDocument/2006/relationships/oleObject" Target="../embeddings/oleObject299.bin"/><Relationship Id="rId22" Type="http://schemas.openxmlformats.org/officeDocument/2006/relationships/oleObject" Target="../embeddings/oleObject303.bin"/><Relationship Id="rId27" Type="http://schemas.openxmlformats.org/officeDocument/2006/relationships/image" Target="../media/image331.wmf"/><Relationship Id="rId30" Type="http://schemas.openxmlformats.org/officeDocument/2006/relationships/oleObject" Target="../embeddings/oleObject307.bin"/><Relationship Id="rId8" Type="http://schemas.openxmlformats.org/officeDocument/2006/relationships/oleObject" Target="../embeddings/oleObject296.bin"/></Relationships>
</file>

<file path=ppt/slides/_rels/slide63.xml.rels><?xml version="1.0" encoding="UTF-8" standalone="yes"?>
<Relationships xmlns="http://schemas.openxmlformats.org/package/2006/relationships"><Relationship Id="rId13" Type="http://schemas.openxmlformats.org/officeDocument/2006/relationships/image" Target="../media/image340.wmf"/><Relationship Id="rId18" Type="http://schemas.openxmlformats.org/officeDocument/2006/relationships/oleObject" Target="../embeddings/oleObject317.bin"/><Relationship Id="rId26" Type="http://schemas.openxmlformats.org/officeDocument/2006/relationships/oleObject" Target="../embeddings/oleObject321.bin"/><Relationship Id="rId3" Type="http://schemas.openxmlformats.org/officeDocument/2006/relationships/image" Target="../media/image335.wmf"/><Relationship Id="rId21" Type="http://schemas.openxmlformats.org/officeDocument/2006/relationships/image" Target="../media/image344.wmf"/><Relationship Id="rId7" Type="http://schemas.openxmlformats.org/officeDocument/2006/relationships/image" Target="../media/image337.wmf"/><Relationship Id="rId12" Type="http://schemas.openxmlformats.org/officeDocument/2006/relationships/oleObject" Target="../embeddings/oleObject314.bin"/><Relationship Id="rId17" Type="http://schemas.openxmlformats.org/officeDocument/2006/relationships/image" Target="../media/image342.wmf"/><Relationship Id="rId25" Type="http://schemas.openxmlformats.org/officeDocument/2006/relationships/image" Target="../media/image346.wmf"/><Relationship Id="rId33" Type="http://schemas.openxmlformats.org/officeDocument/2006/relationships/image" Target="../media/image350.wmf"/><Relationship Id="rId2" Type="http://schemas.openxmlformats.org/officeDocument/2006/relationships/oleObject" Target="../embeddings/oleObject309.bin"/><Relationship Id="rId16" Type="http://schemas.openxmlformats.org/officeDocument/2006/relationships/oleObject" Target="../embeddings/oleObject316.bin"/><Relationship Id="rId20" Type="http://schemas.openxmlformats.org/officeDocument/2006/relationships/oleObject" Target="../embeddings/oleObject318.bin"/><Relationship Id="rId29" Type="http://schemas.openxmlformats.org/officeDocument/2006/relationships/image" Target="../media/image348.wmf"/><Relationship Id="rId1" Type="http://schemas.openxmlformats.org/officeDocument/2006/relationships/slideLayout" Target="../slideLayouts/slideLayout21.xml"/><Relationship Id="rId6" Type="http://schemas.openxmlformats.org/officeDocument/2006/relationships/oleObject" Target="../embeddings/oleObject311.bin"/><Relationship Id="rId11" Type="http://schemas.openxmlformats.org/officeDocument/2006/relationships/image" Target="../media/image339.wmf"/><Relationship Id="rId24" Type="http://schemas.openxmlformats.org/officeDocument/2006/relationships/oleObject" Target="../embeddings/oleObject320.bin"/><Relationship Id="rId32" Type="http://schemas.openxmlformats.org/officeDocument/2006/relationships/oleObject" Target="../embeddings/oleObject324.bin"/><Relationship Id="rId5" Type="http://schemas.openxmlformats.org/officeDocument/2006/relationships/image" Target="../media/image336.wmf"/><Relationship Id="rId15" Type="http://schemas.openxmlformats.org/officeDocument/2006/relationships/image" Target="../media/image341.wmf"/><Relationship Id="rId23" Type="http://schemas.openxmlformats.org/officeDocument/2006/relationships/image" Target="../media/image345.wmf"/><Relationship Id="rId28" Type="http://schemas.openxmlformats.org/officeDocument/2006/relationships/oleObject" Target="../embeddings/oleObject322.bin"/><Relationship Id="rId10" Type="http://schemas.openxmlformats.org/officeDocument/2006/relationships/oleObject" Target="../embeddings/oleObject313.bin"/><Relationship Id="rId19" Type="http://schemas.openxmlformats.org/officeDocument/2006/relationships/image" Target="../media/image343.wmf"/><Relationship Id="rId31" Type="http://schemas.openxmlformats.org/officeDocument/2006/relationships/image" Target="../media/image349.wmf"/><Relationship Id="rId4" Type="http://schemas.openxmlformats.org/officeDocument/2006/relationships/oleObject" Target="../embeddings/oleObject310.bin"/><Relationship Id="rId9" Type="http://schemas.openxmlformats.org/officeDocument/2006/relationships/image" Target="../media/image338.wmf"/><Relationship Id="rId14" Type="http://schemas.openxmlformats.org/officeDocument/2006/relationships/oleObject" Target="../embeddings/oleObject315.bin"/><Relationship Id="rId22" Type="http://schemas.openxmlformats.org/officeDocument/2006/relationships/oleObject" Target="../embeddings/oleObject319.bin"/><Relationship Id="rId27" Type="http://schemas.openxmlformats.org/officeDocument/2006/relationships/image" Target="../media/image347.wmf"/><Relationship Id="rId30" Type="http://schemas.openxmlformats.org/officeDocument/2006/relationships/oleObject" Target="../embeddings/oleObject323.bin"/><Relationship Id="rId8" Type="http://schemas.openxmlformats.org/officeDocument/2006/relationships/oleObject" Target="../embeddings/oleObject312.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30.xml"/></Relationships>
</file>

<file path=ppt/slides/_rels/slide78.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30.xml"/></Relationships>
</file>

<file path=ppt/slides/_rels/slide80.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30.xml"/></Relationships>
</file>

<file path=ppt/slides/_rels/slide81.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30.xml"/></Relationships>
</file>

<file path=ppt/slides/_rels/slide84.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30.xml"/></Relationships>
</file>

<file path=ppt/slides/_rels/slide86.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30.xml"/></Relationships>
</file>

<file path=ppt/slides/_rels/slide87.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30.xml"/></Relationships>
</file>

<file path=ppt/slides/_rels/slide88.xml.rels><?xml version="1.0" encoding="UTF-8" standalone="yes"?>
<Relationships xmlns="http://schemas.openxmlformats.org/package/2006/relationships"><Relationship Id="rId2" Type="http://schemas.openxmlformats.org/officeDocument/2006/relationships/slide" Target="slide57.xml"/><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6</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000" dirty="0"/>
              <a:t>Discrete Probability Distributions</a:t>
            </a:r>
            <a:endParaRPr lang="en-IN" sz="2000"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Chapter 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IN" b="1" dirty="0"/>
              <a:t>Chapter 6</a:t>
            </a:r>
          </a:p>
        </p:txBody>
      </p:sp>
      <p:sp>
        <p:nvSpPr>
          <p:cNvPr id="7" name="Content Placeholder 6"/>
          <p:cNvSpPr>
            <a:spLocks noGrp="1"/>
          </p:cNvSpPr>
          <p:nvPr>
            <p:ph sz="quarter" idx="14"/>
          </p:nvPr>
        </p:nvSpPr>
        <p:spPr>
          <a:xfrm>
            <a:off x="342900" y="1260475"/>
            <a:ext cx="8191500" cy="5292725"/>
          </a:xfrm>
        </p:spPr>
        <p:txBody>
          <a:bodyPr/>
          <a:lstStyle/>
          <a:p>
            <a:pPr marL="969963" indent="-969963" defTabSz="1258888"/>
            <a:r>
              <a:rPr lang="en-IN" sz="2000" b="1" dirty="0"/>
              <a:t>L</a:t>
            </a:r>
            <a:r>
              <a:rPr lang="en-IN" sz="100" b="1" dirty="0"/>
              <a:t> </a:t>
            </a:r>
            <a:r>
              <a:rPr lang="en-IN" sz="2000" b="1" dirty="0"/>
              <a:t>O 6.1: </a:t>
            </a:r>
            <a:r>
              <a:rPr lang="en-IN" sz="2000" dirty="0"/>
              <a:t>Define a discrete random variable and its probability distribution.</a:t>
            </a:r>
          </a:p>
          <a:p>
            <a:pPr marL="914400" indent="-914400"/>
            <a:r>
              <a:rPr lang="en-IN" sz="2000" b="1" dirty="0"/>
              <a:t>L</a:t>
            </a:r>
            <a:r>
              <a:rPr lang="en-IN" sz="100" b="1" dirty="0"/>
              <a:t> </a:t>
            </a:r>
            <a:r>
              <a:rPr lang="en-IN" sz="2000" b="1" dirty="0"/>
              <a:t>O 6.2:</a:t>
            </a:r>
            <a:r>
              <a:rPr lang="en-IN" sz="2000" dirty="0"/>
              <a:t> Solve problems using expected value and variance.</a:t>
            </a:r>
          </a:p>
          <a:p>
            <a:pPr marL="914400" indent="-914400"/>
            <a:r>
              <a:rPr lang="en-IN" sz="2000" b="1" dirty="0"/>
              <a:t>L</a:t>
            </a:r>
            <a:r>
              <a:rPr lang="en-IN" sz="100" b="1" dirty="0"/>
              <a:t> </a:t>
            </a:r>
            <a:r>
              <a:rPr lang="en-IN" sz="2000" b="1" dirty="0"/>
              <a:t>O 6.3: </a:t>
            </a:r>
            <a:r>
              <a:rPr lang="en-IN" sz="2000" dirty="0"/>
              <a:t>Define and apply the uniform discrete model.</a:t>
            </a:r>
          </a:p>
          <a:p>
            <a:pPr marL="914400" indent="-914400"/>
            <a:r>
              <a:rPr lang="en-IN" sz="2000" b="1" dirty="0"/>
              <a:t>L</a:t>
            </a:r>
            <a:r>
              <a:rPr lang="en-IN" sz="100" b="1" dirty="0"/>
              <a:t> </a:t>
            </a:r>
            <a:r>
              <a:rPr lang="en-IN" sz="2000" b="1" dirty="0"/>
              <a:t>O 6.4: </a:t>
            </a:r>
            <a:r>
              <a:rPr lang="en-IN" sz="2000" dirty="0"/>
              <a:t>Find binomial probabilities using tables, formulas, or Excel.</a:t>
            </a:r>
          </a:p>
          <a:p>
            <a:pPr marL="914400" indent="-914400"/>
            <a:r>
              <a:rPr lang="en-IN" sz="2000" b="1" dirty="0"/>
              <a:t>L</a:t>
            </a:r>
            <a:r>
              <a:rPr lang="en-IN" sz="100" b="1" dirty="0"/>
              <a:t> </a:t>
            </a:r>
            <a:r>
              <a:rPr lang="en-IN" sz="2000" b="1" dirty="0"/>
              <a:t>O 6.5: </a:t>
            </a:r>
            <a:r>
              <a:rPr lang="en-IN" sz="2000" dirty="0"/>
              <a:t>Find Poisson probabilities using tables, formulas, or Excel.</a:t>
            </a:r>
          </a:p>
          <a:p>
            <a:pPr marL="914400" indent="-914400"/>
            <a:r>
              <a:rPr lang="en-IN" sz="2000" b="1" dirty="0"/>
              <a:t>L</a:t>
            </a:r>
            <a:r>
              <a:rPr lang="en-IN" sz="100" b="1" dirty="0"/>
              <a:t> </a:t>
            </a:r>
            <a:r>
              <a:rPr lang="en-IN" sz="2000" b="1" dirty="0"/>
              <a:t>O 6.6: </a:t>
            </a:r>
            <a:r>
              <a:rPr lang="en-IN" sz="2000" dirty="0"/>
              <a:t>Use the Poisson approximation to the binomial (optional).</a:t>
            </a:r>
          </a:p>
          <a:p>
            <a:pPr marL="914400" indent="-914400"/>
            <a:r>
              <a:rPr lang="en-IN" sz="2000" b="1" dirty="0"/>
              <a:t>L</a:t>
            </a:r>
            <a:r>
              <a:rPr lang="en-IN" sz="100" b="1" dirty="0"/>
              <a:t> </a:t>
            </a:r>
            <a:r>
              <a:rPr lang="en-IN" sz="2000" b="1" dirty="0"/>
              <a:t>O 6.7: </a:t>
            </a:r>
            <a:r>
              <a:rPr lang="en-IN" sz="2000" dirty="0"/>
              <a:t>Find hypergeometric probabilities using Excel.</a:t>
            </a:r>
          </a:p>
          <a:p>
            <a:pPr marL="892175" indent="-892175"/>
            <a:r>
              <a:rPr lang="en-IN" sz="2000" b="1" dirty="0"/>
              <a:t>L</a:t>
            </a:r>
            <a:r>
              <a:rPr lang="en-IN" sz="100" b="1" dirty="0"/>
              <a:t> </a:t>
            </a:r>
            <a:r>
              <a:rPr lang="en-IN" sz="2000" b="1" dirty="0"/>
              <a:t>O 6.8: </a:t>
            </a:r>
            <a:r>
              <a:rPr lang="en-IN" sz="2000" dirty="0"/>
              <a:t>Use the binomial approximation to the hypergeometric (optional).</a:t>
            </a:r>
          </a:p>
          <a:p>
            <a:pPr marL="892175" indent="-892175"/>
            <a:r>
              <a:rPr lang="en-IN" sz="2000" b="1" dirty="0"/>
              <a:t>L</a:t>
            </a:r>
            <a:r>
              <a:rPr lang="en-IN" sz="100" b="1" dirty="0"/>
              <a:t> </a:t>
            </a:r>
            <a:r>
              <a:rPr lang="en-IN" sz="2000" b="1" dirty="0"/>
              <a:t>O 6.9: </a:t>
            </a:r>
            <a:r>
              <a:rPr lang="en-IN" sz="2000" dirty="0"/>
              <a:t>Calculate geometric probabilities (optional).</a:t>
            </a:r>
          </a:p>
          <a:p>
            <a:pPr marL="1082675" indent="-1082675"/>
            <a:r>
              <a:rPr lang="en-IN" sz="2000" b="1" dirty="0"/>
              <a:t>L</a:t>
            </a:r>
            <a:r>
              <a:rPr lang="en-IN" sz="100" b="1" dirty="0"/>
              <a:t> </a:t>
            </a:r>
            <a:r>
              <a:rPr lang="en-IN" sz="2000" b="1" dirty="0"/>
              <a:t>O 6.10: </a:t>
            </a:r>
            <a:r>
              <a:rPr lang="en-IN" sz="2000" dirty="0"/>
              <a:t>Apply rules for transformations of random variables (optional).</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fontScale="90000"/>
          </a:bodyPr>
          <a:lstStyle/>
          <a:p>
            <a:r>
              <a:rPr lang="en-US" dirty="0"/>
              <a:t>Discrete Probability Distributions </a:t>
            </a:r>
            <a:r>
              <a:rPr lang="en-US" sz="1100" b="0" dirty="0"/>
              <a:t>1</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595360" y="54864"/>
            <a:ext cx="502920" cy="1234440"/>
          </a:xfrm>
        </p:spPr>
        <p:txBody>
          <a:bodyPr vert="vert" tIns="45720" rIns="0"/>
          <a:lstStyle/>
          <a:p>
            <a:pPr marL="1025525" indent="-1025525"/>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0"/>
            <a:ext cx="8019434" cy="2492678"/>
          </a:xfrm>
        </p:spPr>
        <p:txBody>
          <a:bodyPr/>
          <a:lstStyle/>
          <a:p>
            <a:r>
              <a:rPr lang="en-US" dirty="0"/>
              <a:t>A </a:t>
            </a:r>
            <a:r>
              <a:rPr lang="en-US" b="1" dirty="0"/>
              <a:t>random variable </a:t>
            </a:r>
            <a:r>
              <a:rPr lang="en-US" dirty="0"/>
              <a:t>is a function or rule that assigns a numerical value to each outcome in the sample space of a random experiment.</a:t>
            </a:r>
          </a:p>
          <a:p>
            <a:pPr lvl="1"/>
            <a:r>
              <a:rPr lang="en-US" dirty="0"/>
              <a:t>We use </a:t>
            </a:r>
            <a:r>
              <a:rPr lang="en-US" i="1" dirty="0"/>
              <a:t>X </a:t>
            </a:r>
            <a:r>
              <a:rPr lang="en-US" dirty="0"/>
              <a:t>when referring to a random variable in general, while specific values of </a:t>
            </a:r>
            <a:r>
              <a:rPr lang="en-US" i="1" dirty="0"/>
              <a:t>X </a:t>
            </a:r>
            <a:r>
              <a:rPr lang="en-US" dirty="0"/>
              <a:t>are shown in lowercase (for example, </a:t>
            </a:r>
            <a:r>
              <a:rPr lang="en-US" i="1" dirty="0"/>
              <a:t>x</a:t>
            </a:r>
            <a:r>
              <a:rPr lang="en-US" baseline="-25000" dirty="0"/>
              <a:t>1</a:t>
            </a:r>
            <a:r>
              <a:rPr lang="en-US" dirty="0"/>
              <a:t>).</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893132"/>
            <a:ext cx="8283512" cy="2492678"/>
          </a:xfrm>
        </p:spPr>
        <p:txBody>
          <a:bodyPr/>
          <a:lstStyle/>
          <a:p>
            <a:r>
              <a:rPr lang="en-US" dirty="0"/>
              <a:t>A </a:t>
            </a:r>
            <a:r>
              <a:rPr lang="en-US" b="1" dirty="0"/>
              <a:t>discrete random variable </a:t>
            </a:r>
            <a:r>
              <a:rPr lang="en-US" dirty="0"/>
              <a:t>has a countable number of distinct values.</a:t>
            </a:r>
          </a:p>
          <a:p>
            <a:pPr lvl="1"/>
            <a:r>
              <a:rPr lang="en-US" dirty="0"/>
              <a:t>Some random variables have a clear upper limit (for example, number of absences in a class of 40 students), while others do not (for example, number of text messages you receive in a given hour).</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2106986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US" sz="3600" dirty="0"/>
              <a:t>Discrete Probability Distributions </a:t>
            </a:r>
            <a:r>
              <a:rPr lang="en-US" sz="1000" b="0" dirty="0"/>
              <a:t>2</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595360" y="54864"/>
            <a:ext cx="502920" cy="1234440"/>
          </a:xfrm>
        </p:spPr>
        <p:txBody>
          <a:bodyPr vert="vert" tIns="45720" rIns="0"/>
          <a:lstStyle/>
          <a:p>
            <a:pPr marL="1025525" indent="-1025525"/>
            <a:r>
              <a:rPr lang="en-US" b="1" dirty="0"/>
              <a:t>L</a:t>
            </a:r>
            <a:r>
              <a:rPr lang="en-US" sz="100" b="1" dirty="0"/>
              <a:t> </a:t>
            </a:r>
            <a:r>
              <a:rPr lang="en-US" b="1" dirty="0"/>
              <a:t>O 6.1</a:t>
            </a:r>
            <a:endParaRPr lang="en-IN" b="1" dirty="0"/>
          </a:p>
        </p:txBody>
      </p:sp>
      <p:graphicFrame>
        <p:nvGraphicFramePr>
          <p:cNvPr id="11" name="Table 11">
            <a:extLst>
              <a:ext uri="{FF2B5EF4-FFF2-40B4-BE49-F238E27FC236}">
                <a16:creationId xmlns:a16="http://schemas.microsoft.com/office/drawing/2014/main" id="{6917EE64-F7BC-4D57-BE9B-B3CD4267EB62}"/>
              </a:ext>
            </a:extLst>
          </p:cNvPr>
          <p:cNvGraphicFramePr>
            <a:graphicFrameLocks noGrp="1"/>
          </p:cNvGraphicFramePr>
          <p:nvPr>
            <p:extLst>
              <p:ext uri="{D42A27DB-BD31-4B8C-83A1-F6EECF244321}">
                <p14:modId xmlns:p14="http://schemas.microsoft.com/office/powerpoint/2010/main" val="2558814008"/>
              </p:ext>
            </p:extLst>
          </p:nvPr>
        </p:nvGraphicFramePr>
        <p:xfrm>
          <a:off x="413933" y="1513239"/>
          <a:ext cx="8181427" cy="4754880"/>
        </p:xfrm>
        <a:graphic>
          <a:graphicData uri="http://schemas.openxmlformats.org/drawingml/2006/table">
            <a:tbl>
              <a:tblPr firstRow="1" bandRow="1">
                <a:tableStyleId>{5C22544A-7EE6-4342-B048-85BDC9FD1C3A}</a:tableStyleId>
              </a:tblPr>
              <a:tblGrid>
                <a:gridCol w="4720668">
                  <a:extLst>
                    <a:ext uri="{9D8B030D-6E8A-4147-A177-3AD203B41FA5}">
                      <a16:colId xmlns:a16="http://schemas.microsoft.com/office/drawing/2014/main" val="1984446383"/>
                    </a:ext>
                  </a:extLst>
                </a:gridCol>
                <a:gridCol w="3460759">
                  <a:extLst>
                    <a:ext uri="{9D8B030D-6E8A-4147-A177-3AD203B41FA5}">
                      <a16:colId xmlns:a16="http://schemas.microsoft.com/office/drawing/2014/main" val="182735411"/>
                    </a:ext>
                  </a:extLst>
                </a:gridCol>
              </a:tblGrid>
              <a:tr h="139362">
                <a:tc>
                  <a:txBody>
                    <a:bodyPr/>
                    <a:lstStyle/>
                    <a:p>
                      <a:r>
                        <a:rPr lang="en-US" sz="1600" dirty="0"/>
                        <a:t>Decision Problem</a:t>
                      </a:r>
                    </a:p>
                  </a:txBody>
                  <a:tcPr/>
                </a:tc>
                <a:tc>
                  <a:txBody>
                    <a:bodyPr/>
                    <a:lstStyle/>
                    <a:p>
                      <a:r>
                        <a:rPr lang="en-US" sz="1600" dirty="0"/>
                        <a:t>Discrete Random Variable</a:t>
                      </a:r>
                    </a:p>
                  </a:txBody>
                  <a:tcPr/>
                </a:tc>
                <a:extLst>
                  <a:ext uri="{0D108BD9-81ED-4DB2-BD59-A6C34878D82A}">
                    <a16:rowId xmlns:a16="http://schemas.microsoft.com/office/drawing/2014/main" val="4069037355"/>
                  </a:ext>
                </a:extLst>
              </a:tr>
              <a:tr h="6461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Oxnard University has space in its MBA program for 65 new students. In the past, 75 percent of those who were admitted actually enrolled. The decision is made to admit 80 students. What is the probability that more than 65 admitted students will actually enroll?</a:t>
                      </a:r>
                      <a:endParaRPr lang="en-US" sz="1600" b="0" i="0" u="none" strike="noStrike" kern="1200" baseline="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u="none" strike="noStrike" kern="1200" baseline="0" dirty="0"/>
                        <a:t>X</a:t>
                      </a:r>
                      <a:r>
                        <a:rPr lang="en-US" sz="1600" u="none" strike="noStrike" kern="1200" baseline="0" dirty="0"/>
                        <a:t> = number of admitted MBA students who actually enroll.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a:t>
                      </a:r>
                      <a:r>
                        <a:rPr lang="en-US" sz="1600" i="1" u="none" strike="noStrike" kern="1200" baseline="0" dirty="0"/>
                        <a:t>X</a:t>
                      </a:r>
                      <a:r>
                        <a:rPr lang="en-US" sz="1600" u="none" strike="noStrike" kern="1200" baseline="0" dirty="0"/>
                        <a:t> = 0, 1, 2, . . . , 80)</a:t>
                      </a:r>
                      <a:endParaRPr lang="en-US"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3382661956"/>
                  </a:ext>
                </a:extLst>
              </a:tr>
              <a:tr h="6461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On the late morning (9 to 12) work shift, L.L.Bean’s order processing center staff can handle up to 5 orders per minute. The mean arrival rate is 3.5 orders per minute. What is the probability that more than 5 orders will arrive in a given minute?</a:t>
                      </a:r>
                      <a:endParaRPr lang="en-US" sz="1600" b="0" i="0" u="none" strike="noStrike" kern="1200" baseline="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u="none" strike="noStrike" kern="1200" baseline="0" dirty="0"/>
                        <a:t>X</a:t>
                      </a:r>
                      <a:r>
                        <a:rPr lang="en-US" sz="1600" u="none" strike="noStrike" kern="1200" baseline="0" dirty="0"/>
                        <a:t> = number of phone calls that arrive in a given minute at the L.L.Bean order processing center.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a:t>
                      </a:r>
                      <a:r>
                        <a:rPr lang="en-US" sz="1600" i="1" u="none" strike="noStrike" kern="1200" baseline="0" dirty="0"/>
                        <a:t>X</a:t>
                      </a:r>
                      <a:r>
                        <a:rPr lang="en-US" sz="1600" u="none" strike="noStrike" kern="1200" baseline="0" dirty="0"/>
                        <a:t> = 0, 1, 2, . . .)</a:t>
                      </a:r>
                      <a:endParaRPr lang="en-US"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2504427762"/>
                  </a:ext>
                </a:extLst>
              </a:tr>
              <a:tr h="544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Rolled steel from a certain supplier averages 0.01 defect per linear meter. Toyota will reject a shipment of 500 linear meters if inspection reveals more than 10 defects. What is the probability that the order will be rejected?</a:t>
                      </a:r>
                      <a:endParaRPr lang="en-US" sz="1600" b="0" i="0" u="none" strike="noStrike" kern="1200" baseline="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u="none" strike="noStrike" kern="1200" baseline="0" dirty="0"/>
                        <a:t>X</a:t>
                      </a:r>
                      <a:r>
                        <a:rPr lang="en-US" sz="1600" u="none" strike="noStrike" kern="1200" baseline="0" dirty="0"/>
                        <a:t> = number of defects in 500 meters of rolled steel.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a:t>
                      </a:r>
                      <a:r>
                        <a:rPr lang="en-US" sz="1600" b="0" i="1" u="none" strike="noStrike" kern="1200" baseline="0" dirty="0"/>
                        <a:t>X</a:t>
                      </a:r>
                      <a:r>
                        <a:rPr lang="en-US" sz="1600" u="none" strike="noStrike" kern="1200" baseline="0" dirty="0"/>
                        <a:t> = 0, 1, 2, . . .)</a:t>
                      </a:r>
                      <a:endParaRPr lang="en-US"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2711998498"/>
                  </a:ext>
                </a:extLst>
              </a:tr>
            </a:tbl>
          </a:graphicData>
        </a:graphic>
      </p:graphicFrame>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3770731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7933353" cy="903231"/>
          </a:xfrm>
        </p:spPr>
        <p:txBody>
          <a:bodyPr>
            <a:normAutofit/>
          </a:bodyPr>
          <a:lstStyle/>
          <a:p>
            <a:r>
              <a:rPr lang="en-US" sz="3600" dirty="0"/>
              <a:t>Probability Distributions </a:t>
            </a:r>
            <a:r>
              <a:rPr lang="en-US" sz="1000" b="0" dirty="0"/>
              <a:t>1</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03991" y="111468"/>
            <a:ext cx="394218" cy="1065274"/>
          </a:xfrm>
        </p:spPr>
        <p:txBody>
          <a:bodyPr vert="vert" tIns="45720" rIns="0"/>
          <a:lstStyle/>
          <a:p>
            <a:pPr marL="1025525" indent="-1025525"/>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14201"/>
            <a:ext cx="8458200" cy="1568261"/>
          </a:xfrm>
        </p:spPr>
        <p:txBody>
          <a:bodyPr/>
          <a:lstStyle/>
          <a:p>
            <a:pPr marL="292608" indent="-292608">
              <a:buFont typeface="Arial" panose="020B0604020202020204" pitchFamily="34" charset="0"/>
              <a:buChar char="•"/>
            </a:pPr>
            <a:r>
              <a:rPr lang="en-US" dirty="0"/>
              <a:t>A </a:t>
            </a:r>
            <a:r>
              <a:rPr lang="en-US" b="1" dirty="0"/>
              <a:t>discrete probability distribution </a:t>
            </a:r>
            <a:r>
              <a:rPr lang="en-US" dirty="0"/>
              <a:t>assigns a probability to each value of a discrete random variable </a:t>
            </a:r>
            <a:r>
              <a:rPr lang="en-US" i="1" dirty="0"/>
              <a:t>X. </a:t>
            </a:r>
            <a:r>
              <a:rPr lang="en-US" dirty="0"/>
              <a:t>The distribution must follow the rules of probability defined in Chapter 5.</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2900944"/>
            <a:ext cx="3819525" cy="528056"/>
          </a:xfrm>
        </p:spPr>
        <p:txBody>
          <a:bodyPr/>
          <a:lstStyle/>
          <a:p>
            <a:pPr lvl="1"/>
            <a:r>
              <a:rPr lang="en-US" dirty="0"/>
              <a:t>If </a:t>
            </a:r>
            <a:r>
              <a:rPr lang="en-US" i="1" dirty="0"/>
              <a:t>X </a:t>
            </a:r>
            <a:r>
              <a:rPr lang="en-US" dirty="0"/>
              <a:t>has </a:t>
            </a:r>
            <a:r>
              <a:rPr lang="en-US" i="1" dirty="0"/>
              <a:t>n </a:t>
            </a:r>
            <a:r>
              <a:rPr lang="en-US" dirty="0"/>
              <a:t>distinct values</a:t>
            </a:r>
            <a:endParaRPr lang="en-IN" dirty="0"/>
          </a:p>
        </p:txBody>
      </p:sp>
      <p:graphicFrame>
        <p:nvGraphicFramePr>
          <p:cNvPr id="8" name="Object 7">
            <a:extLst>
              <a:ext uri="{FF2B5EF4-FFF2-40B4-BE49-F238E27FC236}">
                <a16:creationId xmlns:a16="http://schemas.microsoft.com/office/drawing/2014/main" id="{705597B0-2902-4823-8F5A-379698573692}"/>
              </a:ext>
            </a:extLst>
          </p:cNvPr>
          <p:cNvGraphicFramePr>
            <a:graphicFrameLocks noChangeAspect="1"/>
          </p:cNvGraphicFramePr>
          <p:nvPr>
            <p:extLst>
              <p:ext uri="{D42A27DB-BD31-4B8C-83A1-F6EECF244321}">
                <p14:modId xmlns:p14="http://schemas.microsoft.com/office/powerpoint/2010/main" val="3218765166"/>
              </p:ext>
            </p:extLst>
          </p:nvPr>
        </p:nvGraphicFramePr>
        <p:xfrm>
          <a:off x="4162425" y="2926439"/>
          <a:ext cx="1965325" cy="427038"/>
        </p:xfrm>
        <a:graphic>
          <a:graphicData uri="http://schemas.openxmlformats.org/presentationml/2006/ole">
            <mc:AlternateContent xmlns:mc="http://schemas.openxmlformats.org/markup-compatibility/2006">
              <mc:Choice xmlns:v="urn:schemas-microsoft-com:vml" Requires="v">
                <p:oleObj name="Equation" r:id="rId2" imgW="1523880" imgH="330120" progId="Equation.DSMT4">
                  <p:embed/>
                </p:oleObj>
              </mc:Choice>
              <mc:Fallback>
                <p:oleObj name="Equation" r:id="rId2" imgW="1523880" imgH="330120" progId="Equation.DSMT4">
                  <p:embed/>
                  <p:pic>
                    <p:nvPicPr>
                      <p:cNvPr id="0" name=""/>
                      <p:cNvPicPr/>
                      <p:nvPr/>
                    </p:nvPicPr>
                    <p:blipFill>
                      <a:blip r:embed="rId3"/>
                      <a:stretch>
                        <a:fillRect/>
                      </a:stretch>
                    </p:blipFill>
                    <p:spPr>
                      <a:xfrm>
                        <a:off x="4162425" y="2926439"/>
                        <a:ext cx="1965325" cy="427038"/>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F02D6A63-D85E-4274-93D5-FBC82FD62525}"/>
              </a:ext>
            </a:extLst>
          </p:cNvPr>
          <p:cNvSpPr>
            <a:spLocks noGrp="1"/>
          </p:cNvSpPr>
          <p:nvPr>
            <p:ph sz="quarter" idx="16"/>
          </p:nvPr>
        </p:nvSpPr>
        <p:spPr>
          <a:xfrm>
            <a:off x="6127750" y="2910416"/>
            <a:ext cx="792194" cy="451467"/>
          </a:xfrm>
        </p:spPr>
        <p:txBody>
          <a:bodyPr/>
          <a:lstStyle/>
          <a:p>
            <a:r>
              <a:rPr lang="en-US" dirty="0"/>
              <a:t>then</a:t>
            </a:r>
          </a:p>
        </p:txBody>
      </p:sp>
      <p:graphicFrame>
        <p:nvGraphicFramePr>
          <p:cNvPr id="14" name="Object 13">
            <a:extLst>
              <a:ext uri="{FF2B5EF4-FFF2-40B4-BE49-F238E27FC236}">
                <a16:creationId xmlns:a16="http://schemas.microsoft.com/office/drawing/2014/main" id="{F8EBA6EC-889D-4FAB-8A38-4707E4072339}"/>
              </a:ext>
            </a:extLst>
          </p:cNvPr>
          <p:cNvGraphicFramePr>
            <a:graphicFrameLocks noChangeAspect="1"/>
          </p:cNvGraphicFramePr>
          <p:nvPr>
            <p:extLst>
              <p:ext uri="{D42A27DB-BD31-4B8C-83A1-F6EECF244321}">
                <p14:modId xmlns:p14="http://schemas.microsoft.com/office/powerpoint/2010/main" val="3220326017"/>
              </p:ext>
            </p:extLst>
          </p:nvPr>
        </p:nvGraphicFramePr>
        <p:xfrm>
          <a:off x="998987" y="3818115"/>
          <a:ext cx="1717127" cy="417878"/>
        </p:xfrm>
        <a:graphic>
          <a:graphicData uri="http://schemas.openxmlformats.org/presentationml/2006/ole">
            <mc:AlternateContent xmlns:mc="http://schemas.openxmlformats.org/markup-compatibility/2006">
              <mc:Choice xmlns:v="urn:schemas-microsoft-com:vml" Requires="v">
                <p:oleObj name="Equation" r:id="rId4" imgW="1358640" imgH="330120" progId="Equation.DSMT4">
                  <p:embed/>
                </p:oleObj>
              </mc:Choice>
              <mc:Fallback>
                <p:oleObj name="Equation" r:id="rId4" imgW="1358640" imgH="330120" progId="Equation.DSMT4">
                  <p:embed/>
                  <p:pic>
                    <p:nvPicPr>
                      <p:cNvPr id="0" name=""/>
                      <p:cNvPicPr/>
                      <p:nvPr/>
                    </p:nvPicPr>
                    <p:blipFill>
                      <a:blip r:embed="rId5"/>
                      <a:stretch>
                        <a:fillRect/>
                      </a:stretch>
                    </p:blipFill>
                    <p:spPr>
                      <a:xfrm>
                        <a:off x="998987" y="3818115"/>
                        <a:ext cx="1717127" cy="417878"/>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EF55909B-BF73-488D-8795-010E8EA83895}"/>
              </a:ext>
            </a:extLst>
          </p:cNvPr>
          <p:cNvSpPr>
            <a:spLocks noGrp="1"/>
          </p:cNvSpPr>
          <p:nvPr>
            <p:ph sz="quarter" idx="17"/>
          </p:nvPr>
        </p:nvSpPr>
        <p:spPr>
          <a:xfrm>
            <a:off x="2716114" y="3763026"/>
            <a:ext cx="5560139" cy="528056"/>
          </a:xfrm>
        </p:spPr>
        <p:txBody>
          <a:bodyPr/>
          <a:lstStyle/>
          <a:p>
            <a:r>
              <a:rPr lang="en-US" dirty="0"/>
              <a:t>(the probability for any given value of </a:t>
            </a:r>
            <a:r>
              <a:rPr lang="en-US" i="1" dirty="0"/>
              <a:t>X</a:t>
            </a:r>
            <a:r>
              <a:rPr lang="en-US" dirty="0"/>
              <a:t>)</a:t>
            </a:r>
          </a:p>
        </p:txBody>
      </p:sp>
      <p:graphicFrame>
        <p:nvGraphicFramePr>
          <p:cNvPr id="15" name="Object 14">
            <a:extLst>
              <a:ext uri="{FF2B5EF4-FFF2-40B4-BE49-F238E27FC236}">
                <a16:creationId xmlns:a16="http://schemas.microsoft.com/office/drawing/2014/main" id="{0FD93DD5-ADC5-4C05-8587-DC07D4352F25}"/>
              </a:ext>
            </a:extLst>
          </p:cNvPr>
          <p:cNvGraphicFramePr>
            <a:graphicFrameLocks noChangeAspect="1"/>
          </p:cNvGraphicFramePr>
          <p:nvPr>
            <p:extLst>
              <p:ext uri="{D42A27DB-BD31-4B8C-83A1-F6EECF244321}">
                <p14:modId xmlns:p14="http://schemas.microsoft.com/office/powerpoint/2010/main" val="2979643177"/>
              </p:ext>
            </p:extLst>
          </p:nvPr>
        </p:nvGraphicFramePr>
        <p:xfrm>
          <a:off x="1053347" y="4391920"/>
          <a:ext cx="1497280" cy="816543"/>
        </p:xfrm>
        <a:graphic>
          <a:graphicData uri="http://schemas.openxmlformats.org/presentationml/2006/ole">
            <mc:AlternateContent xmlns:mc="http://schemas.openxmlformats.org/markup-compatibility/2006">
              <mc:Choice xmlns:v="urn:schemas-microsoft-com:vml" Requires="v">
                <p:oleObj name="Equation" r:id="rId6" imgW="1257120" imgH="685800" progId="Equation.DSMT4">
                  <p:embed/>
                </p:oleObj>
              </mc:Choice>
              <mc:Fallback>
                <p:oleObj name="Equation" r:id="rId6" imgW="1257120" imgH="685800" progId="Equation.DSMT4">
                  <p:embed/>
                  <p:pic>
                    <p:nvPicPr>
                      <p:cNvPr id="0" name=""/>
                      <p:cNvPicPr/>
                      <p:nvPr/>
                    </p:nvPicPr>
                    <p:blipFill>
                      <a:blip r:embed="rId7"/>
                      <a:stretch>
                        <a:fillRect/>
                      </a:stretch>
                    </p:blipFill>
                    <p:spPr>
                      <a:xfrm>
                        <a:off x="1053347" y="4391920"/>
                        <a:ext cx="1497280" cy="816543"/>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D53CB9A-76E5-4A0D-B55B-D208AFFA9568}"/>
              </a:ext>
            </a:extLst>
          </p:cNvPr>
          <p:cNvSpPr>
            <a:spLocks noGrp="1"/>
          </p:cNvSpPr>
          <p:nvPr>
            <p:ph sz="quarter" idx="18"/>
          </p:nvPr>
        </p:nvSpPr>
        <p:spPr>
          <a:xfrm>
            <a:off x="2550627" y="4536162"/>
            <a:ext cx="4197870" cy="528057"/>
          </a:xfrm>
        </p:spPr>
        <p:txBody>
          <a:bodyPr/>
          <a:lstStyle/>
          <a:p>
            <a:r>
              <a:rPr lang="en-US" dirty="0"/>
              <a:t>(the sum over all values of </a:t>
            </a:r>
            <a:r>
              <a:rPr lang="en-US" i="1" dirty="0"/>
              <a:t>X</a:t>
            </a:r>
            <a:r>
              <a:rPr lang="en-US" dirty="0"/>
              <a:t>)</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390462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US" sz="3600" dirty="0"/>
              <a:t>Probability Distributions </a:t>
            </a:r>
            <a:r>
              <a:rPr lang="en-US" sz="1000" b="0" dirty="0"/>
              <a:t>2</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595360" y="54864"/>
            <a:ext cx="502920" cy="1234440"/>
          </a:xfrm>
        </p:spPr>
        <p:txBody>
          <a:bodyPr vert="vert" tIns="45720" rIns="0"/>
          <a:lstStyle/>
          <a:p>
            <a:pPr marL="1025525" indent="-1025525"/>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79"/>
            <a:ext cx="8019434" cy="4317251"/>
          </a:xfrm>
        </p:spPr>
        <p:txBody>
          <a:bodyPr/>
          <a:lstStyle/>
          <a:p>
            <a:r>
              <a:rPr lang="en-US" dirty="0"/>
              <a:t>Discrete probability distributions follow the rules of functions.</a:t>
            </a:r>
          </a:p>
          <a:p>
            <a:pPr lvl="1"/>
            <a:r>
              <a:rPr lang="en-US" dirty="0"/>
              <a:t>More than one sample space outcome can be assigned to the same number, but you cannot assign one outcome to two different numbers.</a:t>
            </a:r>
          </a:p>
          <a:p>
            <a:pPr lvl="1"/>
            <a:r>
              <a:rPr lang="en-US" dirty="0"/>
              <a:t>More than one random variable value can be assigned to the same probability, but one random variable value cannot have two different probabilities.</a:t>
            </a:r>
          </a:p>
          <a:p>
            <a:pPr lvl="1"/>
            <a:r>
              <a:rPr lang="en-US" dirty="0"/>
              <a:t>The probabilities must sum to 1.</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18473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471064" cy="903231"/>
          </a:xfrm>
        </p:spPr>
        <p:txBody>
          <a:bodyPr>
            <a:normAutofit/>
          </a:bodyPr>
          <a:lstStyle/>
          <a:p>
            <a:r>
              <a:rPr lang="en-US" sz="3600" dirty="0"/>
              <a:t>Probability Distributions </a:t>
            </a:r>
            <a:r>
              <a:rPr lang="en-US" sz="1000" b="0" dirty="0"/>
              <a:t>3</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95360" y="57509"/>
            <a:ext cx="502920" cy="1234440"/>
          </a:xfrm>
        </p:spPr>
        <p:txBody>
          <a:bodyPr vert="vert" rIns="0"/>
          <a:lstStyle/>
          <a:p>
            <a:pPr marL="1025525" indent="-1025525"/>
            <a:r>
              <a:rPr lang="en-US" b="1" dirty="0"/>
              <a:t>L</a:t>
            </a:r>
            <a:r>
              <a:rPr lang="en-US" sz="100" b="1" dirty="0"/>
              <a:t> </a:t>
            </a:r>
            <a:r>
              <a:rPr lang="en-US" b="1" dirty="0"/>
              <a:t>O 6.1</a:t>
            </a:r>
            <a:endParaRPr lang="en-IN" b="1" dirty="0"/>
          </a:p>
        </p:txBody>
      </p:sp>
      <p:sp>
        <p:nvSpPr>
          <p:cNvPr id="7" name="Content Placeholder 6"/>
          <p:cNvSpPr>
            <a:spLocks noGrp="1"/>
          </p:cNvSpPr>
          <p:nvPr>
            <p:ph sz="quarter" idx="14"/>
          </p:nvPr>
        </p:nvSpPr>
        <p:spPr>
          <a:xfrm>
            <a:off x="342900" y="1219200"/>
            <a:ext cx="8191500" cy="1568970"/>
          </a:xfrm>
        </p:spPr>
        <p:txBody>
          <a:bodyPr/>
          <a:lstStyle/>
          <a:p>
            <a:pPr marL="292608" indent="-292608">
              <a:buFont typeface="Arial" panose="020B0604020202020204" pitchFamily="34" charset="0"/>
              <a:buChar char="•"/>
            </a:pPr>
            <a:r>
              <a:rPr lang="en-IN" dirty="0"/>
              <a:t>This figure illustrates the relationship between the sample space, the random variable, and the probability distribution function for a simple experiment of rolling a die.</a:t>
            </a:r>
          </a:p>
        </p:txBody>
      </p:sp>
      <p:pic>
        <p:nvPicPr>
          <p:cNvPr id="4" name="Picture 3" descr="Diagram showing the sample space which are images of dice with the numbers 1 through 6, the set of real numbers, and probabilities.">
            <a:extLst>
              <a:ext uri="{FF2B5EF4-FFF2-40B4-BE49-F238E27FC236}">
                <a16:creationId xmlns:a16="http://schemas.microsoft.com/office/drawing/2014/main" id="{420F8F25-4239-4827-95B4-110E4CB7F03A}"/>
              </a:ext>
            </a:extLst>
          </p:cNvPr>
          <p:cNvPicPr>
            <a:picLocks noChangeAspect="1"/>
          </p:cNvPicPr>
          <p:nvPr/>
        </p:nvPicPr>
        <p:blipFill>
          <a:blip r:embed="rId2"/>
          <a:stretch>
            <a:fillRect/>
          </a:stretch>
        </p:blipFill>
        <p:spPr>
          <a:xfrm>
            <a:off x="1906155" y="3054406"/>
            <a:ext cx="5331691" cy="2926334"/>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681229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FB83-7570-41BD-8330-E530FFEE82A7}"/>
              </a:ext>
            </a:extLst>
          </p:cNvPr>
          <p:cNvSpPr>
            <a:spLocks noGrp="1"/>
          </p:cNvSpPr>
          <p:nvPr>
            <p:ph type="title"/>
          </p:nvPr>
        </p:nvSpPr>
        <p:spPr>
          <a:xfrm>
            <a:off x="342900" y="192490"/>
            <a:ext cx="7175500" cy="903231"/>
          </a:xfrm>
        </p:spPr>
        <p:txBody>
          <a:bodyPr>
            <a:normAutofit/>
          </a:bodyPr>
          <a:lstStyle/>
          <a:p>
            <a:r>
              <a:rPr lang="en-US" sz="3600" dirty="0"/>
              <a:t>Example: Coin Flips</a:t>
            </a:r>
          </a:p>
        </p:txBody>
      </p:sp>
      <p:sp>
        <p:nvSpPr>
          <p:cNvPr id="3" name="Content Placeholder 2">
            <a:extLst>
              <a:ext uri="{FF2B5EF4-FFF2-40B4-BE49-F238E27FC236}">
                <a16:creationId xmlns:a16="http://schemas.microsoft.com/office/drawing/2014/main" id="{5B95E6BA-F1B6-4100-98AE-E83A4EB1E9E1}"/>
              </a:ext>
            </a:extLst>
          </p:cNvPr>
          <p:cNvSpPr>
            <a:spLocks noGrp="1"/>
          </p:cNvSpPr>
          <p:nvPr>
            <p:ph sz="quarter" idx="11"/>
          </p:nvPr>
        </p:nvSpPr>
        <p:spPr>
          <a:xfrm>
            <a:off x="8595360" y="57508"/>
            <a:ext cx="502920" cy="1234440"/>
          </a:xfrm>
        </p:spPr>
        <p:txBody>
          <a:bodyPr vert="vert" rIns="0"/>
          <a:lstStyle/>
          <a:p>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E3EFFBB3-F8F5-4618-BD21-B5D2345D7462}"/>
              </a:ext>
            </a:extLst>
          </p:cNvPr>
          <p:cNvSpPr>
            <a:spLocks noGrp="1"/>
          </p:cNvSpPr>
          <p:nvPr>
            <p:ph sz="quarter" idx="14"/>
          </p:nvPr>
        </p:nvSpPr>
        <p:spPr>
          <a:xfrm>
            <a:off x="342899" y="1245180"/>
            <a:ext cx="8017330" cy="351391"/>
          </a:xfrm>
        </p:spPr>
        <p:txBody>
          <a:bodyPr/>
          <a:lstStyle/>
          <a:p>
            <a:pPr marL="292608" indent="-292608">
              <a:buFont typeface="Arial" panose="020B0604020202020204" pitchFamily="34" charset="0"/>
              <a:buChar char="•"/>
            </a:pPr>
            <a:r>
              <a:rPr lang="en-IN" sz="1800" dirty="0"/>
              <a:t>When you flip a fair coin three times, the sample space has eight equally</a:t>
            </a:r>
            <a:endParaRPr lang="en-US" sz="1800" dirty="0"/>
          </a:p>
        </p:txBody>
      </p:sp>
      <p:sp>
        <p:nvSpPr>
          <p:cNvPr id="5" name="Content Placeholder 4">
            <a:extLst>
              <a:ext uri="{FF2B5EF4-FFF2-40B4-BE49-F238E27FC236}">
                <a16:creationId xmlns:a16="http://schemas.microsoft.com/office/drawing/2014/main" id="{04FBE1B3-A4BA-43DD-8674-B3533F3B78DC}"/>
              </a:ext>
            </a:extLst>
          </p:cNvPr>
          <p:cNvSpPr>
            <a:spLocks noGrp="1"/>
          </p:cNvSpPr>
          <p:nvPr>
            <p:ph sz="quarter" idx="15"/>
          </p:nvPr>
        </p:nvSpPr>
        <p:spPr>
          <a:xfrm>
            <a:off x="342901" y="1652621"/>
            <a:ext cx="2545442" cy="321419"/>
          </a:xfrm>
        </p:spPr>
        <p:txBody>
          <a:bodyPr tIns="0"/>
          <a:lstStyle/>
          <a:p>
            <a:pPr marL="292608"/>
            <a:r>
              <a:rPr lang="en-IN" sz="1800" dirty="0"/>
              <a:t>likely simple events:</a:t>
            </a:r>
            <a:endParaRPr lang="en-US" sz="1800" dirty="0"/>
          </a:p>
        </p:txBody>
      </p:sp>
      <p:graphicFrame>
        <p:nvGraphicFramePr>
          <p:cNvPr id="18" name="Object 17">
            <a:extLst>
              <a:ext uri="{FF2B5EF4-FFF2-40B4-BE49-F238E27FC236}">
                <a16:creationId xmlns:a16="http://schemas.microsoft.com/office/drawing/2014/main" id="{ADCD2304-CDBE-4830-90E1-DF5647F606D8}"/>
              </a:ext>
            </a:extLst>
          </p:cNvPr>
          <p:cNvGraphicFramePr>
            <a:graphicFrameLocks noChangeAspect="1"/>
          </p:cNvGraphicFramePr>
          <p:nvPr>
            <p:extLst>
              <p:ext uri="{D42A27DB-BD31-4B8C-83A1-F6EECF244321}">
                <p14:modId xmlns:p14="http://schemas.microsoft.com/office/powerpoint/2010/main" val="1256447880"/>
              </p:ext>
            </p:extLst>
          </p:nvPr>
        </p:nvGraphicFramePr>
        <p:xfrm>
          <a:off x="2769156" y="1625139"/>
          <a:ext cx="5791200" cy="381000"/>
        </p:xfrm>
        <a:graphic>
          <a:graphicData uri="http://schemas.openxmlformats.org/presentationml/2006/ole">
            <mc:AlternateContent xmlns:mc="http://schemas.openxmlformats.org/markup-compatibility/2006">
              <mc:Choice xmlns:v="urn:schemas-microsoft-com:vml" Requires="v">
                <p:oleObj name="Equation" r:id="rId2" imgW="5790960" imgH="380880" progId="Equation.DSMT4">
                  <p:embed/>
                </p:oleObj>
              </mc:Choice>
              <mc:Fallback>
                <p:oleObj name="Equation" r:id="rId2" imgW="5790960" imgH="380880" progId="Equation.DSMT4">
                  <p:embed/>
                  <p:pic>
                    <p:nvPicPr>
                      <p:cNvPr id="0" name=""/>
                      <p:cNvPicPr/>
                      <p:nvPr/>
                    </p:nvPicPr>
                    <p:blipFill>
                      <a:blip r:embed="rId3"/>
                      <a:stretch>
                        <a:fillRect/>
                      </a:stretch>
                    </p:blipFill>
                    <p:spPr>
                      <a:xfrm>
                        <a:off x="2769156" y="1625139"/>
                        <a:ext cx="5791200" cy="3810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0D62430-904B-421A-88AC-1D5F75B6CE49}"/>
              </a:ext>
            </a:extLst>
          </p:cNvPr>
          <p:cNvSpPr>
            <a:spLocks noGrp="1"/>
          </p:cNvSpPr>
          <p:nvPr>
            <p:ph sz="quarter" idx="16"/>
          </p:nvPr>
        </p:nvSpPr>
        <p:spPr>
          <a:xfrm>
            <a:off x="342900" y="2030712"/>
            <a:ext cx="8147957" cy="577273"/>
          </a:xfrm>
        </p:spPr>
        <p:txBody>
          <a:bodyPr tIns="0"/>
          <a:lstStyle/>
          <a:p>
            <a:pPr marL="292608"/>
            <a:r>
              <a:rPr lang="en-IN" sz="1800" dirty="0"/>
              <a:t>If </a:t>
            </a:r>
            <a:r>
              <a:rPr lang="en-IN" sz="1800" i="1" dirty="0"/>
              <a:t>X</a:t>
            </a:r>
            <a:r>
              <a:rPr lang="en-IN" sz="1800" dirty="0"/>
              <a:t> is the number of heads, then </a:t>
            </a:r>
            <a:r>
              <a:rPr lang="en-IN" sz="1800" i="1" dirty="0"/>
              <a:t>X</a:t>
            </a:r>
            <a:r>
              <a:rPr lang="en-IN" sz="1800" dirty="0"/>
              <a:t> is a random variable whose probability distribution is shown:</a:t>
            </a:r>
            <a:endParaRPr lang="en-US" sz="1800" dirty="0"/>
          </a:p>
        </p:txBody>
      </p:sp>
      <p:graphicFrame>
        <p:nvGraphicFramePr>
          <p:cNvPr id="19" name="Table 10">
            <a:extLst>
              <a:ext uri="{FF2B5EF4-FFF2-40B4-BE49-F238E27FC236}">
                <a16:creationId xmlns:a16="http://schemas.microsoft.com/office/drawing/2014/main" id="{625C3785-CA82-4801-9214-FF95AABB28EF}"/>
              </a:ext>
            </a:extLst>
          </p:cNvPr>
          <p:cNvGraphicFramePr>
            <a:graphicFrameLocks noGrp="1"/>
          </p:cNvGraphicFramePr>
          <p:nvPr>
            <p:extLst>
              <p:ext uri="{D42A27DB-BD31-4B8C-83A1-F6EECF244321}">
                <p14:modId xmlns:p14="http://schemas.microsoft.com/office/powerpoint/2010/main" val="83641393"/>
              </p:ext>
            </p:extLst>
          </p:nvPr>
        </p:nvGraphicFramePr>
        <p:xfrm>
          <a:off x="680818" y="2732621"/>
          <a:ext cx="3751254" cy="1664052"/>
        </p:xfrm>
        <a:graphic>
          <a:graphicData uri="http://schemas.openxmlformats.org/drawingml/2006/table">
            <a:tbl>
              <a:tblPr firstRow="1" bandRow="1">
                <a:tableStyleId>{5C22544A-7EE6-4342-B048-85BDC9FD1C3A}</a:tableStyleId>
              </a:tblPr>
              <a:tblGrid>
                <a:gridCol w="2137333">
                  <a:extLst>
                    <a:ext uri="{9D8B030D-6E8A-4147-A177-3AD203B41FA5}">
                      <a16:colId xmlns:a16="http://schemas.microsoft.com/office/drawing/2014/main" val="361748066"/>
                    </a:ext>
                  </a:extLst>
                </a:gridCol>
                <a:gridCol w="719528">
                  <a:extLst>
                    <a:ext uri="{9D8B030D-6E8A-4147-A177-3AD203B41FA5}">
                      <a16:colId xmlns:a16="http://schemas.microsoft.com/office/drawing/2014/main" val="2625258163"/>
                    </a:ext>
                  </a:extLst>
                </a:gridCol>
                <a:gridCol w="894393">
                  <a:extLst>
                    <a:ext uri="{9D8B030D-6E8A-4147-A177-3AD203B41FA5}">
                      <a16:colId xmlns:a16="http://schemas.microsoft.com/office/drawing/2014/main" val="2040967834"/>
                    </a:ext>
                  </a:extLst>
                </a:gridCol>
              </a:tblGrid>
              <a:tr h="266016">
                <a:tc>
                  <a:txBody>
                    <a:bodyPr/>
                    <a:lstStyle/>
                    <a:p>
                      <a:pPr algn="l" fontAlgn="t"/>
                      <a:endParaRPr lang="en-US" sz="1600" b="1" i="0" u="none" strike="noStrike" dirty="0">
                        <a:effectLst/>
                        <a:latin typeface="+mn-lt"/>
                      </a:endParaRPr>
                    </a:p>
                  </a:txBody>
                  <a:tcPr marL="76446" marR="76446" marT="12295" marB="12295"/>
                </a:tc>
                <a:tc>
                  <a:txBody>
                    <a:bodyPr/>
                    <a:lstStyle/>
                    <a:p>
                      <a:pPr algn="ctr" fontAlgn="t"/>
                      <a:endParaRPr lang="en-US" sz="1600" b="1" i="0" u="none" strike="noStrike" dirty="0">
                        <a:effectLst/>
                        <a:latin typeface="+mn-lt"/>
                      </a:endParaRPr>
                    </a:p>
                  </a:txBody>
                  <a:tcPr marL="76446" marR="76446" marT="12295" marB="12295"/>
                </a:tc>
                <a:tc>
                  <a:txBody>
                    <a:bodyPr/>
                    <a:lstStyle/>
                    <a:p>
                      <a:pPr algn="ctr" fontAlgn="t"/>
                      <a:endParaRPr lang="en-US" sz="1600" b="1" i="0" u="none" strike="noStrike" dirty="0">
                        <a:effectLst/>
                        <a:latin typeface="+mn-lt"/>
                      </a:endParaRPr>
                    </a:p>
                  </a:txBody>
                  <a:tcPr marL="76446" marR="76446" marT="12295" marB="12295"/>
                </a:tc>
                <a:extLst>
                  <a:ext uri="{0D108BD9-81ED-4DB2-BD59-A6C34878D82A}">
                    <a16:rowId xmlns:a16="http://schemas.microsoft.com/office/drawing/2014/main" val="1738673290"/>
                  </a:ext>
                </a:extLst>
              </a:tr>
              <a:tr h="266016">
                <a:tc>
                  <a:txBody>
                    <a:bodyPr/>
                    <a:lstStyle/>
                    <a:p>
                      <a:pPr algn="l"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extLst>
                  <a:ext uri="{0D108BD9-81ED-4DB2-BD59-A6C34878D82A}">
                    <a16:rowId xmlns:a16="http://schemas.microsoft.com/office/drawing/2014/main" val="4250580932"/>
                  </a:ext>
                </a:extLst>
              </a:tr>
              <a:tr h="266016">
                <a:tc>
                  <a:txBody>
                    <a:bodyPr/>
                    <a:lstStyle/>
                    <a:p>
                      <a:pPr algn="l"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extLst>
                  <a:ext uri="{0D108BD9-81ED-4DB2-BD59-A6C34878D82A}">
                    <a16:rowId xmlns:a16="http://schemas.microsoft.com/office/drawing/2014/main" val="2720831925"/>
                  </a:ext>
                </a:extLst>
              </a:tr>
              <a:tr h="321902">
                <a:tc>
                  <a:txBody>
                    <a:bodyPr/>
                    <a:lstStyle/>
                    <a:p>
                      <a:pPr algn="l" fontAlgn="t"/>
                      <a:endParaRPr lang="en-US" sz="1600" b="0" i="0" u="none" strike="noStrike" dirty="0">
                        <a:effectLst/>
                        <a:latin typeface="+mn-lt"/>
                      </a:endParaRPr>
                    </a:p>
                  </a:txBody>
                  <a:tcPr marL="76446" marR="76446" marT="12295" marB="12295"/>
                </a:tc>
                <a:tc>
                  <a:txBody>
                    <a:bodyPr/>
                    <a:lstStyle/>
                    <a:p>
                      <a:pPr algn="ctr" fontAlgn="t"/>
                      <a:endParaRPr lang="en-US" sz="1600" b="0" i="1"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extLst>
                  <a:ext uri="{0D108BD9-81ED-4DB2-BD59-A6C34878D82A}">
                    <a16:rowId xmlns:a16="http://schemas.microsoft.com/office/drawing/2014/main" val="1529232294"/>
                  </a:ext>
                </a:extLst>
              </a:tr>
              <a:tr h="266016">
                <a:tc>
                  <a:txBody>
                    <a:bodyPr/>
                    <a:lstStyle/>
                    <a:p>
                      <a:pPr algn="l"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tc>
                  <a:txBody>
                    <a:bodyPr/>
                    <a:lstStyle/>
                    <a:p>
                      <a:pPr algn="ctr" fontAlgn="t"/>
                      <a:endParaRPr lang="en-US" sz="1600" b="0" i="0" u="sng" strike="noStrike" dirty="0">
                        <a:effectLst/>
                        <a:latin typeface="+mn-lt"/>
                      </a:endParaRPr>
                    </a:p>
                  </a:txBody>
                  <a:tcPr marL="76446" marR="76446" marT="12295" marB="12295"/>
                </a:tc>
                <a:extLst>
                  <a:ext uri="{0D108BD9-81ED-4DB2-BD59-A6C34878D82A}">
                    <a16:rowId xmlns:a16="http://schemas.microsoft.com/office/drawing/2014/main" val="331977865"/>
                  </a:ext>
                </a:extLst>
              </a:tr>
              <a:tr h="266016">
                <a:tc>
                  <a:txBody>
                    <a:bodyPr/>
                    <a:lstStyle/>
                    <a:p>
                      <a:pPr algn="l" fontAlgn="t"/>
                      <a:endParaRPr lang="en-US" sz="1600" b="0" i="0" u="none" strike="noStrike" dirty="0">
                        <a:effectLst/>
                        <a:latin typeface="+mn-lt"/>
                      </a:endParaRPr>
                    </a:p>
                  </a:txBody>
                  <a:tcPr marL="76446" marR="76446" marT="12295" marB="12295"/>
                </a:tc>
                <a:tc>
                  <a:txBody>
                    <a:bodyPr/>
                    <a:lstStyle/>
                    <a:p>
                      <a:pPr algn="ctr" fontAlgn="t"/>
                      <a:endParaRPr lang="en-US" sz="1600" b="0" i="0" u="none" strike="noStrike">
                        <a:effectLst/>
                        <a:latin typeface="+mn-lt"/>
                      </a:endParaRPr>
                    </a:p>
                  </a:txBody>
                  <a:tcPr marL="76446" marR="76446" marT="12295" marB="12295"/>
                </a:tc>
                <a:tc>
                  <a:txBody>
                    <a:bodyPr/>
                    <a:lstStyle/>
                    <a:p>
                      <a:pPr algn="ctr" fontAlgn="t"/>
                      <a:endParaRPr lang="en-US" sz="1600" b="0" i="0" u="none" strike="noStrike" dirty="0">
                        <a:effectLst/>
                        <a:latin typeface="+mn-lt"/>
                      </a:endParaRPr>
                    </a:p>
                  </a:txBody>
                  <a:tcPr marL="76446" marR="76446" marT="12295" marB="12295"/>
                </a:tc>
                <a:extLst>
                  <a:ext uri="{0D108BD9-81ED-4DB2-BD59-A6C34878D82A}">
                    <a16:rowId xmlns:a16="http://schemas.microsoft.com/office/drawing/2014/main" val="1788103137"/>
                  </a:ext>
                </a:extLst>
              </a:tr>
            </a:tbl>
          </a:graphicData>
        </a:graphic>
      </p:graphicFrame>
      <p:graphicFrame>
        <p:nvGraphicFramePr>
          <p:cNvPr id="20" name="Object 19">
            <a:extLst>
              <a:ext uri="{FF2B5EF4-FFF2-40B4-BE49-F238E27FC236}">
                <a16:creationId xmlns:a16="http://schemas.microsoft.com/office/drawing/2014/main" id="{C0FF2C19-63D3-46D7-AEE5-C3D4688DDC97}"/>
              </a:ext>
            </a:extLst>
          </p:cNvPr>
          <p:cNvGraphicFramePr>
            <a:graphicFrameLocks noChangeAspect="1"/>
          </p:cNvGraphicFramePr>
          <p:nvPr>
            <p:extLst>
              <p:ext uri="{D42A27DB-BD31-4B8C-83A1-F6EECF244321}">
                <p14:modId xmlns:p14="http://schemas.microsoft.com/office/powerpoint/2010/main" val="2064962239"/>
              </p:ext>
            </p:extLst>
          </p:nvPr>
        </p:nvGraphicFramePr>
        <p:xfrm>
          <a:off x="728663" y="2762828"/>
          <a:ext cx="1427162" cy="198438"/>
        </p:xfrm>
        <a:graphic>
          <a:graphicData uri="http://schemas.openxmlformats.org/presentationml/2006/ole">
            <mc:AlternateContent xmlns:mc="http://schemas.openxmlformats.org/markup-compatibility/2006">
              <mc:Choice xmlns:v="urn:schemas-microsoft-com:vml" Requires="v">
                <p:oleObj name="Equation" r:id="rId4" imgW="1726920" imgH="241200" progId="Equation.DSMT4">
                  <p:embed/>
                </p:oleObj>
              </mc:Choice>
              <mc:Fallback>
                <p:oleObj name="Equation" r:id="rId4" imgW="1726920" imgH="241200" progId="Equation.DSMT4">
                  <p:embed/>
                  <p:pic>
                    <p:nvPicPr>
                      <p:cNvPr id="6" name="Object 5">
                        <a:extLst>
                          <a:ext uri="{FF2B5EF4-FFF2-40B4-BE49-F238E27FC236}">
                            <a16:creationId xmlns:a16="http://schemas.microsoft.com/office/drawing/2014/main" id="{D7154BF5-CA92-4675-86AE-365797947933}"/>
                          </a:ext>
                        </a:extLst>
                      </p:cNvPr>
                      <p:cNvPicPr/>
                      <p:nvPr/>
                    </p:nvPicPr>
                    <p:blipFill>
                      <a:blip r:embed="rId5"/>
                      <a:stretch>
                        <a:fillRect/>
                      </a:stretch>
                    </p:blipFill>
                    <p:spPr>
                      <a:xfrm>
                        <a:off x="728663" y="2762828"/>
                        <a:ext cx="1427162" cy="198438"/>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B87D54D3-39BD-4C09-AC8F-294BAE9FCCFC}"/>
              </a:ext>
            </a:extLst>
          </p:cNvPr>
          <p:cNvGraphicFramePr>
            <a:graphicFrameLocks noChangeAspect="1"/>
          </p:cNvGraphicFramePr>
          <p:nvPr>
            <p:extLst>
              <p:ext uri="{D42A27DB-BD31-4B8C-83A1-F6EECF244321}">
                <p14:modId xmlns:p14="http://schemas.microsoft.com/office/powerpoint/2010/main" val="378780458"/>
              </p:ext>
            </p:extLst>
          </p:nvPr>
        </p:nvGraphicFramePr>
        <p:xfrm>
          <a:off x="3078163" y="2768600"/>
          <a:ext cx="168275" cy="157163"/>
        </p:xfrm>
        <a:graphic>
          <a:graphicData uri="http://schemas.openxmlformats.org/presentationml/2006/ole">
            <mc:AlternateContent xmlns:mc="http://schemas.openxmlformats.org/markup-compatibility/2006">
              <mc:Choice xmlns:v="urn:schemas-microsoft-com:vml" Requires="v">
                <p:oleObj name="Equation" r:id="rId6" imgW="203040" imgH="190440" progId="Equation.DSMT4">
                  <p:embed/>
                </p:oleObj>
              </mc:Choice>
              <mc:Fallback>
                <p:oleObj name="Equation" r:id="rId6" imgW="203040" imgH="190440" progId="Equation.DSMT4">
                  <p:embed/>
                  <p:pic>
                    <p:nvPicPr>
                      <p:cNvPr id="7" name="Object 6">
                        <a:extLst>
                          <a:ext uri="{FF2B5EF4-FFF2-40B4-BE49-F238E27FC236}">
                            <a16:creationId xmlns:a16="http://schemas.microsoft.com/office/drawing/2014/main" id="{A94C4A72-3352-4DE2-B20E-7431709ADCA6}"/>
                          </a:ext>
                        </a:extLst>
                      </p:cNvPr>
                      <p:cNvPicPr/>
                      <p:nvPr/>
                    </p:nvPicPr>
                    <p:blipFill>
                      <a:blip r:embed="rId7"/>
                      <a:stretch>
                        <a:fillRect/>
                      </a:stretch>
                    </p:blipFill>
                    <p:spPr>
                      <a:xfrm>
                        <a:off x="3078163" y="2768600"/>
                        <a:ext cx="168275" cy="157163"/>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72B0C7F4-2DE3-45C4-878A-7F3B417A8305}"/>
              </a:ext>
            </a:extLst>
          </p:cNvPr>
          <p:cNvGraphicFramePr>
            <a:graphicFrameLocks noChangeAspect="1"/>
          </p:cNvGraphicFramePr>
          <p:nvPr>
            <p:extLst>
              <p:ext uri="{D42A27DB-BD31-4B8C-83A1-F6EECF244321}">
                <p14:modId xmlns:p14="http://schemas.microsoft.com/office/powerpoint/2010/main" val="3600890256"/>
              </p:ext>
            </p:extLst>
          </p:nvPr>
        </p:nvGraphicFramePr>
        <p:xfrm>
          <a:off x="3673475" y="2729820"/>
          <a:ext cx="438150" cy="287337"/>
        </p:xfrm>
        <a:graphic>
          <a:graphicData uri="http://schemas.openxmlformats.org/presentationml/2006/ole">
            <mc:AlternateContent xmlns:mc="http://schemas.openxmlformats.org/markup-compatibility/2006">
              <mc:Choice xmlns:v="urn:schemas-microsoft-com:vml" Requires="v">
                <p:oleObj name="Equation" r:id="rId8" imgW="583920" imgH="380880" progId="Equation.DSMT4">
                  <p:embed/>
                </p:oleObj>
              </mc:Choice>
              <mc:Fallback>
                <p:oleObj name="Equation" r:id="rId8" imgW="583920" imgH="380880" progId="Equation.DSMT4">
                  <p:embed/>
                  <p:pic>
                    <p:nvPicPr>
                      <p:cNvPr id="12" name="Object 11">
                        <a:extLst>
                          <a:ext uri="{FF2B5EF4-FFF2-40B4-BE49-F238E27FC236}">
                            <a16:creationId xmlns:a16="http://schemas.microsoft.com/office/drawing/2014/main" id="{3374A430-4CA0-44AF-8833-52993FA2B698}"/>
                          </a:ext>
                        </a:extLst>
                      </p:cNvPr>
                      <p:cNvPicPr/>
                      <p:nvPr/>
                    </p:nvPicPr>
                    <p:blipFill>
                      <a:blip r:embed="rId9"/>
                      <a:stretch>
                        <a:fillRect/>
                      </a:stretch>
                    </p:blipFill>
                    <p:spPr>
                      <a:xfrm>
                        <a:off x="3673475" y="2729820"/>
                        <a:ext cx="438150" cy="287337"/>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00A2996C-EEBE-4A79-9635-3909B7A20B60}"/>
              </a:ext>
            </a:extLst>
          </p:cNvPr>
          <p:cNvGraphicFramePr>
            <a:graphicFrameLocks noChangeAspect="1"/>
          </p:cNvGraphicFramePr>
          <p:nvPr>
            <p:extLst>
              <p:ext uri="{D42A27DB-BD31-4B8C-83A1-F6EECF244321}">
                <p14:modId xmlns:p14="http://schemas.microsoft.com/office/powerpoint/2010/main" val="3022533406"/>
              </p:ext>
            </p:extLst>
          </p:nvPr>
        </p:nvGraphicFramePr>
        <p:xfrm>
          <a:off x="775118" y="3024490"/>
          <a:ext cx="473364" cy="207818"/>
        </p:xfrm>
        <a:graphic>
          <a:graphicData uri="http://schemas.openxmlformats.org/presentationml/2006/ole">
            <mc:AlternateContent xmlns:mc="http://schemas.openxmlformats.org/markup-compatibility/2006">
              <mc:Choice xmlns:v="urn:schemas-microsoft-com:vml" Requires="v">
                <p:oleObj name="Equation" r:id="rId10" imgW="520560" imgH="228600" progId="Equation.DSMT4">
                  <p:embed/>
                </p:oleObj>
              </mc:Choice>
              <mc:Fallback>
                <p:oleObj name="Equation" r:id="rId10" imgW="520560" imgH="228600" progId="Equation.DSMT4">
                  <p:embed/>
                  <p:pic>
                    <p:nvPicPr>
                      <p:cNvPr id="11" name="Object 10">
                        <a:extLst>
                          <a:ext uri="{FF2B5EF4-FFF2-40B4-BE49-F238E27FC236}">
                            <a16:creationId xmlns:a16="http://schemas.microsoft.com/office/drawing/2014/main" id="{1E00EA67-BE03-4E08-8265-1224D7C96970}"/>
                          </a:ext>
                        </a:extLst>
                      </p:cNvPr>
                      <p:cNvPicPr/>
                      <p:nvPr/>
                    </p:nvPicPr>
                    <p:blipFill>
                      <a:blip r:embed="rId11"/>
                      <a:stretch>
                        <a:fillRect/>
                      </a:stretch>
                    </p:blipFill>
                    <p:spPr>
                      <a:xfrm>
                        <a:off x="775118" y="3024490"/>
                        <a:ext cx="473364" cy="207818"/>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AF371EAD-6A08-4145-946A-46250B83AF38}"/>
              </a:ext>
            </a:extLst>
          </p:cNvPr>
          <p:cNvGraphicFramePr>
            <a:graphicFrameLocks noChangeAspect="1"/>
          </p:cNvGraphicFramePr>
          <p:nvPr>
            <p:extLst>
              <p:ext uri="{D42A27DB-BD31-4B8C-83A1-F6EECF244321}">
                <p14:modId xmlns:p14="http://schemas.microsoft.com/office/powerpoint/2010/main" val="2652716095"/>
              </p:ext>
            </p:extLst>
          </p:nvPr>
        </p:nvGraphicFramePr>
        <p:xfrm>
          <a:off x="3119272" y="3005197"/>
          <a:ext cx="136446" cy="199422"/>
        </p:xfrm>
        <a:graphic>
          <a:graphicData uri="http://schemas.openxmlformats.org/presentationml/2006/ole">
            <mc:AlternateContent xmlns:mc="http://schemas.openxmlformats.org/markup-compatibility/2006">
              <mc:Choice xmlns:v="urn:schemas-microsoft-com:vml" Requires="v">
                <p:oleObj name="Equation" r:id="rId12" imgW="164880" imgH="241200" progId="Equation.DSMT4">
                  <p:embed/>
                </p:oleObj>
              </mc:Choice>
              <mc:Fallback>
                <p:oleObj name="Equation" r:id="rId12" imgW="164880" imgH="241200" progId="Equation.DSMT4">
                  <p:embed/>
                  <p:pic>
                    <p:nvPicPr>
                      <p:cNvPr id="13" name="Object 12">
                        <a:extLst>
                          <a:ext uri="{FF2B5EF4-FFF2-40B4-BE49-F238E27FC236}">
                            <a16:creationId xmlns:a16="http://schemas.microsoft.com/office/drawing/2014/main" id="{3710EFF1-0CFD-428B-B690-A9146E94A726}"/>
                          </a:ext>
                        </a:extLst>
                      </p:cNvPr>
                      <p:cNvPicPr/>
                      <p:nvPr/>
                    </p:nvPicPr>
                    <p:blipFill>
                      <a:blip r:embed="rId13"/>
                      <a:stretch>
                        <a:fillRect/>
                      </a:stretch>
                    </p:blipFill>
                    <p:spPr>
                      <a:xfrm>
                        <a:off x="3119272" y="3005197"/>
                        <a:ext cx="136446" cy="199422"/>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2C0FD02E-1F60-4499-BD3F-5BFDC7122AEE}"/>
              </a:ext>
            </a:extLst>
          </p:cNvPr>
          <p:cNvGraphicFramePr>
            <a:graphicFrameLocks noChangeAspect="1"/>
          </p:cNvGraphicFramePr>
          <p:nvPr>
            <p:extLst>
              <p:ext uri="{D42A27DB-BD31-4B8C-83A1-F6EECF244321}">
                <p14:modId xmlns:p14="http://schemas.microsoft.com/office/powerpoint/2010/main" val="2913968371"/>
              </p:ext>
            </p:extLst>
          </p:nvPr>
        </p:nvGraphicFramePr>
        <p:xfrm>
          <a:off x="3810455" y="3031542"/>
          <a:ext cx="335868" cy="209917"/>
        </p:xfrm>
        <a:graphic>
          <a:graphicData uri="http://schemas.openxmlformats.org/presentationml/2006/ole">
            <mc:AlternateContent xmlns:mc="http://schemas.openxmlformats.org/markup-compatibility/2006">
              <mc:Choice xmlns:v="urn:schemas-microsoft-com:vml" Requires="v">
                <p:oleObj name="Equation" r:id="rId14" imgW="406080" imgH="253800" progId="Equation.DSMT4">
                  <p:embed/>
                </p:oleObj>
              </mc:Choice>
              <mc:Fallback>
                <p:oleObj name="Equation" r:id="rId14" imgW="406080" imgH="253800" progId="Equation.DSMT4">
                  <p:embed/>
                  <p:pic>
                    <p:nvPicPr>
                      <p:cNvPr id="14" name="Object 13">
                        <a:extLst>
                          <a:ext uri="{FF2B5EF4-FFF2-40B4-BE49-F238E27FC236}">
                            <a16:creationId xmlns:a16="http://schemas.microsoft.com/office/drawing/2014/main" id="{5C5CAC36-328E-4792-B8FC-5CD6B914E0FC}"/>
                          </a:ext>
                        </a:extLst>
                      </p:cNvPr>
                      <p:cNvPicPr/>
                      <p:nvPr/>
                    </p:nvPicPr>
                    <p:blipFill>
                      <a:blip r:embed="rId15"/>
                      <a:stretch>
                        <a:fillRect/>
                      </a:stretch>
                    </p:blipFill>
                    <p:spPr>
                      <a:xfrm>
                        <a:off x="3810455" y="3031542"/>
                        <a:ext cx="335868" cy="209917"/>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1ECA626B-DC33-4EB8-8865-844769D5CEE9}"/>
              </a:ext>
            </a:extLst>
          </p:cNvPr>
          <p:cNvGraphicFramePr>
            <a:graphicFrameLocks noChangeAspect="1"/>
          </p:cNvGraphicFramePr>
          <p:nvPr>
            <p:extLst>
              <p:ext uri="{D42A27DB-BD31-4B8C-83A1-F6EECF244321}">
                <p14:modId xmlns:p14="http://schemas.microsoft.com/office/powerpoint/2010/main" val="1876173183"/>
              </p:ext>
            </p:extLst>
          </p:nvPr>
        </p:nvGraphicFramePr>
        <p:xfrm>
          <a:off x="753045" y="3280951"/>
          <a:ext cx="1803400" cy="279400"/>
        </p:xfrm>
        <a:graphic>
          <a:graphicData uri="http://schemas.openxmlformats.org/presentationml/2006/ole">
            <mc:AlternateContent xmlns:mc="http://schemas.openxmlformats.org/markup-compatibility/2006">
              <mc:Choice xmlns:v="urn:schemas-microsoft-com:vml" Requires="v">
                <p:oleObj name="Equation" r:id="rId16" imgW="1803240" imgH="279360" progId="Equation.DSMT4">
                  <p:embed/>
                </p:oleObj>
              </mc:Choice>
              <mc:Fallback>
                <p:oleObj name="Equation" r:id="rId16" imgW="1803240" imgH="279360" progId="Equation.DSMT4">
                  <p:embed/>
                  <p:pic>
                    <p:nvPicPr>
                      <p:cNvPr id="15" name="Object 14">
                        <a:extLst>
                          <a:ext uri="{FF2B5EF4-FFF2-40B4-BE49-F238E27FC236}">
                            <a16:creationId xmlns:a16="http://schemas.microsoft.com/office/drawing/2014/main" id="{C3C4441D-F1C4-4626-BB89-E1282959FB8F}"/>
                          </a:ext>
                        </a:extLst>
                      </p:cNvPr>
                      <p:cNvPicPr/>
                      <p:nvPr/>
                    </p:nvPicPr>
                    <p:blipFill>
                      <a:blip r:embed="rId17"/>
                      <a:stretch>
                        <a:fillRect/>
                      </a:stretch>
                    </p:blipFill>
                    <p:spPr>
                      <a:xfrm>
                        <a:off x="753045" y="3280951"/>
                        <a:ext cx="1803400" cy="2794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F6161D82-78EA-48A0-8A09-D96B31356008}"/>
              </a:ext>
            </a:extLst>
          </p:cNvPr>
          <p:cNvGraphicFramePr>
            <a:graphicFrameLocks noChangeAspect="1"/>
          </p:cNvGraphicFramePr>
          <p:nvPr>
            <p:extLst>
              <p:ext uri="{D42A27DB-BD31-4B8C-83A1-F6EECF244321}">
                <p14:modId xmlns:p14="http://schemas.microsoft.com/office/powerpoint/2010/main" val="2723093772"/>
              </p:ext>
            </p:extLst>
          </p:nvPr>
        </p:nvGraphicFramePr>
        <p:xfrm>
          <a:off x="3116875" y="3291759"/>
          <a:ext cx="114300" cy="228600"/>
        </p:xfrm>
        <a:graphic>
          <a:graphicData uri="http://schemas.openxmlformats.org/presentationml/2006/ole">
            <mc:AlternateContent xmlns:mc="http://schemas.openxmlformats.org/markup-compatibility/2006">
              <mc:Choice xmlns:v="urn:schemas-microsoft-com:vml" Requires="v">
                <p:oleObj name="Equation" r:id="rId18" imgW="114120" imgH="228600" progId="Equation.DSMT4">
                  <p:embed/>
                </p:oleObj>
              </mc:Choice>
              <mc:Fallback>
                <p:oleObj name="Equation" r:id="rId18" imgW="114120" imgH="228600" progId="Equation.DSMT4">
                  <p:embed/>
                  <p:pic>
                    <p:nvPicPr>
                      <p:cNvPr id="17" name="Object 16">
                        <a:extLst>
                          <a:ext uri="{FF2B5EF4-FFF2-40B4-BE49-F238E27FC236}">
                            <a16:creationId xmlns:a16="http://schemas.microsoft.com/office/drawing/2014/main" id="{E189DD07-5CCA-460F-AFC0-D010822BA85D}"/>
                          </a:ext>
                        </a:extLst>
                      </p:cNvPr>
                      <p:cNvPicPr/>
                      <p:nvPr/>
                    </p:nvPicPr>
                    <p:blipFill>
                      <a:blip r:embed="rId19"/>
                      <a:stretch>
                        <a:fillRect/>
                      </a:stretch>
                    </p:blipFill>
                    <p:spPr>
                      <a:xfrm>
                        <a:off x="3116875" y="3291759"/>
                        <a:ext cx="114300" cy="2286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52FBBBA7-B6A2-4832-B910-DD486E80E419}"/>
              </a:ext>
            </a:extLst>
          </p:cNvPr>
          <p:cNvGraphicFramePr>
            <a:graphicFrameLocks noChangeAspect="1"/>
          </p:cNvGraphicFramePr>
          <p:nvPr>
            <p:extLst>
              <p:ext uri="{D42A27DB-BD31-4B8C-83A1-F6EECF244321}">
                <p14:modId xmlns:p14="http://schemas.microsoft.com/office/powerpoint/2010/main" val="3079280936"/>
              </p:ext>
            </p:extLst>
          </p:nvPr>
        </p:nvGraphicFramePr>
        <p:xfrm>
          <a:off x="3797786" y="3290605"/>
          <a:ext cx="392545" cy="230909"/>
        </p:xfrm>
        <a:graphic>
          <a:graphicData uri="http://schemas.openxmlformats.org/presentationml/2006/ole">
            <mc:AlternateContent xmlns:mc="http://schemas.openxmlformats.org/markup-compatibility/2006">
              <mc:Choice xmlns:v="urn:schemas-microsoft-com:vml" Requires="v">
                <p:oleObj name="Equation" r:id="rId20" imgW="431640" imgH="253800" progId="Equation.DSMT4">
                  <p:embed/>
                </p:oleObj>
              </mc:Choice>
              <mc:Fallback>
                <p:oleObj name="Equation" r:id="rId20" imgW="431640" imgH="253800" progId="Equation.DSMT4">
                  <p:embed/>
                  <p:pic>
                    <p:nvPicPr>
                      <p:cNvPr id="18" name="Object 17">
                        <a:extLst>
                          <a:ext uri="{FF2B5EF4-FFF2-40B4-BE49-F238E27FC236}">
                            <a16:creationId xmlns:a16="http://schemas.microsoft.com/office/drawing/2014/main" id="{22BF104E-C620-4E91-B913-8D55CC3EFC4C}"/>
                          </a:ext>
                        </a:extLst>
                      </p:cNvPr>
                      <p:cNvPicPr/>
                      <p:nvPr/>
                    </p:nvPicPr>
                    <p:blipFill>
                      <a:blip r:embed="rId21"/>
                      <a:stretch>
                        <a:fillRect/>
                      </a:stretch>
                    </p:blipFill>
                    <p:spPr>
                      <a:xfrm>
                        <a:off x="3797786" y="3290605"/>
                        <a:ext cx="392545" cy="230909"/>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9245E36E-0984-46AD-B9AD-838F5B33A3AD}"/>
              </a:ext>
            </a:extLst>
          </p:cNvPr>
          <p:cNvGraphicFramePr>
            <a:graphicFrameLocks noChangeAspect="1"/>
          </p:cNvGraphicFramePr>
          <p:nvPr>
            <p:extLst>
              <p:ext uri="{D42A27DB-BD31-4B8C-83A1-F6EECF244321}">
                <p14:modId xmlns:p14="http://schemas.microsoft.com/office/powerpoint/2010/main" val="3791755645"/>
              </p:ext>
            </p:extLst>
          </p:nvPr>
        </p:nvGraphicFramePr>
        <p:xfrm>
          <a:off x="760128" y="3563152"/>
          <a:ext cx="1879600" cy="279400"/>
        </p:xfrm>
        <a:graphic>
          <a:graphicData uri="http://schemas.openxmlformats.org/presentationml/2006/ole">
            <mc:AlternateContent xmlns:mc="http://schemas.openxmlformats.org/markup-compatibility/2006">
              <mc:Choice xmlns:v="urn:schemas-microsoft-com:vml" Requires="v">
                <p:oleObj name="Equation" r:id="rId22" imgW="1879560" imgH="279360" progId="Equation.DSMT4">
                  <p:embed/>
                </p:oleObj>
              </mc:Choice>
              <mc:Fallback>
                <p:oleObj name="Equation" r:id="rId22" imgW="1879560" imgH="279360" progId="Equation.DSMT4">
                  <p:embed/>
                  <p:pic>
                    <p:nvPicPr>
                      <p:cNvPr id="19" name="Object 18">
                        <a:extLst>
                          <a:ext uri="{FF2B5EF4-FFF2-40B4-BE49-F238E27FC236}">
                            <a16:creationId xmlns:a16="http://schemas.microsoft.com/office/drawing/2014/main" id="{E49537CD-7662-4AE7-8941-1C56466AB68B}"/>
                          </a:ext>
                        </a:extLst>
                      </p:cNvPr>
                      <p:cNvPicPr/>
                      <p:nvPr/>
                    </p:nvPicPr>
                    <p:blipFill>
                      <a:blip r:embed="rId23"/>
                      <a:stretch>
                        <a:fillRect/>
                      </a:stretch>
                    </p:blipFill>
                    <p:spPr>
                      <a:xfrm>
                        <a:off x="760128" y="3563152"/>
                        <a:ext cx="1879600" cy="2794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B718F3A4-840B-42CE-8A2F-0CF189CF1C96}"/>
              </a:ext>
            </a:extLst>
          </p:cNvPr>
          <p:cNvGraphicFramePr>
            <a:graphicFrameLocks noChangeAspect="1"/>
          </p:cNvGraphicFramePr>
          <p:nvPr>
            <p:extLst>
              <p:ext uri="{D42A27DB-BD31-4B8C-83A1-F6EECF244321}">
                <p14:modId xmlns:p14="http://schemas.microsoft.com/office/powerpoint/2010/main" val="3150928765"/>
              </p:ext>
            </p:extLst>
          </p:nvPr>
        </p:nvGraphicFramePr>
        <p:xfrm>
          <a:off x="3090618" y="3589966"/>
          <a:ext cx="165100" cy="228600"/>
        </p:xfrm>
        <a:graphic>
          <a:graphicData uri="http://schemas.openxmlformats.org/presentationml/2006/ole">
            <mc:AlternateContent xmlns:mc="http://schemas.openxmlformats.org/markup-compatibility/2006">
              <mc:Choice xmlns:v="urn:schemas-microsoft-com:vml" Requires="v">
                <p:oleObj name="Equation" r:id="rId24" imgW="164880" imgH="228600" progId="Equation.DSMT4">
                  <p:embed/>
                </p:oleObj>
              </mc:Choice>
              <mc:Fallback>
                <p:oleObj name="Equation" r:id="rId24" imgW="164880" imgH="228600" progId="Equation.DSMT4">
                  <p:embed/>
                  <p:pic>
                    <p:nvPicPr>
                      <p:cNvPr id="20" name="Object 19">
                        <a:extLst>
                          <a:ext uri="{FF2B5EF4-FFF2-40B4-BE49-F238E27FC236}">
                            <a16:creationId xmlns:a16="http://schemas.microsoft.com/office/drawing/2014/main" id="{E70D1271-35BB-40C0-A051-3F105E264586}"/>
                          </a:ext>
                        </a:extLst>
                      </p:cNvPr>
                      <p:cNvPicPr/>
                      <p:nvPr/>
                    </p:nvPicPr>
                    <p:blipFill>
                      <a:blip r:embed="rId25"/>
                      <a:stretch>
                        <a:fillRect/>
                      </a:stretch>
                    </p:blipFill>
                    <p:spPr>
                      <a:xfrm>
                        <a:off x="3090618" y="3589966"/>
                        <a:ext cx="165100" cy="2286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D12CDBE7-BDAF-437D-AE76-AA00D5A53170}"/>
              </a:ext>
            </a:extLst>
          </p:cNvPr>
          <p:cNvGraphicFramePr>
            <a:graphicFrameLocks noChangeAspect="1"/>
          </p:cNvGraphicFramePr>
          <p:nvPr>
            <p:extLst>
              <p:ext uri="{D42A27DB-BD31-4B8C-83A1-F6EECF244321}">
                <p14:modId xmlns:p14="http://schemas.microsoft.com/office/powerpoint/2010/main" val="2978415308"/>
              </p:ext>
            </p:extLst>
          </p:nvPr>
        </p:nvGraphicFramePr>
        <p:xfrm>
          <a:off x="3800286" y="3592905"/>
          <a:ext cx="392545" cy="230909"/>
        </p:xfrm>
        <a:graphic>
          <a:graphicData uri="http://schemas.openxmlformats.org/presentationml/2006/ole">
            <mc:AlternateContent xmlns:mc="http://schemas.openxmlformats.org/markup-compatibility/2006">
              <mc:Choice xmlns:v="urn:schemas-microsoft-com:vml" Requires="v">
                <p:oleObj name="Equation" r:id="rId20" imgW="431640" imgH="253800" progId="Equation.DSMT4">
                  <p:embed/>
                </p:oleObj>
              </mc:Choice>
              <mc:Fallback>
                <p:oleObj name="Equation" r:id="rId20" imgW="431640" imgH="253800" progId="Equation.DSMT4">
                  <p:embed/>
                  <p:pic>
                    <p:nvPicPr>
                      <p:cNvPr id="21" name="Object 20">
                        <a:extLst>
                          <a:ext uri="{FF2B5EF4-FFF2-40B4-BE49-F238E27FC236}">
                            <a16:creationId xmlns:a16="http://schemas.microsoft.com/office/drawing/2014/main" id="{455213C2-BE57-49DE-B410-EC9F2F19EF27}"/>
                          </a:ext>
                        </a:extLst>
                      </p:cNvPr>
                      <p:cNvPicPr/>
                      <p:nvPr/>
                    </p:nvPicPr>
                    <p:blipFill>
                      <a:blip r:embed="rId21"/>
                      <a:stretch>
                        <a:fillRect/>
                      </a:stretch>
                    </p:blipFill>
                    <p:spPr>
                      <a:xfrm>
                        <a:off x="3800286" y="3592905"/>
                        <a:ext cx="392545" cy="230909"/>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327B453F-E656-4DE8-821D-B0ADAACE669C}"/>
              </a:ext>
            </a:extLst>
          </p:cNvPr>
          <p:cNvGraphicFramePr>
            <a:graphicFrameLocks noChangeAspect="1"/>
          </p:cNvGraphicFramePr>
          <p:nvPr>
            <p:extLst>
              <p:ext uri="{D42A27DB-BD31-4B8C-83A1-F6EECF244321}">
                <p14:modId xmlns:p14="http://schemas.microsoft.com/office/powerpoint/2010/main" val="2106690262"/>
              </p:ext>
            </p:extLst>
          </p:nvPr>
        </p:nvGraphicFramePr>
        <p:xfrm>
          <a:off x="766441" y="3902032"/>
          <a:ext cx="596900" cy="228600"/>
        </p:xfrm>
        <a:graphic>
          <a:graphicData uri="http://schemas.openxmlformats.org/presentationml/2006/ole">
            <mc:AlternateContent xmlns:mc="http://schemas.openxmlformats.org/markup-compatibility/2006">
              <mc:Choice xmlns:v="urn:schemas-microsoft-com:vml" Requires="v">
                <p:oleObj name="Equation" r:id="rId26" imgW="596880" imgH="228600" progId="Equation.DSMT4">
                  <p:embed/>
                </p:oleObj>
              </mc:Choice>
              <mc:Fallback>
                <p:oleObj name="Equation" r:id="rId26" imgW="596880" imgH="228600" progId="Equation.DSMT4">
                  <p:embed/>
                  <p:pic>
                    <p:nvPicPr>
                      <p:cNvPr id="22" name="Object 21">
                        <a:extLst>
                          <a:ext uri="{FF2B5EF4-FFF2-40B4-BE49-F238E27FC236}">
                            <a16:creationId xmlns:a16="http://schemas.microsoft.com/office/drawing/2014/main" id="{DC8C42AA-9ACA-492D-AB07-D8BC1CD6BF44}"/>
                          </a:ext>
                        </a:extLst>
                      </p:cNvPr>
                      <p:cNvPicPr/>
                      <p:nvPr/>
                    </p:nvPicPr>
                    <p:blipFill>
                      <a:blip r:embed="rId27"/>
                      <a:stretch>
                        <a:fillRect/>
                      </a:stretch>
                    </p:blipFill>
                    <p:spPr>
                      <a:xfrm>
                        <a:off x="766441" y="3902032"/>
                        <a:ext cx="596900" cy="2286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4D6C66E2-BD50-46D9-89C4-B4D70798563A}"/>
              </a:ext>
            </a:extLst>
          </p:cNvPr>
          <p:cNvGraphicFramePr>
            <a:graphicFrameLocks noChangeAspect="1"/>
          </p:cNvGraphicFramePr>
          <p:nvPr>
            <p:extLst>
              <p:ext uri="{D42A27DB-BD31-4B8C-83A1-F6EECF244321}">
                <p14:modId xmlns:p14="http://schemas.microsoft.com/office/powerpoint/2010/main" val="1176694359"/>
              </p:ext>
            </p:extLst>
          </p:nvPr>
        </p:nvGraphicFramePr>
        <p:xfrm>
          <a:off x="3111295" y="3881187"/>
          <a:ext cx="152400" cy="241300"/>
        </p:xfrm>
        <a:graphic>
          <a:graphicData uri="http://schemas.openxmlformats.org/presentationml/2006/ole">
            <mc:AlternateContent xmlns:mc="http://schemas.openxmlformats.org/markup-compatibility/2006">
              <mc:Choice xmlns:v="urn:schemas-microsoft-com:vml" Requires="v">
                <p:oleObj name="Equation" r:id="rId28" imgW="152280" imgH="241200" progId="Equation.DSMT4">
                  <p:embed/>
                </p:oleObj>
              </mc:Choice>
              <mc:Fallback>
                <p:oleObj name="Equation" r:id="rId28" imgW="152280" imgH="241200" progId="Equation.DSMT4">
                  <p:embed/>
                  <p:pic>
                    <p:nvPicPr>
                      <p:cNvPr id="23" name="Object 22">
                        <a:extLst>
                          <a:ext uri="{FF2B5EF4-FFF2-40B4-BE49-F238E27FC236}">
                            <a16:creationId xmlns:a16="http://schemas.microsoft.com/office/drawing/2014/main" id="{A540E6D0-039B-467F-A76D-5B10082E9154}"/>
                          </a:ext>
                        </a:extLst>
                      </p:cNvPr>
                      <p:cNvPicPr/>
                      <p:nvPr/>
                    </p:nvPicPr>
                    <p:blipFill>
                      <a:blip r:embed="rId29"/>
                      <a:stretch>
                        <a:fillRect/>
                      </a:stretch>
                    </p:blipFill>
                    <p:spPr>
                      <a:xfrm>
                        <a:off x="3111295" y="3881187"/>
                        <a:ext cx="152400" cy="2413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0F11EE5C-97F2-4671-B6AC-6412264C502C}"/>
              </a:ext>
            </a:extLst>
          </p:cNvPr>
          <p:cNvGraphicFramePr>
            <a:graphicFrameLocks noChangeAspect="1"/>
          </p:cNvGraphicFramePr>
          <p:nvPr>
            <p:extLst>
              <p:ext uri="{D42A27DB-BD31-4B8C-83A1-F6EECF244321}">
                <p14:modId xmlns:p14="http://schemas.microsoft.com/office/powerpoint/2010/main" val="2717999043"/>
              </p:ext>
            </p:extLst>
          </p:nvPr>
        </p:nvGraphicFramePr>
        <p:xfrm>
          <a:off x="3794125" y="3840163"/>
          <a:ext cx="406400" cy="304800"/>
        </p:xfrm>
        <a:graphic>
          <a:graphicData uri="http://schemas.openxmlformats.org/presentationml/2006/ole">
            <mc:AlternateContent xmlns:mc="http://schemas.openxmlformats.org/markup-compatibility/2006">
              <mc:Choice xmlns:v="urn:schemas-microsoft-com:vml" Requires="v">
                <p:oleObj name="Equation" r:id="rId30" imgW="406080" imgH="304560" progId="Equation.DSMT4">
                  <p:embed/>
                </p:oleObj>
              </mc:Choice>
              <mc:Fallback>
                <p:oleObj name="Equation" r:id="rId30" imgW="406080" imgH="304560" progId="Equation.DSMT4">
                  <p:embed/>
                  <p:pic>
                    <p:nvPicPr>
                      <p:cNvPr id="24" name="Object 23">
                        <a:extLst>
                          <a:ext uri="{FF2B5EF4-FFF2-40B4-BE49-F238E27FC236}">
                            <a16:creationId xmlns:a16="http://schemas.microsoft.com/office/drawing/2014/main" id="{77D0575A-E2D8-4D70-89F1-260D85D985FB}"/>
                          </a:ext>
                        </a:extLst>
                      </p:cNvPr>
                      <p:cNvPicPr/>
                      <p:nvPr/>
                    </p:nvPicPr>
                    <p:blipFill>
                      <a:blip r:embed="rId31"/>
                      <a:stretch>
                        <a:fillRect/>
                      </a:stretch>
                    </p:blipFill>
                    <p:spPr>
                      <a:xfrm>
                        <a:off x="3794125" y="3840163"/>
                        <a:ext cx="406400" cy="3048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502351E0-8AB1-438B-8D1F-2D8D3C5F5F17}"/>
              </a:ext>
            </a:extLst>
          </p:cNvPr>
          <p:cNvGraphicFramePr>
            <a:graphicFrameLocks noChangeAspect="1"/>
          </p:cNvGraphicFramePr>
          <p:nvPr>
            <p:extLst>
              <p:ext uri="{D42A27DB-BD31-4B8C-83A1-F6EECF244321}">
                <p14:modId xmlns:p14="http://schemas.microsoft.com/office/powerpoint/2010/main" val="942527248"/>
              </p:ext>
            </p:extLst>
          </p:nvPr>
        </p:nvGraphicFramePr>
        <p:xfrm>
          <a:off x="766765" y="4130635"/>
          <a:ext cx="466727" cy="254000"/>
        </p:xfrm>
        <a:graphic>
          <a:graphicData uri="http://schemas.openxmlformats.org/presentationml/2006/ole">
            <mc:AlternateContent xmlns:mc="http://schemas.openxmlformats.org/markup-compatibility/2006">
              <mc:Choice xmlns:v="urn:schemas-microsoft-com:vml" Requires="v">
                <p:oleObj name="Equation" r:id="rId32" imgW="571320" imgH="253800" progId="Equation.DSMT4">
                  <p:embed/>
                </p:oleObj>
              </mc:Choice>
              <mc:Fallback>
                <p:oleObj name="Equation" r:id="rId32" imgW="571320" imgH="253800" progId="Equation.DSMT4">
                  <p:embed/>
                  <p:pic>
                    <p:nvPicPr>
                      <p:cNvPr id="25" name="Object 24">
                        <a:extLst>
                          <a:ext uri="{FF2B5EF4-FFF2-40B4-BE49-F238E27FC236}">
                            <a16:creationId xmlns:a16="http://schemas.microsoft.com/office/drawing/2014/main" id="{0F2F17C4-38B9-49A3-87A7-D7E3623B2275}"/>
                          </a:ext>
                        </a:extLst>
                      </p:cNvPr>
                      <p:cNvPicPr/>
                      <p:nvPr/>
                    </p:nvPicPr>
                    <p:blipFill>
                      <a:blip r:embed="rId33"/>
                      <a:stretch>
                        <a:fillRect/>
                      </a:stretch>
                    </p:blipFill>
                    <p:spPr>
                      <a:xfrm>
                        <a:off x="766765" y="4130635"/>
                        <a:ext cx="466727" cy="2540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CE6D3ACE-33D3-4A2E-BEB4-98B7C29258BE}"/>
              </a:ext>
            </a:extLst>
          </p:cNvPr>
          <p:cNvGraphicFramePr>
            <a:graphicFrameLocks noChangeAspect="1"/>
          </p:cNvGraphicFramePr>
          <p:nvPr>
            <p:extLst>
              <p:ext uri="{D42A27DB-BD31-4B8C-83A1-F6EECF244321}">
                <p14:modId xmlns:p14="http://schemas.microsoft.com/office/powerpoint/2010/main" val="1615088255"/>
              </p:ext>
            </p:extLst>
          </p:nvPr>
        </p:nvGraphicFramePr>
        <p:xfrm>
          <a:off x="3936908" y="4100842"/>
          <a:ext cx="114300" cy="228600"/>
        </p:xfrm>
        <a:graphic>
          <a:graphicData uri="http://schemas.openxmlformats.org/presentationml/2006/ole">
            <mc:AlternateContent xmlns:mc="http://schemas.openxmlformats.org/markup-compatibility/2006">
              <mc:Choice xmlns:v="urn:schemas-microsoft-com:vml" Requires="v">
                <p:oleObj name="Equation" r:id="rId34" imgW="114120" imgH="228600" progId="Equation.DSMT4">
                  <p:embed/>
                </p:oleObj>
              </mc:Choice>
              <mc:Fallback>
                <p:oleObj name="Equation" r:id="rId34" imgW="114120" imgH="228600" progId="Equation.DSMT4">
                  <p:embed/>
                  <p:pic>
                    <p:nvPicPr>
                      <p:cNvPr id="26" name="Object 25">
                        <a:extLst>
                          <a:ext uri="{FF2B5EF4-FFF2-40B4-BE49-F238E27FC236}">
                            <a16:creationId xmlns:a16="http://schemas.microsoft.com/office/drawing/2014/main" id="{9B554E8A-F599-4B76-958A-94380E006F24}"/>
                          </a:ext>
                        </a:extLst>
                      </p:cNvPr>
                      <p:cNvPicPr/>
                      <p:nvPr/>
                    </p:nvPicPr>
                    <p:blipFill>
                      <a:blip r:embed="rId35"/>
                      <a:stretch>
                        <a:fillRect/>
                      </a:stretch>
                    </p:blipFill>
                    <p:spPr>
                      <a:xfrm>
                        <a:off x="3936908" y="4100842"/>
                        <a:ext cx="114300" cy="2286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732FB778-2010-4631-823F-8DE54117EC84}"/>
              </a:ext>
            </a:extLst>
          </p:cNvPr>
          <p:cNvSpPr>
            <a:spLocks noGrp="1"/>
          </p:cNvSpPr>
          <p:nvPr>
            <p:ph sz="quarter" idx="17"/>
          </p:nvPr>
        </p:nvSpPr>
        <p:spPr>
          <a:xfrm>
            <a:off x="342901" y="4635164"/>
            <a:ext cx="4548414" cy="1541702"/>
          </a:xfrm>
        </p:spPr>
        <p:txBody>
          <a:bodyPr/>
          <a:lstStyle/>
          <a:p>
            <a:r>
              <a:rPr lang="en-US" sz="1800" dirty="0">
                <a:solidFill>
                  <a:schemeClr val="tx1"/>
                </a:solidFill>
              </a:rPr>
              <a:t>The values of </a:t>
            </a:r>
            <a:r>
              <a:rPr lang="en-US" sz="1800" i="1" dirty="0">
                <a:solidFill>
                  <a:schemeClr val="tx1"/>
                </a:solidFill>
              </a:rPr>
              <a:t>X </a:t>
            </a:r>
            <a:r>
              <a:rPr lang="en-US" sz="1800" dirty="0">
                <a:solidFill>
                  <a:schemeClr val="tx1"/>
                </a:solidFill>
              </a:rPr>
              <a:t>need not be equally likely. In this example, </a:t>
            </a:r>
            <a:r>
              <a:rPr lang="en-US" sz="1800" i="1" dirty="0">
                <a:solidFill>
                  <a:schemeClr val="tx1"/>
                </a:solidFill>
              </a:rPr>
              <a:t>X </a:t>
            </a:r>
            <a:r>
              <a:rPr lang="en-US" sz="1800" dirty="0">
                <a:solidFill>
                  <a:schemeClr val="tx1"/>
                </a:solidFill>
              </a:rPr>
              <a:t>= 1 and </a:t>
            </a:r>
            <a:r>
              <a:rPr lang="en-US" sz="1800" i="1" dirty="0">
                <a:solidFill>
                  <a:schemeClr val="tx1"/>
                </a:solidFill>
              </a:rPr>
              <a:t>X </a:t>
            </a:r>
            <a:r>
              <a:rPr lang="en-US" sz="1800" dirty="0">
                <a:solidFill>
                  <a:schemeClr val="tx1"/>
                </a:solidFill>
              </a:rPr>
              <a:t>= 2 are more likely than </a:t>
            </a:r>
            <a:r>
              <a:rPr lang="en-US" sz="1800" i="1" dirty="0">
                <a:solidFill>
                  <a:schemeClr val="tx1"/>
                </a:solidFill>
              </a:rPr>
              <a:t>X </a:t>
            </a:r>
            <a:r>
              <a:rPr lang="en-US" sz="1800" dirty="0">
                <a:solidFill>
                  <a:schemeClr val="tx1"/>
                </a:solidFill>
              </a:rPr>
              <a:t>= 0 or </a:t>
            </a:r>
            <a:r>
              <a:rPr lang="en-US" sz="1800" i="1" dirty="0">
                <a:solidFill>
                  <a:schemeClr val="tx1"/>
                </a:solidFill>
              </a:rPr>
              <a:t>X </a:t>
            </a:r>
            <a:r>
              <a:rPr lang="en-US" sz="1800" dirty="0">
                <a:solidFill>
                  <a:schemeClr val="tx1"/>
                </a:solidFill>
              </a:rPr>
              <a:t>= 3. However, the probabilities sum to 1, as in any probability distribution.</a:t>
            </a:r>
          </a:p>
        </p:txBody>
      </p:sp>
      <p:pic>
        <p:nvPicPr>
          <p:cNvPr id="37" name="Picture 36" descr="The probability distribution for three-coin flips. This bar graph shows the probability of each possible number of heads.">
            <a:extLst>
              <a:ext uri="{FF2B5EF4-FFF2-40B4-BE49-F238E27FC236}">
                <a16:creationId xmlns:a16="http://schemas.microsoft.com/office/drawing/2014/main" id="{5D07EA0A-8EFA-46C3-A809-D8CEB0B2F5BF}"/>
              </a:ext>
            </a:extLst>
          </p:cNvPr>
          <p:cNvPicPr>
            <a:picLocks noChangeAspect="1"/>
          </p:cNvPicPr>
          <p:nvPr/>
        </p:nvPicPr>
        <p:blipFill>
          <a:blip r:embed="rId36"/>
          <a:stretch>
            <a:fillRect/>
          </a:stretch>
        </p:blipFill>
        <p:spPr>
          <a:xfrm>
            <a:off x="4983670" y="2978306"/>
            <a:ext cx="3576686" cy="2195847"/>
          </a:xfrm>
          <a:prstGeom prst="rect">
            <a:avLst/>
          </a:prstGeom>
        </p:spPr>
      </p:pic>
      <p:sp>
        <p:nvSpPr>
          <p:cNvPr id="15" name="Text Placeholder 14">
            <a:extLst>
              <a:ext uri="{FF2B5EF4-FFF2-40B4-BE49-F238E27FC236}">
                <a16:creationId xmlns:a16="http://schemas.microsoft.com/office/drawing/2014/main" id="{84386703-F84F-4116-8AA6-6B70CB8A8BF8}"/>
              </a:ext>
            </a:extLst>
          </p:cNvPr>
          <p:cNvSpPr>
            <a:spLocks noGrp="1"/>
          </p:cNvSpPr>
          <p:nvPr>
            <p:ph type="body" sz="quarter" idx="12"/>
          </p:nvPr>
        </p:nvSpPr>
        <p:spPr>
          <a:xfrm>
            <a:off x="2811513" y="6324600"/>
            <a:ext cx="3520974" cy="190500"/>
          </a:xfrm>
        </p:spPr>
        <p:txBody>
          <a:bodyPr/>
          <a:lstStyle/>
          <a:p>
            <a:r>
              <a:rPr lang="en-US" sz="1200" dirty="0">
                <a:hlinkClick r:id="rId37" action="ppaction://hlinksldjump"/>
              </a:rPr>
              <a:t>Access the text alternative for slide images.</a:t>
            </a:r>
          </a:p>
        </p:txBody>
      </p:sp>
      <p:sp>
        <p:nvSpPr>
          <p:cNvPr id="17" name="Slide Number Placeholder 16">
            <a:extLst>
              <a:ext uri="{FF2B5EF4-FFF2-40B4-BE49-F238E27FC236}">
                <a16:creationId xmlns:a16="http://schemas.microsoft.com/office/drawing/2014/main" id="{AF520866-C220-447C-AD04-90EB5E6C4CB4}"/>
              </a:ext>
            </a:extLst>
          </p:cNvPr>
          <p:cNvSpPr>
            <a:spLocks noGrp="1"/>
          </p:cNvSpPr>
          <p:nvPr>
            <p:ph type="sldNum" sz="quarter" idx="10"/>
          </p:nvPr>
        </p:nvSpPr>
        <p:spPr/>
        <p:txBody>
          <a:bodyPr/>
          <a:lstStyle/>
          <a:p>
            <a:fld id="{68151E55-6873-49E2-B8D5-2F265E6F1973}" type="slidenum">
              <a:rPr lang="en-US" smtClean="0"/>
              <a:t>8</a:t>
            </a:fld>
            <a:endParaRPr lang="en-US"/>
          </a:p>
        </p:txBody>
      </p:sp>
    </p:spTree>
    <p:extLst>
      <p:ext uri="{BB962C8B-B14F-4D97-AF65-F5344CB8AC3E}">
        <p14:creationId xmlns:p14="http://schemas.microsoft.com/office/powerpoint/2010/main" val="158169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a:bodyPr>
          <a:lstStyle/>
          <a:p>
            <a:r>
              <a:rPr lang="en-US" sz="3600" dirty="0"/>
              <a:t>What is a P</a:t>
            </a:r>
            <a:r>
              <a:rPr lang="en-US" sz="100" dirty="0"/>
              <a:t> </a:t>
            </a:r>
            <a:r>
              <a:rPr lang="en-US" sz="3600" dirty="0"/>
              <a:t>D</a:t>
            </a:r>
            <a:r>
              <a:rPr lang="en-US" sz="100" dirty="0"/>
              <a:t> </a:t>
            </a:r>
            <a:r>
              <a:rPr lang="en-US" sz="3600" dirty="0"/>
              <a:t>F or a C</a:t>
            </a:r>
            <a:r>
              <a:rPr lang="en-US" sz="100" dirty="0"/>
              <a:t> </a:t>
            </a:r>
            <a:r>
              <a:rPr lang="en-US" sz="3600" dirty="0"/>
              <a:t>D</a:t>
            </a:r>
            <a:r>
              <a:rPr lang="en-US" sz="100" dirty="0"/>
              <a:t> </a:t>
            </a:r>
            <a:r>
              <a:rPr lang="en-US" sz="3600" dirty="0"/>
              <a:t>F?</a:t>
            </a:r>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595360" y="58343"/>
            <a:ext cx="502920" cy="1234440"/>
          </a:xfrm>
        </p:spPr>
        <p:txBody>
          <a:bodyPr vert="vert" rIns="0"/>
          <a:lstStyle/>
          <a:p>
            <a:pPr marL="1025525" indent="-1025525"/>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899" y="1274111"/>
            <a:ext cx="7362045" cy="404787"/>
          </a:xfrm>
        </p:spPr>
        <p:txBody>
          <a:bodyPr/>
          <a:lstStyle/>
          <a:p>
            <a:pPr marL="292608" indent="-292608">
              <a:buFont typeface="Arial" panose="020B0604020202020204" pitchFamily="34" charset="0"/>
              <a:buChar char="•"/>
            </a:pPr>
            <a:r>
              <a:rPr lang="en-US" sz="2000" dirty="0"/>
              <a:t>A </a:t>
            </a:r>
            <a:r>
              <a:rPr lang="en-US" sz="2000" b="1" dirty="0"/>
              <a:t>probability distribution function </a:t>
            </a:r>
            <a:r>
              <a:rPr lang="en-US" sz="2000" dirty="0"/>
              <a:t>(P</a:t>
            </a:r>
            <a:r>
              <a:rPr lang="en-US" sz="100" dirty="0"/>
              <a:t> </a:t>
            </a:r>
            <a:r>
              <a:rPr lang="en-US" sz="2000" dirty="0"/>
              <a:t>D</a:t>
            </a:r>
            <a:r>
              <a:rPr lang="en-US" sz="100" dirty="0"/>
              <a:t> </a:t>
            </a:r>
            <a:r>
              <a:rPr lang="en-US" sz="2000" dirty="0"/>
              <a:t>F) is a mathematical</a:t>
            </a:r>
          </a:p>
        </p:txBody>
      </p:sp>
      <p:sp>
        <p:nvSpPr>
          <p:cNvPr id="5" name="Content Placeholder 4">
            <a:extLst>
              <a:ext uri="{FF2B5EF4-FFF2-40B4-BE49-F238E27FC236}">
                <a16:creationId xmlns:a16="http://schemas.microsoft.com/office/drawing/2014/main" id="{4E0FAB43-4848-42D0-9628-68CD4E6F35D3}"/>
              </a:ext>
            </a:extLst>
          </p:cNvPr>
          <p:cNvSpPr>
            <a:spLocks noGrp="1"/>
          </p:cNvSpPr>
          <p:nvPr>
            <p:ph sz="quarter" idx="15"/>
          </p:nvPr>
        </p:nvSpPr>
        <p:spPr>
          <a:xfrm>
            <a:off x="342899" y="1751444"/>
            <a:ext cx="6222793" cy="332189"/>
          </a:xfrm>
        </p:spPr>
        <p:txBody>
          <a:bodyPr lIns="91440" tIns="0"/>
          <a:lstStyle/>
          <a:p>
            <a:pPr marL="292608"/>
            <a:r>
              <a:rPr lang="en-US" sz="2000" dirty="0"/>
              <a:t>function that shows the probability of each </a:t>
            </a:r>
            <a:r>
              <a:rPr lang="en-US" sz="2000" i="1" dirty="0"/>
              <a:t>X</a:t>
            </a:r>
            <a:r>
              <a:rPr lang="en-US" sz="2000" dirty="0"/>
              <a:t>-value,</a:t>
            </a:r>
          </a:p>
        </p:txBody>
      </p:sp>
      <p:graphicFrame>
        <p:nvGraphicFramePr>
          <p:cNvPr id="10" name="Object 9">
            <a:extLst>
              <a:ext uri="{FF2B5EF4-FFF2-40B4-BE49-F238E27FC236}">
                <a16:creationId xmlns:a16="http://schemas.microsoft.com/office/drawing/2014/main" id="{0B9A947A-9D09-49EC-950F-854106E9DD15}"/>
              </a:ext>
            </a:extLst>
          </p:cNvPr>
          <p:cNvGraphicFramePr>
            <a:graphicFrameLocks noChangeAspect="1"/>
          </p:cNvGraphicFramePr>
          <p:nvPr>
            <p:extLst>
              <p:ext uri="{D42A27DB-BD31-4B8C-83A1-F6EECF244321}">
                <p14:modId xmlns:p14="http://schemas.microsoft.com/office/powerpoint/2010/main" val="211539703"/>
              </p:ext>
            </p:extLst>
          </p:nvPr>
        </p:nvGraphicFramePr>
        <p:xfrm>
          <a:off x="6556375" y="1752600"/>
          <a:ext cx="1168400" cy="330200"/>
        </p:xfrm>
        <a:graphic>
          <a:graphicData uri="http://schemas.openxmlformats.org/presentationml/2006/ole">
            <mc:AlternateContent xmlns:mc="http://schemas.openxmlformats.org/markup-compatibility/2006">
              <mc:Choice xmlns:v="urn:schemas-microsoft-com:vml" Requires="v">
                <p:oleObj name="Equation" r:id="rId2" imgW="1168200" imgH="330120" progId="Equation.DSMT4">
                  <p:embed/>
                </p:oleObj>
              </mc:Choice>
              <mc:Fallback>
                <p:oleObj name="Equation" r:id="rId2" imgW="1168200" imgH="330120" progId="Equation.DSMT4">
                  <p:embed/>
                  <p:pic>
                    <p:nvPicPr>
                      <p:cNvPr id="0" name=""/>
                      <p:cNvPicPr/>
                      <p:nvPr/>
                    </p:nvPicPr>
                    <p:blipFill>
                      <a:blip r:embed="rId3"/>
                      <a:stretch>
                        <a:fillRect/>
                      </a:stretch>
                    </p:blipFill>
                    <p:spPr>
                      <a:xfrm>
                        <a:off x="6556375" y="1752600"/>
                        <a:ext cx="1168400" cy="3302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6959F964-781D-4897-A3E2-49001C8EE2AC}"/>
              </a:ext>
            </a:extLst>
          </p:cNvPr>
          <p:cNvSpPr>
            <a:spLocks noGrp="1"/>
          </p:cNvSpPr>
          <p:nvPr>
            <p:ph sz="quarter" idx="16"/>
          </p:nvPr>
        </p:nvSpPr>
        <p:spPr>
          <a:xfrm>
            <a:off x="342900" y="2209338"/>
            <a:ext cx="7517990" cy="346337"/>
          </a:xfrm>
        </p:spPr>
        <p:txBody>
          <a:bodyPr tIns="0"/>
          <a:lstStyle/>
          <a:p>
            <a:pPr marL="292608" indent="-292608">
              <a:buSzPct val="100000"/>
              <a:buFont typeface="Arial" panose="020B0604020202020204" pitchFamily="34" charset="0"/>
              <a:buChar char="•"/>
              <a:defRPr/>
            </a:pPr>
            <a:r>
              <a:rPr lang="en-US" sz="2000" dirty="0"/>
              <a:t>A </a:t>
            </a:r>
            <a:r>
              <a:rPr lang="en-US" sz="2000" b="1" dirty="0"/>
              <a:t>cumulative distribution function </a:t>
            </a:r>
            <a:r>
              <a:rPr lang="en-US" sz="2000" dirty="0"/>
              <a:t>(C</a:t>
            </a:r>
            <a:r>
              <a:rPr lang="en-US" sz="100" u="sng" dirty="0"/>
              <a:t> </a:t>
            </a:r>
            <a:r>
              <a:rPr lang="en-US" sz="2000" dirty="0"/>
              <a:t>D</a:t>
            </a:r>
            <a:r>
              <a:rPr lang="en-US" sz="100" dirty="0"/>
              <a:t> </a:t>
            </a:r>
            <a:r>
              <a:rPr lang="en-US" sz="2000" dirty="0"/>
              <a:t>F) is a mathematical</a:t>
            </a:r>
          </a:p>
        </p:txBody>
      </p:sp>
      <p:sp>
        <p:nvSpPr>
          <p:cNvPr id="7" name="Content Placeholder 6">
            <a:extLst>
              <a:ext uri="{FF2B5EF4-FFF2-40B4-BE49-F238E27FC236}">
                <a16:creationId xmlns:a16="http://schemas.microsoft.com/office/drawing/2014/main" id="{4C3C97C1-5831-4BD7-8297-75B179731E91}"/>
              </a:ext>
            </a:extLst>
          </p:cNvPr>
          <p:cNvSpPr>
            <a:spLocks noGrp="1"/>
          </p:cNvSpPr>
          <p:nvPr>
            <p:ph sz="quarter" idx="17"/>
          </p:nvPr>
        </p:nvSpPr>
        <p:spPr>
          <a:xfrm>
            <a:off x="342901" y="2597956"/>
            <a:ext cx="6702476" cy="325127"/>
          </a:xfrm>
        </p:spPr>
        <p:txBody>
          <a:bodyPr tIns="0"/>
          <a:lstStyle/>
          <a:p>
            <a:pPr marL="292608">
              <a:spcBef>
                <a:spcPts val="0"/>
              </a:spcBef>
              <a:buSzPct val="100000"/>
              <a:defRPr/>
            </a:pPr>
            <a:r>
              <a:rPr lang="en-US" sz="2000" dirty="0"/>
              <a:t>function that shows the cumulative sum of probabilities,</a:t>
            </a:r>
          </a:p>
        </p:txBody>
      </p:sp>
      <p:graphicFrame>
        <p:nvGraphicFramePr>
          <p:cNvPr id="11" name="Object 10">
            <a:extLst>
              <a:ext uri="{FF2B5EF4-FFF2-40B4-BE49-F238E27FC236}">
                <a16:creationId xmlns:a16="http://schemas.microsoft.com/office/drawing/2014/main" id="{2632BAFF-71F2-4167-B465-A97FF1D60B7F}"/>
              </a:ext>
            </a:extLst>
          </p:cNvPr>
          <p:cNvGraphicFramePr>
            <a:graphicFrameLocks noChangeAspect="1"/>
          </p:cNvGraphicFramePr>
          <p:nvPr>
            <p:extLst>
              <p:ext uri="{D42A27DB-BD31-4B8C-83A1-F6EECF244321}">
                <p14:modId xmlns:p14="http://schemas.microsoft.com/office/powerpoint/2010/main" val="3467396219"/>
              </p:ext>
            </p:extLst>
          </p:nvPr>
        </p:nvGraphicFramePr>
        <p:xfrm>
          <a:off x="7013575" y="2574925"/>
          <a:ext cx="1181100" cy="381000"/>
        </p:xfrm>
        <a:graphic>
          <a:graphicData uri="http://schemas.openxmlformats.org/presentationml/2006/ole">
            <mc:AlternateContent xmlns:mc="http://schemas.openxmlformats.org/markup-compatibility/2006">
              <mc:Choice xmlns:v="urn:schemas-microsoft-com:vml" Requires="v">
                <p:oleObj name="Equation" r:id="rId4" imgW="1180800" imgH="380880" progId="Equation.DSMT4">
                  <p:embed/>
                </p:oleObj>
              </mc:Choice>
              <mc:Fallback>
                <p:oleObj name="Equation" r:id="rId4" imgW="1180800" imgH="380880" progId="Equation.DSMT4">
                  <p:embed/>
                  <p:pic>
                    <p:nvPicPr>
                      <p:cNvPr id="0" name=""/>
                      <p:cNvPicPr/>
                      <p:nvPr/>
                    </p:nvPicPr>
                    <p:blipFill>
                      <a:blip r:embed="rId5"/>
                      <a:stretch>
                        <a:fillRect/>
                      </a:stretch>
                    </p:blipFill>
                    <p:spPr>
                      <a:xfrm>
                        <a:off x="7013575" y="2574925"/>
                        <a:ext cx="1181100" cy="3810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7CB09B2-92E6-46C0-92CF-38DA8CCB9337}"/>
              </a:ext>
            </a:extLst>
          </p:cNvPr>
          <p:cNvSpPr>
            <a:spLocks noGrp="1"/>
          </p:cNvSpPr>
          <p:nvPr>
            <p:ph sz="quarter" idx="18"/>
          </p:nvPr>
        </p:nvSpPr>
        <p:spPr>
          <a:xfrm>
            <a:off x="298654" y="2964620"/>
            <a:ext cx="7901931" cy="691132"/>
          </a:xfrm>
        </p:spPr>
        <p:txBody>
          <a:bodyPr lIns="91440" tIns="0" rIns="0"/>
          <a:lstStyle/>
          <a:p>
            <a:pPr marL="292608">
              <a:buSzPct val="100000"/>
              <a:defRPr/>
            </a:pPr>
            <a:r>
              <a:rPr lang="en-US" sz="2000" dirty="0"/>
              <a:t>adding from the smallest to the largest </a:t>
            </a:r>
            <a:r>
              <a:rPr lang="en-US" sz="2000" i="1" dirty="0"/>
              <a:t>X</a:t>
            </a:r>
            <a:r>
              <a:rPr lang="en-US" sz="2000" dirty="0"/>
              <a:t>-value, gradually approaching unity.</a:t>
            </a:r>
          </a:p>
        </p:txBody>
      </p:sp>
      <p:pic>
        <p:nvPicPr>
          <p:cNvPr id="12" name="Picture 11" descr="PDF and CDF histograms.">
            <a:extLst>
              <a:ext uri="{FF2B5EF4-FFF2-40B4-BE49-F238E27FC236}">
                <a16:creationId xmlns:a16="http://schemas.microsoft.com/office/drawing/2014/main" id="{5455E063-425E-4632-8B5C-568B74035F28}"/>
              </a:ext>
            </a:extLst>
          </p:cNvPr>
          <p:cNvPicPr>
            <a:picLocks noChangeAspect="1"/>
          </p:cNvPicPr>
          <p:nvPr/>
        </p:nvPicPr>
        <p:blipFill>
          <a:blip r:embed="rId6"/>
          <a:stretch>
            <a:fillRect/>
          </a:stretch>
        </p:blipFill>
        <p:spPr>
          <a:xfrm>
            <a:off x="1036014" y="3816289"/>
            <a:ext cx="7071973" cy="2117158"/>
          </a:xfrm>
          <a:prstGeom prst="rect">
            <a:avLst/>
          </a:prstGeom>
        </p:spPr>
      </p:pic>
      <p:sp>
        <p:nvSpPr>
          <p:cNvPr id="15" name="Text Placeholder 14">
            <a:extLst>
              <a:ext uri="{FF2B5EF4-FFF2-40B4-BE49-F238E27FC236}">
                <a16:creationId xmlns:a16="http://schemas.microsoft.com/office/drawing/2014/main" id="{0ACF0C90-F037-42A7-849E-D29249B3A1A5}"/>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785606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Expected Value</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595360" y="52594"/>
            <a:ext cx="502128" cy="1234440"/>
          </a:xfrm>
        </p:spPr>
        <p:txBody>
          <a:bodyPr vert="vert" rIns="0"/>
          <a:lstStyle/>
          <a:p>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1" y="1253612"/>
            <a:ext cx="3333360" cy="455267"/>
          </a:xfrm>
        </p:spPr>
        <p:txBody>
          <a:bodyPr/>
          <a:lstStyle/>
          <a:p>
            <a:pPr marL="292608" indent="-292608">
              <a:buFont typeface="Arial" panose="020B0604020202020204" pitchFamily="34" charset="0"/>
              <a:buChar char="•"/>
            </a:pPr>
            <a:r>
              <a:rPr lang="en-US" dirty="0"/>
              <a:t>The</a:t>
            </a:r>
            <a:r>
              <a:rPr lang="en-US" b="1" dirty="0"/>
              <a:t> expected value</a:t>
            </a:r>
          </a:p>
        </p:txBody>
      </p:sp>
      <p:graphicFrame>
        <p:nvGraphicFramePr>
          <p:cNvPr id="11" name="Object 10">
            <a:extLst>
              <a:ext uri="{FF2B5EF4-FFF2-40B4-BE49-F238E27FC236}">
                <a16:creationId xmlns:a16="http://schemas.microsoft.com/office/drawing/2014/main" id="{CA96D78A-52EA-4A34-B95E-336B3058F257}"/>
              </a:ext>
            </a:extLst>
          </p:cNvPr>
          <p:cNvGraphicFramePr>
            <a:graphicFrameLocks noChangeAspect="1"/>
          </p:cNvGraphicFramePr>
          <p:nvPr>
            <p:extLst>
              <p:ext uri="{D42A27DB-BD31-4B8C-83A1-F6EECF244321}">
                <p14:modId xmlns:p14="http://schemas.microsoft.com/office/powerpoint/2010/main" val="4045081287"/>
              </p:ext>
            </p:extLst>
          </p:nvPr>
        </p:nvGraphicFramePr>
        <p:xfrm>
          <a:off x="3570008" y="1308829"/>
          <a:ext cx="726440" cy="419100"/>
        </p:xfrm>
        <a:graphic>
          <a:graphicData uri="http://schemas.openxmlformats.org/presentationml/2006/ole">
            <mc:AlternateContent xmlns:mc="http://schemas.openxmlformats.org/markup-compatibility/2006">
              <mc:Choice xmlns:v="urn:schemas-microsoft-com:vml" Requires="v">
                <p:oleObj name="Equation" r:id="rId2" imgW="660240" imgH="380880" progId="Equation.DSMT4">
                  <p:embed/>
                </p:oleObj>
              </mc:Choice>
              <mc:Fallback>
                <p:oleObj name="Equation" r:id="rId2" imgW="660240" imgH="380880" progId="Equation.DSMT4">
                  <p:embed/>
                  <p:pic>
                    <p:nvPicPr>
                      <p:cNvPr id="0" name=""/>
                      <p:cNvPicPr/>
                      <p:nvPr/>
                    </p:nvPicPr>
                    <p:blipFill>
                      <a:blip r:embed="rId3"/>
                      <a:stretch>
                        <a:fillRect/>
                      </a:stretch>
                    </p:blipFill>
                    <p:spPr>
                      <a:xfrm>
                        <a:off x="3570008" y="1308829"/>
                        <a:ext cx="726440" cy="4191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424ABC7-6BE7-4221-929D-C9F3974156B3}"/>
              </a:ext>
            </a:extLst>
          </p:cNvPr>
          <p:cNvSpPr>
            <a:spLocks noGrp="1"/>
          </p:cNvSpPr>
          <p:nvPr>
            <p:ph sz="quarter" idx="15"/>
          </p:nvPr>
        </p:nvSpPr>
        <p:spPr>
          <a:xfrm>
            <a:off x="4345518" y="1259975"/>
            <a:ext cx="4123682" cy="448904"/>
          </a:xfrm>
        </p:spPr>
        <p:txBody>
          <a:bodyPr lIns="0" tIns="45720"/>
          <a:lstStyle/>
          <a:p>
            <a:r>
              <a:rPr lang="en-US" dirty="0"/>
              <a:t>of a discrete random variable</a:t>
            </a:r>
          </a:p>
        </p:txBody>
      </p:sp>
      <p:sp>
        <p:nvSpPr>
          <p:cNvPr id="6" name="Content Placeholder 5">
            <a:extLst>
              <a:ext uri="{FF2B5EF4-FFF2-40B4-BE49-F238E27FC236}">
                <a16:creationId xmlns:a16="http://schemas.microsoft.com/office/drawing/2014/main" id="{074C7A82-23BC-4D87-8784-66DA1AB69B48}"/>
              </a:ext>
            </a:extLst>
          </p:cNvPr>
          <p:cNvSpPr>
            <a:spLocks noGrp="1"/>
          </p:cNvSpPr>
          <p:nvPr>
            <p:ph sz="quarter" idx="16"/>
          </p:nvPr>
        </p:nvSpPr>
        <p:spPr>
          <a:xfrm>
            <a:off x="342900" y="1780432"/>
            <a:ext cx="8137423" cy="1292354"/>
          </a:xfrm>
        </p:spPr>
        <p:txBody>
          <a:bodyPr tIns="0"/>
          <a:lstStyle/>
          <a:p>
            <a:pPr marL="292608"/>
            <a:r>
              <a:rPr lang="en-US" dirty="0"/>
              <a:t>is the sum of all </a:t>
            </a:r>
            <a:r>
              <a:rPr lang="en-US" i="1" dirty="0"/>
              <a:t>X</a:t>
            </a:r>
            <a:r>
              <a:rPr lang="en-US" dirty="0"/>
              <a:t>-values weighted by their respective probabilities.</a:t>
            </a:r>
          </a:p>
          <a:p>
            <a:pPr marL="292608" indent="-292608">
              <a:buFont typeface="Arial" panose="020B0604020202020204" pitchFamily="34" charset="0"/>
              <a:buChar char="•"/>
            </a:pPr>
            <a:r>
              <a:rPr lang="en-US" dirty="0"/>
              <a:t>It is a measure of </a:t>
            </a:r>
            <a:r>
              <a:rPr lang="en-US" i="1" dirty="0"/>
              <a:t>center.</a:t>
            </a:r>
          </a:p>
        </p:txBody>
      </p:sp>
      <p:sp>
        <p:nvSpPr>
          <p:cNvPr id="7" name="Content Placeholder 6">
            <a:extLst>
              <a:ext uri="{FF2B5EF4-FFF2-40B4-BE49-F238E27FC236}">
                <a16:creationId xmlns:a16="http://schemas.microsoft.com/office/drawing/2014/main" id="{8B5AEC7B-FBB8-4E21-B8B2-F3E58C3315A1}"/>
              </a:ext>
            </a:extLst>
          </p:cNvPr>
          <p:cNvSpPr>
            <a:spLocks noGrp="1"/>
          </p:cNvSpPr>
          <p:nvPr>
            <p:ph sz="quarter" idx="17"/>
          </p:nvPr>
        </p:nvSpPr>
        <p:spPr>
          <a:xfrm>
            <a:off x="342900" y="3138108"/>
            <a:ext cx="4933638" cy="399572"/>
          </a:xfrm>
        </p:spPr>
        <p:txBody>
          <a:bodyPr tIns="0"/>
          <a:lstStyle/>
          <a:p>
            <a:pPr marL="292608" indent="-292608">
              <a:buFont typeface="Arial" panose="020B0604020202020204" pitchFamily="34" charset="0"/>
              <a:buChar char="•"/>
            </a:pPr>
            <a:r>
              <a:rPr lang="en-US" dirty="0"/>
              <a:t>If there are </a:t>
            </a:r>
            <a:r>
              <a:rPr lang="en-US" i="1" dirty="0"/>
              <a:t>N </a:t>
            </a:r>
            <a:r>
              <a:rPr lang="en-US" dirty="0"/>
              <a:t>distinct values of </a:t>
            </a:r>
            <a:r>
              <a:rPr lang="en-US" i="1" dirty="0"/>
              <a:t>X</a:t>
            </a:r>
            <a:endParaRPr lang="en-US" dirty="0"/>
          </a:p>
        </p:txBody>
      </p:sp>
      <p:graphicFrame>
        <p:nvGraphicFramePr>
          <p:cNvPr id="12" name="Object 11">
            <a:extLst>
              <a:ext uri="{FF2B5EF4-FFF2-40B4-BE49-F238E27FC236}">
                <a16:creationId xmlns:a16="http://schemas.microsoft.com/office/drawing/2014/main" id="{2D960FC5-E636-4545-9211-B41741DB5A1C}"/>
              </a:ext>
            </a:extLst>
          </p:cNvPr>
          <p:cNvGraphicFramePr>
            <a:graphicFrameLocks noChangeAspect="1"/>
          </p:cNvGraphicFramePr>
          <p:nvPr>
            <p:extLst>
              <p:ext uri="{D42A27DB-BD31-4B8C-83A1-F6EECF244321}">
                <p14:modId xmlns:p14="http://schemas.microsoft.com/office/powerpoint/2010/main" val="2027145415"/>
              </p:ext>
            </p:extLst>
          </p:nvPr>
        </p:nvGraphicFramePr>
        <p:xfrm>
          <a:off x="5322888" y="3067050"/>
          <a:ext cx="2228850" cy="484188"/>
        </p:xfrm>
        <a:graphic>
          <a:graphicData uri="http://schemas.openxmlformats.org/presentationml/2006/ole">
            <mc:AlternateContent xmlns:mc="http://schemas.openxmlformats.org/markup-compatibility/2006">
              <mc:Choice xmlns:v="urn:schemas-microsoft-com:vml" Requires="v">
                <p:oleObj name="Equation" r:id="rId4" imgW="1752480" imgH="380880" progId="Equation.DSMT4">
                  <p:embed/>
                </p:oleObj>
              </mc:Choice>
              <mc:Fallback>
                <p:oleObj name="Equation" r:id="rId4" imgW="1752480" imgH="380880" progId="Equation.DSMT4">
                  <p:embed/>
                  <p:pic>
                    <p:nvPicPr>
                      <p:cNvPr id="0" name=""/>
                      <p:cNvPicPr/>
                      <p:nvPr/>
                    </p:nvPicPr>
                    <p:blipFill>
                      <a:blip r:embed="rId5"/>
                      <a:stretch>
                        <a:fillRect/>
                      </a:stretch>
                    </p:blipFill>
                    <p:spPr>
                      <a:xfrm>
                        <a:off x="5322888" y="3067050"/>
                        <a:ext cx="2228850" cy="48418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E34F757-2614-4213-8229-3B35E6F93CB9}"/>
              </a:ext>
            </a:extLst>
          </p:cNvPr>
          <p:cNvSpPr>
            <a:spLocks noGrp="1"/>
          </p:cNvSpPr>
          <p:nvPr>
            <p:ph sz="quarter" idx="18"/>
          </p:nvPr>
        </p:nvSpPr>
        <p:spPr>
          <a:xfrm>
            <a:off x="7643110" y="3103352"/>
            <a:ext cx="556510" cy="469083"/>
          </a:xfrm>
        </p:spPr>
        <p:txBody>
          <a:bodyPr lIns="0" tIns="0"/>
          <a:lstStyle/>
          <a:p>
            <a:r>
              <a:rPr lang="en-US" dirty="0"/>
              <a:t>the</a:t>
            </a:r>
          </a:p>
        </p:txBody>
      </p:sp>
      <p:sp>
        <p:nvSpPr>
          <p:cNvPr id="9" name="Content Placeholder 8">
            <a:extLst>
              <a:ext uri="{FF2B5EF4-FFF2-40B4-BE49-F238E27FC236}">
                <a16:creationId xmlns:a16="http://schemas.microsoft.com/office/drawing/2014/main" id="{C2820DFD-527B-4F43-9729-D1316EB8E53F}"/>
              </a:ext>
            </a:extLst>
          </p:cNvPr>
          <p:cNvSpPr>
            <a:spLocks noGrp="1"/>
          </p:cNvSpPr>
          <p:nvPr>
            <p:ph sz="quarter" idx="19"/>
          </p:nvPr>
        </p:nvSpPr>
        <p:spPr>
          <a:xfrm>
            <a:off x="342901" y="3603910"/>
            <a:ext cx="3078031" cy="393766"/>
          </a:xfrm>
        </p:spPr>
        <p:txBody>
          <a:bodyPr lIns="91440" tIns="0" rIns="0" bIns="0"/>
          <a:lstStyle/>
          <a:p>
            <a:pPr marL="292608"/>
            <a:r>
              <a:rPr lang="en-US" dirty="0"/>
              <a:t>expected value is,</a:t>
            </a:r>
          </a:p>
        </p:txBody>
      </p:sp>
      <p:graphicFrame>
        <p:nvGraphicFramePr>
          <p:cNvPr id="13" name="Object 12">
            <a:extLst>
              <a:ext uri="{FF2B5EF4-FFF2-40B4-BE49-F238E27FC236}">
                <a16:creationId xmlns:a16="http://schemas.microsoft.com/office/drawing/2014/main" id="{4041DA17-D6E2-4B6C-8D37-C6315BB39AE7}"/>
              </a:ext>
            </a:extLst>
          </p:cNvPr>
          <p:cNvGraphicFramePr>
            <a:graphicFrameLocks noChangeAspect="1"/>
          </p:cNvGraphicFramePr>
          <p:nvPr>
            <p:extLst>
              <p:ext uri="{D42A27DB-BD31-4B8C-83A1-F6EECF244321}">
                <p14:modId xmlns:p14="http://schemas.microsoft.com/office/powerpoint/2010/main" val="1614690844"/>
              </p:ext>
            </p:extLst>
          </p:nvPr>
        </p:nvGraphicFramePr>
        <p:xfrm>
          <a:off x="3236913" y="4281488"/>
          <a:ext cx="2670175" cy="754062"/>
        </p:xfrm>
        <a:graphic>
          <a:graphicData uri="http://schemas.openxmlformats.org/presentationml/2006/ole">
            <mc:AlternateContent xmlns:mc="http://schemas.openxmlformats.org/markup-compatibility/2006">
              <mc:Choice xmlns:v="urn:schemas-microsoft-com:vml" Requires="v">
                <p:oleObj name="Equation" r:id="rId6" imgW="2425680" imgH="685800" progId="Equation.DSMT4">
                  <p:embed/>
                </p:oleObj>
              </mc:Choice>
              <mc:Fallback>
                <p:oleObj name="Equation" r:id="rId6" imgW="2425680" imgH="685800" progId="Equation.DSMT4">
                  <p:embed/>
                  <p:pic>
                    <p:nvPicPr>
                      <p:cNvPr id="0" name=""/>
                      <p:cNvPicPr/>
                      <p:nvPr/>
                    </p:nvPicPr>
                    <p:blipFill>
                      <a:blip r:embed="rId7"/>
                      <a:stretch>
                        <a:fillRect/>
                      </a:stretch>
                    </p:blipFill>
                    <p:spPr>
                      <a:xfrm>
                        <a:off x="3236913" y="4281488"/>
                        <a:ext cx="2670175" cy="754062"/>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941554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a:bodyPr>
          <a:lstStyle/>
          <a:p>
            <a:r>
              <a:rPr lang="en-US" sz="3600" dirty="0"/>
              <a:t>Example: Service Calls </a:t>
            </a:r>
            <a:r>
              <a:rPr lang="en-US" sz="1000" b="0" dirty="0"/>
              <a:t>1</a:t>
            </a:r>
            <a:endParaRPr lang="en-US" sz="1000" dirty="0"/>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594621" y="58343"/>
            <a:ext cx="501445" cy="1230516"/>
          </a:xfrm>
        </p:spPr>
        <p:txBody>
          <a:bodyPr vert="vert" rIns="0"/>
          <a:lstStyle/>
          <a:p>
            <a:pPr marL="1025525" indent="-1025525"/>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899" y="1274111"/>
            <a:ext cx="7826740" cy="1034374"/>
          </a:xfrm>
        </p:spPr>
        <p:txBody>
          <a:bodyPr/>
          <a:lstStyle/>
          <a:p>
            <a:pPr marL="292608" indent="-292608">
              <a:buFont typeface="Arial" panose="020B0604020202020204" pitchFamily="34" charset="0"/>
              <a:buChar char="•"/>
            </a:pPr>
            <a:r>
              <a:rPr lang="en-IN" sz="2000" dirty="0"/>
              <a:t>The distribution of Sunday emergency service calls by Ace Appliance Repair is shown in Table 6.2. The probabilities sum to 1, as must be true for any probability distribution.</a:t>
            </a:r>
          </a:p>
        </p:txBody>
      </p:sp>
      <p:graphicFrame>
        <p:nvGraphicFramePr>
          <p:cNvPr id="13" name="Table 13">
            <a:extLst>
              <a:ext uri="{FF2B5EF4-FFF2-40B4-BE49-F238E27FC236}">
                <a16:creationId xmlns:a16="http://schemas.microsoft.com/office/drawing/2014/main" id="{1F9CF92D-D1C6-4D2C-9658-4D51F410F6DE}"/>
              </a:ext>
            </a:extLst>
          </p:cNvPr>
          <p:cNvGraphicFramePr>
            <a:graphicFrameLocks noGrp="1"/>
          </p:cNvGraphicFramePr>
          <p:nvPr>
            <p:extLst>
              <p:ext uri="{D42A27DB-BD31-4B8C-83A1-F6EECF244321}">
                <p14:modId xmlns:p14="http://schemas.microsoft.com/office/powerpoint/2010/main" val="1772469345"/>
              </p:ext>
            </p:extLst>
          </p:nvPr>
        </p:nvGraphicFramePr>
        <p:xfrm>
          <a:off x="1976587" y="2431320"/>
          <a:ext cx="5250789" cy="2966720"/>
        </p:xfrm>
        <a:graphic>
          <a:graphicData uri="http://schemas.openxmlformats.org/drawingml/2006/table">
            <a:tbl>
              <a:tblPr firstRow="1" bandRow="1">
                <a:tableStyleId>{5C22544A-7EE6-4342-B048-85BDC9FD1C3A}</a:tableStyleId>
              </a:tblPr>
              <a:tblGrid>
                <a:gridCol w="1750263">
                  <a:extLst>
                    <a:ext uri="{9D8B030D-6E8A-4147-A177-3AD203B41FA5}">
                      <a16:colId xmlns:a16="http://schemas.microsoft.com/office/drawing/2014/main" val="486232471"/>
                    </a:ext>
                  </a:extLst>
                </a:gridCol>
                <a:gridCol w="1750263">
                  <a:extLst>
                    <a:ext uri="{9D8B030D-6E8A-4147-A177-3AD203B41FA5}">
                      <a16:colId xmlns:a16="http://schemas.microsoft.com/office/drawing/2014/main" val="255851907"/>
                    </a:ext>
                  </a:extLst>
                </a:gridCol>
                <a:gridCol w="1750263">
                  <a:extLst>
                    <a:ext uri="{9D8B030D-6E8A-4147-A177-3AD203B41FA5}">
                      <a16:colId xmlns:a16="http://schemas.microsoft.com/office/drawing/2014/main" val="1820381507"/>
                    </a:ext>
                  </a:extLst>
                </a:gridCol>
              </a:tblGrid>
              <a:tr h="370840">
                <a:tc>
                  <a:txBody>
                    <a:bodyPr/>
                    <a:lstStyle/>
                    <a:p>
                      <a:pPr algn="ctr" fontAlgn="t"/>
                      <a:endParaRPr lang="en-US" sz="1800" b="1" i="1" u="none" strike="noStrike" dirty="0">
                        <a:effectLst/>
                        <a:latin typeface="+mn-lt"/>
                        <a:cs typeface="Times New Roman" panose="02020603050405020304" pitchFamily="18" charset="0"/>
                      </a:endParaRPr>
                    </a:p>
                  </a:txBody>
                  <a:tcPr marL="78762" marR="78762"/>
                </a:tc>
                <a:tc>
                  <a:txBody>
                    <a:bodyPr/>
                    <a:lstStyle/>
                    <a:p>
                      <a:pPr algn="ctr" fontAlgn="t"/>
                      <a:endParaRPr lang="en-US" sz="1800" b="1" i="1" u="none" strike="noStrike" dirty="0">
                        <a:effectLst/>
                        <a:latin typeface="+mn-lt"/>
                        <a:cs typeface="Times New Roman" panose="02020603050405020304" pitchFamily="18" charset="0"/>
                      </a:endParaRPr>
                    </a:p>
                  </a:txBody>
                  <a:tcPr marL="78762" marR="78762"/>
                </a:tc>
                <a:tc>
                  <a:txBody>
                    <a:bodyPr/>
                    <a:lstStyle/>
                    <a:p>
                      <a:pPr algn="ctr" fontAlgn="t"/>
                      <a:endParaRPr lang="en-US" sz="1800" b="1" i="1"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359242476"/>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1880666571"/>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2838272364"/>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4110877107"/>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2032777611"/>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2909540183"/>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sng" strike="noStrike" dirty="0">
                        <a:effectLst/>
                        <a:latin typeface="+mn-lt"/>
                        <a:cs typeface="Times New Roman" panose="02020603050405020304" pitchFamily="18" charset="0"/>
                      </a:endParaRPr>
                    </a:p>
                  </a:txBody>
                  <a:tcPr marL="78762" marR="78762"/>
                </a:tc>
                <a:tc>
                  <a:txBody>
                    <a:bodyPr/>
                    <a:lstStyle/>
                    <a:p>
                      <a:pPr algn="ctr" fontAlgn="t"/>
                      <a:endParaRPr lang="en-US" sz="1800" b="0" i="0" u="sng"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3733606996"/>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tc>
                  <a:txBody>
                    <a:bodyPr/>
                    <a:lstStyle/>
                    <a:p>
                      <a:pPr algn="ctr" fontAlgn="t"/>
                      <a:endParaRPr lang="en-US" sz="1800" b="0" i="0" u="none" strike="noStrike" dirty="0">
                        <a:effectLst/>
                        <a:latin typeface="+mn-lt"/>
                        <a:cs typeface="Times New Roman" panose="02020603050405020304" pitchFamily="18" charset="0"/>
                      </a:endParaRPr>
                    </a:p>
                  </a:txBody>
                  <a:tcPr marL="78762" marR="78762"/>
                </a:tc>
                <a:extLst>
                  <a:ext uri="{0D108BD9-81ED-4DB2-BD59-A6C34878D82A}">
                    <a16:rowId xmlns:a16="http://schemas.microsoft.com/office/drawing/2014/main" val="3784329071"/>
                  </a:ext>
                </a:extLst>
              </a:tr>
            </a:tbl>
          </a:graphicData>
        </a:graphic>
      </p:graphicFrame>
      <p:graphicFrame>
        <p:nvGraphicFramePr>
          <p:cNvPr id="6" name="Object 5">
            <a:extLst>
              <a:ext uri="{FF2B5EF4-FFF2-40B4-BE49-F238E27FC236}">
                <a16:creationId xmlns:a16="http://schemas.microsoft.com/office/drawing/2014/main" id="{01278B6F-A01B-4249-A96E-5A3DDC691E92}"/>
              </a:ext>
            </a:extLst>
          </p:cNvPr>
          <p:cNvGraphicFramePr>
            <a:graphicFrameLocks noChangeAspect="1"/>
          </p:cNvGraphicFramePr>
          <p:nvPr>
            <p:extLst>
              <p:ext uri="{D42A27DB-BD31-4B8C-83A1-F6EECF244321}">
                <p14:modId xmlns:p14="http://schemas.microsoft.com/office/powerpoint/2010/main" val="2575081413"/>
              </p:ext>
            </p:extLst>
          </p:nvPr>
        </p:nvGraphicFramePr>
        <p:xfrm>
          <a:off x="2740025" y="2537019"/>
          <a:ext cx="203200" cy="190500"/>
        </p:xfrm>
        <a:graphic>
          <a:graphicData uri="http://schemas.openxmlformats.org/presentationml/2006/ole">
            <mc:AlternateContent xmlns:mc="http://schemas.openxmlformats.org/markup-compatibility/2006">
              <mc:Choice xmlns:v="urn:schemas-microsoft-com:vml" Requires="v">
                <p:oleObj name="Equation" r:id="rId2" imgW="203040" imgH="190440" progId="Equation.DSMT4">
                  <p:embed/>
                </p:oleObj>
              </mc:Choice>
              <mc:Fallback>
                <p:oleObj name="Equation" r:id="rId2" imgW="203040" imgH="190440" progId="Equation.DSMT4">
                  <p:embed/>
                  <p:pic>
                    <p:nvPicPr>
                      <p:cNvPr id="0" name=""/>
                      <p:cNvPicPr/>
                      <p:nvPr/>
                    </p:nvPicPr>
                    <p:blipFill>
                      <a:blip r:embed="rId3"/>
                      <a:stretch>
                        <a:fillRect/>
                      </a:stretch>
                    </p:blipFill>
                    <p:spPr>
                      <a:xfrm>
                        <a:off x="2740025" y="2537019"/>
                        <a:ext cx="203200" cy="1905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8BC4911B-7149-4B24-A36C-2BBB48230D25}"/>
              </a:ext>
            </a:extLst>
          </p:cNvPr>
          <p:cNvGraphicFramePr>
            <a:graphicFrameLocks noChangeAspect="1"/>
          </p:cNvGraphicFramePr>
          <p:nvPr>
            <p:extLst>
              <p:ext uri="{D42A27DB-BD31-4B8C-83A1-F6EECF244321}">
                <p14:modId xmlns:p14="http://schemas.microsoft.com/office/powerpoint/2010/main" val="4076561240"/>
              </p:ext>
            </p:extLst>
          </p:nvPr>
        </p:nvGraphicFramePr>
        <p:xfrm>
          <a:off x="4343851" y="2479447"/>
          <a:ext cx="503802" cy="314876"/>
        </p:xfrm>
        <a:graphic>
          <a:graphicData uri="http://schemas.openxmlformats.org/presentationml/2006/ole">
            <mc:AlternateContent xmlns:mc="http://schemas.openxmlformats.org/markup-compatibility/2006">
              <mc:Choice xmlns:v="urn:schemas-microsoft-com:vml" Requires="v">
                <p:oleObj name="Equation" r:id="rId4" imgW="609480" imgH="380880" progId="Equation.DSMT4">
                  <p:embed/>
                </p:oleObj>
              </mc:Choice>
              <mc:Fallback>
                <p:oleObj name="Equation" r:id="rId4" imgW="609480" imgH="380880" progId="Equation.DSMT4">
                  <p:embed/>
                  <p:pic>
                    <p:nvPicPr>
                      <p:cNvPr id="0" name=""/>
                      <p:cNvPicPr/>
                      <p:nvPr/>
                    </p:nvPicPr>
                    <p:blipFill>
                      <a:blip r:embed="rId5"/>
                      <a:stretch>
                        <a:fillRect/>
                      </a:stretch>
                    </p:blipFill>
                    <p:spPr>
                      <a:xfrm>
                        <a:off x="4343851" y="2479447"/>
                        <a:ext cx="503802" cy="314876"/>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12BBE502-F7D9-448C-B3D9-F6C49F84A0DC}"/>
              </a:ext>
            </a:extLst>
          </p:cNvPr>
          <p:cNvGraphicFramePr>
            <a:graphicFrameLocks noChangeAspect="1"/>
          </p:cNvGraphicFramePr>
          <p:nvPr>
            <p:extLst>
              <p:ext uri="{D42A27DB-BD31-4B8C-83A1-F6EECF244321}">
                <p14:modId xmlns:p14="http://schemas.microsoft.com/office/powerpoint/2010/main" val="1005031161"/>
              </p:ext>
            </p:extLst>
          </p:nvPr>
        </p:nvGraphicFramePr>
        <p:xfrm>
          <a:off x="5981700" y="2432050"/>
          <a:ext cx="736600" cy="381000"/>
        </p:xfrm>
        <a:graphic>
          <a:graphicData uri="http://schemas.openxmlformats.org/presentationml/2006/ole">
            <mc:AlternateContent xmlns:mc="http://schemas.openxmlformats.org/markup-compatibility/2006">
              <mc:Choice xmlns:v="urn:schemas-microsoft-com:vml" Requires="v">
                <p:oleObj name="Equation" r:id="rId6" imgW="736560" imgH="380880" progId="Equation.DSMT4">
                  <p:embed/>
                </p:oleObj>
              </mc:Choice>
              <mc:Fallback>
                <p:oleObj name="Equation" r:id="rId6" imgW="736560" imgH="380880" progId="Equation.DSMT4">
                  <p:embed/>
                  <p:pic>
                    <p:nvPicPr>
                      <p:cNvPr id="0" name=""/>
                      <p:cNvPicPr/>
                      <p:nvPr/>
                    </p:nvPicPr>
                    <p:blipFill>
                      <a:blip r:embed="rId7"/>
                      <a:stretch>
                        <a:fillRect/>
                      </a:stretch>
                    </p:blipFill>
                    <p:spPr>
                      <a:xfrm>
                        <a:off x="5981700" y="2432050"/>
                        <a:ext cx="736600" cy="381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A35D89E3-CD98-4FA3-B53E-835F57EAFF5E}"/>
              </a:ext>
            </a:extLst>
          </p:cNvPr>
          <p:cNvGraphicFramePr>
            <a:graphicFrameLocks noChangeAspect="1"/>
          </p:cNvGraphicFramePr>
          <p:nvPr>
            <p:extLst>
              <p:ext uri="{D42A27DB-BD31-4B8C-83A1-F6EECF244321}">
                <p14:modId xmlns:p14="http://schemas.microsoft.com/office/powerpoint/2010/main" val="4255429375"/>
              </p:ext>
            </p:extLst>
          </p:nvPr>
        </p:nvGraphicFramePr>
        <p:xfrm>
          <a:off x="2708613" y="2870198"/>
          <a:ext cx="165100" cy="241300"/>
        </p:xfrm>
        <a:graphic>
          <a:graphicData uri="http://schemas.openxmlformats.org/presentationml/2006/ole">
            <mc:AlternateContent xmlns:mc="http://schemas.openxmlformats.org/markup-compatibility/2006">
              <mc:Choice xmlns:v="urn:schemas-microsoft-com:vml" Requires="v">
                <p:oleObj name="Equation" r:id="rId8" imgW="164880" imgH="241200" progId="Equation.DSMT4">
                  <p:embed/>
                </p:oleObj>
              </mc:Choice>
              <mc:Fallback>
                <p:oleObj name="Equation" r:id="rId8" imgW="164880" imgH="241200" progId="Equation.DSMT4">
                  <p:embed/>
                  <p:pic>
                    <p:nvPicPr>
                      <p:cNvPr id="0" name=""/>
                      <p:cNvPicPr/>
                      <p:nvPr/>
                    </p:nvPicPr>
                    <p:blipFill>
                      <a:blip r:embed="rId9"/>
                      <a:stretch>
                        <a:fillRect/>
                      </a:stretch>
                    </p:blipFill>
                    <p:spPr>
                      <a:xfrm>
                        <a:off x="2708613" y="2870198"/>
                        <a:ext cx="165100" cy="2413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E65271D6-25BE-43F0-ADDD-9A8F2E8294B6}"/>
              </a:ext>
            </a:extLst>
          </p:cNvPr>
          <p:cNvGraphicFramePr>
            <a:graphicFrameLocks noChangeAspect="1"/>
          </p:cNvGraphicFramePr>
          <p:nvPr>
            <p:extLst>
              <p:ext uri="{D42A27DB-BD31-4B8C-83A1-F6EECF244321}">
                <p14:modId xmlns:p14="http://schemas.microsoft.com/office/powerpoint/2010/main" val="2481523242"/>
              </p:ext>
            </p:extLst>
          </p:nvPr>
        </p:nvGraphicFramePr>
        <p:xfrm>
          <a:off x="4326644" y="2849126"/>
          <a:ext cx="482600" cy="241300"/>
        </p:xfrm>
        <a:graphic>
          <a:graphicData uri="http://schemas.openxmlformats.org/presentationml/2006/ole">
            <mc:AlternateContent xmlns:mc="http://schemas.openxmlformats.org/markup-compatibility/2006">
              <mc:Choice xmlns:v="urn:schemas-microsoft-com:vml" Requires="v">
                <p:oleObj name="Equation" r:id="rId10" imgW="482400" imgH="241200" progId="Equation.DSMT4">
                  <p:embed/>
                </p:oleObj>
              </mc:Choice>
              <mc:Fallback>
                <p:oleObj name="Equation" r:id="rId10" imgW="482400" imgH="241200" progId="Equation.DSMT4">
                  <p:embed/>
                  <p:pic>
                    <p:nvPicPr>
                      <p:cNvPr id="0" name=""/>
                      <p:cNvPicPr/>
                      <p:nvPr/>
                    </p:nvPicPr>
                    <p:blipFill>
                      <a:blip r:embed="rId11"/>
                      <a:stretch>
                        <a:fillRect/>
                      </a:stretch>
                    </p:blipFill>
                    <p:spPr>
                      <a:xfrm>
                        <a:off x="4326644" y="2849126"/>
                        <a:ext cx="482600" cy="2413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1A1969C-5B0D-4FF1-80E6-5E8FD2758C80}"/>
              </a:ext>
            </a:extLst>
          </p:cNvPr>
          <p:cNvGraphicFramePr>
            <a:graphicFrameLocks noChangeAspect="1"/>
          </p:cNvGraphicFramePr>
          <p:nvPr>
            <p:extLst>
              <p:ext uri="{D42A27DB-BD31-4B8C-83A1-F6EECF244321}">
                <p14:modId xmlns:p14="http://schemas.microsoft.com/office/powerpoint/2010/main" val="229961381"/>
              </p:ext>
            </p:extLst>
          </p:nvPr>
        </p:nvGraphicFramePr>
        <p:xfrm>
          <a:off x="6109116" y="2870198"/>
          <a:ext cx="482600" cy="241300"/>
        </p:xfrm>
        <a:graphic>
          <a:graphicData uri="http://schemas.openxmlformats.org/presentationml/2006/ole">
            <mc:AlternateContent xmlns:mc="http://schemas.openxmlformats.org/markup-compatibility/2006">
              <mc:Choice xmlns:v="urn:schemas-microsoft-com:vml" Requires="v">
                <p:oleObj name="Equation" r:id="rId12" imgW="482400" imgH="241200" progId="Equation.DSMT4">
                  <p:embed/>
                </p:oleObj>
              </mc:Choice>
              <mc:Fallback>
                <p:oleObj name="Equation" r:id="rId12" imgW="482400" imgH="241200" progId="Equation.DSMT4">
                  <p:embed/>
                  <p:pic>
                    <p:nvPicPr>
                      <p:cNvPr id="0" name=""/>
                      <p:cNvPicPr/>
                      <p:nvPr/>
                    </p:nvPicPr>
                    <p:blipFill>
                      <a:blip r:embed="rId13"/>
                      <a:stretch>
                        <a:fillRect/>
                      </a:stretch>
                    </p:blipFill>
                    <p:spPr>
                      <a:xfrm>
                        <a:off x="6109116" y="2870198"/>
                        <a:ext cx="482600" cy="2413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EEF2D6D-B008-43CD-8FFA-87E0ADE86B37}"/>
              </a:ext>
            </a:extLst>
          </p:cNvPr>
          <p:cNvGraphicFramePr>
            <a:graphicFrameLocks noChangeAspect="1"/>
          </p:cNvGraphicFramePr>
          <p:nvPr>
            <p:extLst>
              <p:ext uri="{D42A27DB-BD31-4B8C-83A1-F6EECF244321}">
                <p14:modId xmlns:p14="http://schemas.microsoft.com/office/powerpoint/2010/main" val="2362813173"/>
              </p:ext>
            </p:extLst>
          </p:nvPr>
        </p:nvGraphicFramePr>
        <p:xfrm>
          <a:off x="2770584" y="3250675"/>
          <a:ext cx="114300" cy="228600"/>
        </p:xfrm>
        <a:graphic>
          <a:graphicData uri="http://schemas.openxmlformats.org/presentationml/2006/ole">
            <mc:AlternateContent xmlns:mc="http://schemas.openxmlformats.org/markup-compatibility/2006">
              <mc:Choice xmlns:v="urn:schemas-microsoft-com:vml" Requires="v">
                <p:oleObj name="Equation" r:id="rId14" imgW="114120" imgH="228600" progId="Equation.DSMT4">
                  <p:embed/>
                </p:oleObj>
              </mc:Choice>
              <mc:Fallback>
                <p:oleObj name="Equation" r:id="rId14" imgW="114120" imgH="228600" progId="Equation.DSMT4">
                  <p:embed/>
                  <p:pic>
                    <p:nvPicPr>
                      <p:cNvPr id="0" name=""/>
                      <p:cNvPicPr/>
                      <p:nvPr/>
                    </p:nvPicPr>
                    <p:blipFill>
                      <a:blip r:embed="rId15"/>
                      <a:stretch>
                        <a:fillRect/>
                      </a:stretch>
                    </p:blipFill>
                    <p:spPr>
                      <a:xfrm>
                        <a:off x="2770584" y="3250675"/>
                        <a:ext cx="114300" cy="2286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F4A3222-912B-4568-86E7-8AE30566E10E}"/>
              </a:ext>
            </a:extLst>
          </p:cNvPr>
          <p:cNvGraphicFramePr>
            <a:graphicFrameLocks noChangeAspect="1"/>
          </p:cNvGraphicFramePr>
          <p:nvPr>
            <p:extLst>
              <p:ext uri="{D42A27DB-BD31-4B8C-83A1-F6EECF244321}">
                <p14:modId xmlns:p14="http://schemas.microsoft.com/office/powerpoint/2010/main" val="3666208980"/>
              </p:ext>
            </p:extLst>
          </p:nvPr>
        </p:nvGraphicFramePr>
        <p:xfrm>
          <a:off x="4317355" y="3259583"/>
          <a:ext cx="482600" cy="241300"/>
        </p:xfrm>
        <a:graphic>
          <a:graphicData uri="http://schemas.openxmlformats.org/presentationml/2006/ole">
            <mc:AlternateContent xmlns:mc="http://schemas.openxmlformats.org/markup-compatibility/2006">
              <mc:Choice xmlns:v="urn:schemas-microsoft-com:vml" Requires="v">
                <p:oleObj name="Equation" r:id="rId16" imgW="482400" imgH="241200" progId="Equation.DSMT4">
                  <p:embed/>
                </p:oleObj>
              </mc:Choice>
              <mc:Fallback>
                <p:oleObj name="Equation" r:id="rId16" imgW="482400" imgH="241200" progId="Equation.DSMT4">
                  <p:embed/>
                  <p:pic>
                    <p:nvPicPr>
                      <p:cNvPr id="0" name=""/>
                      <p:cNvPicPr/>
                      <p:nvPr/>
                    </p:nvPicPr>
                    <p:blipFill>
                      <a:blip r:embed="rId17"/>
                      <a:stretch>
                        <a:fillRect/>
                      </a:stretch>
                    </p:blipFill>
                    <p:spPr>
                      <a:xfrm>
                        <a:off x="4317355" y="3259583"/>
                        <a:ext cx="482600" cy="2413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3415D4CB-E6BB-40B9-A7FB-682B266BBF09}"/>
              </a:ext>
            </a:extLst>
          </p:cNvPr>
          <p:cNvGraphicFramePr>
            <a:graphicFrameLocks noChangeAspect="1"/>
          </p:cNvGraphicFramePr>
          <p:nvPr>
            <p:extLst>
              <p:ext uri="{D42A27DB-BD31-4B8C-83A1-F6EECF244321}">
                <p14:modId xmlns:p14="http://schemas.microsoft.com/office/powerpoint/2010/main" val="2726116293"/>
              </p:ext>
            </p:extLst>
          </p:nvPr>
        </p:nvGraphicFramePr>
        <p:xfrm>
          <a:off x="6109116" y="3231878"/>
          <a:ext cx="482600" cy="241300"/>
        </p:xfrm>
        <a:graphic>
          <a:graphicData uri="http://schemas.openxmlformats.org/presentationml/2006/ole">
            <mc:AlternateContent xmlns:mc="http://schemas.openxmlformats.org/markup-compatibility/2006">
              <mc:Choice xmlns:v="urn:schemas-microsoft-com:vml" Requires="v">
                <p:oleObj name="Equation" r:id="rId18" imgW="482400" imgH="241200" progId="Equation.DSMT4">
                  <p:embed/>
                </p:oleObj>
              </mc:Choice>
              <mc:Fallback>
                <p:oleObj name="Equation" r:id="rId18" imgW="482400" imgH="241200" progId="Equation.DSMT4">
                  <p:embed/>
                  <p:pic>
                    <p:nvPicPr>
                      <p:cNvPr id="0" name=""/>
                      <p:cNvPicPr/>
                      <p:nvPr/>
                    </p:nvPicPr>
                    <p:blipFill>
                      <a:blip r:embed="rId19"/>
                      <a:stretch>
                        <a:fillRect/>
                      </a:stretch>
                    </p:blipFill>
                    <p:spPr>
                      <a:xfrm>
                        <a:off x="6109116" y="3231878"/>
                        <a:ext cx="482600" cy="2413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72D60C4-59D3-47A2-9E2D-F796F135D4B1}"/>
              </a:ext>
            </a:extLst>
          </p:cNvPr>
          <p:cNvGraphicFramePr>
            <a:graphicFrameLocks noChangeAspect="1"/>
          </p:cNvGraphicFramePr>
          <p:nvPr>
            <p:extLst>
              <p:ext uri="{D42A27DB-BD31-4B8C-83A1-F6EECF244321}">
                <p14:modId xmlns:p14="http://schemas.microsoft.com/office/powerpoint/2010/main" val="2894930655"/>
              </p:ext>
            </p:extLst>
          </p:nvPr>
        </p:nvGraphicFramePr>
        <p:xfrm>
          <a:off x="2745179" y="3625432"/>
          <a:ext cx="165100" cy="228600"/>
        </p:xfrm>
        <a:graphic>
          <a:graphicData uri="http://schemas.openxmlformats.org/presentationml/2006/ole">
            <mc:AlternateContent xmlns:mc="http://schemas.openxmlformats.org/markup-compatibility/2006">
              <mc:Choice xmlns:v="urn:schemas-microsoft-com:vml" Requires="v">
                <p:oleObj name="Equation" r:id="rId20" imgW="164880" imgH="228600" progId="Equation.DSMT4">
                  <p:embed/>
                </p:oleObj>
              </mc:Choice>
              <mc:Fallback>
                <p:oleObj name="Equation" r:id="rId20" imgW="164880" imgH="228600" progId="Equation.DSMT4">
                  <p:embed/>
                  <p:pic>
                    <p:nvPicPr>
                      <p:cNvPr id="0" name=""/>
                      <p:cNvPicPr/>
                      <p:nvPr/>
                    </p:nvPicPr>
                    <p:blipFill>
                      <a:blip r:embed="rId21"/>
                      <a:stretch>
                        <a:fillRect/>
                      </a:stretch>
                    </p:blipFill>
                    <p:spPr>
                      <a:xfrm>
                        <a:off x="2745179" y="3625432"/>
                        <a:ext cx="165100" cy="2286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96264D6E-B356-47C4-B7D5-E94F27B74C4A}"/>
              </a:ext>
            </a:extLst>
          </p:cNvPr>
          <p:cNvGraphicFramePr>
            <a:graphicFrameLocks noChangeAspect="1"/>
          </p:cNvGraphicFramePr>
          <p:nvPr>
            <p:extLst>
              <p:ext uri="{D42A27DB-BD31-4B8C-83A1-F6EECF244321}">
                <p14:modId xmlns:p14="http://schemas.microsoft.com/office/powerpoint/2010/main" val="1181908239"/>
              </p:ext>
            </p:extLst>
          </p:nvPr>
        </p:nvGraphicFramePr>
        <p:xfrm>
          <a:off x="4326644" y="3621263"/>
          <a:ext cx="482600" cy="241300"/>
        </p:xfrm>
        <a:graphic>
          <a:graphicData uri="http://schemas.openxmlformats.org/presentationml/2006/ole">
            <mc:AlternateContent xmlns:mc="http://schemas.openxmlformats.org/markup-compatibility/2006">
              <mc:Choice xmlns:v="urn:schemas-microsoft-com:vml" Requires="v">
                <p:oleObj name="Equation" r:id="rId22" imgW="482400" imgH="241200" progId="Equation.DSMT4">
                  <p:embed/>
                </p:oleObj>
              </mc:Choice>
              <mc:Fallback>
                <p:oleObj name="Equation" r:id="rId22" imgW="482400" imgH="241200" progId="Equation.DSMT4">
                  <p:embed/>
                  <p:pic>
                    <p:nvPicPr>
                      <p:cNvPr id="0" name=""/>
                      <p:cNvPicPr/>
                      <p:nvPr/>
                    </p:nvPicPr>
                    <p:blipFill>
                      <a:blip r:embed="rId23"/>
                      <a:stretch>
                        <a:fillRect/>
                      </a:stretch>
                    </p:blipFill>
                    <p:spPr>
                      <a:xfrm>
                        <a:off x="4326644" y="3621263"/>
                        <a:ext cx="482600" cy="2413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4CC9D7FD-DC59-4A86-A8C2-A44870C92DEA}"/>
              </a:ext>
            </a:extLst>
          </p:cNvPr>
          <p:cNvGraphicFramePr>
            <a:graphicFrameLocks noChangeAspect="1"/>
          </p:cNvGraphicFramePr>
          <p:nvPr>
            <p:extLst>
              <p:ext uri="{D42A27DB-BD31-4B8C-83A1-F6EECF244321}">
                <p14:modId xmlns:p14="http://schemas.microsoft.com/office/powerpoint/2010/main" val="377105299"/>
              </p:ext>
            </p:extLst>
          </p:nvPr>
        </p:nvGraphicFramePr>
        <p:xfrm>
          <a:off x="6109116" y="3592066"/>
          <a:ext cx="482600" cy="241300"/>
        </p:xfrm>
        <a:graphic>
          <a:graphicData uri="http://schemas.openxmlformats.org/presentationml/2006/ole">
            <mc:AlternateContent xmlns:mc="http://schemas.openxmlformats.org/markup-compatibility/2006">
              <mc:Choice xmlns:v="urn:schemas-microsoft-com:vml" Requires="v">
                <p:oleObj name="Equation" r:id="rId24" imgW="482400" imgH="241200" progId="Equation.DSMT4">
                  <p:embed/>
                </p:oleObj>
              </mc:Choice>
              <mc:Fallback>
                <p:oleObj name="Equation" r:id="rId24" imgW="482400" imgH="241200" progId="Equation.DSMT4">
                  <p:embed/>
                  <p:pic>
                    <p:nvPicPr>
                      <p:cNvPr id="0" name=""/>
                      <p:cNvPicPr/>
                      <p:nvPr/>
                    </p:nvPicPr>
                    <p:blipFill>
                      <a:blip r:embed="rId25"/>
                      <a:stretch>
                        <a:fillRect/>
                      </a:stretch>
                    </p:blipFill>
                    <p:spPr>
                      <a:xfrm>
                        <a:off x="6109116" y="3592066"/>
                        <a:ext cx="482600" cy="2413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82EAE20E-5958-49A0-80F0-C6E24A8FCB76}"/>
              </a:ext>
            </a:extLst>
          </p:cNvPr>
          <p:cNvGraphicFramePr>
            <a:graphicFrameLocks noChangeAspect="1"/>
          </p:cNvGraphicFramePr>
          <p:nvPr>
            <p:extLst>
              <p:ext uri="{D42A27DB-BD31-4B8C-83A1-F6EECF244321}">
                <p14:modId xmlns:p14="http://schemas.microsoft.com/office/powerpoint/2010/main" val="2949285760"/>
              </p:ext>
            </p:extLst>
          </p:nvPr>
        </p:nvGraphicFramePr>
        <p:xfrm>
          <a:off x="2751529" y="3981030"/>
          <a:ext cx="152400" cy="241300"/>
        </p:xfrm>
        <a:graphic>
          <a:graphicData uri="http://schemas.openxmlformats.org/presentationml/2006/ole">
            <mc:AlternateContent xmlns:mc="http://schemas.openxmlformats.org/markup-compatibility/2006">
              <mc:Choice xmlns:v="urn:schemas-microsoft-com:vml" Requires="v">
                <p:oleObj name="Equation" r:id="rId26" imgW="152280" imgH="241200" progId="Equation.DSMT4">
                  <p:embed/>
                </p:oleObj>
              </mc:Choice>
              <mc:Fallback>
                <p:oleObj name="Equation" r:id="rId26" imgW="152280" imgH="241200" progId="Equation.DSMT4">
                  <p:embed/>
                  <p:pic>
                    <p:nvPicPr>
                      <p:cNvPr id="0" name=""/>
                      <p:cNvPicPr/>
                      <p:nvPr/>
                    </p:nvPicPr>
                    <p:blipFill>
                      <a:blip r:embed="rId27"/>
                      <a:stretch>
                        <a:fillRect/>
                      </a:stretch>
                    </p:blipFill>
                    <p:spPr>
                      <a:xfrm>
                        <a:off x="2751529" y="3981030"/>
                        <a:ext cx="152400" cy="2413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792F38AC-7F90-4AC1-B00F-8005BA346AB5}"/>
              </a:ext>
            </a:extLst>
          </p:cNvPr>
          <p:cNvGraphicFramePr>
            <a:graphicFrameLocks noChangeAspect="1"/>
          </p:cNvGraphicFramePr>
          <p:nvPr>
            <p:extLst>
              <p:ext uri="{D42A27DB-BD31-4B8C-83A1-F6EECF244321}">
                <p14:modId xmlns:p14="http://schemas.microsoft.com/office/powerpoint/2010/main" val="1229750309"/>
              </p:ext>
            </p:extLst>
          </p:nvPr>
        </p:nvGraphicFramePr>
        <p:xfrm>
          <a:off x="4341752" y="3981030"/>
          <a:ext cx="482600" cy="241300"/>
        </p:xfrm>
        <a:graphic>
          <a:graphicData uri="http://schemas.openxmlformats.org/presentationml/2006/ole">
            <mc:AlternateContent xmlns:mc="http://schemas.openxmlformats.org/markup-compatibility/2006">
              <mc:Choice xmlns:v="urn:schemas-microsoft-com:vml" Requires="v">
                <p:oleObj name="Equation" r:id="rId28" imgW="482400" imgH="241200" progId="Equation.DSMT4">
                  <p:embed/>
                </p:oleObj>
              </mc:Choice>
              <mc:Fallback>
                <p:oleObj name="Equation" r:id="rId28" imgW="482400" imgH="241200" progId="Equation.DSMT4">
                  <p:embed/>
                  <p:pic>
                    <p:nvPicPr>
                      <p:cNvPr id="0" name=""/>
                      <p:cNvPicPr/>
                      <p:nvPr/>
                    </p:nvPicPr>
                    <p:blipFill>
                      <a:blip r:embed="rId29"/>
                      <a:stretch>
                        <a:fillRect/>
                      </a:stretch>
                    </p:blipFill>
                    <p:spPr>
                      <a:xfrm>
                        <a:off x="4341752" y="3981030"/>
                        <a:ext cx="482600" cy="2413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8F6514B4-39DF-4E9C-8D19-3CE4BB52B6C2}"/>
              </a:ext>
            </a:extLst>
          </p:cNvPr>
          <p:cNvGraphicFramePr>
            <a:graphicFrameLocks noChangeAspect="1"/>
          </p:cNvGraphicFramePr>
          <p:nvPr>
            <p:extLst>
              <p:ext uri="{D42A27DB-BD31-4B8C-83A1-F6EECF244321}">
                <p14:modId xmlns:p14="http://schemas.microsoft.com/office/powerpoint/2010/main" val="4252910925"/>
              </p:ext>
            </p:extLst>
          </p:nvPr>
        </p:nvGraphicFramePr>
        <p:xfrm>
          <a:off x="6109116" y="3985295"/>
          <a:ext cx="482600" cy="241300"/>
        </p:xfrm>
        <a:graphic>
          <a:graphicData uri="http://schemas.openxmlformats.org/presentationml/2006/ole">
            <mc:AlternateContent xmlns:mc="http://schemas.openxmlformats.org/markup-compatibility/2006">
              <mc:Choice xmlns:v="urn:schemas-microsoft-com:vml" Requires="v">
                <p:oleObj name="Equation" r:id="rId30" imgW="482400" imgH="241200" progId="Equation.DSMT4">
                  <p:embed/>
                </p:oleObj>
              </mc:Choice>
              <mc:Fallback>
                <p:oleObj name="Equation" r:id="rId30" imgW="482400" imgH="241200" progId="Equation.DSMT4">
                  <p:embed/>
                  <p:pic>
                    <p:nvPicPr>
                      <p:cNvPr id="0" name=""/>
                      <p:cNvPicPr/>
                      <p:nvPr/>
                    </p:nvPicPr>
                    <p:blipFill>
                      <a:blip r:embed="rId31"/>
                      <a:stretch>
                        <a:fillRect/>
                      </a:stretch>
                    </p:blipFill>
                    <p:spPr>
                      <a:xfrm>
                        <a:off x="6109116" y="3985295"/>
                        <a:ext cx="482600" cy="2413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138C1096-2CE7-4CC3-B5CC-56A065C63570}"/>
              </a:ext>
            </a:extLst>
          </p:cNvPr>
          <p:cNvGraphicFramePr>
            <a:graphicFrameLocks noChangeAspect="1"/>
          </p:cNvGraphicFramePr>
          <p:nvPr>
            <p:extLst>
              <p:ext uri="{D42A27DB-BD31-4B8C-83A1-F6EECF244321}">
                <p14:modId xmlns:p14="http://schemas.microsoft.com/office/powerpoint/2010/main" val="1790567743"/>
              </p:ext>
            </p:extLst>
          </p:nvPr>
        </p:nvGraphicFramePr>
        <p:xfrm>
          <a:off x="2738123" y="4345165"/>
          <a:ext cx="165100" cy="228600"/>
        </p:xfrm>
        <a:graphic>
          <a:graphicData uri="http://schemas.openxmlformats.org/presentationml/2006/ole">
            <mc:AlternateContent xmlns:mc="http://schemas.openxmlformats.org/markup-compatibility/2006">
              <mc:Choice xmlns:v="urn:schemas-microsoft-com:vml" Requires="v">
                <p:oleObj name="Equation" r:id="rId32" imgW="164880" imgH="228600" progId="Equation.DSMT4">
                  <p:embed/>
                </p:oleObj>
              </mc:Choice>
              <mc:Fallback>
                <p:oleObj name="Equation" r:id="rId32" imgW="164880" imgH="228600" progId="Equation.DSMT4">
                  <p:embed/>
                  <p:pic>
                    <p:nvPicPr>
                      <p:cNvPr id="0" name=""/>
                      <p:cNvPicPr/>
                      <p:nvPr/>
                    </p:nvPicPr>
                    <p:blipFill>
                      <a:blip r:embed="rId33"/>
                      <a:stretch>
                        <a:fillRect/>
                      </a:stretch>
                    </p:blipFill>
                    <p:spPr>
                      <a:xfrm>
                        <a:off x="2738123" y="4345165"/>
                        <a:ext cx="165100" cy="2286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B44251BC-076B-4E12-B5C9-05BF95580E18}"/>
              </a:ext>
            </a:extLst>
          </p:cNvPr>
          <p:cNvGraphicFramePr>
            <a:graphicFrameLocks noChangeAspect="1"/>
          </p:cNvGraphicFramePr>
          <p:nvPr>
            <p:extLst>
              <p:ext uri="{D42A27DB-BD31-4B8C-83A1-F6EECF244321}">
                <p14:modId xmlns:p14="http://schemas.microsoft.com/office/powerpoint/2010/main" val="2260456513"/>
              </p:ext>
            </p:extLst>
          </p:nvPr>
        </p:nvGraphicFramePr>
        <p:xfrm>
          <a:off x="4326644" y="4340479"/>
          <a:ext cx="482600" cy="241300"/>
        </p:xfrm>
        <a:graphic>
          <a:graphicData uri="http://schemas.openxmlformats.org/presentationml/2006/ole">
            <mc:AlternateContent xmlns:mc="http://schemas.openxmlformats.org/markup-compatibility/2006">
              <mc:Choice xmlns:v="urn:schemas-microsoft-com:vml" Requires="v">
                <p:oleObj name="Equation" r:id="rId34" imgW="482400" imgH="241200" progId="Equation.DSMT4">
                  <p:embed/>
                </p:oleObj>
              </mc:Choice>
              <mc:Fallback>
                <p:oleObj name="Equation" r:id="rId34" imgW="482400" imgH="241200" progId="Equation.DSMT4">
                  <p:embed/>
                  <p:pic>
                    <p:nvPicPr>
                      <p:cNvPr id="0" name=""/>
                      <p:cNvPicPr/>
                      <p:nvPr/>
                    </p:nvPicPr>
                    <p:blipFill>
                      <a:blip r:embed="rId35"/>
                      <a:stretch>
                        <a:fillRect/>
                      </a:stretch>
                    </p:blipFill>
                    <p:spPr>
                      <a:xfrm>
                        <a:off x="4326644" y="4340479"/>
                        <a:ext cx="482600" cy="2413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B8A6356A-B92E-4C2E-AD6A-5C6D8F078DDA}"/>
              </a:ext>
            </a:extLst>
          </p:cNvPr>
          <p:cNvGraphicFramePr>
            <a:graphicFrameLocks noChangeAspect="1"/>
          </p:cNvGraphicFramePr>
          <p:nvPr>
            <p:extLst>
              <p:ext uri="{D42A27DB-BD31-4B8C-83A1-F6EECF244321}">
                <p14:modId xmlns:p14="http://schemas.microsoft.com/office/powerpoint/2010/main" val="362329350"/>
              </p:ext>
            </p:extLst>
          </p:nvPr>
        </p:nvGraphicFramePr>
        <p:xfrm>
          <a:off x="6109116" y="4338815"/>
          <a:ext cx="482600" cy="241300"/>
        </p:xfrm>
        <a:graphic>
          <a:graphicData uri="http://schemas.openxmlformats.org/presentationml/2006/ole">
            <mc:AlternateContent xmlns:mc="http://schemas.openxmlformats.org/markup-compatibility/2006">
              <mc:Choice xmlns:v="urn:schemas-microsoft-com:vml" Requires="v">
                <p:oleObj name="Equation" r:id="rId36" imgW="482400" imgH="241200" progId="Equation.DSMT4">
                  <p:embed/>
                </p:oleObj>
              </mc:Choice>
              <mc:Fallback>
                <p:oleObj name="Equation" r:id="rId36" imgW="482400" imgH="241200" progId="Equation.DSMT4">
                  <p:embed/>
                  <p:pic>
                    <p:nvPicPr>
                      <p:cNvPr id="0" name=""/>
                      <p:cNvPicPr/>
                      <p:nvPr/>
                    </p:nvPicPr>
                    <p:blipFill>
                      <a:blip r:embed="rId37"/>
                      <a:stretch>
                        <a:fillRect/>
                      </a:stretch>
                    </p:blipFill>
                    <p:spPr>
                      <a:xfrm>
                        <a:off x="6109116" y="4338815"/>
                        <a:ext cx="482600" cy="2413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AF2BC2B9-7396-4729-AC3A-39C57685D933}"/>
              </a:ext>
            </a:extLst>
          </p:cNvPr>
          <p:cNvGraphicFramePr>
            <a:graphicFrameLocks noChangeAspect="1"/>
          </p:cNvGraphicFramePr>
          <p:nvPr>
            <p:extLst>
              <p:ext uri="{D42A27DB-BD31-4B8C-83A1-F6EECF244321}">
                <p14:modId xmlns:p14="http://schemas.microsoft.com/office/powerpoint/2010/main" val="1647356111"/>
              </p:ext>
            </p:extLst>
          </p:nvPr>
        </p:nvGraphicFramePr>
        <p:xfrm>
          <a:off x="2751532" y="4713363"/>
          <a:ext cx="152400" cy="241300"/>
        </p:xfrm>
        <a:graphic>
          <a:graphicData uri="http://schemas.openxmlformats.org/presentationml/2006/ole">
            <mc:AlternateContent xmlns:mc="http://schemas.openxmlformats.org/markup-compatibility/2006">
              <mc:Choice xmlns:v="urn:schemas-microsoft-com:vml" Requires="v">
                <p:oleObj name="Equation" r:id="rId38" imgW="152280" imgH="241200" progId="Equation.DSMT4">
                  <p:embed/>
                </p:oleObj>
              </mc:Choice>
              <mc:Fallback>
                <p:oleObj name="Equation" r:id="rId38" imgW="152280" imgH="241200" progId="Equation.DSMT4">
                  <p:embed/>
                  <p:pic>
                    <p:nvPicPr>
                      <p:cNvPr id="0" name=""/>
                      <p:cNvPicPr/>
                      <p:nvPr/>
                    </p:nvPicPr>
                    <p:blipFill>
                      <a:blip r:embed="rId39"/>
                      <a:stretch>
                        <a:fillRect/>
                      </a:stretch>
                    </p:blipFill>
                    <p:spPr>
                      <a:xfrm>
                        <a:off x="2751532" y="4713363"/>
                        <a:ext cx="152400" cy="2413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0ED6A38A-A931-46D1-88DE-30CC79344D62}"/>
              </a:ext>
            </a:extLst>
          </p:cNvPr>
          <p:cNvGraphicFramePr>
            <a:graphicFrameLocks noChangeAspect="1"/>
          </p:cNvGraphicFramePr>
          <p:nvPr>
            <p:extLst>
              <p:ext uri="{D42A27DB-BD31-4B8C-83A1-F6EECF244321}">
                <p14:modId xmlns:p14="http://schemas.microsoft.com/office/powerpoint/2010/main" val="2678482035"/>
              </p:ext>
            </p:extLst>
          </p:nvPr>
        </p:nvGraphicFramePr>
        <p:xfrm>
          <a:off x="4341813" y="4678363"/>
          <a:ext cx="482600" cy="304800"/>
        </p:xfrm>
        <a:graphic>
          <a:graphicData uri="http://schemas.openxmlformats.org/presentationml/2006/ole">
            <mc:AlternateContent xmlns:mc="http://schemas.openxmlformats.org/markup-compatibility/2006">
              <mc:Choice xmlns:v="urn:schemas-microsoft-com:vml" Requires="v">
                <p:oleObj name="Equation" r:id="rId40" imgW="482400" imgH="304560" progId="Equation.DSMT4">
                  <p:embed/>
                </p:oleObj>
              </mc:Choice>
              <mc:Fallback>
                <p:oleObj name="Equation" r:id="rId40" imgW="482400" imgH="304560" progId="Equation.DSMT4">
                  <p:embed/>
                  <p:pic>
                    <p:nvPicPr>
                      <p:cNvPr id="0" name=""/>
                      <p:cNvPicPr/>
                      <p:nvPr/>
                    </p:nvPicPr>
                    <p:blipFill>
                      <a:blip r:embed="rId41"/>
                      <a:stretch>
                        <a:fillRect/>
                      </a:stretch>
                    </p:blipFill>
                    <p:spPr>
                      <a:xfrm>
                        <a:off x="4341813" y="4678363"/>
                        <a:ext cx="482600" cy="3048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9CA771B8-B099-4A8F-9885-AF9AC160E78B}"/>
              </a:ext>
            </a:extLst>
          </p:cNvPr>
          <p:cNvGraphicFramePr>
            <a:graphicFrameLocks noChangeAspect="1"/>
          </p:cNvGraphicFramePr>
          <p:nvPr>
            <p:extLst>
              <p:ext uri="{D42A27DB-BD31-4B8C-83A1-F6EECF244321}">
                <p14:modId xmlns:p14="http://schemas.microsoft.com/office/powerpoint/2010/main" val="1750494745"/>
              </p:ext>
            </p:extLst>
          </p:nvPr>
        </p:nvGraphicFramePr>
        <p:xfrm>
          <a:off x="6111875" y="4683125"/>
          <a:ext cx="482600" cy="304800"/>
        </p:xfrm>
        <a:graphic>
          <a:graphicData uri="http://schemas.openxmlformats.org/presentationml/2006/ole">
            <mc:AlternateContent xmlns:mc="http://schemas.openxmlformats.org/markup-compatibility/2006">
              <mc:Choice xmlns:v="urn:schemas-microsoft-com:vml" Requires="v">
                <p:oleObj name="Equation" r:id="rId42" imgW="482400" imgH="304560" progId="Equation.DSMT4">
                  <p:embed/>
                </p:oleObj>
              </mc:Choice>
              <mc:Fallback>
                <p:oleObj name="Equation" r:id="rId42" imgW="482400" imgH="304560" progId="Equation.DSMT4">
                  <p:embed/>
                  <p:pic>
                    <p:nvPicPr>
                      <p:cNvPr id="0" name=""/>
                      <p:cNvPicPr/>
                      <p:nvPr/>
                    </p:nvPicPr>
                    <p:blipFill>
                      <a:blip r:embed="rId43"/>
                      <a:stretch>
                        <a:fillRect/>
                      </a:stretch>
                    </p:blipFill>
                    <p:spPr>
                      <a:xfrm>
                        <a:off x="6111875" y="4683125"/>
                        <a:ext cx="482600" cy="3048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90D7DCF0-E9BD-4AD7-8CFE-BD4E1F00BC64}"/>
              </a:ext>
            </a:extLst>
          </p:cNvPr>
          <p:cNvGraphicFramePr>
            <a:graphicFrameLocks noChangeAspect="1"/>
          </p:cNvGraphicFramePr>
          <p:nvPr>
            <p:extLst>
              <p:ext uri="{D42A27DB-BD31-4B8C-83A1-F6EECF244321}">
                <p14:modId xmlns:p14="http://schemas.microsoft.com/office/powerpoint/2010/main" val="92257428"/>
              </p:ext>
            </p:extLst>
          </p:nvPr>
        </p:nvGraphicFramePr>
        <p:xfrm>
          <a:off x="2452373" y="5094261"/>
          <a:ext cx="571500" cy="254000"/>
        </p:xfrm>
        <a:graphic>
          <a:graphicData uri="http://schemas.openxmlformats.org/presentationml/2006/ole">
            <mc:AlternateContent xmlns:mc="http://schemas.openxmlformats.org/markup-compatibility/2006">
              <mc:Choice xmlns:v="urn:schemas-microsoft-com:vml" Requires="v">
                <p:oleObj name="Equation" r:id="rId44" imgW="571320" imgH="253800" progId="Equation.DSMT4">
                  <p:embed/>
                </p:oleObj>
              </mc:Choice>
              <mc:Fallback>
                <p:oleObj name="Equation" r:id="rId44" imgW="571320" imgH="253800" progId="Equation.DSMT4">
                  <p:embed/>
                  <p:pic>
                    <p:nvPicPr>
                      <p:cNvPr id="0" name=""/>
                      <p:cNvPicPr/>
                      <p:nvPr/>
                    </p:nvPicPr>
                    <p:blipFill>
                      <a:blip r:embed="rId45"/>
                      <a:stretch>
                        <a:fillRect/>
                      </a:stretch>
                    </p:blipFill>
                    <p:spPr>
                      <a:xfrm>
                        <a:off x="2452373" y="5094261"/>
                        <a:ext cx="571500" cy="2540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EA2F324B-EB96-404B-BD50-9EA5393614FA}"/>
              </a:ext>
            </a:extLst>
          </p:cNvPr>
          <p:cNvGraphicFramePr>
            <a:graphicFrameLocks noChangeAspect="1"/>
          </p:cNvGraphicFramePr>
          <p:nvPr>
            <p:extLst>
              <p:ext uri="{D42A27DB-BD31-4B8C-83A1-F6EECF244321}">
                <p14:modId xmlns:p14="http://schemas.microsoft.com/office/powerpoint/2010/main" val="3988270574"/>
              </p:ext>
            </p:extLst>
          </p:nvPr>
        </p:nvGraphicFramePr>
        <p:xfrm>
          <a:off x="4367152" y="5092769"/>
          <a:ext cx="457200" cy="241300"/>
        </p:xfrm>
        <a:graphic>
          <a:graphicData uri="http://schemas.openxmlformats.org/presentationml/2006/ole">
            <mc:AlternateContent xmlns:mc="http://schemas.openxmlformats.org/markup-compatibility/2006">
              <mc:Choice xmlns:v="urn:schemas-microsoft-com:vml" Requires="v">
                <p:oleObj name="Equation" r:id="rId46" imgW="457200" imgH="241200" progId="Equation.DSMT4">
                  <p:embed/>
                </p:oleObj>
              </mc:Choice>
              <mc:Fallback>
                <p:oleObj name="Equation" r:id="rId46" imgW="457200" imgH="241200" progId="Equation.DSMT4">
                  <p:embed/>
                  <p:pic>
                    <p:nvPicPr>
                      <p:cNvPr id="0" name=""/>
                      <p:cNvPicPr/>
                      <p:nvPr/>
                    </p:nvPicPr>
                    <p:blipFill>
                      <a:blip r:embed="rId47"/>
                      <a:stretch>
                        <a:fillRect/>
                      </a:stretch>
                    </p:blipFill>
                    <p:spPr>
                      <a:xfrm>
                        <a:off x="4367152" y="5092769"/>
                        <a:ext cx="457200" cy="2413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C40C3FE1-4BC1-43F8-A6BD-32ACE5EEE460}"/>
              </a:ext>
            </a:extLst>
          </p:cNvPr>
          <p:cNvGraphicFramePr>
            <a:graphicFrameLocks noChangeAspect="1"/>
          </p:cNvGraphicFramePr>
          <p:nvPr>
            <p:extLst>
              <p:ext uri="{D42A27DB-BD31-4B8C-83A1-F6EECF244321}">
                <p14:modId xmlns:p14="http://schemas.microsoft.com/office/powerpoint/2010/main" val="3701404927"/>
              </p:ext>
            </p:extLst>
          </p:nvPr>
        </p:nvGraphicFramePr>
        <p:xfrm>
          <a:off x="6109116" y="5082092"/>
          <a:ext cx="482600" cy="241300"/>
        </p:xfrm>
        <a:graphic>
          <a:graphicData uri="http://schemas.openxmlformats.org/presentationml/2006/ole">
            <mc:AlternateContent xmlns:mc="http://schemas.openxmlformats.org/markup-compatibility/2006">
              <mc:Choice xmlns:v="urn:schemas-microsoft-com:vml" Requires="v">
                <p:oleObj name="Equation" r:id="rId48" imgW="482400" imgH="241200" progId="Equation.DSMT4">
                  <p:embed/>
                </p:oleObj>
              </mc:Choice>
              <mc:Fallback>
                <p:oleObj name="Equation" r:id="rId48" imgW="482400" imgH="241200" progId="Equation.DSMT4">
                  <p:embed/>
                  <p:pic>
                    <p:nvPicPr>
                      <p:cNvPr id="0" name=""/>
                      <p:cNvPicPr/>
                      <p:nvPr/>
                    </p:nvPicPr>
                    <p:blipFill>
                      <a:blip r:embed="rId49"/>
                      <a:stretch>
                        <a:fillRect/>
                      </a:stretch>
                    </p:blipFill>
                    <p:spPr>
                      <a:xfrm>
                        <a:off x="6109116" y="5082092"/>
                        <a:ext cx="482600" cy="2413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4E0FAB43-4848-42D0-9628-68CD4E6F35D3}"/>
              </a:ext>
            </a:extLst>
          </p:cNvPr>
          <p:cNvSpPr>
            <a:spLocks noGrp="1"/>
          </p:cNvSpPr>
          <p:nvPr>
            <p:ph sz="quarter" idx="15"/>
          </p:nvPr>
        </p:nvSpPr>
        <p:spPr>
          <a:xfrm>
            <a:off x="342899" y="5898061"/>
            <a:ext cx="376629" cy="377159"/>
          </a:xfrm>
        </p:spPr>
        <p:txBody>
          <a:bodyPr lIns="91440" tIns="0"/>
          <a:lstStyle/>
          <a:p>
            <a:pPr>
              <a:buFont typeface="Arial" panose="020B0604020202020204" pitchFamily="34" charset="0"/>
              <a:buChar char="•"/>
            </a:pPr>
            <a:r>
              <a:rPr lang="en-US" sz="2000" dirty="0"/>
              <a:t> </a:t>
            </a:r>
          </a:p>
        </p:txBody>
      </p:sp>
      <p:graphicFrame>
        <p:nvGraphicFramePr>
          <p:cNvPr id="9" name="Object 8">
            <a:extLst>
              <a:ext uri="{FF2B5EF4-FFF2-40B4-BE49-F238E27FC236}">
                <a16:creationId xmlns:a16="http://schemas.microsoft.com/office/drawing/2014/main" id="{75864184-2AD9-4BB3-924B-825F3706F137}"/>
              </a:ext>
            </a:extLst>
          </p:cNvPr>
          <p:cNvGraphicFramePr>
            <a:graphicFrameLocks noChangeAspect="1"/>
          </p:cNvGraphicFramePr>
          <p:nvPr>
            <p:extLst>
              <p:ext uri="{D42A27DB-BD31-4B8C-83A1-F6EECF244321}">
                <p14:modId xmlns:p14="http://schemas.microsoft.com/office/powerpoint/2010/main" val="1583213143"/>
              </p:ext>
            </p:extLst>
          </p:nvPr>
        </p:nvGraphicFramePr>
        <p:xfrm>
          <a:off x="669925" y="5880100"/>
          <a:ext cx="7531100" cy="411163"/>
        </p:xfrm>
        <a:graphic>
          <a:graphicData uri="http://schemas.openxmlformats.org/presentationml/2006/ole">
            <mc:AlternateContent xmlns:mc="http://schemas.openxmlformats.org/markup-compatibility/2006">
              <mc:Choice xmlns:v="urn:schemas-microsoft-com:vml" Requires="v">
                <p:oleObj name="Equation" r:id="rId50" imgW="6984720" imgH="380880" progId="Equation.DSMT4">
                  <p:embed/>
                </p:oleObj>
              </mc:Choice>
              <mc:Fallback>
                <p:oleObj name="Equation" r:id="rId50" imgW="6984720" imgH="380880" progId="Equation.DSMT4">
                  <p:embed/>
                  <p:pic>
                    <p:nvPicPr>
                      <p:cNvPr id="0" name=""/>
                      <p:cNvPicPr/>
                      <p:nvPr/>
                    </p:nvPicPr>
                    <p:blipFill>
                      <a:blip r:embed="rId51"/>
                      <a:stretch>
                        <a:fillRect/>
                      </a:stretch>
                    </p:blipFill>
                    <p:spPr>
                      <a:xfrm>
                        <a:off x="669925" y="5880100"/>
                        <a:ext cx="7531100" cy="411163"/>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11</a:t>
            </a:fld>
            <a:endParaRPr lang="en-US"/>
          </a:p>
        </p:txBody>
      </p:sp>
    </p:spTree>
    <p:extLst>
      <p:ext uri="{BB962C8B-B14F-4D97-AF65-F5344CB8AC3E}">
        <p14:creationId xmlns:p14="http://schemas.microsoft.com/office/powerpoint/2010/main" val="4222931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Example: Service Calls </a:t>
            </a:r>
            <a:r>
              <a:rPr lang="en-US" sz="1000" b="0" baseline="0" dirty="0"/>
              <a:t>2</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pPr marL="1025525" indent="-1025525"/>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2"/>
            <a:ext cx="8137423" cy="1608123"/>
          </a:xfrm>
        </p:spPr>
        <p:txBody>
          <a:bodyPr/>
          <a:lstStyle/>
          <a:p>
            <a:pPr marL="292608" indent="-292608">
              <a:buFont typeface="Arial" panose="020B0604020202020204" pitchFamily="34" charset="0"/>
              <a:buChar char="•"/>
            </a:pPr>
            <a:r>
              <a:rPr lang="en-US" dirty="0"/>
              <a:t>This particular probability distribution is not symmetric around the mean </a:t>
            </a:r>
            <a:r>
              <a:rPr lang="el-GR" i="1" dirty="0"/>
              <a:t>μ</a:t>
            </a:r>
            <a:r>
              <a:rPr lang="en-US" dirty="0"/>
              <a:t> = 2.75.</a:t>
            </a:r>
          </a:p>
          <a:p>
            <a:pPr marL="292608" indent="-292608">
              <a:buFont typeface="Arial" panose="020B0604020202020204" pitchFamily="34" charset="0"/>
              <a:buChar char="•"/>
            </a:pPr>
            <a:r>
              <a:rPr lang="en-IN" dirty="0"/>
              <a:t>However, the mean is still the balancing point, or fulcrum.</a:t>
            </a:r>
          </a:p>
        </p:txBody>
      </p:sp>
      <p:pic>
        <p:nvPicPr>
          <p:cNvPr id="16" name="Picture 15" descr="Probability distribution histogram.">
            <a:extLst>
              <a:ext uri="{FF2B5EF4-FFF2-40B4-BE49-F238E27FC236}">
                <a16:creationId xmlns:a16="http://schemas.microsoft.com/office/drawing/2014/main" id="{D0392344-4AE4-42F8-A159-B70B698AC792}"/>
              </a:ext>
            </a:extLst>
          </p:cNvPr>
          <p:cNvPicPr>
            <a:picLocks noChangeAspect="1"/>
          </p:cNvPicPr>
          <p:nvPr/>
        </p:nvPicPr>
        <p:blipFill>
          <a:blip r:embed="rId2"/>
          <a:stretch>
            <a:fillRect/>
          </a:stretch>
        </p:blipFill>
        <p:spPr>
          <a:xfrm>
            <a:off x="2800984" y="3019626"/>
            <a:ext cx="3542032" cy="2277381"/>
          </a:xfrm>
          <a:prstGeom prst="rect">
            <a:avLst/>
          </a:prstGeom>
        </p:spPr>
      </p:pic>
      <p:sp>
        <p:nvSpPr>
          <p:cNvPr id="8" name="Content Placeholder 7">
            <a:extLst>
              <a:ext uri="{FF2B5EF4-FFF2-40B4-BE49-F238E27FC236}">
                <a16:creationId xmlns:a16="http://schemas.microsoft.com/office/drawing/2014/main" id="{FE34F757-2614-4213-8229-3B35E6F93CB9}"/>
              </a:ext>
            </a:extLst>
          </p:cNvPr>
          <p:cNvSpPr>
            <a:spLocks noGrp="1"/>
          </p:cNvSpPr>
          <p:nvPr>
            <p:ph sz="quarter" idx="18"/>
          </p:nvPr>
        </p:nvSpPr>
        <p:spPr>
          <a:xfrm>
            <a:off x="364915" y="5416195"/>
            <a:ext cx="354613" cy="414340"/>
          </a:xfrm>
        </p:spPr>
        <p:txBody>
          <a:bodyPr lIns="91440" tIns="0"/>
          <a:lstStyle/>
          <a:p>
            <a:pPr>
              <a:buFont typeface="Arial" panose="020B0604020202020204" pitchFamily="34" charset="0"/>
              <a:buChar char="•"/>
            </a:pPr>
            <a:r>
              <a:rPr lang="en-US" dirty="0"/>
              <a:t> </a:t>
            </a:r>
          </a:p>
        </p:txBody>
      </p:sp>
      <p:graphicFrame>
        <p:nvGraphicFramePr>
          <p:cNvPr id="19" name="Object 18">
            <a:extLst>
              <a:ext uri="{FF2B5EF4-FFF2-40B4-BE49-F238E27FC236}">
                <a16:creationId xmlns:a16="http://schemas.microsoft.com/office/drawing/2014/main" id="{455EDF78-CE12-4278-A239-269BD7C9FC55}"/>
              </a:ext>
            </a:extLst>
          </p:cNvPr>
          <p:cNvGraphicFramePr>
            <a:graphicFrameLocks noChangeAspect="1"/>
          </p:cNvGraphicFramePr>
          <p:nvPr>
            <p:extLst>
              <p:ext uri="{D42A27DB-BD31-4B8C-83A1-F6EECF244321}">
                <p14:modId xmlns:p14="http://schemas.microsoft.com/office/powerpoint/2010/main" val="2064480934"/>
              </p:ext>
            </p:extLst>
          </p:nvPr>
        </p:nvGraphicFramePr>
        <p:xfrm>
          <a:off x="676275" y="5481638"/>
          <a:ext cx="809625" cy="334962"/>
        </p:xfrm>
        <a:graphic>
          <a:graphicData uri="http://schemas.openxmlformats.org/presentationml/2006/ole">
            <mc:AlternateContent xmlns:mc="http://schemas.openxmlformats.org/markup-compatibility/2006">
              <mc:Choice xmlns:v="urn:schemas-microsoft-com:vml" Requires="v">
                <p:oleObj name="Equation" r:id="rId3" imgW="736560" imgH="304560" progId="Equation.DSMT4">
                  <p:embed/>
                </p:oleObj>
              </mc:Choice>
              <mc:Fallback>
                <p:oleObj name="Equation" r:id="rId3" imgW="736560" imgH="304560" progId="Equation.DSMT4">
                  <p:embed/>
                  <p:pic>
                    <p:nvPicPr>
                      <p:cNvPr id="19" name="Object 18">
                        <a:extLst>
                          <a:ext uri="{FF2B5EF4-FFF2-40B4-BE49-F238E27FC236}">
                            <a16:creationId xmlns:a16="http://schemas.microsoft.com/office/drawing/2014/main" id="{455EDF78-CE12-4278-A239-269BD7C9FC55}"/>
                          </a:ext>
                        </a:extLst>
                      </p:cNvPr>
                      <p:cNvPicPr/>
                      <p:nvPr/>
                    </p:nvPicPr>
                    <p:blipFill>
                      <a:blip r:embed="rId4"/>
                      <a:stretch>
                        <a:fillRect/>
                      </a:stretch>
                    </p:blipFill>
                    <p:spPr>
                      <a:xfrm>
                        <a:off x="676275" y="5481638"/>
                        <a:ext cx="809625" cy="33496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2820DFD-527B-4F43-9729-D1316EB8E53F}"/>
              </a:ext>
            </a:extLst>
          </p:cNvPr>
          <p:cNvSpPr>
            <a:spLocks noGrp="1"/>
          </p:cNvSpPr>
          <p:nvPr>
            <p:ph sz="quarter" idx="19"/>
          </p:nvPr>
        </p:nvSpPr>
        <p:spPr>
          <a:xfrm>
            <a:off x="1520687" y="5438046"/>
            <a:ext cx="5984881" cy="383797"/>
          </a:xfrm>
        </p:spPr>
        <p:txBody>
          <a:bodyPr lIns="0" tIns="0" rIns="0" bIns="0"/>
          <a:lstStyle/>
          <a:p>
            <a:r>
              <a:rPr lang="en-US" dirty="0"/>
              <a:t>is an </a:t>
            </a:r>
            <a:r>
              <a:rPr lang="en-US" i="1" dirty="0"/>
              <a:t>average</a:t>
            </a:r>
            <a:r>
              <a:rPr lang="en-US" dirty="0"/>
              <a:t> and it does not have to be an</a:t>
            </a:r>
          </a:p>
        </p:txBody>
      </p:sp>
      <p:sp>
        <p:nvSpPr>
          <p:cNvPr id="10" name="Content Placeholder 9">
            <a:extLst>
              <a:ext uri="{FF2B5EF4-FFF2-40B4-BE49-F238E27FC236}">
                <a16:creationId xmlns:a16="http://schemas.microsoft.com/office/drawing/2014/main" id="{BF1560DF-9034-4825-AF19-EDDC31A3080D}"/>
              </a:ext>
            </a:extLst>
          </p:cNvPr>
          <p:cNvSpPr>
            <a:spLocks noGrp="1"/>
          </p:cNvSpPr>
          <p:nvPr>
            <p:ph sz="quarter" idx="20"/>
          </p:nvPr>
        </p:nvSpPr>
        <p:spPr>
          <a:xfrm>
            <a:off x="342901" y="5884874"/>
            <a:ext cx="3698158" cy="395790"/>
          </a:xfrm>
        </p:spPr>
        <p:txBody>
          <a:bodyPr tIns="0"/>
          <a:lstStyle/>
          <a:p>
            <a:pPr marL="292608"/>
            <a:r>
              <a:rPr lang="en-US" dirty="0"/>
              <a:t>observable value.</a:t>
            </a:r>
          </a:p>
        </p:txBody>
      </p:sp>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205259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7EC6C-4678-4A23-B63F-446C7120D5C5}"/>
              </a:ext>
            </a:extLst>
          </p:cNvPr>
          <p:cNvSpPr>
            <a:spLocks noGrp="1"/>
          </p:cNvSpPr>
          <p:nvPr>
            <p:ph type="title"/>
          </p:nvPr>
        </p:nvSpPr>
        <p:spPr>
          <a:xfrm>
            <a:off x="342900" y="192490"/>
            <a:ext cx="7488494" cy="903231"/>
          </a:xfrm>
        </p:spPr>
        <p:txBody>
          <a:bodyPr>
            <a:normAutofit/>
          </a:bodyPr>
          <a:lstStyle/>
          <a:p>
            <a:r>
              <a:rPr lang="en-US" sz="3600" dirty="0"/>
              <a:t>Variance and Standard Deviation</a:t>
            </a:r>
          </a:p>
        </p:txBody>
      </p:sp>
      <p:sp>
        <p:nvSpPr>
          <p:cNvPr id="3" name="Content Placeholder 2">
            <a:extLst>
              <a:ext uri="{FF2B5EF4-FFF2-40B4-BE49-F238E27FC236}">
                <a16:creationId xmlns:a16="http://schemas.microsoft.com/office/drawing/2014/main" id="{AC8D4903-BA4F-487D-98D3-AD0FA8B286B0}"/>
              </a:ext>
            </a:extLst>
          </p:cNvPr>
          <p:cNvSpPr>
            <a:spLocks noGrp="1"/>
          </p:cNvSpPr>
          <p:nvPr>
            <p:ph sz="quarter" idx="11"/>
          </p:nvPr>
        </p:nvSpPr>
        <p:spPr>
          <a:xfrm>
            <a:off x="8625961" y="53071"/>
            <a:ext cx="468261" cy="1187671"/>
          </a:xfrm>
        </p:spPr>
        <p:txBody>
          <a:bodyPr vert="vert" rIns="0"/>
          <a:lstStyle/>
          <a:p>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E30BD14A-F405-4ECB-B518-0922D6AFBF47}"/>
              </a:ext>
            </a:extLst>
          </p:cNvPr>
          <p:cNvSpPr>
            <a:spLocks noGrp="1"/>
          </p:cNvSpPr>
          <p:nvPr>
            <p:ph sz="quarter" idx="14"/>
          </p:nvPr>
        </p:nvSpPr>
        <p:spPr>
          <a:xfrm>
            <a:off x="342900" y="1253616"/>
            <a:ext cx="2075835" cy="442449"/>
          </a:xfrm>
        </p:spPr>
        <p:txBody>
          <a:bodyPr/>
          <a:lstStyle/>
          <a:p>
            <a:r>
              <a:rPr lang="en-US" dirty="0"/>
              <a:t>The </a:t>
            </a:r>
            <a:r>
              <a:rPr lang="en-US" b="1" dirty="0"/>
              <a:t>variance</a:t>
            </a:r>
            <a:endParaRPr lang="en-US" dirty="0"/>
          </a:p>
        </p:txBody>
      </p:sp>
      <p:graphicFrame>
        <p:nvGraphicFramePr>
          <p:cNvPr id="18" name="Object 17">
            <a:extLst>
              <a:ext uri="{FF2B5EF4-FFF2-40B4-BE49-F238E27FC236}">
                <a16:creationId xmlns:a16="http://schemas.microsoft.com/office/drawing/2014/main" id="{8F0EB63D-AFC9-4B52-8133-6C338676FBDF}"/>
              </a:ext>
            </a:extLst>
          </p:cNvPr>
          <p:cNvGraphicFramePr>
            <a:graphicFrameLocks noChangeAspect="1"/>
          </p:cNvGraphicFramePr>
          <p:nvPr/>
        </p:nvGraphicFramePr>
        <p:xfrm>
          <a:off x="2446338" y="1349375"/>
          <a:ext cx="1004887" cy="334963"/>
        </p:xfrm>
        <a:graphic>
          <a:graphicData uri="http://schemas.openxmlformats.org/presentationml/2006/ole">
            <mc:AlternateContent xmlns:mc="http://schemas.openxmlformats.org/markup-compatibility/2006">
              <mc:Choice xmlns:v="urn:schemas-microsoft-com:vml" Requires="v">
                <p:oleObj name="Equation" r:id="rId2" imgW="914400" imgH="304560" progId="Equation.DSMT4">
                  <p:embed/>
                </p:oleObj>
              </mc:Choice>
              <mc:Fallback>
                <p:oleObj name="Equation" r:id="rId2" imgW="914400" imgH="304560" progId="Equation.DSMT4">
                  <p:embed/>
                  <p:pic>
                    <p:nvPicPr>
                      <p:cNvPr id="18" name="Object 17">
                        <a:extLst>
                          <a:ext uri="{FF2B5EF4-FFF2-40B4-BE49-F238E27FC236}">
                            <a16:creationId xmlns:a16="http://schemas.microsoft.com/office/drawing/2014/main" id="{8F0EB63D-AFC9-4B52-8133-6C338676FBDF}"/>
                          </a:ext>
                        </a:extLst>
                      </p:cNvPr>
                      <p:cNvPicPr/>
                      <p:nvPr/>
                    </p:nvPicPr>
                    <p:blipFill>
                      <a:blip r:embed="rId3"/>
                      <a:stretch>
                        <a:fillRect/>
                      </a:stretch>
                    </p:blipFill>
                    <p:spPr>
                      <a:xfrm>
                        <a:off x="2446338" y="1349375"/>
                        <a:ext cx="1004887" cy="33496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16769CD-EBC1-4CCE-979E-12372C6141EA}"/>
              </a:ext>
            </a:extLst>
          </p:cNvPr>
          <p:cNvSpPr>
            <a:spLocks noGrp="1"/>
          </p:cNvSpPr>
          <p:nvPr>
            <p:ph sz="quarter" idx="15"/>
          </p:nvPr>
        </p:nvSpPr>
        <p:spPr>
          <a:xfrm>
            <a:off x="3476912" y="1249127"/>
            <a:ext cx="4863281" cy="461686"/>
          </a:xfrm>
        </p:spPr>
        <p:txBody>
          <a:bodyPr lIns="0"/>
          <a:lstStyle/>
          <a:p>
            <a:r>
              <a:rPr lang="en-US" dirty="0"/>
              <a:t>of a discrete random variable is the</a:t>
            </a:r>
          </a:p>
        </p:txBody>
      </p:sp>
      <p:sp>
        <p:nvSpPr>
          <p:cNvPr id="6" name="Content Placeholder 5">
            <a:extLst>
              <a:ext uri="{FF2B5EF4-FFF2-40B4-BE49-F238E27FC236}">
                <a16:creationId xmlns:a16="http://schemas.microsoft.com/office/drawing/2014/main" id="{ABF20567-78C3-4539-BF68-E0003B09D73D}"/>
              </a:ext>
            </a:extLst>
          </p:cNvPr>
          <p:cNvSpPr>
            <a:spLocks noGrp="1"/>
          </p:cNvSpPr>
          <p:nvPr>
            <p:ph sz="quarter" idx="16"/>
          </p:nvPr>
        </p:nvSpPr>
        <p:spPr>
          <a:xfrm>
            <a:off x="342900" y="1770036"/>
            <a:ext cx="7886700" cy="1159028"/>
          </a:xfrm>
        </p:spPr>
        <p:txBody>
          <a:bodyPr tIns="0"/>
          <a:lstStyle/>
          <a:p>
            <a:r>
              <a:rPr lang="en-US" dirty="0"/>
              <a:t>sum of the squared deviations about its expected value, weighted by the probability of each </a:t>
            </a:r>
            <a:r>
              <a:rPr lang="en-US" i="1" dirty="0"/>
              <a:t>X</a:t>
            </a:r>
            <a:r>
              <a:rPr lang="en-US" dirty="0"/>
              <a:t>-value. If there are </a:t>
            </a:r>
            <a:r>
              <a:rPr lang="en-US" i="1" dirty="0"/>
              <a:t>N </a:t>
            </a:r>
            <a:r>
              <a:rPr lang="en-US" dirty="0"/>
              <a:t>distinct values of </a:t>
            </a:r>
            <a:r>
              <a:rPr lang="en-US" i="1" dirty="0"/>
              <a:t>X, </a:t>
            </a:r>
            <a:r>
              <a:rPr lang="en-US" dirty="0"/>
              <a:t>the variance is:</a:t>
            </a:r>
          </a:p>
        </p:txBody>
      </p:sp>
      <p:graphicFrame>
        <p:nvGraphicFramePr>
          <p:cNvPr id="19" name="Object 18">
            <a:extLst>
              <a:ext uri="{FF2B5EF4-FFF2-40B4-BE49-F238E27FC236}">
                <a16:creationId xmlns:a16="http://schemas.microsoft.com/office/drawing/2014/main" id="{EC697BFF-BFAF-4DA5-9D6F-6FE87DD14912}"/>
              </a:ext>
            </a:extLst>
          </p:cNvPr>
          <p:cNvGraphicFramePr>
            <a:graphicFrameLocks noChangeAspect="1"/>
          </p:cNvGraphicFramePr>
          <p:nvPr/>
        </p:nvGraphicFramePr>
        <p:xfrm>
          <a:off x="2630488" y="3152775"/>
          <a:ext cx="3884612" cy="754063"/>
        </p:xfrm>
        <a:graphic>
          <a:graphicData uri="http://schemas.openxmlformats.org/presentationml/2006/ole">
            <mc:AlternateContent xmlns:mc="http://schemas.openxmlformats.org/markup-compatibility/2006">
              <mc:Choice xmlns:v="urn:schemas-microsoft-com:vml" Requires="v">
                <p:oleObj name="Equation" r:id="rId4" imgW="3530520" imgH="685800" progId="Equation.DSMT4">
                  <p:embed/>
                </p:oleObj>
              </mc:Choice>
              <mc:Fallback>
                <p:oleObj name="Equation" r:id="rId4" imgW="3530520" imgH="685800" progId="Equation.DSMT4">
                  <p:embed/>
                  <p:pic>
                    <p:nvPicPr>
                      <p:cNvPr id="19" name="Object 18">
                        <a:extLst>
                          <a:ext uri="{FF2B5EF4-FFF2-40B4-BE49-F238E27FC236}">
                            <a16:creationId xmlns:a16="http://schemas.microsoft.com/office/drawing/2014/main" id="{EC697BFF-BFAF-4DA5-9D6F-6FE87DD14912}"/>
                          </a:ext>
                        </a:extLst>
                      </p:cNvPr>
                      <p:cNvPicPr/>
                      <p:nvPr/>
                    </p:nvPicPr>
                    <p:blipFill>
                      <a:blip r:embed="rId5"/>
                      <a:stretch>
                        <a:fillRect/>
                      </a:stretch>
                    </p:blipFill>
                    <p:spPr>
                      <a:xfrm>
                        <a:off x="2630488" y="3152775"/>
                        <a:ext cx="3884612" cy="7540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7EC3AC04-1983-4F20-B5AA-439B34FD4653}"/>
              </a:ext>
            </a:extLst>
          </p:cNvPr>
          <p:cNvSpPr>
            <a:spLocks noGrp="1"/>
          </p:cNvSpPr>
          <p:nvPr>
            <p:ph sz="quarter" idx="17"/>
          </p:nvPr>
        </p:nvSpPr>
        <p:spPr>
          <a:xfrm>
            <a:off x="342900" y="4133720"/>
            <a:ext cx="2429797" cy="453030"/>
          </a:xfrm>
        </p:spPr>
        <p:txBody>
          <a:bodyPr/>
          <a:lstStyle/>
          <a:p>
            <a:pPr marL="292608" indent="-292608">
              <a:buFont typeface="Arial" panose="020B0604020202020204" pitchFamily="34" charset="0"/>
              <a:buChar char="•"/>
            </a:pPr>
            <a:r>
              <a:rPr lang="en-US" dirty="0"/>
              <a:t>We use either</a:t>
            </a:r>
            <a:endParaRPr lang="en-US" b="1" dirty="0"/>
          </a:p>
        </p:txBody>
      </p:sp>
      <p:graphicFrame>
        <p:nvGraphicFramePr>
          <p:cNvPr id="20" name="Object 19">
            <a:extLst>
              <a:ext uri="{FF2B5EF4-FFF2-40B4-BE49-F238E27FC236}">
                <a16:creationId xmlns:a16="http://schemas.microsoft.com/office/drawing/2014/main" id="{FE2CEC2B-65C0-49C4-8E4A-9CE064F457F0}"/>
              </a:ext>
            </a:extLst>
          </p:cNvPr>
          <p:cNvGraphicFramePr>
            <a:graphicFrameLocks noChangeAspect="1"/>
          </p:cNvGraphicFramePr>
          <p:nvPr/>
        </p:nvGraphicFramePr>
        <p:xfrm>
          <a:off x="2789238" y="4152900"/>
          <a:ext cx="1839912" cy="414338"/>
        </p:xfrm>
        <a:graphic>
          <a:graphicData uri="http://schemas.openxmlformats.org/presentationml/2006/ole">
            <mc:AlternateContent xmlns:mc="http://schemas.openxmlformats.org/markup-compatibility/2006">
              <mc:Choice xmlns:v="urn:schemas-microsoft-com:vml" Requires="v">
                <p:oleObj name="Equation" r:id="rId6" imgW="1523880" imgH="342720" progId="Equation.DSMT4">
                  <p:embed/>
                </p:oleObj>
              </mc:Choice>
              <mc:Fallback>
                <p:oleObj name="Equation" r:id="rId6" imgW="1523880" imgH="342720" progId="Equation.DSMT4">
                  <p:embed/>
                  <p:pic>
                    <p:nvPicPr>
                      <p:cNvPr id="20" name="Object 19">
                        <a:extLst>
                          <a:ext uri="{FF2B5EF4-FFF2-40B4-BE49-F238E27FC236}">
                            <a16:creationId xmlns:a16="http://schemas.microsoft.com/office/drawing/2014/main" id="{FE2CEC2B-65C0-49C4-8E4A-9CE064F457F0}"/>
                          </a:ext>
                        </a:extLst>
                      </p:cNvPr>
                      <p:cNvPicPr/>
                      <p:nvPr/>
                    </p:nvPicPr>
                    <p:blipFill>
                      <a:blip r:embed="rId7"/>
                      <a:stretch>
                        <a:fillRect/>
                      </a:stretch>
                    </p:blipFill>
                    <p:spPr>
                      <a:xfrm>
                        <a:off x="2789238" y="4152900"/>
                        <a:ext cx="1839912" cy="41433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E6853165-491A-437A-9ABD-8F524A775030}"/>
              </a:ext>
            </a:extLst>
          </p:cNvPr>
          <p:cNvSpPr>
            <a:spLocks noGrp="1"/>
          </p:cNvSpPr>
          <p:nvPr>
            <p:ph sz="quarter" idx="18"/>
          </p:nvPr>
        </p:nvSpPr>
        <p:spPr>
          <a:xfrm>
            <a:off x="4678920" y="4113882"/>
            <a:ext cx="3122971" cy="458122"/>
          </a:xfrm>
        </p:spPr>
        <p:txBody>
          <a:bodyPr lIns="0"/>
          <a:lstStyle/>
          <a:p>
            <a:r>
              <a:rPr lang="en-US" dirty="0"/>
              <a:t>to denote its variance.</a:t>
            </a:r>
          </a:p>
        </p:txBody>
      </p:sp>
      <p:sp>
        <p:nvSpPr>
          <p:cNvPr id="9" name="Content Placeholder 8">
            <a:extLst>
              <a:ext uri="{FF2B5EF4-FFF2-40B4-BE49-F238E27FC236}">
                <a16:creationId xmlns:a16="http://schemas.microsoft.com/office/drawing/2014/main" id="{328EA751-2F97-4723-9FBF-C44D994DF17E}"/>
              </a:ext>
            </a:extLst>
          </p:cNvPr>
          <p:cNvSpPr>
            <a:spLocks noGrp="1"/>
          </p:cNvSpPr>
          <p:nvPr>
            <p:ph sz="quarter" idx="19"/>
          </p:nvPr>
        </p:nvSpPr>
        <p:spPr>
          <a:xfrm>
            <a:off x="342901" y="4709029"/>
            <a:ext cx="8191500" cy="799596"/>
          </a:xfrm>
        </p:spPr>
        <p:txBody>
          <a:bodyPr/>
          <a:lstStyle/>
          <a:p>
            <a:r>
              <a:rPr lang="en-US" dirty="0"/>
              <a:t>The </a:t>
            </a:r>
            <a:r>
              <a:rPr lang="en-US" b="1" dirty="0"/>
              <a:t>standard deviation </a:t>
            </a:r>
            <a:r>
              <a:rPr lang="en-US" dirty="0"/>
              <a:t>is the square root of the variance and is denoted </a:t>
            </a:r>
            <a:r>
              <a:rPr lang="el-GR" i="1" dirty="0"/>
              <a:t>σ</a:t>
            </a:r>
            <a:r>
              <a:rPr lang="en-US" dirty="0"/>
              <a:t>:</a:t>
            </a:r>
          </a:p>
        </p:txBody>
      </p:sp>
      <p:graphicFrame>
        <p:nvGraphicFramePr>
          <p:cNvPr id="22" name="Object 21">
            <a:extLst>
              <a:ext uri="{FF2B5EF4-FFF2-40B4-BE49-F238E27FC236}">
                <a16:creationId xmlns:a16="http://schemas.microsoft.com/office/drawing/2014/main" id="{F5050D11-D24F-469E-A7F0-CC59B8805D64}"/>
              </a:ext>
            </a:extLst>
          </p:cNvPr>
          <p:cNvGraphicFramePr>
            <a:graphicFrameLocks noChangeAspect="1"/>
          </p:cNvGraphicFramePr>
          <p:nvPr/>
        </p:nvGraphicFramePr>
        <p:xfrm>
          <a:off x="3065463" y="5646738"/>
          <a:ext cx="2513012" cy="474662"/>
        </p:xfrm>
        <a:graphic>
          <a:graphicData uri="http://schemas.openxmlformats.org/presentationml/2006/ole">
            <mc:AlternateContent xmlns:mc="http://schemas.openxmlformats.org/markup-compatibility/2006">
              <mc:Choice xmlns:v="urn:schemas-microsoft-com:vml" Requires="v">
                <p:oleObj name="Equation" r:id="rId8" imgW="2286000" imgH="431640" progId="Equation.DSMT4">
                  <p:embed/>
                </p:oleObj>
              </mc:Choice>
              <mc:Fallback>
                <p:oleObj name="Equation" r:id="rId8" imgW="2286000" imgH="431640" progId="Equation.DSMT4">
                  <p:embed/>
                  <p:pic>
                    <p:nvPicPr>
                      <p:cNvPr id="22" name="Object 21">
                        <a:extLst>
                          <a:ext uri="{FF2B5EF4-FFF2-40B4-BE49-F238E27FC236}">
                            <a16:creationId xmlns:a16="http://schemas.microsoft.com/office/drawing/2014/main" id="{F5050D11-D24F-469E-A7F0-CC59B8805D64}"/>
                          </a:ext>
                        </a:extLst>
                      </p:cNvPr>
                      <p:cNvPicPr/>
                      <p:nvPr/>
                    </p:nvPicPr>
                    <p:blipFill>
                      <a:blip r:embed="rId9"/>
                      <a:stretch>
                        <a:fillRect/>
                      </a:stretch>
                    </p:blipFill>
                    <p:spPr>
                      <a:xfrm>
                        <a:off x="3065463" y="5646738"/>
                        <a:ext cx="2513012" cy="474662"/>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62A991AF-8629-4856-B391-ECFFF311FCBF}"/>
              </a:ext>
            </a:extLst>
          </p:cNvPr>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2797872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a:bodyPr>
          <a:lstStyle/>
          <a:p>
            <a:r>
              <a:rPr lang="en-US" sz="3600" dirty="0"/>
              <a:t>Example: Bed and Breakfast </a:t>
            </a:r>
            <a:r>
              <a:rPr lang="en-US" sz="1000" b="0" dirty="0"/>
              <a:t>1</a:t>
            </a:r>
            <a:endParaRPr lang="en-US" sz="1000" dirty="0"/>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594621" y="58343"/>
            <a:ext cx="501445" cy="1230516"/>
          </a:xfrm>
        </p:spPr>
        <p:txBody>
          <a:bodyPr vert="vert" rIns="0"/>
          <a:lstStyle/>
          <a:p>
            <a:pPr marL="1025525" indent="-1025525"/>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899" y="1274111"/>
            <a:ext cx="8251722" cy="1918794"/>
          </a:xfrm>
        </p:spPr>
        <p:txBody>
          <a:bodyPr/>
          <a:lstStyle/>
          <a:p>
            <a:pPr marL="292608" indent="-292608">
              <a:buFont typeface="Arial" panose="020B0604020202020204" pitchFamily="34" charset="0"/>
              <a:buChar char="•"/>
            </a:pPr>
            <a:r>
              <a:rPr lang="en-US" sz="2000" dirty="0"/>
              <a:t>The Bay Street Inn is a seven-room bed-and-breakfast in the sunny California coastal city of Santa Theresa. Demand for rooms generally is strong during February, a prime month for tourists. However, experience shows that demand is quite variable. The probability distribution of room rentals during February is shown in below, where </a:t>
            </a:r>
            <a:r>
              <a:rPr lang="en-US" sz="2000" i="1" dirty="0"/>
              <a:t>X </a:t>
            </a:r>
            <a:r>
              <a:rPr lang="en-US" sz="2000" dirty="0"/>
              <a:t>= the number of rooms rented (</a:t>
            </a:r>
            <a:r>
              <a:rPr lang="en-US" sz="2000" i="1" dirty="0"/>
              <a:t>X </a:t>
            </a:r>
            <a:r>
              <a:rPr lang="en-US" sz="2000" dirty="0"/>
              <a:t>= 0, 1, 2, 3, 4, 5, 6, 7). The</a:t>
            </a:r>
          </a:p>
        </p:txBody>
      </p:sp>
      <p:sp>
        <p:nvSpPr>
          <p:cNvPr id="5" name="Content Placeholder 4">
            <a:extLst>
              <a:ext uri="{FF2B5EF4-FFF2-40B4-BE49-F238E27FC236}">
                <a16:creationId xmlns:a16="http://schemas.microsoft.com/office/drawing/2014/main" id="{4E0FAB43-4848-42D0-9628-68CD4E6F35D3}"/>
              </a:ext>
            </a:extLst>
          </p:cNvPr>
          <p:cNvSpPr>
            <a:spLocks noGrp="1"/>
          </p:cNvSpPr>
          <p:nvPr>
            <p:ph sz="quarter" idx="15"/>
          </p:nvPr>
        </p:nvSpPr>
        <p:spPr>
          <a:xfrm>
            <a:off x="342899" y="3237758"/>
            <a:ext cx="4423973" cy="317201"/>
          </a:xfrm>
        </p:spPr>
        <p:txBody>
          <a:bodyPr lIns="91440" tIns="0"/>
          <a:lstStyle/>
          <a:p>
            <a:pPr marL="292608"/>
            <a:r>
              <a:rPr lang="en-IN" sz="2000" dirty="0"/>
              <a:t>worksheet shows the calculation of</a:t>
            </a:r>
          </a:p>
        </p:txBody>
      </p:sp>
      <p:graphicFrame>
        <p:nvGraphicFramePr>
          <p:cNvPr id="9" name="Object 8">
            <a:extLst>
              <a:ext uri="{FF2B5EF4-FFF2-40B4-BE49-F238E27FC236}">
                <a16:creationId xmlns:a16="http://schemas.microsoft.com/office/drawing/2014/main" id="{E25213A3-733A-4ABD-84FF-588872390294}"/>
              </a:ext>
            </a:extLst>
          </p:cNvPr>
          <p:cNvGraphicFramePr>
            <a:graphicFrameLocks noChangeAspect="1"/>
          </p:cNvGraphicFramePr>
          <p:nvPr>
            <p:extLst>
              <p:ext uri="{D42A27DB-BD31-4B8C-83A1-F6EECF244321}">
                <p14:modId xmlns:p14="http://schemas.microsoft.com/office/powerpoint/2010/main" val="3588110396"/>
              </p:ext>
            </p:extLst>
          </p:nvPr>
        </p:nvGraphicFramePr>
        <p:xfrm>
          <a:off x="4806950" y="3271838"/>
          <a:ext cx="2159000" cy="312737"/>
        </p:xfrm>
        <a:graphic>
          <a:graphicData uri="http://schemas.openxmlformats.org/presentationml/2006/ole">
            <mc:AlternateContent xmlns:mc="http://schemas.openxmlformats.org/markup-compatibility/2006">
              <mc:Choice xmlns:v="urn:schemas-microsoft-com:vml" Requires="v">
                <p:oleObj name="Equation" r:id="rId2" imgW="2095200" imgH="304560" progId="Equation.DSMT4">
                  <p:embed/>
                </p:oleObj>
              </mc:Choice>
              <mc:Fallback>
                <p:oleObj name="Equation" r:id="rId2" imgW="2095200" imgH="304560" progId="Equation.DSMT4">
                  <p:embed/>
                  <p:pic>
                    <p:nvPicPr>
                      <p:cNvPr id="0" name=""/>
                      <p:cNvPicPr/>
                      <p:nvPr/>
                    </p:nvPicPr>
                    <p:blipFill>
                      <a:blip r:embed="rId3"/>
                      <a:stretch>
                        <a:fillRect/>
                      </a:stretch>
                    </p:blipFill>
                    <p:spPr>
                      <a:xfrm>
                        <a:off x="4806950" y="3271838"/>
                        <a:ext cx="2159000" cy="312737"/>
                      </a:xfrm>
                      <a:prstGeom prst="rect">
                        <a:avLst/>
                      </a:prstGeom>
                    </p:spPr>
                  </p:pic>
                </p:oleObj>
              </mc:Fallback>
            </mc:AlternateContent>
          </a:graphicData>
        </a:graphic>
      </p:graphicFrame>
      <p:graphicFrame>
        <p:nvGraphicFramePr>
          <p:cNvPr id="23" name="Table 8">
            <a:extLst>
              <a:ext uri="{FF2B5EF4-FFF2-40B4-BE49-F238E27FC236}">
                <a16:creationId xmlns:a16="http://schemas.microsoft.com/office/drawing/2014/main" id="{C1B72C8C-C4D2-451F-9976-8BF1F4705805}"/>
              </a:ext>
            </a:extLst>
          </p:cNvPr>
          <p:cNvGraphicFramePr>
            <a:graphicFrameLocks noGrp="1"/>
          </p:cNvGraphicFramePr>
          <p:nvPr>
            <p:extLst>
              <p:ext uri="{D42A27DB-BD31-4B8C-83A1-F6EECF244321}">
                <p14:modId xmlns:p14="http://schemas.microsoft.com/office/powerpoint/2010/main" val="1713664591"/>
              </p:ext>
            </p:extLst>
          </p:nvPr>
        </p:nvGraphicFramePr>
        <p:xfrm>
          <a:off x="1895463" y="3723743"/>
          <a:ext cx="5356326" cy="2545118"/>
        </p:xfrm>
        <a:graphic>
          <a:graphicData uri="http://schemas.openxmlformats.org/drawingml/2006/table">
            <a:tbl>
              <a:tblPr firstRow="1" bandRow="1">
                <a:tableStyleId>{5C22544A-7EE6-4342-B048-85BDC9FD1C3A}</a:tableStyleId>
              </a:tblPr>
              <a:tblGrid>
                <a:gridCol w="657237">
                  <a:extLst>
                    <a:ext uri="{9D8B030D-6E8A-4147-A177-3AD203B41FA5}">
                      <a16:colId xmlns:a16="http://schemas.microsoft.com/office/drawing/2014/main" val="1437307219"/>
                    </a:ext>
                  </a:extLst>
                </a:gridCol>
                <a:gridCol w="927100">
                  <a:extLst>
                    <a:ext uri="{9D8B030D-6E8A-4147-A177-3AD203B41FA5}">
                      <a16:colId xmlns:a16="http://schemas.microsoft.com/office/drawing/2014/main" val="2428203548"/>
                    </a:ext>
                  </a:extLst>
                </a:gridCol>
                <a:gridCol w="957289">
                  <a:extLst>
                    <a:ext uri="{9D8B030D-6E8A-4147-A177-3AD203B41FA5}">
                      <a16:colId xmlns:a16="http://schemas.microsoft.com/office/drawing/2014/main" val="1100358316"/>
                    </a:ext>
                  </a:extLst>
                </a:gridCol>
                <a:gridCol w="869429">
                  <a:extLst>
                    <a:ext uri="{9D8B030D-6E8A-4147-A177-3AD203B41FA5}">
                      <a16:colId xmlns:a16="http://schemas.microsoft.com/office/drawing/2014/main" val="3250146327"/>
                    </a:ext>
                  </a:extLst>
                </a:gridCol>
                <a:gridCol w="749508">
                  <a:extLst>
                    <a:ext uri="{9D8B030D-6E8A-4147-A177-3AD203B41FA5}">
                      <a16:colId xmlns:a16="http://schemas.microsoft.com/office/drawing/2014/main" val="147236469"/>
                    </a:ext>
                  </a:extLst>
                </a:gridCol>
                <a:gridCol w="1195763">
                  <a:extLst>
                    <a:ext uri="{9D8B030D-6E8A-4147-A177-3AD203B41FA5}">
                      <a16:colId xmlns:a16="http://schemas.microsoft.com/office/drawing/2014/main" val="531145634"/>
                    </a:ext>
                  </a:extLst>
                </a:gridCol>
              </a:tblGrid>
              <a:tr h="243840">
                <a:tc>
                  <a:txBody>
                    <a:bodyPr/>
                    <a:lstStyle/>
                    <a:p>
                      <a:pPr algn="l" fontAlgn="t"/>
                      <a:endParaRPr lang="en-US" sz="1200" b="1" i="1" u="none" strike="noStrike" dirty="0">
                        <a:effectLst/>
                        <a:latin typeface="+mn-lt"/>
                      </a:endParaRPr>
                    </a:p>
                  </a:txBody>
                  <a:tcPr marL="80346" marR="80346" marT="26450" marB="26450"/>
                </a:tc>
                <a:tc>
                  <a:txBody>
                    <a:bodyPr/>
                    <a:lstStyle/>
                    <a:p>
                      <a:pPr algn="ctr" fontAlgn="t"/>
                      <a:endParaRPr lang="en-US" sz="1200" b="1" i="1" u="none" strike="noStrike" dirty="0">
                        <a:effectLst/>
                        <a:latin typeface="+mn-lt"/>
                      </a:endParaRPr>
                    </a:p>
                  </a:txBody>
                  <a:tcPr marL="80346" marR="80346" marT="26450" marB="26450"/>
                </a:tc>
                <a:tc>
                  <a:txBody>
                    <a:bodyPr/>
                    <a:lstStyle/>
                    <a:p>
                      <a:pPr algn="ctr" fontAlgn="t"/>
                      <a:endParaRPr lang="en-US" sz="1200" b="1" i="1" u="none" strike="noStrike" dirty="0">
                        <a:effectLst/>
                        <a:latin typeface="+mn-lt"/>
                      </a:endParaRPr>
                    </a:p>
                  </a:txBody>
                  <a:tcPr marL="80346" marR="80346" marT="26450" marB="26450"/>
                </a:tc>
                <a:tc>
                  <a:txBody>
                    <a:bodyPr/>
                    <a:lstStyle/>
                    <a:p>
                      <a:pPr algn="ctr" fontAlgn="t"/>
                      <a:r>
                        <a:rPr lang="en-US" sz="1200" b="1" i="0" u="none" strike="noStrike" dirty="0">
                          <a:effectLst/>
                          <a:latin typeface="+mn-lt"/>
                        </a:rPr>
                        <a:t> </a:t>
                      </a:r>
                    </a:p>
                  </a:txBody>
                  <a:tcPr marL="80346" marR="80346" marT="26450" marB="26450"/>
                </a:tc>
                <a:tc>
                  <a:txBody>
                    <a:bodyPr/>
                    <a:lstStyle/>
                    <a:p>
                      <a:pPr algn="ctr" fontAlgn="t"/>
                      <a:r>
                        <a:rPr lang="en-US" sz="1200" b="1" i="0" u="none" strike="noStrike" dirty="0">
                          <a:effectLst/>
                          <a:latin typeface="+mn-lt"/>
                        </a:rPr>
                        <a:t> </a:t>
                      </a:r>
                    </a:p>
                  </a:txBody>
                  <a:tcPr marL="80346" marR="80346" marT="26450" marB="26450"/>
                </a:tc>
                <a:tc>
                  <a:txBody>
                    <a:bodyPr/>
                    <a:lstStyle/>
                    <a:p>
                      <a:pPr algn="ctr" fontAlgn="t"/>
                      <a:endParaRPr lang="en-US" sz="1200" b="1" i="0" u="none" strike="noStrike" dirty="0">
                        <a:effectLst/>
                        <a:latin typeface="+mn-lt"/>
                      </a:endParaRPr>
                    </a:p>
                  </a:txBody>
                  <a:tcPr marL="80346" marR="80346" marT="26450" marB="26450"/>
                </a:tc>
                <a:extLst>
                  <a:ext uri="{0D108BD9-81ED-4DB2-BD59-A6C34878D82A}">
                    <a16:rowId xmlns:a16="http://schemas.microsoft.com/office/drawing/2014/main" val="1857259018"/>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3592454934"/>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3007738945"/>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r>
                        <a:rPr lang="en-US" sz="1200" b="0" i="0" u="none" strike="noStrike" dirty="0">
                          <a:effectLst/>
                          <a:latin typeface="+mn-lt"/>
                        </a:rPr>
                        <a:t>.</a:t>
                      </a: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1852680604"/>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1251775119"/>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4008093258"/>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3503657062"/>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lnB w="12700" cmpd="sng">
                      <a:noFill/>
                    </a:lnB>
                  </a:tcPr>
                </a:tc>
                <a:tc>
                  <a:txBody>
                    <a:bodyPr/>
                    <a:lstStyle/>
                    <a:p>
                      <a:pPr algn="ctr" fontAlgn="t"/>
                      <a:endParaRPr lang="en-US" sz="1200" b="0" i="0" u="none" strike="noStrike" dirty="0">
                        <a:effectLst/>
                        <a:latin typeface="+mn-lt"/>
                      </a:endParaRPr>
                    </a:p>
                  </a:txBody>
                  <a:tcPr marL="80346" marR="80346" marT="26450" marB="26450">
                    <a:lnB w="12700" cmpd="sng">
                      <a:noFill/>
                    </a:lnB>
                  </a:tcPr>
                </a:tc>
                <a:tc>
                  <a:txBody>
                    <a:bodyPr/>
                    <a:lstStyle/>
                    <a:p>
                      <a:pPr algn="ctr" fontAlgn="t"/>
                      <a:endParaRPr lang="en-US" sz="1200" b="0" i="0" u="none" strike="noStrike" dirty="0">
                        <a:effectLst/>
                        <a:latin typeface="+mn-lt"/>
                      </a:endParaRPr>
                    </a:p>
                  </a:txBody>
                  <a:tcPr marL="80346" marR="80346" marT="26450" marB="26450"/>
                </a:tc>
                <a:extLst>
                  <a:ext uri="{0D108BD9-81ED-4DB2-BD59-A6C34878D82A}">
                    <a16:rowId xmlns:a16="http://schemas.microsoft.com/office/drawing/2014/main" val="4189521207"/>
                  </a:ext>
                </a:extLst>
              </a:tr>
              <a:tr h="23396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lnB w="12700" cap="flat" cmpd="sng" algn="ctr">
                      <a:solidFill>
                        <a:schemeClr val="tx1"/>
                      </a:solidFill>
                      <a:prstDash val="solid"/>
                      <a:round/>
                      <a:headEnd type="none" w="med" len="med"/>
                      <a:tailEnd type="none" w="med" len="med"/>
                    </a:lnB>
                  </a:tcPr>
                </a:tc>
                <a:tc>
                  <a:txBody>
                    <a:bodyPr/>
                    <a:lstStyle/>
                    <a:p>
                      <a:pPr algn="ctr" fontAlgn="t"/>
                      <a:endParaRPr lang="en-US" sz="1200" b="0" i="0" u="none" strike="noStrike" dirty="0">
                        <a:effectLst/>
                        <a:latin typeface="+mn-lt"/>
                      </a:endParaRPr>
                    </a:p>
                  </a:txBody>
                  <a:tcPr marL="80346" marR="80346" marT="26450" marB="26450">
                    <a:lnR w="12700" cmpd="sng">
                      <a:noFill/>
                    </a:lnR>
                    <a:lnB w="12700" cap="flat" cmpd="sng" algn="ctr">
                      <a:solidFill>
                        <a:schemeClr val="tx1"/>
                      </a:solidFill>
                      <a:prstDash val="solid"/>
                      <a:round/>
                      <a:headEnd type="none" w="med" len="med"/>
                      <a:tailEnd type="none" w="med" len="med"/>
                    </a:lnB>
                  </a:tcPr>
                </a:tc>
                <a:tc>
                  <a:txBody>
                    <a:bodyPr/>
                    <a:lstStyle/>
                    <a:p>
                      <a:pPr algn="ctr" fontAlgn="t"/>
                      <a:endParaRPr lang="en-US" sz="1200" b="0" i="0" u="none" strike="noStrike" dirty="0">
                        <a:effectLst/>
                        <a:latin typeface="+mn-lt"/>
                      </a:endParaRPr>
                    </a:p>
                  </a:txBody>
                  <a:tcPr marL="80346" marR="80346" marT="26450" marB="2645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endParaRPr lang="en-US" sz="1200" b="0" i="0" u="none" strike="noStrike" dirty="0">
                        <a:effectLst/>
                        <a:latin typeface="+mn-lt"/>
                      </a:endParaRPr>
                    </a:p>
                  </a:txBody>
                  <a:tcPr marL="80346" marR="80346" marT="26450" marB="2645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endParaRPr lang="en-US" sz="1200" b="0" i="0" u="none" strike="noStrike" dirty="0">
                        <a:effectLst/>
                        <a:latin typeface="+mn-lt"/>
                      </a:endParaRPr>
                    </a:p>
                  </a:txBody>
                  <a:tcPr marL="80346" marR="80346" marT="26450" marB="26450">
                    <a:lnL w="12700" cmpd="sng">
                      <a:noFill/>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268368"/>
                  </a:ext>
                </a:extLst>
              </a:tr>
              <a:tr h="415038">
                <a:tc>
                  <a:txBody>
                    <a:bodyPr/>
                    <a:lstStyle/>
                    <a:p>
                      <a:pPr algn="l" fontAlgn="t"/>
                      <a:endParaRPr lang="en-US" sz="1200" b="0" i="0" u="none" strike="noStrike" dirty="0">
                        <a:effectLst/>
                        <a:latin typeface="+mn-lt"/>
                      </a:endParaRPr>
                    </a:p>
                  </a:txBody>
                  <a:tcPr marL="80346" marR="80346" marT="26450" marB="26450"/>
                </a:tc>
                <a:tc>
                  <a:txBody>
                    <a:bodyPr/>
                    <a:lstStyle/>
                    <a:p>
                      <a:pPr algn="ctr" fontAlgn="t"/>
                      <a:endParaRPr lang="en-US" sz="1200" b="0" i="0" u="none" strike="noStrike" dirty="0">
                        <a:effectLst/>
                        <a:latin typeface="+mn-lt"/>
                      </a:endParaRPr>
                    </a:p>
                  </a:txBody>
                  <a:tcPr marL="80346" marR="80346" marT="26450" marB="26450">
                    <a:lnT w="12700" cap="flat" cmpd="sng" algn="ctr">
                      <a:solidFill>
                        <a:schemeClr val="tx1"/>
                      </a:solidFill>
                      <a:prstDash val="solid"/>
                      <a:round/>
                      <a:headEnd type="none" w="med" len="med"/>
                      <a:tailEnd type="none" w="med" len="med"/>
                    </a:lnT>
                  </a:tcPr>
                </a:tc>
                <a:tc>
                  <a:txBody>
                    <a:bodyPr/>
                    <a:lstStyle/>
                    <a:p>
                      <a:pPr algn="ctr" fontAlgn="t"/>
                      <a:endParaRPr lang="en-US" sz="1200" b="0" i="0" u="none" strike="noStrike" dirty="0">
                        <a:effectLst/>
                        <a:latin typeface="+mn-lt"/>
                      </a:endParaRPr>
                    </a:p>
                  </a:txBody>
                  <a:tcPr marL="80346" marR="80346" marT="26450" marB="26450">
                    <a:lnT w="12700" cap="flat" cmpd="sng" algn="ctr">
                      <a:solidFill>
                        <a:schemeClr val="tx1"/>
                      </a:solidFill>
                      <a:prstDash val="solid"/>
                      <a:round/>
                      <a:headEnd type="none" w="med" len="med"/>
                      <a:tailEnd type="none" w="med" len="med"/>
                    </a:lnT>
                  </a:tcPr>
                </a:tc>
                <a:tc>
                  <a:txBody>
                    <a:bodyPr/>
                    <a:lstStyle/>
                    <a:p>
                      <a:pPr algn="ctr" fontAlgn="t"/>
                      <a:endParaRPr lang="en-US" sz="1200" b="0" i="0" u="none" strike="noStrike">
                        <a:effectLst/>
                        <a:latin typeface="+mn-lt"/>
                      </a:endParaRPr>
                    </a:p>
                  </a:txBody>
                  <a:tcPr marL="80346" marR="80346" marT="26450" marB="26450">
                    <a:lnT w="12700" cap="flat" cmpd="sng" algn="ctr">
                      <a:noFill/>
                      <a:prstDash val="solid"/>
                      <a:round/>
                      <a:headEnd type="none" w="med" len="med"/>
                      <a:tailEnd type="none" w="med" len="med"/>
                    </a:lnT>
                  </a:tcPr>
                </a:tc>
                <a:tc>
                  <a:txBody>
                    <a:bodyPr/>
                    <a:lstStyle/>
                    <a:p>
                      <a:pPr algn="ctr" fontAlgn="t"/>
                      <a:endParaRPr lang="en-US" sz="1200" b="0" i="0" u="none" strike="noStrike">
                        <a:effectLst/>
                        <a:latin typeface="+mn-lt"/>
                      </a:endParaRPr>
                    </a:p>
                  </a:txBody>
                  <a:tcPr marL="80346" marR="80346" marT="26450" marB="26450">
                    <a:lnT w="12700" cap="flat" cmpd="sng" algn="ctr">
                      <a:noFill/>
                      <a:prstDash val="solid"/>
                      <a:round/>
                      <a:headEnd type="none" w="med" len="med"/>
                      <a:tailEnd type="none" w="med" len="med"/>
                    </a:lnT>
                  </a:tcPr>
                </a:tc>
                <a:tc>
                  <a:txBody>
                    <a:bodyPr/>
                    <a:lstStyle/>
                    <a:p>
                      <a:pPr algn="ctr" fontAlgn="t"/>
                      <a:endParaRPr lang="en-US" sz="1200" b="0" i="1" u="none" strike="noStrike" dirty="0">
                        <a:effectLst/>
                        <a:latin typeface="+mn-lt"/>
                      </a:endParaRPr>
                    </a:p>
                  </a:txBody>
                  <a:tcPr marL="80346" marR="80346" marT="26450" marB="2645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28096778"/>
                  </a:ext>
                </a:extLst>
              </a:tr>
            </a:tbl>
          </a:graphicData>
        </a:graphic>
      </p:graphicFrame>
      <p:graphicFrame>
        <p:nvGraphicFramePr>
          <p:cNvPr id="16" name="Object 15">
            <a:extLst>
              <a:ext uri="{FF2B5EF4-FFF2-40B4-BE49-F238E27FC236}">
                <a16:creationId xmlns:a16="http://schemas.microsoft.com/office/drawing/2014/main" id="{EAE75745-836B-4E61-88E8-1934FCA844FF}"/>
              </a:ext>
            </a:extLst>
          </p:cNvPr>
          <p:cNvGraphicFramePr>
            <a:graphicFrameLocks noChangeAspect="1"/>
          </p:cNvGraphicFramePr>
          <p:nvPr>
            <p:extLst>
              <p:ext uri="{D42A27DB-BD31-4B8C-83A1-F6EECF244321}">
                <p14:modId xmlns:p14="http://schemas.microsoft.com/office/powerpoint/2010/main" val="571607860"/>
              </p:ext>
            </p:extLst>
          </p:nvPr>
        </p:nvGraphicFramePr>
        <p:xfrm>
          <a:off x="2038350" y="3775075"/>
          <a:ext cx="138113" cy="131763"/>
        </p:xfrm>
        <a:graphic>
          <a:graphicData uri="http://schemas.openxmlformats.org/presentationml/2006/ole">
            <mc:AlternateContent xmlns:mc="http://schemas.openxmlformats.org/markup-compatibility/2006">
              <mc:Choice xmlns:v="urn:schemas-microsoft-com:vml" Requires="v">
                <p:oleObj name="Equation" r:id="rId4" imgW="203040" imgH="190440" progId="Equation.DSMT4">
                  <p:embed/>
                </p:oleObj>
              </mc:Choice>
              <mc:Fallback>
                <p:oleObj name="Equation" r:id="rId4" imgW="203040" imgH="190440" progId="Equation.DSMT4">
                  <p:embed/>
                  <p:pic>
                    <p:nvPicPr>
                      <p:cNvPr id="6" name="Object 5">
                        <a:extLst>
                          <a:ext uri="{FF2B5EF4-FFF2-40B4-BE49-F238E27FC236}">
                            <a16:creationId xmlns:a16="http://schemas.microsoft.com/office/drawing/2014/main" id="{01278B6F-A01B-4249-A96E-5A3DDC691E92}"/>
                          </a:ext>
                        </a:extLst>
                      </p:cNvPr>
                      <p:cNvPicPr/>
                      <p:nvPr/>
                    </p:nvPicPr>
                    <p:blipFill>
                      <a:blip r:embed="rId5"/>
                      <a:stretch>
                        <a:fillRect/>
                      </a:stretch>
                    </p:blipFill>
                    <p:spPr>
                      <a:xfrm>
                        <a:off x="2038350" y="3775075"/>
                        <a:ext cx="138113" cy="131763"/>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02BE109C-AF30-4EF6-A337-80627F36FE41}"/>
              </a:ext>
            </a:extLst>
          </p:cNvPr>
          <p:cNvGraphicFramePr>
            <a:graphicFrameLocks noChangeAspect="1"/>
          </p:cNvGraphicFramePr>
          <p:nvPr>
            <p:extLst>
              <p:ext uri="{D42A27DB-BD31-4B8C-83A1-F6EECF244321}">
                <p14:modId xmlns:p14="http://schemas.microsoft.com/office/powerpoint/2010/main" val="4266972939"/>
              </p:ext>
            </p:extLst>
          </p:nvPr>
        </p:nvGraphicFramePr>
        <p:xfrm>
          <a:off x="2837848" y="3743211"/>
          <a:ext cx="344104" cy="215065"/>
        </p:xfrm>
        <a:graphic>
          <a:graphicData uri="http://schemas.openxmlformats.org/presentationml/2006/ole">
            <mc:AlternateContent xmlns:mc="http://schemas.openxmlformats.org/markup-compatibility/2006">
              <mc:Choice xmlns:v="urn:schemas-microsoft-com:vml" Requires="v">
                <p:oleObj name="Equation" r:id="rId6" imgW="609480" imgH="380880" progId="Equation.DSMT4">
                  <p:embed/>
                </p:oleObj>
              </mc:Choice>
              <mc:Fallback>
                <p:oleObj name="Equation" r:id="rId6" imgW="609480" imgH="380880" progId="Equation.DSMT4">
                  <p:embed/>
                  <p:pic>
                    <p:nvPicPr>
                      <p:cNvPr id="0" name=""/>
                      <p:cNvPicPr/>
                      <p:nvPr/>
                    </p:nvPicPr>
                    <p:blipFill>
                      <a:blip r:embed="rId7"/>
                      <a:stretch>
                        <a:fillRect/>
                      </a:stretch>
                    </p:blipFill>
                    <p:spPr>
                      <a:xfrm>
                        <a:off x="2837848" y="3743211"/>
                        <a:ext cx="344104" cy="215065"/>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A8163B70-B673-4508-8CEC-32F244FFD1E8}"/>
              </a:ext>
            </a:extLst>
          </p:cNvPr>
          <p:cNvGraphicFramePr>
            <a:graphicFrameLocks noChangeAspect="1"/>
          </p:cNvGraphicFramePr>
          <p:nvPr>
            <p:extLst>
              <p:ext uri="{D42A27DB-BD31-4B8C-83A1-F6EECF244321}">
                <p14:modId xmlns:p14="http://schemas.microsoft.com/office/powerpoint/2010/main" val="249391106"/>
              </p:ext>
            </p:extLst>
          </p:nvPr>
        </p:nvGraphicFramePr>
        <p:xfrm>
          <a:off x="3711575" y="3743325"/>
          <a:ext cx="417513" cy="214313"/>
        </p:xfrm>
        <a:graphic>
          <a:graphicData uri="http://schemas.openxmlformats.org/presentationml/2006/ole">
            <mc:AlternateContent xmlns:mc="http://schemas.openxmlformats.org/markup-compatibility/2006">
              <mc:Choice xmlns:v="urn:schemas-microsoft-com:vml" Requires="v">
                <p:oleObj name="Equation" r:id="rId8" imgW="736560" imgH="380880" progId="Equation.DSMT4">
                  <p:embed/>
                </p:oleObj>
              </mc:Choice>
              <mc:Fallback>
                <p:oleObj name="Equation" r:id="rId8" imgW="736560" imgH="380880" progId="Equation.DSMT4">
                  <p:embed/>
                  <p:pic>
                    <p:nvPicPr>
                      <p:cNvPr id="0" name=""/>
                      <p:cNvPicPr/>
                      <p:nvPr/>
                    </p:nvPicPr>
                    <p:blipFill>
                      <a:blip r:embed="rId9"/>
                      <a:stretch>
                        <a:fillRect/>
                      </a:stretch>
                    </p:blipFill>
                    <p:spPr>
                      <a:xfrm>
                        <a:off x="3711575" y="3743325"/>
                        <a:ext cx="417513" cy="214313"/>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A3FAD642-C74E-4255-B625-6D17A304F9AF}"/>
              </a:ext>
            </a:extLst>
          </p:cNvPr>
          <p:cNvGraphicFramePr>
            <a:graphicFrameLocks noChangeAspect="1"/>
          </p:cNvGraphicFramePr>
          <p:nvPr>
            <p:extLst>
              <p:ext uri="{D42A27DB-BD31-4B8C-83A1-F6EECF244321}">
                <p14:modId xmlns:p14="http://schemas.microsoft.com/office/powerpoint/2010/main" val="4196874549"/>
              </p:ext>
            </p:extLst>
          </p:nvPr>
        </p:nvGraphicFramePr>
        <p:xfrm>
          <a:off x="4632796" y="3741047"/>
          <a:ext cx="448459" cy="181293"/>
        </p:xfrm>
        <a:graphic>
          <a:graphicData uri="http://schemas.openxmlformats.org/presentationml/2006/ole">
            <mc:AlternateContent xmlns:mc="http://schemas.openxmlformats.org/markup-compatibility/2006">
              <mc:Choice xmlns:v="urn:schemas-microsoft-com:vml" Requires="v">
                <p:oleObj name="Equation" r:id="rId10" imgW="596880" imgH="241200" progId="Equation.DSMT4">
                  <p:embed/>
                </p:oleObj>
              </mc:Choice>
              <mc:Fallback>
                <p:oleObj name="Equation" r:id="rId10" imgW="596880" imgH="241200" progId="Equation.DSMT4">
                  <p:embed/>
                  <p:pic>
                    <p:nvPicPr>
                      <p:cNvPr id="0" name=""/>
                      <p:cNvPicPr/>
                      <p:nvPr/>
                    </p:nvPicPr>
                    <p:blipFill>
                      <a:blip r:embed="rId11"/>
                      <a:stretch>
                        <a:fillRect/>
                      </a:stretch>
                    </p:blipFill>
                    <p:spPr>
                      <a:xfrm>
                        <a:off x="4632796" y="3741047"/>
                        <a:ext cx="448459" cy="181293"/>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F72BF6E4-919F-47ED-A375-E2E7F8DA4845}"/>
              </a:ext>
            </a:extLst>
          </p:cNvPr>
          <p:cNvGraphicFramePr>
            <a:graphicFrameLocks noChangeAspect="1"/>
          </p:cNvGraphicFramePr>
          <p:nvPr>
            <p:extLst>
              <p:ext uri="{D42A27DB-BD31-4B8C-83A1-F6EECF244321}">
                <p14:modId xmlns:p14="http://schemas.microsoft.com/office/powerpoint/2010/main" val="3222981465"/>
              </p:ext>
            </p:extLst>
          </p:nvPr>
        </p:nvGraphicFramePr>
        <p:xfrm>
          <a:off x="5421313" y="3708400"/>
          <a:ext cx="522287" cy="266700"/>
        </p:xfrm>
        <a:graphic>
          <a:graphicData uri="http://schemas.openxmlformats.org/presentationml/2006/ole">
            <mc:AlternateContent xmlns:mc="http://schemas.openxmlformats.org/markup-compatibility/2006">
              <mc:Choice xmlns:v="urn:schemas-microsoft-com:vml" Requires="v">
                <p:oleObj name="Equation" r:id="rId12" imgW="838080" imgH="431640" progId="Equation.DSMT4">
                  <p:embed/>
                </p:oleObj>
              </mc:Choice>
              <mc:Fallback>
                <p:oleObj name="Equation" r:id="rId12" imgW="838080" imgH="431640" progId="Equation.DSMT4">
                  <p:embed/>
                  <p:pic>
                    <p:nvPicPr>
                      <p:cNvPr id="26" name="Object 25">
                        <a:extLst>
                          <a:ext uri="{FF2B5EF4-FFF2-40B4-BE49-F238E27FC236}">
                            <a16:creationId xmlns:a16="http://schemas.microsoft.com/office/drawing/2014/main" id="{A3FAD642-C74E-4255-B625-6D17A304F9AF}"/>
                          </a:ext>
                        </a:extLst>
                      </p:cNvPr>
                      <p:cNvPicPr/>
                      <p:nvPr/>
                    </p:nvPicPr>
                    <p:blipFill>
                      <a:blip r:embed="rId13"/>
                      <a:stretch>
                        <a:fillRect/>
                      </a:stretch>
                    </p:blipFill>
                    <p:spPr>
                      <a:xfrm>
                        <a:off x="5421313" y="3708400"/>
                        <a:ext cx="522287" cy="2667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45563053-F63B-49EB-8CD8-A625F6E1EE71}"/>
              </a:ext>
            </a:extLst>
          </p:cNvPr>
          <p:cNvGraphicFramePr>
            <a:graphicFrameLocks noChangeAspect="1"/>
          </p:cNvGraphicFramePr>
          <p:nvPr>
            <p:extLst>
              <p:ext uri="{D42A27DB-BD31-4B8C-83A1-F6EECF244321}">
                <p14:modId xmlns:p14="http://schemas.microsoft.com/office/powerpoint/2010/main" val="3964616580"/>
              </p:ext>
            </p:extLst>
          </p:nvPr>
        </p:nvGraphicFramePr>
        <p:xfrm>
          <a:off x="6256338" y="3717925"/>
          <a:ext cx="723900" cy="222250"/>
        </p:xfrm>
        <a:graphic>
          <a:graphicData uri="http://schemas.openxmlformats.org/presentationml/2006/ole">
            <mc:AlternateContent xmlns:mc="http://schemas.openxmlformats.org/markup-compatibility/2006">
              <mc:Choice xmlns:v="urn:schemas-microsoft-com:vml" Requires="v">
                <p:oleObj name="Equation" r:id="rId14" imgW="1409400" imgH="431640" progId="Equation.DSMT4">
                  <p:embed/>
                </p:oleObj>
              </mc:Choice>
              <mc:Fallback>
                <p:oleObj name="Equation" r:id="rId14" imgW="1409400" imgH="431640" progId="Equation.DSMT4">
                  <p:embed/>
                  <p:pic>
                    <p:nvPicPr>
                      <p:cNvPr id="0" name=""/>
                      <p:cNvPicPr/>
                      <p:nvPr/>
                    </p:nvPicPr>
                    <p:blipFill>
                      <a:blip r:embed="rId15"/>
                      <a:stretch>
                        <a:fillRect/>
                      </a:stretch>
                    </p:blipFill>
                    <p:spPr>
                      <a:xfrm>
                        <a:off x="6256338" y="3717925"/>
                        <a:ext cx="723900" cy="22225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D5AF4102-A453-4768-A7AE-4A31E9B5D457}"/>
              </a:ext>
            </a:extLst>
          </p:cNvPr>
          <p:cNvGraphicFramePr>
            <a:graphicFrameLocks noChangeAspect="1"/>
          </p:cNvGraphicFramePr>
          <p:nvPr>
            <p:extLst>
              <p:ext uri="{D42A27DB-BD31-4B8C-83A1-F6EECF244321}">
                <p14:modId xmlns:p14="http://schemas.microsoft.com/office/powerpoint/2010/main" val="2862109785"/>
              </p:ext>
            </p:extLst>
          </p:nvPr>
        </p:nvGraphicFramePr>
        <p:xfrm>
          <a:off x="1962151" y="4009996"/>
          <a:ext cx="124042" cy="181293"/>
        </p:xfrm>
        <a:graphic>
          <a:graphicData uri="http://schemas.openxmlformats.org/presentationml/2006/ole">
            <mc:AlternateContent xmlns:mc="http://schemas.openxmlformats.org/markup-compatibility/2006">
              <mc:Choice xmlns:v="urn:schemas-microsoft-com:vml" Requires="v">
                <p:oleObj name="Equation" r:id="rId16" imgW="164880" imgH="241200" progId="Equation.DSMT4">
                  <p:embed/>
                </p:oleObj>
              </mc:Choice>
              <mc:Fallback>
                <p:oleObj name="Equation" r:id="rId16" imgW="164880" imgH="241200" progId="Equation.DSMT4">
                  <p:embed/>
                  <p:pic>
                    <p:nvPicPr>
                      <p:cNvPr id="6" name="Object 5">
                        <a:extLst>
                          <a:ext uri="{FF2B5EF4-FFF2-40B4-BE49-F238E27FC236}">
                            <a16:creationId xmlns:a16="http://schemas.microsoft.com/office/drawing/2014/main" id="{AEADA1BA-4344-45F2-BD28-F840AEFB91A6}"/>
                          </a:ext>
                        </a:extLst>
                      </p:cNvPr>
                      <p:cNvPicPr/>
                      <p:nvPr/>
                    </p:nvPicPr>
                    <p:blipFill>
                      <a:blip r:embed="rId17"/>
                      <a:stretch>
                        <a:fillRect/>
                      </a:stretch>
                    </p:blipFill>
                    <p:spPr>
                      <a:xfrm>
                        <a:off x="1962151" y="4009996"/>
                        <a:ext cx="124042" cy="18129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6ABD3F1-D716-4220-A088-07D760CEE21E}"/>
              </a:ext>
            </a:extLst>
          </p:cNvPr>
          <p:cNvGraphicFramePr>
            <a:graphicFrameLocks noChangeAspect="1"/>
          </p:cNvGraphicFramePr>
          <p:nvPr>
            <p:extLst>
              <p:ext uri="{D42A27DB-BD31-4B8C-83A1-F6EECF244321}">
                <p14:modId xmlns:p14="http://schemas.microsoft.com/office/powerpoint/2010/main" val="2493378966"/>
              </p:ext>
            </p:extLst>
          </p:nvPr>
        </p:nvGraphicFramePr>
        <p:xfrm>
          <a:off x="2882217" y="4003391"/>
          <a:ext cx="234205" cy="164812"/>
        </p:xfrm>
        <a:graphic>
          <a:graphicData uri="http://schemas.openxmlformats.org/presentationml/2006/ole">
            <mc:AlternateContent xmlns:mc="http://schemas.openxmlformats.org/markup-compatibility/2006">
              <mc:Choice xmlns:v="urn:schemas-microsoft-com:vml" Requires="v">
                <p:oleObj name="Equation" r:id="rId18" imgW="342720" imgH="241200" progId="Equation.DSMT4">
                  <p:embed/>
                </p:oleObj>
              </mc:Choice>
              <mc:Fallback>
                <p:oleObj name="Equation" r:id="rId18" imgW="342720" imgH="241200" progId="Equation.DSMT4">
                  <p:embed/>
                  <p:pic>
                    <p:nvPicPr>
                      <p:cNvPr id="0" name=""/>
                      <p:cNvPicPr/>
                      <p:nvPr/>
                    </p:nvPicPr>
                    <p:blipFill>
                      <a:blip r:embed="rId19"/>
                      <a:stretch>
                        <a:fillRect/>
                      </a:stretch>
                    </p:blipFill>
                    <p:spPr>
                      <a:xfrm>
                        <a:off x="2882217" y="4003391"/>
                        <a:ext cx="234205" cy="164812"/>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EC34E06-10D6-4287-A7A9-E85932065B69}"/>
              </a:ext>
            </a:extLst>
          </p:cNvPr>
          <p:cNvGraphicFramePr>
            <a:graphicFrameLocks noChangeAspect="1"/>
          </p:cNvGraphicFramePr>
          <p:nvPr>
            <p:extLst>
              <p:ext uri="{D42A27DB-BD31-4B8C-83A1-F6EECF244321}">
                <p14:modId xmlns:p14="http://schemas.microsoft.com/office/powerpoint/2010/main" val="5828874"/>
              </p:ext>
            </p:extLst>
          </p:nvPr>
        </p:nvGraphicFramePr>
        <p:xfrm>
          <a:off x="3789599" y="3995295"/>
          <a:ext cx="329623" cy="164812"/>
        </p:xfrm>
        <a:graphic>
          <a:graphicData uri="http://schemas.openxmlformats.org/presentationml/2006/ole">
            <mc:AlternateContent xmlns:mc="http://schemas.openxmlformats.org/markup-compatibility/2006">
              <mc:Choice xmlns:v="urn:schemas-microsoft-com:vml" Requires="v">
                <p:oleObj name="Equation" r:id="rId20" imgW="482400" imgH="241200" progId="Equation.DSMT4">
                  <p:embed/>
                </p:oleObj>
              </mc:Choice>
              <mc:Fallback>
                <p:oleObj name="Equation" r:id="rId20" imgW="482400" imgH="241200" progId="Equation.DSMT4">
                  <p:embed/>
                  <p:pic>
                    <p:nvPicPr>
                      <p:cNvPr id="0" name=""/>
                      <p:cNvPicPr/>
                      <p:nvPr/>
                    </p:nvPicPr>
                    <p:blipFill>
                      <a:blip r:embed="rId21"/>
                      <a:stretch>
                        <a:fillRect/>
                      </a:stretch>
                    </p:blipFill>
                    <p:spPr>
                      <a:xfrm>
                        <a:off x="3789599" y="3995295"/>
                        <a:ext cx="329623" cy="16481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2BB6EC9D-C596-4A77-9C28-F479CB9D43B3}"/>
              </a:ext>
            </a:extLst>
          </p:cNvPr>
          <p:cNvGraphicFramePr>
            <a:graphicFrameLocks noChangeAspect="1"/>
          </p:cNvGraphicFramePr>
          <p:nvPr>
            <p:extLst>
              <p:ext uri="{D42A27DB-BD31-4B8C-83A1-F6EECF244321}">
                <p14:modId xmlns:p14="http://schemas.microsoft.com/office/powerpoint/2010/main" val="2508565124"/>
              </p:ext>
            </p:extLst>
          </p:nvPr>
        </p:nvGraphicFramePr>
        <p:xfrm>
          <a:off x="4625365" y="3994767"/>
          <a:ext cx="416365" cy="164812"/>
        </p:xfrm>
        <a:graphic>
          <a:graphicData uri="http://schemas.openxmlformats.org/presentationml/2006/ole">
            <mc:AlternateContent xmlns:mc="http://schemas.openxmlformats.org/markup-compatibility/2006">
              <mc:Choice xmlns:v="urn:schemas-microsoft-com:vml" Requires="v">
                <p:oleObj name="Equation" r:id="rId22" imgW="609480" imgH="241200" progId="Equation.DSMT4">
                  <p:embed/>
                </p:oleObj>
              </mc:Choice>
              <mc:Fallback>
                <p:oleObj name="Equation" r:id="rId22" imgW="609480" imgH="241200" progId="Equation.DSMT4">
                  <p:embed/>
                  <p:pic>
                    <p:nvPicPr>
                      <p:cNvPr id="0" name=""/>
                      <p:cNvPicPr/>
                      <p:nvPr/>
                    </p:nvPicPr>
                    <p:blipFill>
                      <a:blip r:embed="rId23"/>
                      <a:stretch>
                        <a:fillRect/>
                      </a:stretch>
                    </p:blipFill>
                    <p:spPr>
                      <a:xfrm>
                        <a:off x="4625365" y="3994767"/>
                        <a:ext cx="416365" cy="16481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076B71-BCCD-4948-B8D3-57A3B0D03195}"/>
              </a:ext>
            </a:extLst>
          </p:cNvPr>
          <p:cNvGraphicFramePr>
            <a:graphicFrameLocks noChangeAspect="1"/>
          </p:cNvGraphicFramePr>
          <p:nvPr>
            <p:extLst>
              <p:ext uri="{D42A27DB-BD31-4B8C-83A1-F6EECF244321}">
                <p14:modId xmlns:p14="http://schemas.microsoft.com/office/powerpoint/2010/main" val="3744611593"/>
              </p:ext>
            </p:extLst>
          </p:nvPr>
        </p:nvGraphicFramePr>
        <p:xfrm>
          <a:off x="5393320" y="4009455"/>
          <a:ext cx="528342" cy="149829"/>
        </p:xfrm>
        <a:graphic>
          <a:graphicData uri="http://schemas.openxmlformats.org/presentationml/2006/ole">
            <mc:AlternateContent xmlns:mc="http://schemas.openxmlformats.org/markup-compatibility/2006">
              <mc:Choice xmlns:v="urn:schemas-microsoft-com:vml" Requires="v">
                <p:oleObj name="Equation" r:id="rId24" imgW="850680" imgH="241200" progId="Equation.DSMT4">
                  <p:embed/>
                </p:oleObj>
              </mc:Choice>
              <mc:Fallback>
                <p:oleObj name="Equation" r:id="rId24" imgW="850680" imgH="241200" progId="Equation.DSMT4">
                  <p:embed/>
                  <p:pic>
                    <p:nvPicPr>
                      <p:cNvPr id="0" name=""/>
                      <p:cNvPicPr/>
                      <p:nvPr/>
                    </p:nvPicPr>
                    <p:blipFill>
                      <a:blip r:embed="rId25"/>
                      <a:stretch>
                        <a:fillRect/>
                      </a:stretch>
                    </p:blipFill>
                    <p:spPr>
                      <a:xfrm>
                        <a:off x="5393320" y="4009455"/>
                        <a:ext cx="528342" cy="149829"/>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0936BA29-B512-4A36-97D1-02C587336F61}"/>
              </a:ext>
            </a:extLst>
          </p:cNvPr>
          <p:cNvGraphicFramePr>
            <a:graphicFrameLocks noChangeAspect="1"/>
          </p:cNvGraphicFramePr>
          <p:nvPr>
            <p:extLst>
              <p:ext uri="{D42A27DB-BD31-4B8C-83A1-F6EECF244321}">
                <p14:modId xmlns:p14="http://schemas.microsoft.com/office/powerpoint/2010/main" val="2030213426"/>
              </p:ext>
            </p:extLst>
          </p:nvPr>
        </p:nvGraphicFramePr>
        <p:xfrm>
          <a:off x="6306363" y="3988233"/>
          <a:ext cx="659245" cy="164812"/>
        </p:xfrm>
        <a:graphic>
          <a:graphicData uri="http://schemas.openxmlformats.org/presentationml/2006/ole">
            <mc:AlternateContent xmlns:mc="http://schemas.openxmlformats.org/markup-compatibility/2006">
              <mc:Choice xmlns:v="urn:schemas-microsoft-com:vml" Requires="v">
                <p:oleObj name="Equation" r:id="rId26" imgW="965160" imgH="241200" progId="Equation.DSMT4">
                  <p:embed/>
                </p:oleObj>
              </mc:Choice>
              <mc:Fallback>
                <p:oleObj name="Equation" r:id="rId26" imgW="965160" imgH="241200" progId="Equation.DSMT4">
                  <p:embed/>
                  <p:pic>
                    <p:nvPicPr>
                      <p:cNvPr id="0" name=""/>
                      <p:cNvPicPr/>
                      <p:nvPr/>
                    </p:nvPicPr>
                    <p:blipFill>
                      <a:blip r:embed="rId27"/>
                      <a:stretch>
                        <a:fillRect/>
                      </a:stretch>
                    </p:blipFill>
                    <p:spPr>
                      <a:xfrm>
                        <a:off x="6306363" y="3988233"/>
                        <a:ext cx="659245" cy="16481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434EE920-8B88-47B8-99E0-AED7B879D473}"/>
              </a:ext>
            </a:extLst>
          </p:cNvPr>
          <p:cNvGraphicFramePr>
            <a:graphicFrameLocks noChangeAspect="1"/>
          </p:cNvGraphicFramePr>
          <p:nvPr>
            <p:extLst>
              <p:ext uri="{D42A27DB-BD31-4B8C-83A1-F6EECF244321}">
                <p14:modId xmlns:p14="http://schemas.microsoft.com/office/powerpoint/2010/main" val="3435603304"/>
              </p:ext>
            </p:extLst>
          </p:nvPr>
        </p:nvGraphicFramePr>
        <p:xfrm>
          <a:off x="1952660" y="4233558"/>
          <a:ext cx="85875" cy="171750"/>
        </p:xfrm>
        <a:graphic>
          <a:graphicData uri="http://schemas.openxmlformats.org/presentationml/2006/ole">
            <mc:AlternateContent xmlns:mc="http://schemas.openxmlformats.org/markup-compatibility/2006">
              <mc:Choice xmlns:v="urn:schemas-microsoft-com:vml" Requires="v">
                <p:oleObj name="Equation" r:id="rId28" imgW="114120" imgH="228600" progId="Equation.DSMT4">
                  <p:embed/>
                </p:oleObj>
              </mc:Choice>
              <mc:Fallback>
                <p:oleObj name="Equation" r:id="rId28" imgW="114120" imgH="228600" progId="Equation.DSMT4">
                  <p:embed/>
                  <p:pic>
                    <p:nvPicPr>
                      <p:cNvPr id="0" name=""/>
                      <p:cNvPicPr/>
                      <p:nvPr/>
                    </p:nvPicPr>
                    <p:blipFill>
                      <a:blip r:embed="rId29"/>
                      <a:stretch>
                        <a:fillRect/>
                      </a:stretch>
                    </p:blipFill>
                    <p:spPr>
                      <a:xfrm>
                        <a:off x="1952660" y="4233558"/>
                        <a:ext cx="85875" cy="17175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B061400F-6EE7-479A-94D3-A4C4AEB70469}"/>
              </a:ext>
            </a:extLst>
          </p:cNvPr>
          <p:cNvGraphicFramePr>
            <a:graphicFrameLocks noChangeAspect="1"/>
          </p:cNvGraphicFramePr>
          <p:nvPr>
            <p:extLst>
              <p:ext uri="{D42A27DB-BD31-4B8C-83A1-F6EECF244321}">
                <p14:modId xmlns:p14="http://schemas.microsoft.com/office/powerpoint/2010/main" val="3683635514"/>
              </p:ext>
            </p:extLst>
          </p:nvPr>
        </p:nvGraphicFramePr>
        <p:xfrm>
          <a:off x="2882217" y="4231991"/>
          <a:ext cx="234205" cy="164812"/>
        </p:xfrm>
        <a:graphic>
          <a:graphicData uri="http://schemas.openxmlformats.org/presentationml/2006/ole">
            <mc:AlternateContent xmlns:mc="http://schemas.openxmlformats.org/markup-compatibility/2006">
              <mc:Choice xmlns:v="urn:schemas-microsoft-com:vml" Requires="v">
                <p:oleObj name="Equation" r:id="rId18" imgW="342720" imgH="241200" progId="Equation.DSMT4">
                  <p:embed/>
                </p:oleObj>
              </mc:Choice>
              <mc:Fallback>
                <p:oleObj name="Equation" r:id="rId18" imgW="342720" imgH="241200" progId="Equation.DSMT4">
                  <p:embed/>
                  <p:pic>
                    <p:nvPicPr>
                      <p:cNvPr id="7" name="Object 6">
                        <a:extLst>
                          <a:ext uri="{FF2B5EF4-FFF2-40B4-BE49-F238E27FC236}">
                            <a16:creationId xmlns:a16="http://schemas.microsoft.com/office/drawing/2014/main" id="{B6ABD3F1-D716-4220-A088-07D760CEE21E}"/>
                          </a:ext>
                        </a:extLst>
                      </p:cNvPr>
                      <p:cNvPicPr/>
                      <p:nvPr/>
                    </p:nvPicPr>
                    <p:blipFill>
                      <a:blip r:embed="rId19"/>
                      <a:stretch>
                        <a:fillRect/>
                      </a:stretch>
                    </p:blipFill>
                    <p:spPr>
                      <a:xfrm>
                        <a:off x="2882217" y="4231991"/>
                        <a:ext cx="234205" cy="164812"/>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68A2FF2F-66F3-4C1B-85BF-EE471CD14FCC}"/>
              </a:ext>
            </a:extLst>
          </p:cNvPr>
          <p:cNvGraphicFramePr>
            <a:graphicFrameLocks noChangeAspect="1"/>
          </p:cNvGraphicFramePr>
          <p:nvPr>
            <p:extLst>
              <p:ext uri="{D42A27DB-BD31-4B8C-83A1-F6EECF244321}">
                <p14:modId xmlns:p14="http://schemas.microsoft.com/office/powerpoint/2010/main" val="1934591565"/>
              </p:ext>
            </p:extLst>
          </p:nvPr>
        </p:nvGraphicFramePr>
        <p:xfrm>
          <a:off x="3774563" y="4223802"/>
          <a:ext cx="328613" cy="165100"/>
        </p:xfrm>
        <a:graphic>
          <a:graphicData uri="http://schemas.openxmlformats.org/presentationml/2006/ole">
            <mc:AlternateContent xmlns:mc="http://schemas.openxmlformats.org/markup-compatibility/2006">
              <mc:Choice xmlns:v="urn:schemas-microsoft-com:vml" Requires="v">
                <p:oleObj name="Equation" r:id="rId30" imgW="482400" imgH="241200" progId="Equation.DSMT4">
                  <p:embed/>
                </p:oleObj>
              </mc:Choice>
              <mc:Fallback>
                <p:oleObj name="Equation" r:id="rId30" imgW="482400" imgH="241200" progId="Equation.DSMT4">
                  <p:embed/>
                  <p:pic>
                    <p:nvPicPr>
                      <p:cNvPr id="45" name="Object 44">
                        <a:extLst>
                          <a:ext uri="{FF2B5EF4-FFF2-40B4-BE49-F238E27FC236}">
                            <a16:creationId xmlns:a16="http://schemas.microsoft.com/office/drawing/2014/main" id="{B061400F-6EE7-479A-94D3-A4C4AEB70469}"/>
                          </a:ext>
                        </a:extLst>
                      </p:cNvPr>
                      <p:cNvPicPr/>
                      <p:nvPr/>
                    </p:nvPicPr>
                    <p:blipFill>
                      <a:blip r:embed="rId31"/>
                      <a:stretch>
                        <a:fillRect/>
                      </a:stretch>
                    </p:blipFill>
                    <p:spPr>
                      <a:xfrm>
                        <a:off x="3774563" y="4223802"/>
                        <a:ext cx="328613" cy="1651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2F59C494-CD9E-4F2D-8FE6-0F55495F9E20}"/>
              </a:ext>
            </a:extLst>
          </p:cNvPr>
          <p:cNvGraphicFramePr>
            <a:graphicFrameLocks noChangeAspect="1"/>
          </p:cNvGraphicFramePr>
          <p:nvPr>
            <p:extLst>
              <p:ext uri="{D42A27DB-BD31-4B8C-83A1-F6EECF244321}">
                <p14:modId xmlns:p14="http://schemas.microsoft.com/office/powerpoint/2010/main" val="1141467426"/>
              </p:ext>
            </p:extLst>
          </p:nvPr>
        </p:nvGraphicFramePr>
        <p:xfrm>
          <a:off x="4625365" y="4227547"/>
          <a:ext cx="416365" cy="164812"/>
        </p:xfrm>
        <a:graphic>
          <a:graphicData uri="http://schemas.openxmlformats.org/presentationml/2006/ole">
            <mc:AlternateContent xmlns:mc="http://schemas.openxmlformats.org/markup-compatibility/2006">
              <mc:Choice xmlns:v="urn:schemas-microsoft-com:vml" Requires="v">
                <p:oleObj name="Equation" r:id="rId32" imgW="609480" imgH="241200" progId="Equation.DSMT4">
                  <p:embed/>
                </p:oleObj>
              </mc:Choice>
              <mc:Fallback>
                <p:oleObj name="Equation" r:id="rId32" imgW="609480" imgH="241200" progId="Equation.DSMT4">
                  <p:embed/>
                  <p:pic>
                    <p:nvPicPr>
                      <p:cNvPr id="0" name=""/>
                      <p:cNvPicPr/>
                      <p:nvPr/>
                    </p:nvPicPr>
                    <p:blipFill>
                      <a:blip r:embed="rId33"/>
                      <a:stretch>
                        <a:fillRect/>
                      </a:stretch>
                    </p:blipFill>
                    <p:spPr>
                      <a:xfrm>
                        <a:off x="4625365" y="4227547"/>
                        <a:ext cx="416365" cy="16481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D727128B-6FC8-4C79-A344-617647EE7FF6}"/>
              </a:ext>
            </a:extLst>
          </p:cNvPr>
          <p:cNvGraphicFramePr>
            <a:graphicFrameLocks noChangeAspect="1"/>
          </p:cNvGraphicFramePr>
          <p:nvPr>
            <p:extLst>
              <p:ext uri="{D42A27DB-BD31-4B8C-83A1-F6EECF244321}">
                <p14:modId xmlns:p14="http://schemas.microsoft.com/office/powerpoint/2010/main" val="3400389446"/>
              </p:ext>
            </p:extLst>
          </p:nvPr>
        </p:nvGraphicFramePr>
        <p:xfrm>
          <a:off x="5367258" y="4229533"/>
          <a:ext cx="555153" cy="164812"/>
        </p:xfrm>
        <a:graphic>
          <a:graphicData uri="http://schemas.openxmlformats.org/presentationml/2006/ole">
            <mc:AlternateContent xmlns:mc="http://schemas.openxmlformats.org/markup-compatibility/2006">
              <mc:Choice xmlns:v="urn:schemas-microsoft-com:vml" Requires="v">
                <p:oleObj name="Equation" r:id="rId34" imgW="812520" imgH="241200" progId="Equation.DSMT4">
                  <p:embed/>
                </p:oleObj>
              </mc:Choice>
              <mc:Fallback>
                <p:oleObj name="Equation" r:id="rId34" imgW="812520" imgH="241200" progId="Equation.DSMT4">
                  <p:embed/>
                  <p:pic>
                    <p:nvPicPr>
                      <p:cNvPr id="0" name=""/>
                      <p:cNvPicPr/>
                      <p:nvPr/>
                    </p:nvPicPr>
                    <p:blipFill>
                      <a:blip r:embed="rId35"/>
                      <a:stretch>
                        <a:fillRect/>
                      </a:stretch>
                    </p:blipFill>
                    <p:spPr>
                      <a:xfrm>
                        <a:off x="5367258" y="4229533"/>
                        <a:ext cx="555153" cy="164812"/>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6EAEB32E-04F0-4C43-9C57-18139A5A88B0}"/>
              </a:ext>
            </a:extLst>
          </p:cNvPr>
          <p:cNvGraphicFramePr>
            <a:graphicFrameLocks noChangeAspect="1"/>
          </p:cNvGraphicFramePr>
          <p:nvPr>
            <p:extLst>
              <p:ext uri="{D42A27DB-BD31-4B8C-83A1-F6EECF244321}">
                <p14:modId xmlns:p14="http://schemas.microsoft.com/office/powerpoint/2010/main" val="457870367"/>
              </p:ext>
            </p:extLst>
          </p:nvPr>
        </p:nvGraphicFramePr>
        <p:xfrm>
          <a:off x="6304609" y="4229794"/>
          <a:ext cx="676593" cy="164812"/>
        </p:xfrm>
        <a:graphic>
          <a:graphicData uri="http://schemas.openxmlformats.org/presentationml/2006/ole">
            <mc:AlternateContent xmlns:mc="http://schemas.openxmlformats.org/markup-compatibility/2006">
              <mc:Choice xmlns:v="urn:schemas-microsoft-com:vml" Requires="v">
                <p:oleObj name="Equation" r:id="rId36" imgW="990360" imgH="241200" progId="Equation.DSMT4">
                  <p:embed/>
                </p:oleObj>
              </mc:Choice>
              <mc:Fallback>
                <p:oleObj name="Equation" r:id="rId36" imgW="990360" imgH="241200" progId="Equation.DSMT4">
                  <p:embed/>
                  <p:pic>
                    <p:nvPicPr>
                      <p:cNvPr id="0" name=""/>
                      <p:cNvPicPr/>
                      <p:nvPr/>
                    </p:nvPicPr>
                    <p:blipFill>
                      <a:blip r:embed="rId37"/>
                      <a:stretch>
                        <a:fillRect/>
                      </a:stretch>
                    </p:blipFill>
                    <p:spPr>
                      <a:xfrm>
                        <a:off x="6304609" y="4229794"/>
                        <a:ext cx="676593" cy="164812"/>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7B925838-AA13-41EE-9378-8C667D42F41A}"/>
              </a:ext>
            </a:extLst>
          </p:cNvPr>
          <p:cNvGraphicFramePr>
            <a:graphicFrameLocks noChangeAspect="1"/>
          </p:cNvGraphicFramePr>
          <p:nvPr>
            <p:extLst>
              <p:ext uri="{D42A27DB-BD31-4B8C-83A1-F6EECF244321}">
                <p14:modId xmlns:p14="http://schemas.microsoft.com/office/powerpoint/2010/main" val="3666777851"/>
              </p:ext>
            </p:extLst>
          </p:nvPr>
        </p:nvGraphicFramePr>
        <p:xfrm>
          <a:off x="1933576" y="4457120"/>
          <a:ext cx="124042" cy="171750"/>
        </p:xfrm>
        <a:graphic>
          <a:graphicData uri="http://schemas.openxmlformats.org/presentationml/2006/ole">
            <mc:AlternateContent xmlns:mc="http://schemas.openxmlformats.org/markup-compatibility/2006">
              <mc:Choice xmlns:v="urn:schemas-microsoft-com:vml" Requires="v">
                <p:oleObj name="Equation" r:id="rId38" imgW="164880" imgH="228600" progId="Equation.DSMT4">
                  <p:embed/>
                </p:oleObj>
              </mc:Choice>
              <mc:Fallback>
                <p:oleObj name="Equation" r:id="rId38" imgW="164880" imgH="228600" progId="Equation.DSMT4">
                  <p:embed/>
                  <p:pic>
                    <p:nvPicPr>
                      <p:cNvPr id="0" name=""/>
                      <p:cNvPicPr/>
                      <p:nvPr/>
                    </p:nvPicPr>
                    <p:blipFill>
                      <a:blip r:embed="rId39"/>
                      <a:stretch>
                        <a:fillRect/>
                      </a:stretch>
                    </p:blipFill>
                    <p:spPr>
                      <a:xfrm>
                        <a:off x="1933576" y="4457120"/>
                        <a:ext cx="124042" cy="171750"/>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BFC09AE3-975F-4CF7-AF58-85A2F55D2D44}"/>
              </a:ext>
            </a:extLst>
          </p:cNvPr>
          <p:cNvGraphicFramePr>
            <a:graphicFrameLocks noChangeAspect="1"/>
          </p:cNvGraphicFramePr>
          <p:nvPr>
            <p:extLst>
              <p:ext uri="{D42A27DB-BD31-4B8C-83A1-F6EECF244321}">
                <p14:modId xmlns:p14="http://schemas.microsoft.com/office/powerpoint/2010/main" val="991484039"/>
              </p:ext>
            </p:extLst>
          </p:nvPr>
        </p:nvGraphicFramePr>
        <p:xfrm>
          <a:off x="2882900" y="4464050"/>
          <a:ext cx="233363" cy="165100"/>
        </p:xfrm>
        <a:graphic>
          <a:graphicData uri="http://schemas.openxmlformats.org/presentationml/2006/ole">
            <mc:AlternateContent xmlns:mc="http://schemas.openxmlformats.org/markup-compatibility/2006">
              <mc:Choice xmlns:v="urn:schemas-microsoft-com:vml" Requires="v">
                <p:oleObj name="Equation" r:id="rId40" imgW="342720" imgH="241200" progId="Equation.DSMT4">
                  <p:embed/>
                </p:oleObj>
              </mc:Choice>
              <mc:Fallback>
                <p:oleObj name="Equation" r:id="rId40" imgW="342720" imgH="241200" progId="Equation.DSMT4">
                  <p:embed/>
                  <p:pic>
                    <p:nvPicPr>
                      <p:cNvPr id="0" name=""/>
                      <p:cNvPicPr/>
                      <p:nvPr/>
                    </p:nvPicPr>
                    <p:blipFill>
                      <a:blip r:embed="rId41"/>
                      <a:stretch>
                        <a:fillRect/>
                      </a:stretch>
                    </p:blipFill>
                    <p:spPr>
                      <a:xfrm>
                        <a:off x="2882900" y="4464050"/>
                        <a:ext cx="233363" cy="165100"/>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E25A0FF1-6EB9-4A5D-873D-EFF3FB05E904}"/>
              </a:ext>
            </a:extLst>
          </p:cNvPr>
          <p:cNvGraphicFramePr>
            <a:graphicFrameLocks noChangeAspect="1"/>
          </p:cNvGraphicFramePr>
          <p:nvPr>
            <p:extLst>
              <p:ext uri="{D42A27DB-BD31-4B8C-83A1-F6EECF244321}">
                <p14:modId xmlns:p14="http://schemas.microsoft.com/office/powerpoint/2010/main" val="1284727525"/>
              </p:ext>
            </p:extLst>
          </p:nvPr>
        </p:nvGraphicFramePr>
        <p:xfrm>
          <a:off x="3772553" y="4461234"/>
          <a:ext cx="329623" cy="164812"/>
        </p:xfrm>
        <a:graphic>
          <a:graphicData uri="http://schemas.openxmlformats.org/presentationml/2006/ole">
            <mc:AlternateContent xmlns:mc="http://schemas.openxmlformats.org/markup-compatibility/2006">
              <mc:Choice xmlns:v="urn:schemas-microsoft-com:vml" Requires="v">
                <p:oleObj name="Equation" r:id="rId42" imgW="482400" imgH="241200" progId="Equation.DSMT4">
                  <p:embed/>
                </p:oleObj>
              </mc:Choice>
              <mc:Fallback>
                <p:oleObj name="Equation" r:id="rId42" imgW="482400" imgH="241200" progId="Equation.DSMT4">
                  <p:embed/>
                  <p:pic>
                    <p:nvPicPr>
                      <p:cNvPr id="0" name=""/>
                      <p:cNvPicPr/>
                      <p:nvPr/>
                    </p:nvPicPr>
                    <p:blipFill>
                      <a:blip r:embed="rId43"/>
                      <a:stretch>
                        <a:fillRect/>
                      </a:stretch>
                    </p:blipFill>
                    <p:spPr>
                      <a:xfrm>
                        <a:off x="3772553" y="4461234"/>
                        <a:ext cx="329623" cy="164812"/>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2823D27D-EF7C-42BE-A974-4CBB33FB8CBC}"/>
              </a:ext>
            </a:extLst>
          </p:cNvPr>
          <p:cNvGraphicFramePr>
            <a:graphicFrameLocks noChangeAspect="1"/>
          </p:cNvGraphicFramePr>
          <p:nvPr>
            <p:extLst>
              <p:ext uri="{D42A27DB-BD31-4B8C-83A1-F6EECF244321}">
                <p14:modId xmlns:p14="http://schemas.microsoft.com/office/powerpoint/2010/main" val="675345823"/>
              </p:ext>
            </p:extLst>
          </p:nvPr>
        </p:nvGraphicFramePr>
        <p:xfrm>
          <a:off x="4644473" y="4468847"/>
          <a:ext cx="416365" cy="164812"/>
        </p:xfrm>
        <a:graphic>
          <a:graphicData uri="http://schemas.openxmlformats.org/presentationml/2006/ole">
            <mc:AlternateContent xmlns:mc="http://schemas.openxmlformats.org/markup-compatibility/2006">
              <mc:Choice xmlns:v="urn:schemas-microsoft-com:vml" Requires="v">
                <p:oleObj name="Equation" r:id="rId44" imgW="609480" imgH="241200" progId="Equation.DSMT4">
                  <p:embed/>
                </p:oleObj>
              </mc:Choice>
              <mc:Fallback>
                <p:oleObj name="Equation" r:id="rId44" imgW="609480" imgH="241200" progId="Equation.DSMT4">
                  <p:embed/>
                  <p:pic>
                    <p:nvPicPr>
                      <p:cNvPr id="0" name=""/>
                      <p:cNvPicPr/>
                      <p:nvPr/>
                    </p:nvPicPr>
                    <p:blipFill>
                      <a:blip r:embed="rId45"/>
                      <a:stretch>
                        <a:fillRect/>
                      </a:stretch>
                    </p:blipFill>
                    <p:spPr>
                      <a:xfrm>
                        <a:off x="4644473" y="4468847"/>
                        <a:ext cx="416365" cy="164812"/>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6D3E89B2-F7B4-4400-B833-176F15191F6B}"/>
              </a:ext>
            </a:extLst>
          </p:cNvPr>
          <p:cNvGraphicFramePr>
            <a:graphicFrameLocks noChangeAspect="1"/>
          </p:cNvGraphicFramePr>
          <p:nvPr>
            <p:extLst>
              <p:ext uri="{D42A27DB-BD31-4B8C-83A1-F6EECF244321}">
                <p14:modId xmlns:p14="http://schemas.microsoft.com/office/powerpoint/2010/main" val="334775750"/>
              </p:ext>
            </p:extLst>
          </p:nvPr>
        </p:nvGraphicFramePr>
        <p:xfrm>
          <a:off x="5402583" y="4456886"/>
          <a:ext cx="534335" cy="181293"/>
        </p:xfrm>
        <a:graphic>
          <a:graphicData uri="http://schemas.openxmlformats.org/presentationml/2006/ole">
            <mc:AlternateContent xmlns:mc="http://schemas.openxmlformats.org/markup-compatibility/2006">
              <mc:Choice xmlns:v="urn:schemas-microsoft-com:vml" Requires="v">
                <p:oleObj name="Equation" r:id="rId46" imgW="711000" imgH="241200" progId="Equation.DSMT4">
                  <p:embed/>
                </p:oleObj>
              </mc:Choice>
              <mc:Fallback>
                <p:oleObj name="Equation" r:id="rId46" imgW="711000" imgH="241200" progId="Equation.DSMT4">
                  <p:embed/>
                  <p:pic>
                    <p:nvPicPr>
                      <p:cNvPr id="0" name=""/>
                      <p:cNvPicPr/>
                      <p:nvPr/>
                    </p:nvPicPr>
                    <p:blipFill>
                      <a:blip r:embed="rId47"/>
                      <a:stretch>
                        <a:fillRect/>
                      </a:stretch>
                    </p:blipFill>
                    <p:spPr>
                      <a:xfrm>
                        <a:off x="5402583" y="4456886"/>
                        <a:ext cx="534335" cy="181293"/>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4CD0F11B-D65D-4A92-B15E-9F6FB59D79BE}"/>
              </a:ext>
            </a:extLst>
          </p:cNvPr>
          <p:cNvGraphicFramePr>
            <a:graphicFrameLocks noChangeAspect="1"/>
          </p:cNvGraphicFramePr>
          <p:nvPr>
            <p:extLst>
              <p:ext uri="{D42A27DB-BD31-4B8C-83A1-F6EECF244321}">
                <p14:modId xmlns:p14="http://schemas.microsoft.com/office/powerpoint/2010/main" val="1965195489"/>
              </p:ext>
            </p:extLst>
          </p:nvPr>
        </p:nvGraphicFramePr>
        <p:xfrm>
          <a:off x="6259718" y="4457231"/>
          <a:ext cx="715211" cy="174219"/>
        </p:xfrm>
        <a:graphic>
          <a:graphicData uri="http://schemas.openxmlformats.org/presentationml/2006/ole">
            <mc:AlternateContent xmlns:mc="http://schemas.openxmlformats.org/markup-compatibility/2006">
              <mc:Choice xmlns:v="urn:schemas-microsoft-com:vml" Requires="v">
                <p:oleObj name="Equation" r:id="rId48" imgW="990360" imgH="241200" progId="Equation.DSMT4">
                  <p:embed/>
                </p:oleObj>
              </mc:Choice>
              <mc:Fallback>
                <p:oleObj name="Equation" r:id="rId48" imgW="990360" imgH="241200" progId="Equation.DSMT4">
                  <p:embed/>
                  <p:pic>
                    <p:nvPicPr>
                      <p:cNvPr id="0" name=""/>
                      <p:cNvPicPr/>
                      <p:nvPr/>
                    </p:nvPicPr>
                    <p:blipFill>
                      <a:blip r:embed="rId49"/>
                      <a:stretch>
                        <a:fillRect/>
                      </a:stretch>
                    </p:blipFill>
                    <p:spPr>
                      <a:xfrm>
                        <a:off x="6259718" y="4457231"/>
                        <a:ext cx="715211" cy="174219"/>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F4E17B04-5470-4F0C-8C61-AA121084A6AF}"/>
              </a:ext>
            </a:extLst>
          </p:cNvPr>
          <p:cNvGraphicFramePr>
            <a:graphicFrameLocks noChangeAspect="1"/>
          </p:cNvGraphicFramePr>
          <p:nvPr>
            <p:extLst>
              <p:ext uri="{D42A27DB-BD31-4B8C-83A1-F6EECF244321}">
                <p14:modId xmlns:p14="http://schemas.microsoft.com/office/powerpoint/2010/main" val="750432449"/>
              </p:ext>
            </p:extLst>
          </p:nvPr>
        </p:nvGraphicFramePr>
        <p:xfrm>
          <a:off x="1956956" y="4705800"/>
          <a:ext cx="114500" cy="181293"/>
        </p:xfrm>
        <a:graphic>
          <a:graphicData uri="http://schemas.openxmlformats.org/presentationml/2006/ole">
            <mc:AlternateContent xmlns:mc="http://schemas.openxmlformats.org/markup-compatibility/2006">
              <mc:Choice xmlns:v="urn:schemas-microsoft-com:vml" Requires="v">
                <p:oleObj name="Equation" r:id="rId50" imgW="152280" imgH="241200" progId="Equation.DSMT4">
                  <p:embed/>
                </p:oleObj>
              </mc:Choice>
              <mc:Fallback>
                <p:oleObj name="Equation" r:id="rId50" imgW="152280" imgH="241200" progId="Equation.DSMT4">
                  <p:embed/>
                  <p:pic>
                    <p:nvPicPr>
                      <p:cNvPr id="0" name=""/>
                      <p:cNvPicPr/>
                      <p:nvPr/>
                    </p:nvPicPr>
                    <p:blipFill>
                      <a:blip r:embed="rId51"/>
                      <a:stretch>
                        <a:fillRect/>
                      </a:stretch>
                    </p:blipFill>
                    <p:spPr>
                      <a:xfrm>
                        <a:off x="1956956" y="4705800"/>
                        <a:ext cx="114500" cy="181293"/>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830D5460-802B-4541-A823-A9724BAE2CFC}"/>
              </a:ext>
            </a:extLst>
          </p:cNvPr>
          <p:cNvGraphicFramePr>
            <a:graphicFrameLocks noChangeAspect="1"/>
          </p:cNvGraphicFramePr>
          <p:nvPr>
            <p:extLst>
              <p:ext uri="{D42A27DB-BD31-4B8C-83A1-F6EECF244321}">
                <p14:modId xmlns:p14="http://schemas.microsoft.com/office/powerpoint/2010/main" val="2616635144"/>
              </p:ext>
            </p:extLst>
          </p:nvPr>
        </p:nvGraphicFramePr>
        <p:xfrm>
          <a:off x="2870236" y="4702059"/>
          <a:ext cx="257625" cy="181293"/>
        </p:xfrm>
        <a:graphic>
          <a:graphicData uri="http://schemas.openxmlformats.org/presentationml/2006/ole">
            <mc:AlternateContent xmlns:mc="http://schemas.openxmlformats.org/markup-compatibility/2006">
              <mc:Choice xmlns:v="urn:schemas-microsoft-com:vml" Requires="v">
                <p:oleObj name="Equation" r:id="rId52" imgW="342720" imgH="241200" progId="Equation.DSMT4">
                  <p:embed/>
                </p:oleObj>
              </mc:Choice>
              <mc:Fallback>
                <p:oleObj name="Equation" r:id="rId52" imgW="342720" imgH="241200" progId="Equation.DSMT4">
                  <p:embed/>
                  <p:pic>
                    <p:nvPicPr>
                      <p:cNvPr id="0" name=""/>
                      <p:cNvPicPr/>
                      <p:nvPr/>
                    </p:nvPicPr>
                    <p:blipFill>
                      <a:blip r:embed="rId53"/>
                      <a:stretch>
                        <a:fillRect/>
                      </a:stretch>
                    </p:blipFill>
                    <p:spPr>
                      <a:xfrm>
                        <a:off x="2870236" y="4702059"/>
                        <a:ext cx="257625" cy="181293"/>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97C41EE0-3F8F-4A8D-9F2B-305F4B826527}"/>
              </a:ext>
            </a:extLst>
          </p:cNvPr>
          <p:cNvGraphicFramePr>
            <a:graphicFrameLocks noChangeAspect="1"/>
          </p:cNvGraphicFramePr>
          <p:nvPr>
            <p:extLst>
              <p:ext uri="{D42A27DB-BD31-4B8C-83A1-F6EECF244321}">
                <p14:modId xmlns:p14="http://schemas.microsoft.com/office/powerpoint/2010/main" val="1996691248"/>
              </p:ext>
            </p:extLst>
          </p:nvPr>
        </p:nvGraphicFramePr>
        <p:xfrm>
          <a:off x="3773197" y="4711915"/>
          <a:ext cx="329623" cy="164812"/>
        </p:xfrm>
        <a:graphic>
          <a:graphicData uri="http://schemas.openxmlformats.org/presentationml/2006/ole">
            <mc:AlternateContent xmlns:mc="http://schemas.openxmlformats.org/markup-compatibility/2006">
              <mc:Choice xmlns:v="urn:schemas-microsoft-com:vml" Requires="v">
                <p:oleObj name="Equation" r:id="rId54" imgW="482400" imgH="241200" progId="Equation.DSMT4">
                  <p:embed/>
                </p:oleObj>
              </mc:Choice>
              <mc:Fallback>
                <p:oleObj name="Equation" r:id="rId54" imgW="482400" imgH="241200" progId="Equation.DSMT4">
                  <p:embed/>
                  <p:pic>
                    <p:nvPicPr>
                      <p:cNvPr id="0" name=""/>
                      <p:cNvPicPr/>
                      <p:nvPr/>
                    </p:nvPicPr>
                    <p:blipFill>
                      <a:blip r:embed="rId55"/>
                      <a:stretch>
                        <a:fillRect/>
                      </a:stretch>
                    </p:blipFill>
                    <p:spPr>
                      <a:xfrm>
                        <a:off x="3773197" y="4711915"/>
                        <a:ext cx="329623" cy="164812"/>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56E3D10D-8911-4FB2-BD72-B7375CC0B050}"/>
              </a:ext>
            </a:extLst>
          </p:cNvPr>
          <p:cNvGraphicFramePr>
            <a:graphicFrameLocks noChangeAspect="1"/>
          </p:cNvGraphicFramePr>
          <p:nvPr>
            <p:extLst>
              <p:ext uri="{D42A27DB-BD31-4B8C-83A1-F6EECF244321}">
                <p14:modId xmlns:p14="http://schemas.microsoft.com/office/powerpoint/2010/main" val="2285308017"/>
              </p:ext>
            </p:extLst>
          </p:nvPr>
        </p:nvGraphicFramePr>
        <p:xfrm>
          <a:off x="4644027" y="4687718"/>
          <a:ext cx="416365" cy="164812"/>
        </p:xfrm>
        <a:graphic>
          <a:graphicData uri="http://schemas.openxmlformats.org/presentationml/2006/ole">
            <mc:AlternateContent xmlns:mc="http://schemas.openxmlformats.org/markup-compatibility/2006">
              <mc:Choice xmlns:v="urn:schemas-microsoft-com:vml" Requires="v">
                <p:oleObj name="Equation" r:id="rId56" imgW="609480" imgH="241200" progId="Equation.DSMT4">
                  <p:embed/>
                </p:oleObj>
              </mc:Choice>
              <mc:Fallback>
                <p:oleObj name="Equation" r:id="rId56" imgW="609480" imgH="241200" progId="Equation.DSMT4">
                  <p:embed/>
                  <p:pic>
                    <p:nvPicPr>
                      <p:cNvPr id="0" name=""/>
                      <p:cNvPicPr/>
                      <p:nvPr/>
                    </p:nvPicPr>
                    <p:blipFill>
                      <a:blip r:embed="rId57"/>
                      <a:stretch>
                        <a:fillRect/>
                      </a:stretch>
                    </p:blipFill>
                    <p:spPr>
                      <a:xfrm>
                        <a:off x="4644027" y="4687718"/>
                        <a:ext cx="416365" cy="164812"/>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84FE820E-D837-46B7-A20B-9BD94DDAC991}"/>
              </a:ext>
            </a:extLst>
          </p:cNvPr>
          <p:cNvGraphicFramePr>
            <a:graphicFrameLocks noChangeAspect="1"/>
          </p:cNvGraphicFramePr>
          <p:nvPr>
            <p:extLst>
              <p:ext uri="{D42A27DB-BD31-4B8C-83A1-F6EECF244321}">
                <p14:modId xmlns:p14="http://schemas.microsoft.com/office/powerpoint/2010/main" val="1688457927"/>
              </p:ext>
            </p:extLst>
          </p:nvPr>
        </p:nvGraphicFramePr>
        <p:xfrm>
          <a:off x="5435701" y="4705843"/>
          <a:ext cx="494434" cy="164812"/>
        </p:xfrm>
        <a:graphic>
          <a:graphicData uri="http://schemas.openxmlformats.org/presentationml/2006/ole">
            <mc:AlternateContent xmlns:mc="http://schemas.openxmlformats.org/markup-compatibility/2006">
              <mc:Choice xmlns:v="urn:schemas-microsoft-com:vml" Requires="v">
                <p:oleObj name="Equation" r:id="rId58" imgW="723600" imgH="241200" progId="Equation.DSMT4">
                  <p:embed/>
                </p:oleObj>
              </mc:Choice>
              <mc:Fallback>
                <p:oleObj name="Equation" r:id="rId58" imgW="723600" imgH="241200" progId="Equation.DSMT4">
                  <p:embed/>
                  <p:pic>
                    <p:nvPicPr>
                      <p:cNvPr id="0" name=""/>
                      <p:cNvPicPr/>
                      <p:nvPr/>
                    </p:nvPicPr>
                    <p:blipFill>
                      <a:blip r:embed="rId59"/>
                      <a:stretch>
                        <a:fillRect/>
                      </a:stretch>
                    </p:blipFill>
                    <p:spPr>
                      <a:xfrm>
                        <a:off x="5435701" y="4705843"/>
                        <a:ext cx="494434" cy="164812"/>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4F3A90D7-5BDF-47EF-8EE8-199C657DA6CF}"/>
              </a:ext>
            </a:extLst>
          </p:cNvPr>
          <p:cNvGraphicFramePr>
            <a:graphicFrameLocks noChangeAspect="1"/>
          </p:cNvGraphicFramePr>
          <p:nvPr>
            <p:extLst>
              <p:ext uri="{D42A27DB-BD31-4B8C-83A1-F6EECF244321}">
                <p14:modId xmlns:p14="http://schemas.microsoft.com/office/powerpoint/2010/main" val="3640602988"/>
              </p:ext>
            </p:extLst>
          </p:nvPr>
        </p:nvGraphicFramePr>
        <p:xfrm>
          <a:off x="6239710" y="4692637"/>
          <a:ext cx="715211" cy="174219"/>
        </p:xfrm>
        <a:graphic>
          <a:graphicData uri="http://schemas.openxmlformats.org/presentationml/2006/ole">
            <mc:AlternateContent xmlns:mc="http://schemas.openxmlformats.org/markup-compatibility/2006">
              <mc:Choice xmlns:v="urn:schemas-microsoft-com:vml" Requires="v">
                <p:oleObj name="Equation" r:id="rId60" imgW="990360" imgH="241200" progId="Equation.DSMT4">
                  <p:embed/>
                </p:oleObj>
              </mc:Choice>
              <mc:Fallback>
                <p:oleObj name="Equation" r:id="rId60" imgW="990360" imgH="241200" progId="Equation.DSMT4">
                  <p:embed/>
                  <p:pic>
                    <p:nvPicPr>
                      <p:cNvPr id="0" name=""/>
                      <p:cNvPicPr/>
                      <p:nvPr/>
                    </p:nvPicPr>
                    <p:blipFill>
                      <a:blip r:embed="rId61"/>
                      <a:stretch>
                        <a:fillRect/>
                      </a:stretch>
                    </p:blipFill>
                    <p:spPr>
                      <a:xfrm>
                        <a:off x="6239710" y="4692637"/>
                        <a:ext cx="715211" cy="174219"/>
                      </a:xfrm>
                      <a:prstGeom prst="rect">
                        <a:avLst/>
                      </a:prstGeom>
                    </p:spPr>
                  </p:pic>
                </p:oleObj>
              </mc:Fallback>
            </mc:AlternateContent>
          </a:graphicData>
        </a:graphic>
      </p:graphicFrame>
      <p:graphicFrame>
        <p:nvGraphicFramePr>
          <p:cNvPr id="60" name="Object 59">
            <a:extLst>
              <a:ext uri="{FF2B5EF4-FFF2-40B4-BE49-F238E27FC236}">
                <a16:creationId xmlns:a16="http://schemas.microsoft.com/office/drawing/2014/main" id="{A5C13C68-1B72-49C6-9403-90A211520340}"/>
              </a:ext>
            </a:extLst>
          </p:cNvPr>
          <p:cNvGraphicFramePr>
            <a:graphicFrameLocks noChangeAspect="1"/>
          </p:cNvGraphicFramePr>
          <p:nvPr>
            <p:extLst>
              <p:ext uri="{D42A27DB-BD31-4B8C-83A1-F6EECF244321}">
                <p14:modId xmlns:p14="http://schemas.microsoft.com/office/powerpoint/2010/main" val="835865429"/>
              </p:ext>
            </p:extLst>
          </p:nvPr>
        </p:nvGraphicFramePr>
        <p:xfrm>
          <a:off x="1952185" y="4921002"/>
          <a:ext cx="124042" cy="171750"/>
        </p:xfrm>
        <a:graphic>
          <a:graphicData uri="http://schemas.openxmlformats.org/presentationml/2006/ole">
            <mc:AlternateContent xmlns:mc="http://schemas.openxmlformats.org/markup-compatibility/2006">
              <mc:Choice xmlns:v="urn:schemas-microsoft-com:vml" Requires="v">
                <p:oleObj name="Equation" r:id="rId62" imgW="164880" imgH="228600" progId="Equation.DSMT4">
                  <p:embed/>
                </p:oleObj>
              </mc:Choice>
              <mc:Fallback>
                <p:oleObj name="Equation" r:id="rId62" imgW="164880" imgH="228600" progId="Equation.DSMT4">
                  <p:embed/>
                  <p:pic>
                    <p:nvPicPr>
                      <p:cNvPr id="0" name=""/>
                      <p:cNvPicPr/>
                      <p:nvPr/>
                    </p:nvPicPr>
                    <p:blipFill>
                      <a:blip r:embed="rId63"/>
                      <a:stretch>
                        <a:fillRect/>
                      </a:stretch>
                    </p:blipFill>
                    <p:spPr>
                      <a:xfrm>
                        <a:off x="1952185" y="4921002"/>
                        <a:ext cx="124042" cy="171750"/>
                      </a:xfrm>
                      <a:prstGeom prst="rect">
                        <a:avLst/>
                      </a:prstGeom>
                    </p:spPr>
                  </p:pic>
                </p:oleObj>
              </mc:Fallback>
            </mc:AlternateContent>
          </a:graphicData>
        </a:graphic>
      </p:graphicFrame>
      <p:graphicFrame>
        <p:nvGraphicFramePr>
          <p:cNvPr id="61" name="Object 60">
            <a:extLst>
              <a:ext uri="{FF2B5EF4-FFF2-40B4-BE49-F238E27FC236}">
                <a16:creationId xmlns:a16="http://schemas.microsoft.com/office/drawing/2014/main" id="{03DDD850-F18E-406F-8734-05A1E84AF657}"/>
              </a:ext>
            </a:extLst>
          </p:cNvPr>
          <p:cNvGraphicFramePr>
            <a:graphicFrameLocks noChangeAspect="1"/>
          </p:cNvGraphicFramePr>
          <p:nvPr>
            <p:extLst>
              <p:ext uri="{D42A27DB-BD31-4B8C-83A1-F6EECF244321}">
                <p14:modId xmlns:p14="http://schemas.microsoft.com/office/powerpoint/2010/main" val="4199143961"/>
              </p:ext>
            </p:extLst>
          </p:nvPr>
        </p:nvGraphicFramePr>
        <p:xfrm>
          <a:off x="2885036" y="4950171"/>
          <a:ext cx="225532" cy="164812"/>
        </p:xfrm>
        <a:graphic>
          <a:graphicData uri="http://schemas.openxmlformats.org/presentationml/2006/ole">
            <mc:AlternateContent xmlns:mc="http://schemas.openxmlformats.org/markup-compatibility/2006">
              <mc:Choice xmlns:v="urn:schemas-microsoft-com:vml" Requires="v">
                <p:oleObj name="Equation" r:id="rId64" imgW="330120" imgH="241200" progId="Equation.DSMT4">
                  <p:embed/>
                </p:oleObj>
              </mc:Choice>
              <mc:Fallback>
                <p:oleObj name="Equation" r:id="rId64" imgW="330120" imgH="241200" progId="Equation.DSMT4">
                  <p:embed/>
                  <p:pic>
                    <p:nvPicPr>
                      <p:cNvPr id="0" name=""/>
                      <p:cNvPicPr/>
                      <p:nvPr/>
                    </p:nvPicPr>
                    <p:blipFill>
                      <a:blip r:embed="rId65"/>
                      <a:stretch>
                        <a:fillRect/>
                      </a:stretch>
                    </p:blipFill>
                    <p:spPr>
                      <a:xfrm>
                        <a:off x="2885036" y="4950171"/>
                        <a:ext cx="225532" cy="164812"/>
                      </a:xfrm>
                      <a:prstGeom prst="rect">
                        <a:avLst/>
                      </a:prstGeom>
                    </p:spPr>
                  </p:pic>
                </p:oleObj>
              </mc:Fallback>
            </mc:AlternateContent>
          </a:graphicData>
        </a:graphic>
      </p:graphicFrame>
      <p:graphicFrame>
        <p:nvGraphicFramePr>
          <p:cNvPr id="62" name="Object 61">
            <a:extLst>
              <a:ext uri="{FF2B5EF4-FFF2-40B4-BE49-F238E27FC236}">
                <a16:creationId xmlns:a16="http://schemas.microsoft.com/office/drawing/2014/main" id="{69A2AF30-4525-4EE4-B3B5-FCCD976478C0}"/>
              </a:ext>
            </a:extLst>
          </p:cNvPr>
          <p:cNvGraphicFramePr>
            <a:graphicFrameLocks noChangeAspect="1"/>
          </p:cNvGraphicFramePr>
          <p:nvPr>
            <p:extLst>
              <p:ext uri="{D42A27DB-BD31-4B8C-83A1-F6EECF244321}">
                <p14:modId xmlns:p14="http://schemas.microsoft.com/office/powerpoint/2010/main" val="1874130607"/>
              </p:ext>
            </p:extLst>
          </p:nvPr>
        </p:nvGraphicFramePr>
        <p:xfrm>
          <a:off x="3774055" y="4935473"/>
          <a:ext cx="329623" cy="164812"/>
        </p:xfrm>
        <a:graphic>
          <a:graphicData uri="http://schemas.openxmlformats.org/presentationml/2006/ole">
            <mc:AlternateContent xmlns:mc="http://schemas.openxmlformats.org/markup-compatibility/2006">
              <mc:Choice xmlns:v="urn:schemas-microsoft-com:vml" Requires="v">
                <p:oleObj name="Equation" r:id="rId66" imgW="482400" imgH="241200" progId="Equation.DSMT4">
                  <p:embed/>
                </p:oleObj>
              </mc:Choice>
              <mc:Fallback>
                <p:oleObj name="Equation" r:id="rId66" imgW="482400" imgH="241200" progId="Equation.DSMT4">
                  <p:embed/>
                  <p:pic>
                    <p:nvPicPr>
                      <p:cNvPr id="0" name=""/>
                      <p:cNvPicPr/>
                      <p:nvPr/>
                    </p:nvPicPr>
                    <p:blipFill>
                      <a:blip r:embed="rId67"/>
                      <a:stretch>
                        <a:fillRect/>
                      </a:stretch>
                    </p:blipFill>
                    <p:spPr>
                      <a:xfrm>
                        <a:off x="3774055" y="4935473"/>
                        <a:ext cx="329623" cy="164812"/>
                      </a:xfrm>
                      <a:prstGeom prst="rect">
                        <a:avLst/>
                      </a:prstGeom>
                    </p:spPr>
                  </p:pic>
                </p:oleObj>
              </mc:Fallback>
            </mc:AlternateContent>
          </a:graphicData>
        </a:graphic>
      </p:graphicFrame>
      <p:graphicFrame>
        <p:nvGraphicFramePr>
          <p:cNvPr id="63" name="Object 62">
            <a:extLst>
              <a:ext uri="{FF2B5EF4-FFF2-40B4-BE49-F238E27FC236}">
                <a16:creationId xmlns:a16="http://schemas.microsoft.com/office/drawing/2014/main" id="{5E0C44C7-FDBF-4D0E-9BE5-B47FC709A572}"/>
              </a:ext>
            </a:extLst>
          </p:cNvPr>
          <p:cNvGraphicFramePr>
            <a:graphicFrameLocks noChangeAspect="1"/>
          </p:cNvGraphicFramePr>
          <p:nvPr>
            <p:extLst>
              <p:ext uri="{D42A27DB-BD31-4B8C-83A1-F6EECF244321}">
                <p14:modId xmlns:p14="http://schemas.microsoft.com/office/powerpoint/2010/main" val="1743591294"/>
              </p:ext>
            </p:extLst>
          </p:nvPr>
        </p:nvGraphicFramePr>
        <p:xfrm>
          <a:off x="4616339" y="4932853"/>
          <a:ext cx="453467" cy="179498"/>
        </p:xfrm>
        <a:graphic>
          <a:graphicData uri="http://schemas.openxmlformats.org/presentationml/2006/ole">
            <mc:AlternateContent xmlns:mc="http://schemas.openxmlformats.org/markup-compatibility/2006">
              <mc:Choice xmlns:v="urn:schemas-microsoft-com:vml" Requires="v">
                <p:oleObj name="Equation" r:id="rId68" imgW="609480" imgH="241200" progId="Equation.DSMT4">
                  <p:embed/>
                </p:oleObj>
              </mc:Choice>
              <mc:Fallback>
                <p:oleObj name="Equation" r:id="rId68" imgW="609480" imgH="241200" progId="Equation.DSMT4">
                  <p:embed/>
                  <p:pic>
                    <p:nvPicPr>
                      <p:cNvPr id="0" name=""/>
                      <p:cNvPicPr/>
                      <p:nvPr/>
                    </p:nvPicPr>
                    <p:blipFill>
                      <a:blip r:embed="rId69"/>
                      <a:stretch>
                        <a:fillRect/>
                      </a:stretch>
                    </p:blipFill>
                    <p:spPr>
                      <a:xfrm>
                        <a:off x="4616339" y="4932853"/>
                        <a:ext cx="453467" cy="179498"/>
                      </a:xfrm>
                      <a:prstGeom prst="rect">
                        <a:avLst/>
                      </a:prstGeom>
                    </p:spPr>
                  </p:pic>
                </p:oleObj>
              </mc:Fallback>
            </mc:AlternateContent>
          </a:graphicData>
        </a:graphic>
      </p:graphicFrame>
      <p:graphicFrame>
        <p:nvGraphicFramePr>
          <p:cNvPr id="64" name="Object 63">
            <a:extLst>
              <a:ext uri="{FF2B5EF4-FFF2-40B4-BE49-F238E27FC236}">
                <a16:creationId xmlns:a16="http://schemas.microsoft.com/office/drawing/2014/main" id="{BD94E6E5-290D-4E80-BD35-0F322FAFE8B4}"/>
              </a:ext>
            </a:extLst>
          </p:cNvPr>
          <p:cNvGraphicFramePr>
            <a:graphicFrameLocks noChangeAspect="1"/>
          </p:cNvGraphicFramePr>
          <p:nvPr>
            <p:extLst>
              <p:ext uri="{D42A27DB-BD31-4B8C-83A1-F6EECF244321}">
                <p14:modId xmlns:p14="http://schemas.microsoft.com/office/powerpoint/2010/main" val="3828393710"/>
              </p:ext>
            </p:extLst>
          </p:nvPr>
        </p:nvGraphicFramePr>
        <p:xfrm>
          <a:off x="5437624" y="4935329"/>
          <a:ext cx="485759" cy="164812"/>
        </p:xfrm>
        <a:graphic>
          <a:graphicData uri="http://schemas.openxmlformats.org/presentationml/2006/ole">
            <mc:AlternateContent xmlns:mc="http://schemas.openxmlformats.org/markup-compatibility/2006">
              <mc:Choice xmlns:v="urn:schemas-microsoft-com:vml" Requires="v">
                <p:oleObj name="Equation" r:id="rId70" imgW="711000" imgH="241200" progId="Equation.DSMT4">
                  <p:embed/>
                </p:oleObj>
              </mc:Choice>
              <mc:Fallback>
                <p:oleObj name="Equation" r:id="rId70" imgW="711000" imgH="241200" progId="Equation.DSMT4">
                  <p:embed/>
                  <p:pic>
                    <p:nvPicPr>
                      <p:cNvPr id="0" name=""/>
                      <p:cNvPicPr/>
                      <p:nvPr/>
                    </p:nvPicPr>
                    <p:blipFill>
                      <a:blip r:embed="rId71"/>
                      <a:stretch>
                        <a:fillRect/>
                      </a:stretch>
                    </p:blipFill>
                    <p:spPr>
                      <a:xfrm>
                        <a:off x="5437624" y="4935329"/>
                        <a:ext cx="485759" cy="164812"/>
                      </a:xfrm>
                      <a:prstGeom prst="rect">
                        <a:avLst/>
                      </a:prstGeom>
                    </p:spPr>
                  </p:pic>
                </p:oleObj>
              </mc:Fallback>
            </mc:AlternateContent>
          </a:graphicData>
        </a:graphic>
      </p:graphicFrame>
      <p:graphicFrame>
        <p:nvGraphicFramePr>
          <p:cNvPr id="65" name="Object 64">
            <a:extLst>
              <a:ext uri="{FF2B5EF4-FFF2-40B4-BE49-F238E27FC236}">
                <a16:creationId xmlns:a16="http://schemas.microsoft.com/office/drawing/2014/main" id="{DF246E36-C71B-4AD9-8AAF-C48FFDBD7385}"/>
              </a:ext>
            </a:extLst>
          </p:cNvPr>
          <p:cNvGraphicFramePr>
            <a:graphicFrameLocks noChangeAspect="1"/>
          </p:cNvGraphicFramePr>
          <p:nvPr>
            <p:extLst>
              <p:ext uri="{D42A27DB-BD31-4B8C-83A1-F6EECF244321}">
                <p14:modId xmlns:p14="http://schemas.microsoft.com/office/powerpoint/2010/main" val="2501925693"/>
              </p:ext>
            </p:extLst>
          </p:nvPr>
        </p:nvGraphicFramePr>
        <p:xfrm>
          <a:off x="6241148" y="4922984"/>
          <a:ext cx="706044" cy="174219"/>
        </p:xfrm>
        <a:graphic>
          <a:graphicData uri="http://schemas.openxmlformats.org/presentationml/2006/ole">
            <mc:AlternateContent xmlns:mc="http://schemas.openxmlformats.org/markup-compatibility/2006">
              <mc:Choice xmlns:v="urn:schemas-microsoft-com:vml" Requires="v">
                <p:oleObj name="Equation" r:id="rId72" imgW="977760" imgH="241200" progId="Equation.DSMT4">
                  <p:embed/>
                </p:oleObj>
              </mc:Choice>
              <mc:Fallback>
                <p:oleObj name="Equation" r:id="rId72" imgW="977760" imgH="241200" progId="Equation.DSMT4">
                  <p:embed/>
                  <p:pic>
                    <p:nvPicPr>
                      <p:cNvPr id="0" name=""/>
                      <p:cNvPicPr/>
                      <p:nvPr/>
                    </p:nvPicPr>
                    <p:blipFill>
                      <a:blip r:embed="rId73"/>
                      <a:stretch>
                        <a:fillRect/>
                      </a:stretch>
                    </p:blipFill>
                    <p:spPr>
                      <a:xfrm>
                        <a:off x="6241148" y="4922984"/>
                        <a:ext cx="706044" cy="174219"/>
                      </a:xfrm>
                      <a:prstGeom prst="rect">
                        <a:avLst/>
                      </a:prstGeom>
                    </p:spPr>
                  </p:pic>
                </p:oleObj>
              </mc:Fallback>
            </mc:AlternateContent>
          </a:graphicData>
        </a:graphic>
      </p:graphicFrame>
      <p:graphicFrame>
        <p:nvGraphicFramePr>
          <p:cNvPr id="66" name="Object 65">
            <a:extLst>
              <a:ext uri="{FF2B5EF4-FFF2-40B4-BE49-F238E27FC236}">
                <a16:creationId xmlns:a16="http://schemas.microsoft.com/office/drawing/2014/main" id="{A2D07F93-B938-4635-A885-AF8CB2BCF9D6}"/>
              </a:ext>
            </a:extLst>
          </p:cNvPr>
          <p:cNvGraphicFramePr>
            <a:graphicFrameLocks noChangeAspect="1"/>
          </p:cNvGraphicFramePr>
          <p:nvPr>
            <p:extLst>
              <p:ext uri="{D42A27DB-BD31-4B8C-83A1-F6EECF244321}">
                <p14:modId xmlns:p14="http://schemas.microsoft.com/office/powerpoint/2010/main" val="731946596"/>
              </p:ext>
            </p:extLst>
          </p:nvPr>
        </p:nvGraphicFramePr>
        <p:xfrm>
          <a:off x="1945422" y="5176256"/>
          <a:ext cx="114500" cy="181293"/>
        </p:xfrm>
        <a:graphic>
          <a:graphicData uri="http://schemas.openxmlformats.org/presentationml/2006/ole">
            <mc:AlternateContent xmlns:mc="http://schemas.openxmlformats.org/markup-compatibility/2006">
              <mc:Choice xmlns:v="urn:schemas-microsoft-com:vml" Requires="v">
                <p:oleObj name="Equation" r:id="rId74" imgW="152280" imgH="241200" progId="Equation.DSMT4">
                  <p:embed/>
                </p:oleObj>
              </mc:Choice>
              <mc:Fallback>
                <p:oleObj name="Equation" r:id="rId74" imgW="152280" imgH="241200" progId="Equation.DSMT4">
                  <p:embed/>
                  <p:pic>
                    <p:nvPicPr>
                      <p:cNvPr id="0" name=""/>
                      <p:cNvPicPr/>
                      <p:nvPr/>
                    </p:nvPicPr>
                    <p:blipFill>
                      <a:blip r:embed="rId75"/>
                      <a:stretch>
                        <a:fillRect/>
                      </a:stretch>
                    </p:blipFill>
                    <p:spPr>
                      <a:xfrm>
                        <a:off x="1945422" y="5176256"/>
                        <a:ext cx="114500" cy="181293"/>
                      </a:xfrm>
                      <a:prstGeom prst="rect">
                        <a:avLst/>
                      </a:prstGeom>
                    </p:spPr>
                  </p:pic>
                </p:oleObj>
              </mc:Fallback>
            </mc:AlternateContent>
          </a:graphicData>
        </a:graphic>
      </p:graphicFrame>
      <p:graphicFrame>
        <p:nvGraphicFramePr>
          <p:cNvPr id="67" name="Object 66">
            <a:extLst>
              <a:ext uri="{FF2B5EF4-FFF2-40B4-BE49-F238E27FC236}">
                <a16:creationId xmlns:a16="http://schemas.microsoft.com/office/drawing/2014/main" id="{DBBC2665-3951-45FC-891B-04287AE1E1C3}"/>
              </a:ext>
            </a:extLst>
          </p:cNvPr>
          <p:cNvGraphicFramePr>
            <a:graphicFrameLocks noChangeAspect="1"/>
          </p:cNvGraphicFramePr>
          <p:nvPr>
            <p:extLst>
              <p:ext uri="{D42A27DB-BD31-4B8C-83A1-F6EECF244321}">
                <p14:modId xmlns:p14="http://schemas.microsoft.com/office/powerpoint/2010/main" val="303961922"/>
              </p:ext>
            </p:extLst>
          </p:nvPr>
        </p:nvGraphicFramePr>
        <p:xfrm>
          <a:off x="2859687" y="5180170"/>
          <a:ext cx="240292" cy="169095"/>
        </p:xfrm>
        <a:graphic>
          <a:graphicData uri="http://schemas.openxmlformats.org/presentationml/2006/ole">
            <mc:AlternateContent xmlns:mc="http://schemas.openxmlformats.org/markup-compatibility/2006">
              <mc:Choice xmlns:v="urn:schemas-microsoft-com:vml" Requires="v">
                <p:oleObj name="Equation" r:id="rId76" imgW="342720" imgH="241200" progId="Equation.DSMT4">
                  <p:embed/>
                </p:oleObj>
              </mc:Choice>
              <mc:Fallback>
                <p:oleObj name="Equation" r:id="rId76" imgW="342720" imgH="241200" progId="Equation.DSMT4">
                  <p:embed/>
                  <p:pic>
                    <p:nvPicPr>
                      <p:cNvPr id="0" name=""/>
                      <p:cNvPicPr/>
                      <p:nvPr/>
                    </p:nvPicPr>
                    <p:blipFill>
                      <a:blip r:embed="rId77"/>
                      <a:stretch>
                        <a:fillRect/>
                      </a:stretch>
                    </p:blipFill>
                    <p:spPr>
                      <a:xfrm>
                        <a:off x="2859687" y="5180170"/>
                        <a:ext cx="240292" cy="169095"/>
                      </a:xfrm>
                      <a:prstGeom prst="rect">
                        <a:avLst/>
                      </a:prstGeom>
                    </p:spPr>
                  </p:pic>
                </p:oleObj>
              </mc:Fallback>
            </mc:AlternateContent>
          </a:graphicData>
        </a:graphic>
      </p:graphicFrame>
      <p:graphicFrame>
        <p:nvGraphicFramePr>
          <p:cNvPr id="68" name="Object 67">
            <a:extLst>
              <a:ext uri="{FF2B5EF4-FFF2-40B4-BE49-F238E27FC236}">
                <a16:creationId xmlns:a16="http://schemas.microsoft.com/office/drawing/2014/main" id="{F6A6A635-3C8D-4DDA-862C-F9CEF5A08759}"/>
              </a:ext>
            </a:extLst>
          </p:cNvPr>
          <p:cNvGraphicFramePr>
            <a:graphicFrameLocks noChangeAspect="1"/>
          </p:cNvGraphicFramePr>
          <p:nvPr>
            <p:extLst>
              <p:ext uri="{D42A27DB-BD31-4B8C-83A1-F6EECF244321}">
                <p14:modId xmlns:p14="http://schemas.microsoft.com/office/powerpoint/2010/main" val="3549261144"/>
              </p:ext>
            </p:extLst>
          </p:nvPr>
        </p:nvGraphicFramePr>
        <p:xfrm>
          <a:off x="3767802" y="5176827"/>
          <a:ext cx="312274" cy="164812"/>
        </p:xfrm>
        <a:graphic>
          <a:graphicData uri="http://schemas.openxmlformats.org/presentationml/2006/ole">
            <mc:AlternateContent xmlns:mc="http://schemas.openxmlformats.org/markup-compatibility/2006">
              <mc:Choice xmlns:v="urn:schemas-microsoft-com:vml" Requires="v">
                <p:oleObj name="Equation" r:id="rId78" imgW="457200" imgH="241200" progId="Equation.DSMT4">
                  <p:embed/>
                </p:oleObj>
              </mc:Choice>
              <mc:Fallback>
                <p:oleObj name="Equation" r:id="rId78" imgW="457200" imgH="241200" progId="Equation.DSMT4">
                  <p:embed/>
                  <p:pic>
                    <p:nvPicPr>
                      <p:cNvPr id="0" name=""/>
                      <p:cNvPicPr/>
                      <p:nvPr/>
                    </p:nvPicPr>
                    <p:blipFill>
                      <a:blip r:embed="rId79"/>
                      <a:stretch>
                        <a:fillRect/>
                      </a:stretch>
                    </p:blipFill>
                    <p:spPr>
                      <a:xfrm>
                        <a:off x="3767802" y="5176827"/>
                        <a:ext cx="312274" cy="164812"/>
                      </a:xfrm>
                      <a:prstGeom prst="rect">
                        <a:avLst/>
                      </a:prstGeom>
                    </p:spPr>
                  </p:pic>
                </p:oleObj>
              </mc:Fallback>
            </mc:AlternateContent>
          </a:graphicData>
        </a:graphic>
      </p:graphicFrame>
      <p:graphicFrame>
        <p:nvGraphicFramePr>
          <p:cNvPr id="69" name="Object 68">
            <a:extLst>
              <a:ext uri="{FF2B5EF4-FFF2-40B4-BE49-F238E27FC236}">
                <a16:creationId xmlns:a16="http://schemas.microsoft.com/office/drawing/2014/main" id="{71C7CBFC-2113-4F2E-B74F-ACAEDEE6133B}"/>
              </a:ext>
            </a:extLst>
          </p:cNvPr>
          <p:cNvGraphicFramePr>
            <a:graphicFrameLocks noChangeAspect="1"/>
          </p:cNvGraphicFramePr>
          <p:nvPr>
            <p:extLst>
              <p:ext uri="{D42A27DB-BD31-4B8C-83A1-F6EECF244321}">
                <p14:modId xmlns:p14="http://schemas.microsoft.com/office/powerpoint/2010/main" val="1714673354"/>
              </p:ext>
            </p:extLst>
          </p:nvPr>
        </p:nvGraphicFramePr>
        <p:xfrm>
          <a:off x="4655259" y="5185320"/>
          <a:ext cx="425039" cy="164812"/>
        </p:xfrm>
        <a:graphic>
          <a:graphicData uri="http://schemas.openxmlformats.org/presentationml/2006/ole">
            <mc:AlternateContent xmlns:mc="http://schemas.openxmlformats.org/markup-compatibility/2006">
              <mc:Choice xmlns:v="urn:schemas-microsoft-com:vml" Requires="v">
                <p:oleObj name="Equation" r:id="rId80" imgW="622080" imgH="241200" progId="Equation.DSMT4">
                  <p:embed/>
                </p:oleObj>
              </mc:Choice>
              <mc:Fallback>
                <p:oleObj name="Equation" r:id="rId80" imgW="622080" imgH="241200" progId="Equation.DSMT4">
                  <p:embed/>
                  <p:pic>
                    <p:nvPicPr>
                      <p:cNvPr id="0" name=""/>
                      <p:cNvPicPr/>
                      <p:nvPr/>
                    </p:nvPicPr>
                    <p:blipFill>
                      <a:blip r:embed="rId81"/>
                      <a:stretch>
                        <a:fillRect/>
                      </a:stretch>
                    </p:blipFill>
                    <p:spPr>
                      <a:xfrm>
                        <a:off x="4655259" y="5185320"/>
                        <a:ext cx="425039" cy="164812"/>
                      </a:xfrm>
                      <a:prstGeom prst="rect">
                        <a:avLst/>
                      </a:prstGeom>
                    </p:spPr>
                  </p:pic>
                </p:oleObj>
              </mc:Fallback>
            </mc:AlternateContent>
          </a:graphicData>
        </a:graphic>
      </p:graphicFrame>
      <p:graphicFrame>
        <p:nvGraphicFramePr>
          <p:cNvPr id="70" name="Object 69">
            <a:extLst>
              <a:ext uri="{FF2B5EF4-FFF2-40B4-BE49-F238E27FC236}">
                <a16:creationId xmlns:a16="http://schemas.microsoft.com/office/drawing/2014/main" id="{CF4CF483-C015-4661-8ADA-AB4CA75DDD3B}"/>
              </a:ext>
            </a:extLst>
          </p:cNvPr>
          <p:cNvGraphicFramePr>
            <a:graphicFrameLocks noChangeAspect="1"/>
          </p:cNvGraphicFramePr>
          <p:nvPr>
            <p:extLst>
              <p:ext uri="{D42A27DB-BD31-4B8C-83A1-F6EECF244321}">
                <p14:modId xmlns:p14="http://schemas.microsoft.com/office/powerpoint/2010/main" val="3977286806"/>
              </p:ext>
            </p:extLst>
          </p:nvPr>
        </p:nvGraphicFramePr>
        <p:xfrm>
          <a:off x="5398765" y="5160623"/>
          <a:ext cx="534335" cy="181293"/>
        </p:xfrm>
        <a:graphic>
          <a:graphicData uri="http://schemas.openxmlformats.org/presentationml/2006/ole">
            <mc:AlternateContent xmlns:mc="http://schemas.openxmlformats.org/markup-compatibility/2006">
              <mc:Choice xmlns:v="urn:schemas-microsoft-com:vml" Requires="v">
                <p:oleObj name="Equation" r:id="rId82" imgW="711000" imgH="241200" progId="Equation.DSMT4">
                  <p:embed/>
                </p:oleObj>
              </mc:Choice>
              <mc:Fallback>
                <p:oleObj name="Equation" r:id="rId82" imgW="711000" imgH="241200" progId="Equation.DSMT4">
                  <p:embed/>
                  <p:pic>
                    <p:nvPicPr>
                      <p:cNvPr id="0" name=""/>
                      <p:cNvPicPr/>
                      <p:nvPr/>
                    </p:nvPicPr>
                    <p:blipFill>
                      <a:blip r:embed="rId83"/>
                      <a:stretch>
                        <a:fillRect/>
                      </a:stretch>
                    </p:blipFill>
                    <p:spPr>
                      <a:xfrm>
                        <a:off x="5398765" y="5160623"/>
                        <a:ext cx="534335" cy="181293"/>
                      </a:xfrm>
                      <a:prstGeom prst="rect">
                        <a:avLst/>
                      </a:prstGeom>
                    </p:spPr>
                  </p:pic>
                </p:oleObj>
              </mc:Fallback>
            </mc:AlternateContent>
          </a:graphicData>
        </a:graphic>
      </p:graphicFrame>
      <p:graphicFrame>
        <p:nvGraphicFramePr>
          <p:cNvPr id="71" name="Object 70">
            <a:extLst>
              <a:ext uri="{FF2B5EF4-FFF2-40B4-BE49-F238E27FC236}">
                <a16:creationId xmlns:a16="http://schemas.microsoft.com/office/drawing/2014/main" id="{C84D938F-4DA3-44BA-8AA8-C6459E80DC2D}"/>
              </a:ext>
            </a:extLst>
          </p:cNvPr>
          <p:cNvGraphicFramePr>
            <a:graphicFrameLocks noChangeAspect="1"/>
          </p:cNvGraphicFramePr>
          <p:nvPr>
            <p:extLst>
              <p:ext uri="{D42A27DB-BD31-4B8C-83A1-F6EECF244321}">
                <p14:modId xmlns:p14="http://schemas.microsoft.com/office/powerpoint/2010/main" val="168955453"/>
              </p:ext>
            </p:extLst>
          </p:nvPr>
        </p:nvGraphicFramePr>
        <p:xfrm>
          <a:off x="6260605" y="5156577"/>
          <a:ext cx="680499" cy="165763"/>
        </p:xfrm>
        <a:graphic>
          <a:graphicData uri="http://schemas.openxmlformats.org/presentationml/2006/ole">
            <mc:AlternateContent xmlns:mc="http://schemas.openxmlformats.org/markup-compatibility/2006">
              <mc:Choice xmlns:v="urn:schemas-microsoft-com:vml" Requires="v">
                <p:oleObj name="Equation" r:id="rId84" imgW="990360" imgH="241200" progId="Equation.DSMT4">
                  <p:embed/>
                </p:oleObj>
              </mc:Choice>
              <mc:Fallback>
                <p:oleObj name="Equation" r:id="rId84" imgW="990360" imgH="241200" progId="Equation.DSMT4">
                  <p:embed/>
                  <p:pic>
                    <p:nvPicPr>
                      <p:cNvPr id="0" name=""/>
                      <p:cNvPicPr/>
                      <p:nvPr/>
                    </p:nvPicPr>
                    <p:blipFill>
                      <a:blip r:embed="rId85"/>
                      <a:stretch>
                        <a:fillRect/>
                      </a:stretch>
                    </p:blipFill>
                    <p:spPr>
                      <a:xfrm>
                        <a:off x="6260605" y="5156577"/>
                        <a:ext cx="680499" cy="165763"/>
                      </a:xfrm>
                      <a:prstGeom prst="rect">
                        <a:avLst/>
                      </a:prstGeom>
                    </p:spPr>
                  </p:pic>
                </p:oleObj>
              </mc:Fallback>
            </mc:AlternateContent>
          </a:graphicData>
        </a:graphic>
      </p:graphicFrame>
      <p:graphicFrame>
        <p:nvGraphicFramePr>
          <p:cNvPr id="72" name="Object 71">
            <a:extLst>
              <a:ext uri="{FF2B5EF4-FFF2-40B4-BE49-F238E27FC236}">
                <a16:creationId xmlns:a16="http://schemas.microsoft.com/office/drawing/2014/main" id="{A0E15EE2-6CC5-4D85-AC94-B57DD7B3E8D6}"/>
              </a:ext>
            </a:extLst>
          </p:cNvPr>
          <p:cNvGraphicFramePr>
            <a:graphicFrameLocks noChangeAspect="1"/>
          </p:cNvGraphicFramePr>
          <p:nvPr>
            <p:extLst>
              <p:ext uri="{D42A27DB-BD31-4B8C-83A1-F6EECF244321}">
                <p14:modId xmlns:p14="http://schemas.microsoft.com/office/powerpoint/2010/main" val="1312747462"/>
              </p:ext>
            </p:extLst>
          </p:nvPr>
        </p:nvGraphicFramePr>
        <p:xfrm>
          <a:off x="1945935" y="5410693"/>
          <a:ext cx="124042" cy="181293"/>
        </p:xfrm>
        <a:graphic>
          <a:graphicData uri="http://schemas.openxmlformats.org/presentationml/2006/ole">
            <mc:AlternateContent xmlns:mc="http://schemas.openxmlformats.org/markup-compatibility/2006">
              <mc:Choice xmlns:v="urn:schemas-microsoft-com:vml" Requires="v">
                <p:oleObj name="Equation" r:id="rId86" imgW="164880" imgH="241200" progId="Equation.DSMT4">
                  <p:embed/>
                </p:oleObj>
              </mc:Choice>
              <mc:Fallback>
                <p:oleObj name="Equation" r:id="rId86" imgW="164880" imgH="241200" progId="Equation.DSMT4">
                  <p:embed/>
                  <p:pic>
                    <p:nvPicPr>
                      <p:cNvPr id="0" name=""/>
                      <p:cNvPicPr/>
                      <p:nvPr/>
                    </p:nvPicPr>
                    <p:blipFill>
                      <a:blip r:embed="rId87"/>
                      <a:stretch>
                        <a:fillRect/>
                      </a:stretch>
                    </p:blipFill>
                    <p:spPr>
                      <a:xfrm>
                        <a:off x="1945935" y="5410693"/>
                        <a:ext cx="124042" cy="181293"/>
                      </a:xfrm>
                      <a:prstGeom prst="rect">
                        <a:avLst/>
                      </a:prstGeom>
                    </p:spPr>
                  </p:pic>
                </p:oleObj>
              </mc:Fallback>
            </mc:AlternateContent>
          </a:graphicData>
        </a:graphic>
      </p:graphicFrame>
      <p:graphicFrame>
        <p:nvGraphicFramePr>
          <p:cNvPr id="73" name="Object 72">
            <a:extLst>
              <a:ext uri="{FF2B5EF4-FFF2-40B4-BE49-F238E27FC236}">
                <a16:creationId xmlns:a16="http://schemas.microsoft.com/office/drawing/2014/main" id="{3833D0FB-4AB6-4A84-ABB4-B3E64033EBC4}"/>
              </a:ext>
            </a:extLst>
          </p:cNvPr>
          <p:cNvGraphicFramePr>
            <a:graphicFrameLocks noChangeAspect="1"/>
          </p:cNvGraphicFramePr>
          <p:nvPr>
            <p:extLst>
              <p:ext uri="{D42A27DB-BD31-4B8C-83A1-F6EECF244321}">
                <p14:modId xmlns:p14="http://schemas.microsoft.com/office/powerpoint/2010/main" val="737658116"/>
              </p:ext>
            </p:extLst>
          </p:nvPr>
        </p:nvGraphicFramePr>
        <p:xfrm>
          <a:off x="2859295" y="5407623"/>
          <a:ext cx="240292" cy="169095"/>
        </p:xfrm>
        <a:graphic>
          <a:graphicData uri="http://schemas.openxmlformats.org/presentationml/2006/ole">
            <mc:AlternateContent xmlns:mc="http://schemas.openxmlformats.org/markup-compatibility/2006">
              <mc:Choice xmlns:v="urn:schemas-microsoft-com:vml" Requires="v">
                <p:oleObj name="Equation" r:id="rId88" imgW="342720" imgH="241200" progId="Equation.DSMT4">
                  <p:embed/>
                </p:oleObj>
              </mc:Choice>
              <mc:Fallback>
                <p:oleObj name="Equation" r:id="rId88" imgW="342720" imgH="241200" progId="Equation.DSMT4">
                  <p:embed/>
                  <p:pic>
                    <p:nvPicPr>
                      <p:cNvPr id="0" name=""/>
                      <p:cNvPicPr/>
                      <p:nvPr/>
                    </p:nvPicPr>
                    <p:blipFill>
                      <a:blip r:embed="rId89"/>
                      <a:stretch>
                        <a:fillRect/>
                      </a:stretch>
                    </p:blipFill>
                    <p:spPr>
                      <a:xfrm>
                        <a:off x="2859295" y="5407623"/>
                        <a:ext cx="240292" cy="169095"/>
                      </a:xfrm>
                      <a:prstGeom prst="rect">
                        <a:avLst/>
                      </a:prstGeom>
                    </p:spPr>
                  </p:pic>
                </p:oleObj>
              </mc:Fallback>
            </mc:AlternateContent>
          </a:graphicData>
        </a:graphic>
      </p:graphicFrame>
      <p:graphicFrame>
        <p:nvGraphicFramePr>
          <p:cNvPr id="74" name="Object 73">
            <a:extLst>
              <a:ext uri="{FF2B5EF4-FFF2-40B4-BE49-F238E27FC236}">
                <a16:creationId xmlns:a16="http://schemas.microsoft.com/office/drawing/2014/main" id="{842C57E4-91D9-4102-8F58-AB30D9B4E427}"/>
              </a:ext>
            </a:extLst>
          </p:cNvPr>
          <p:cNvGraphicFramePr>
            <a:graphicFrameLocks noChangeAspect="1"/>
          </p:cNvGraphicFramePr>
          <p:nvPr>
            <p:extLst>
              <p:ext uri="{D42A27DB-BD31-4B8C-83A1-F6EECF244321}">
                <p14:modId xmlns:p14="http://schemas.microsoft.com/office/powerpoint/2010/main" val="748996109"/>
              </p:ext>
            </p:extLst>
          </p:nvPr>
        </p:nvGraphicFramePr>
        <p:xfrm>
          <a:off x="3772553" y="5396545"/>
          <a:ext cx="329623" cy="164812"/>
        </p:xfrm>
        <a:graphic>
          <a:graphicData uri="http://schemas.openxmlformats.org/presentationml/2006/ole">
            <mc:AlternateContent xmlns:mc="http://schemas.openxmlformats.org/markup-compatibility/2006">
              <mc:Choice xmlns:v="urn:schemas-microsoft-com:vml" Requires="v">
                <p:oleObj name="Equation" r:id="rId90" imgW="482400" imgH="241200" progId="Equation.DSMT4">
                  <p:embed/>
                </p:oleObj>
              </mc:Choice>
              <mc:Fallback>
                <p:oleObj name="Equation" r:id="rId90" imgW="482400" imgH="241200" progId="Equation.DSMT4">
                  <p:embed/>
                  <p:pic>
                    <p:nvPicPr>
                      <p:cNvPr id="0" name=""/>
                      <p:cNvPicPr/>
                      <p:nvPr/>
                    </p:nvPicPr>
                    <p:blipFill>
                      <a:blip r:embed="rId91"/>
                      <a:stretch>
                        <a:fillRect/>
                      </a:stretch>
                    </p:blipFill>
                    <p:spPr>
                      <a:xfrm>
                        <a:off x="3772553" y="5396545"/>
                        <a:ext cx="329623" cy="164812"/>
                      </a:xfrm>
                      <a:prstGeom prst="rect">
                        <a:avLst/>
                      </a:prstGeom>
                    </p:spPr>
                  </p:pic>
                </p:oleObj>
              </mc:Fallback>
            </mc:AlternateContent>
          </a:graphicData>
        </a:graphic>
      </p:graphicFrame>
      <p:graphicFrame>
        <p:nvGraphicFramePr>
          <p:cNvPr id="75" name="Object 74">
            <a:extLst>
              <a:ext uri="{FF2B5EF4-FFF2-40B4-BE49-F238E27FC236}">
                <a16:creationId xmlns:a16="http://schemas.microsoft.com/office/drawing/2014/main" id="{C058D5B4-CE94-4A56-AF18-8A0605D76596}"/>
              </a:ext>
            </a:extLst>
          </p:cNvPr>
          <p:cNvGraphicFramePr>
            <a:graphicFrameLocks noChangeAspect="1"/>
          </p:cNvGraphicFramePr>
          <p:nvPr>
            <p:extLst>
              <p:ext uri="{D42A27DB-BD31-4B8C-83A1-F6EECF244321}">
                <p14:modId xmlns:p14="http://schemas.microsoft.com/office/powerpoint/2010/main" val="1151836839"/>
              </p:ext>
            </p:extLst>
          </p:nvPr>
        </p:nvGraphicFramePr>
        <p:xfrm>
          <a:off x="4656352" y="5422748"/>
          <a:ext cx="425039" cy="164812"/>
        </p:xfrm>
        <a:graphic>
          <a:graphicData uri="http://schemas.openxmlformats.org/presentationml/2006/ole">
            <mc:AlternateContent xmlns:mc="http://schemas.openxmlformats.org/markup-compatibility/2006">
              <mc:Choice xmlns:v="urn:schemas-microsoft-com:vml" Requires="v">
                <p:oleObj name="Equation" r:id="rId92" imgW="622080" imgH="241200" progId="Equation.DSMT4">
                  <p:embed/>
                </p:oleObj>
              </mc:Choice>
              <mc:Fallback>
                <p:oleObj name="Equation" r:id="rId92" imgW="622080" imgH="241200" progId="Equation.DSMT4">
                  <p:embed/>
                  <p:pic>
                    <p:nvPicPr>
                      <p:cNvPr id="0" name=""/>
                      <p:cNvPicPr/>
                      <p:nvPr/>
                    </p:nvPicPr>
                    <p:blipFill>
                      <a:blip r:embed="rId93"/>
                      <a:stretch>
                        <a:fillRect/>
                      </a:stretch>
                    </p:blipFill>
                    <p:spPr>
                      <a:xfrm>
                        <a:off x="4656352" y="5422748"/>
                        <a:ext cx="425039" cy="164812"/>
                      </a:xfrm>
                      <a:prstGeom prst="rect">
                        <a:avLst/>
                      </a:prstGeom>
                    </p:spPr>
                  </p:pic>
                </p:oleObj>
              </mc:Fallback>
            </mc:AlternateContent>
          </a:graphicData>
        </a:graphic>
      </p:graphicFrame>
      <p:graphicFrame>
        <p:nvGraphicFramePr>
          <p:cNvPr id="76" name="Object 75">
            <a:extLst>
              <a:ext uri="{FF2B5EF4-FFF2-40B4-BE49-F238E27FC236}">
                <a16:creationId xmlns:a16="http://schemas.microsoft.com/office/drawing/2014/main" id="{CA982C03-87A5-45F3-B16B-FCF19FAE4955}"/>
              </a:ext>
            </a:extLst>
          </p:cNvPr>
          <p:cNvGraphicFramePr>
            <a:graphicFrameLocks noChangeAspect="1"/>
          </p:cNvGraphicFramePr>
          <p:nvPr>
            <p:extLst>
              <p:ext uri="{D42A27DB-BD31-4B8C-83A1-F6EECF244321}">
                <p14:modId xmlns:p14="http://schemas.microsoft.com/office/powerpoint/2010/main" val="306785661"/>
              </p:ext>
            </p:extLst>
          </p:nvPr>
        </p:nvGraphicFramePr>
        <p:xfrm>
          <a:off x="5414467" y="5398864"/>
          <a:ext cx="505099" cy="177721"/>
        </p:xfrm>
        <a:graphic>
          <a:graphicData uri="http://schemas.openxmlformats.org/presentationml/2006/ole">
            <mc:AlternateContent xmlns:mc="http://schemas.openxmlformats.org/markup-compatibility/2006">
              <mc:Choice xmlns:v="urn:schemas-microsoft-com:vml" Requires="v">
                <p:oleObj name="Equation" r:id="rId94" imgW="685800" imgH="241200" progId="Equation.DSMT4">
                  <p:embed/>
                </p:oleObj>
              </mc:Choice>
              <mc:Fallback>
                <p:oleObj name="Equation" r:id="rId94" imgW="685800" imgH="241200" progId="Equation.DSMT4">
                  <p:embed/>
                  <p:pic>
                    <p:nvPicPr>
                      <p:cNvPr id="0" name=""/>
                      <p:cNvPicPr/>
                      <p:nvPr/>
                    </p:nvPicPr>
                    <p:blipFill>
                      <a:blip r:embed="rId95"/>
                      <a:stretch>
                        <a:fillRect/>
                      </a:stretch>
                    </p:blipFill>
                    <p:spPr>
                      <a:xfrm>
                        <a:off x="5414467" y="5398864"/>
                        <a:ext cx="505099" cy="177721"/>
                      </a:xfrm>
                      <a:prstGeom prst="rect">
                        <a:avLst/>
                      </a:prstGeom>
                    </p:spPr>
                  </p:pic>
                </p:oleObj>
              </mc:Fallback>
            </mc:AlternateContent>
          </a:graphicData>
        </a:graphic>
      </p:graphicFrame>
      <p:graphicFrame>
        <p:nvGraphicFramePr>
          <p:cNvPr id="77" name="Object 76">
            <a:extLst>
              <a:ext uri="{FF2B5EF4-FFF2-40B4-BE49-F238E27FC236}">
                <a16:creationId xmlns:a16="http://schemas.microsoft.com/office/drawing/2014/main" id="{B5F5436C-4F3F-45BE-9663-A3CAACE8556E}"/>
              </a:ext>
            </a:extLst>
          </p:cNvPr>
          <p:cNvGraphicFramePr>
            <a:graphicFrameLocks noChangeAspect="1"/>
          </p:cNvGraphicFramePr>
          <p:nvPr>
            <p:extLst>
              <p:ext uri="{D42A27DB-BD31-4B8C-83A1-F6EECF244321}">
                <p14:modId xmlns:p14="http://schemas.microsoft.com/office/powerpoint/2010/main" val="1079562105"/>
              </p:ext>
            </p:extLst>
          </p:nvPr>
        </p:nvGraphicFramePr>
        <p:xfrm>
          <a:off x="6264478" y="5387901"/>
          <a:ext cx="680499" cy="165763"/>
        </p:xfrm>
        <a:graphic>
          <a:graphicData uri="http://schemas.openxmlformats.org/presentationml/2006/ole">
            <mc:AlternateContent xmlns:mc="http://schemas.openxmlformats.org/markup-compatibility/2006">
              <mc:Choice xmlns:v="urn:schemas-microsoft-com:vml" Requires="v">
                <p:oleObj name="Equation" r:id="rId96" imgW="990360" imgH="241200" progId="Equation.DSMT4">
                  <p:embed/>
                </p:oleObj>
              </mc:Choice>
              <mc:Fallback>
                <p:oleObj name="Equation" r:id="rId96" imgW="990360" imgH="241200" progId="Equation.DSMT4">
                  <p:embed/>
                  <p:pic>
                    <p:nvPicPr>
                      <p:cNvPr id="0" name=""/>
                      <p:cNvPicPr/>
                      <p:nvPr/>
                    </p:nvPicPr>
                    <p:blipFill>
                      <a:blip r:embed="rId97"/>
                      <a:stretch>
                        <a:fillRect/>
                      </a:stretch>
                    </p:blipFill>
                    <p:spPr>
                      <a:xfrm>
                        <a:off x="6264478" y="5387901"/>
                        <a:ext cx="680499" cy="165763"/>
                      </a:xfrm>
                      <a:prstGeom prst="rect">
                        <a:avLst/>
                      </a:prstGeom>
                    </p:spPr>
                  </p:pic>
                </p:oleObj>
              </mc:Fallback>
            </mc:AlternateContent>
          </a:graphicData>
        </a:graphic>
      </p:graphicFrame>
      <p:graphicFrame>
        <p:nvGraphicFramePr>
          <p:cNvPr id="78" name="Object 77">
            <a:extLst>
              <a:ext uri="{FF2B5EF4-FFF2-40B4-BE49-F238E27FC236}">
                <a16:creationId xmlns:a16="http://schemas.microsoft.com/office/drawing/2014/main" id="{1ED87671-E0B3-4601-95AD-07ABB27F1C1E}"/>
              </a:ext>
            </a:extLst>
          </p:cNvPr>
          <p:cNvGraphicFramePr>
            <a:graphicFrameLocks noChangeAspect="1"/>
          </p:cNvGraphicFramePr>
          <p:nvPr>
            <p:extLst>
              <p:ext uri="{D42A27DB-BD31-4B8C-83A1-F6EECF244321}">
                <p14:modId xmlns:p14="http://schemas.microsoft.com/office/powerpoint/2010/main" val="3742706132"/>
              </p:ext>
            </p:extLst>
          </p:nvPr>
        </p:nvGraphicFramePr>
        <p:xfrm>
          <a:off x="1954654" y="5638655"/>
          <a:ext cx="136446" cy="199422"/>
        </p:xfrm>
        <a:graphic>
          <a:graphicData uri="http://schemas.openxmlformats.org/presentationml/2006/ole">
            <mc:AlternateContent xmlns:mc="http://schemas.openxmlformats.org/markup-compatibility/2006">
              <mc:Choice xmlns:v="urn:schemas-microsoft-com:vml" Requires="v">
                <p:oleObj name="Equation" r:id="rId98" imgW="164880" imgH="241200" progId="Equation.DSMT4">
                  <p:embed/>
                </p:oleObj>
              </mc:Choice>
              <mc:Fallback>
                <p:oleObj name="Equation" r:id="rId98" imgW="164880" imgH="241200" progId="Equation.DSMT4">
                  <p:embed/>
                  <p:pic>
                    <p:nvPicPr>
                      <p:cNvPr id="0" name=""/>
                      <p:cNvPicPr/>
                      <p:nvPr/>
                    </p:nvPicPr>
                    <p:blipFill>
                      <a:blip r:embed="rId99"/>
                      <a:stretch>
                        <a:fillRect/>
                      </a:stretch>
                    </p:blipFill>
                    <p:spPr>
                      <a:xfrm>
                        <a:off x="1954654" y="5638655"/>
                        <a:ext cx="136446" cy="199422"/>
                      </a:xfrm>
                      <a:prstGeom prst="rect">
                        <a:avLst/>
                      </a:prstGeom>
                    </p:spPr>
                  </p:pic>
                </p:oleObj>
              </mc:Fallback>
            </mc:AlternateContent>
          </a:graphicData>
        </a:graphic>
      </p:graphicFrame>
      <p:graphicFrame>
        <p:nvGraphicFramePr>
          <p:cNvPr id="79" name="Object 78">
            <a:extLst>
              <a:ext uri="{FF2B5EF4-FFF2-40B4-BE49-F238E27FC236}">
                <a16:creationId xmlns:a16="http://schemas.microsoft.com/office/drawing/2014/main" id="{A7727926-64A9-4C21-82CD-60FB8A1EBE63}"/>
              </a:ext>
            </a:extLst>
          </p:cNvPr>
          <p:cNvGraphicFramePr>
            <a:graphicFrameLocks noChangeAspect="1"/>
          </p:cNvGraphicFramePr>
          <p:nvPr>
            <p:extLst>
              <p:ext uri="{D42A27DB-BD31-4B8C-83A1-F6EECF244321}">
                <p14:modId xmlns:p14="http://schemas.microsoft.com/office/powerpoint/2010/main" val="1650455585"/>
              </p:ext>
            </p:extLst>
          </p:nvPr>
        </p:nvGraphicFramePr>
        <p:xfrm>
          <a:off x="2845729" y="5642899"/>
          <a:ext cx="238912" cy="168125"/>
        </p:xfrm>
        <a:graphic>
          <a:graphicData uri="http://schemas.openxmlformats.org/presentationml/2006/ole">
            <mc:AlternateContent xmlns:mc="http://schemas.openxmlformats.org/markup-compatibility/2006">
              <mc:Choice xmlns:v="urn:schemas-microsoft-com:vml" Requires="v">
                <p:oleObj name="Equation" r:id="rId100" imgW="342720" imgH="241200" progId="Equation.DSMT4">
                  <p:embed/>
                </p:oleObj>
              </mc:Choice>
              <mc:Fallback>
                <p:oleObj name="Equation" r:id="rId100" imgW="342720" imgH="241200" progId="Equation.DSMT4">
                  <p:embed/>
                  <p:pic>
                    <p:nvPicPr>
                      <p:cNvPr id="0" name=""/>
                      <p:cNvPicPr/>
                      <p:nvPr/>
                    </p:nvPicPr>
                    <p:blipFill>
                      <a:blip r:embed="rId101"/>
                      <a:stretch>
                        <a:fillRect/>
                      </a:stretch>
                    </p:blipFill>
                    <p:spPr>
                      <a:xfrm>
                        <a:off x="2845729" y="5642899"/>
                        <a:ext cx="238912" cy="168125"/>
                      </a:xfrm>
                      <a:prstGeom prst="rect">
                        <a:avLst/>
                      </a:prstGeom>
                    </p:spPr>
                  </p:pic>
                </p:oleObj>
              </mc:Fallback>
            </mc:AlternateContent>
          </a:graphicData>
        </a:graphic>
      </p:graphicFrame>
      <p:graphicFrame>
        <p:nvGraphicFramePr>
          <p:cNvPr id="80" name="Object 79">
            <a:extLst>
              <a:ext uri="{FF2B5EF4-FFF2-40B4-BE49-F238E27FC236}">
                <a16:creationId xmlns:a16="http://schemas.microsoft.com/office/drawing/2014/main" id="{C0FF1A48-5629-4B17-8288-1AAB24558441}"/>
              </a:ext>
            </a:extLst>
          </p:cNvPr>
          <p:cNvGraphicFramePr>
            <a:graphicFrameLocks noChangeAspect="1"/>
          </p:cNvGraphicFramePr>
          <p:nvPr>
            <p:extLst>
              <p:ext uri="{D42A27DB-BD31-4B8C-83A1-F6EECF244321}">
                <p14:modId xmlns:p14="http://schemas.microsoft.com/office/powerpoint/2010/main" val="3381857777"/>
              </p:ext>
            </p:extLst>
          </p:nvPr>
        </p:nvGraphicFramePr>
        <p:xfrm>
          <a:off x="3759908" y="5621990"/>
          <a:ext cx="343501" cy="181293"/>
        </p:xfrm>
        <a:graphic>
          <a:graphicData uri="http://schemas.openxmlformats.org/presentationml/2006/ole">
            <mc:AlternateContent xmlns:mc="http://schemas.openxmlformats.org/markup-compatibility/2006">
              <mc:Choice xmlns:v="urn:schemas-microsoft-com:vml" Requires="v">
                <p:oleObj name="Equation" r:id="rId102" imgW="457200" imgH="241200" progId="Equation.DSMT4">
                  <p:embed/>
                </p:oleObj>
              </mc:Choice>
              <mc:Fallback>
                <p:oleObj name="Equation" r:id="rId102" imgW="457200" imgH="241200" progId="Equation.DSMT4">
                  <p:embed/>
                  <p:pic>
                    <p:nvPicPr>
                      <p:cNvPr id="0" name=""/>
                      <p:cNvPicPr/>
                      <p:nvPr/>
                    </p:nvPicPr>
                    <p:blipFill>
                      <a:blip r:embed="rId103"/>
                      <a:stretch>
                        <a:fillRect/>
                      </a:stretch>
                    </p:blipFill>
                    <p:spPr>
                      <a:xfrm>
                        <a:off x="3759908" y="5621990"/>
                        <a:ext cx="343501" cy="181293"/>
                      </a:xfrm>
                      <a:prstGeom prst="rect">
                        <a:avLst/>
                      </a:prstGeom>
                    </p:spPr>
                  </p:pic>
                </p:oleObj>
              </mc:Fallback>
            </mc:AlternateContent>
          </a:graphicData>
        </a:graphic>
      </p:graphicFrame>
      <p:graphicFrame>
        <p:nvGraphicFramePr>
          <p:cNvPr id="81" name="Object 80">
            <a:extLst>
              <a:ext uri="{FF2B5EF4-FFF2-40B4-BE49-F238E27FC236}">
                <a16:creationId xmlns:a16="http://schemas.microsoft.com/office/drawing/2014/main" id="{4981C69C-ADDC-454C-A309-81099814A5A4}"/>
              </a:ext>
            </a:extLst>
          </p:cNvPr>
          <p:cNvGraphicFramePr>
            <a:graphicFrameLocks noChangeAspect="1"/>
          </p:cNvGraphicFramePr>
          <p:nvPr>
            <p:extLst>
              <p:ext uri="{D42A27DB-BD31-4B8C-83A1-F6EECF244321}">
                <p14:modId xmlns:p14="http://schemas.microsoft.com/office/powerpoint/2010/main" val="1938725310"/>
              </p:ext>
            </p:extLst>
          </p:nvPr>
        </p:nvGraphicFramePr>
        <p:xfrm>
          <a:off x="4614295" y="5636012"/>
          <a:ext cx="458331" cy="177721"/>
        </p:xfrm>
        <a:graphic>
          <a:graphicData uri="http://schemas.openxmlformats.org/presentationml/2006/ole">
            <mc:AlternateContent xmlns:mc="http://schemas.openxmlformats.org/markup-compatibility/2006">
              <mc:Choice xmlns:v="urn:schemas-microsoft-com:vml" Requires="v">
                <p:oleObj name="Equation" r:id="rId104" imgW="622080" imgH="241200" progId="Equation.DSMT4">
                  <p:embed/>
                </p:oleObj>
              </mc:Choice>
              <mc:Fallback>
                <p:oleObj name="Equation" r:id="rId104" imgW="622080" imgH="241200" progId="Equation.DSMT4">
                  <p:embed/>
                  <p:pic>
                    <p:nvPicPr>
                      <p:cNvPr id="0" name=""/>
                      <p:cNvPicPr/>
                      <p:nvPr/>
                    </p:nvPicPr>
                    <p:blipFill>
                      <a:blip r:embed="rId105"/>
                      <a:stretch>
                        <a:fillRect/>
                      </a:stretch>
                    </p:blipFill>
                    <p:spPr>
                      <a:xfrm>
                        <a:off x="4614295" y="5636012"/>
                        <a:ext cx="458331" cy="177721"/>
                      </a:xfrm>
                      <a:prstGeom prst="rect">
                        <a:avLst/>
                      </a:prstGeom>
                    </p:spPr>
                  </p:pic>
                </p:oleObj>
              </mc:Fallback>
            </mc:AlternateContent>
          </a:graphicData>
        </a:graphic>
      </p:graphicFrame>
      <p:graphicFrame>
        <p:nvGraphicFramePr>
          <p:cNvPr id="82" name="Object 81">
            <a:extLst>
              <a:ext uri="{FF2B5EF4-FFF2-40B4-BE49-F238E27FC236}">
                <a16:creationId xmlns:a16="http://schemas.microsoft.com/office/drawing/2014/main" id="{3711A5FC-F604-457B-A03A-BA26586DBC8F}"/>
              </a:ext>
            </a:extLst>
          </p:cNvPr>
          <p:cNvGraphicFramePr>
            <a:graphicFrameLocks noChangeAspect="1"/>
          </p:cNvGraphicFramePr>
          <p:nvPr>
            <p:extLst>
              <p:ext uri="{D42A27DB-BD31-4B8C-83A1-F6EECF244321}">
                <p14:modId xmlns:p14="http://schemas.microsoft.com/office/powerpoint/2010/main" val="2258985687"/>
              </p:ext>
            </p:extLst>
          </p:nvPr>
        </p:nvGraphicFramePr>
        <p:xfrm>
          <a:off x="5402583" y="5616508"/>
          <a:ext cx="534335" cy="181293"/>
        </p:xfrm>
        <a:graphic>
          <a:graphicData uri="http://schemas.openxmlformats.org/presentationml/2006/ole">
            <mc:AlternateContent xmlns:mc="http://schemas.openxmlformats.org/markup-compatibility/2006">
              <mc:Choice xmlns:v="urn:schemas-microsoft-com:vml" Requires="v">
                <p:oleObj name="Equation" r:id="rId106" imgW="711000" imgH="241200" progId="Equation.DSMT4">
                  <p:embed/>
                </p:oleObj>
              </mc:Choice>
              <mc:Fallback>
                <p:oleObj name="Equation" r:id="rId106" imgW="711000" imgH="241200" progId="Equation.DSMT4">
                  <p:embed/>
                  <p:pic>
                    <p:nvPicPr>
                      <p:cNvPr id="0" name=""/>
                      <p:cNvPicPr/>
                      <p:nvPr/>
                    </p:nvPicPr>
                    <p:blipFill>
                      <a:blip r:embed="rId107"/>
                      <a:stretch>
                        <a:fillRect/>
                      </a:stretch>
                    </p:blipFill>
                    <p:spPr>
                      <a:xfrm>
                        <a:off x="5402583" y="5616508"/>
                        <a:ext cx="534335" cy="181293"/>
                      </a:xfrm>
                      <a:prstGeom prst="rect">
                        <a:avLst/>
                      </a:prstGeom>
                    </p:spPr>
                  </p:pic>
                </p:oleObj>
              </mc:Fallback>
            </mc:AlternateContent>
          </a:graphicData>
        </a:graphic>
      </p:graphicFrame>
      <p:graphicFrame>
        <p:nvGraphicFramePr>
          <p:cNvPr id="83" name="Object 82">
            <a:extLst>
              <a:ext uri="{FF2B5EF4-FFF2-40B4-BE49-F238E27FC236}">
                <a16:creationId xmlns:a16="http://schemas.microsoft.com/office/drawing/2014/main" id="{5AEE8723-AFE8-4216-8B47-BC6BF576F3AA}"/>
              </a:ext>
            </a:extLst>
          </p:cNvPr>
          <p:cNvGraphicFramePr>
            <a:graphicFrameLocks noChangeAspect="1"/>
          </p:cNvGraphicFramePr>
          <p:nvPr>
            <p:extLst>
              <p:ext uri="{D42A27DB-BD31-4B8C-83A1-F6EECF244321}">
                <p14:modId xmlns:p14="http://schemas.microsoft.com/office/powerpoint/2010/main" val="2013075851"/>
              </p:ext>
            </p:extLst>
          </p:nvPr>
        </p:nvGraphicFramePr>
        <p:xfrm>
          <a:off x="6256256" y="5625194"/>
          <a:ext cx="722134" cy="180535"/>
        </p:xfrm>
        <a:graphic>
          <a:graphicData uri="http://schemas.openxmlformats.org/presentationml/2006/ole">
            <mc:AlternateContent xmlns:mc="http://schemas.openxmlformats.org/markup-compatibility/2006">
              <mc:Choice xmlns:v="urn:schemas-microsoft-com:vml" Requires="v">
                <p:oleObj name="Equation" r:id="rId108" imgW="965160" imgH="241200" progId="Equation.DSMT4">
                  <p:embed/>
                </p:oleObj>
              </mc:Choice>
              <mc:Fallback>
                <p:oleObj name="Equation" r:id="rId108" imgW="965160" imgH="241200" progId="Equation.DSMT4">
                  <p:embed/>
                  <p:pic>
                    <p:nvPicPr>
                      <p:cNvPr id="0" name=""/>
                      <p:cNvPicPr/>
                      <p:nvPr/>
                    </p:nvPicPr>
                    <p:blipFill>
                      <a:blip r:embed="rId109"/>
                      <a:stretch>
                        <a:fillRect/>
                      </a:stretch>
                    </p:blipFill>
                    <p:spPr>
                      <a:xfrm>
                        <a:off x="6256256" y="5625194"/>
                        <a:ext cx="722134" cy="180535"/>
                      </a:xfrm>
                      <a:prstGeom prst="rect">
                        <a:avLst/>
                      </a:prstGeom>
                    </p:spPr>
                  </p:pic>
                </p:oleObj>
              </mc:Fallback>
            </mc:AlternateContent>
          </a:graphicData>
        </a:graphic>
      </p:graphicFrame>
      <p:graphicFrame>
        <p:nvGraphicFramePr>
          <p:cNvPr id="84" name="Object 83">
            <a:extLst>
              <a:ext uri="{FF2B5EF4-FFF2-40B4-BE49-F238E27FC236}">
                <a16:creationId xmlns:a16="http://schemas.microsoft.com/office/drawing/2014/main" id="{EF198A98-5613-4784-B794-5CD59B17461E}"/>
              </a:ext>
            </a:extLst>
          </p:cNvPr>
          <p:cNvGraphicFramePr>
            <a:graphicFrameLocks noChangeAspect="1"/>
          </p:cNvGraphicFramePr>
          <p:nvPr>
            <p:extLst>
              <p:ext uri="{D42A27DB-BD31-4B8C-83A1-F6EECF244321}">
                <p14:modId xmlns:p14="http://schemas.microsoft.com/office/powerpoint/2010/main" val="2279084862"/>
              </p:ext>
            </p:extLst>
          </p:nvPr>
        </p:nvGraphicFramePr>
        <p:xfrm>
          <a:off x="1943320" y="5888257"/>
          <a:ext cx="472314" cy="209917"/>
        </p:xfrm>
        <a:graphic>
          <a:graphicData uri="http://schemas.openxmlformats.org/presentationml/2006/ole">
            <mc:AlternateContent xmlns:mc="http://schemas.openxmlformats.org/markup-compatibility/2006">
              <mc:Choice xmlns:v="urn:schemas-microsoft-com:vml" Requires="v">
                <p:oleObj name="Equation" r:id="rId110" imgW="571320" imgH="253800" progId="Equation.DSMT4">
                  <p:embed/>
                </p:oleObj>
              </mc:Choice>
              <mc:Fallback>
                <p:oleObj name="Equation" r:id="rId110" imgW="571320" imgH="253800" progId="Equation.DSMT4">
                  <p:embed/>
                  <p:pic>
                    <p:nvPicPr>
                      <p:cNvPr id="0" name=""/>
                      <p:cNvPicPr/>
                      <p:nvPr/>
                    </p:nvPicPr>
                    <p:blipFill>
                      <a:blip r:embed="rId111"/>
                      <a:stretch>
                        <a:fillRect/>
                      </a:stretch>
                    </p:blipFill>
                    <p:spPr>
                      <a:xfrm>
                        <a:off x="1943320" y="5888257"/>
                        <a:ext cx="472314" cy="209917"/>
                      </a:xfrm>
                      <a:prstGeom prst="rect">
                        <a:avLst/>
                      </a:prstGeom>
                    </p:spPr>
                  </p:pic>
                </p:oleObj>
              </mc:Fallback>
            </mc:AlternateContent>
          </a:graphicData>
        </a:graphic>
      </p:graphicFrame>
      <p:graphicFrame>
        <p:nvGraphicFramePr>
          <p:cNvPr id="85" name="Object 84">
            <a:extLst>
              <a:ext uri="{FF2B5EF4-FFF2-40B4-BE49-F238E27FC236}">
                <a16:creationId xmlns:a16="http://schemas.microsoft.com/office/drawing/2014/main" id="{C15D1BC3-596A-44E1-AEAD-50A318535315}"/>
              </a:ext>
            </a:extLst>
          </p:cNvPr>
          <p:cNvGraphicFramePr>
            <a:graphicFrameLocks noChangeAspect="1"/>
          </p:cNvGraphicFramePr>
          <p:nvPr>
            <p:extLst>
              <p:ext uri="{D42A27DB-BD31-4B8C-83A1-F6EECF244321}">
                <p14:modId xmlns:p14="http://schemas.microsoft.com/office/powerpoint/2010/main" val="3509610473"/>
              </p:ext>
            </p:extLst>
          </p:nvPr>
        </p:nvGraphicFramePr>
        <p:xfrm>
          <a:off x="2830729" y="5882830"/>
          <a:ext cx="343501" cy="181293"/>
        </p:xfrm>
        <a:graphic>
          <a:graphicData uri="http://schemas.openxmlformats.org/presentationml/2006/ole">
            <mc:AlternateContent xmlns:mc="http://schemas.openxmlformats.org/markup-compatibility/2006">
              <mc:Choice xmlns:v="urn:schemas-microsoft-com:vml" Requires="v">
                <p:oleObj name="Equation" r:id="rId112" imgW="457200" imgH="241200" progId="Equation.DSMT4">
                  <p:embed/>
                </p:oleObj>
              </mc:Choice>
              <mc:Fallback>
                <p:oleObj name="Equation" r:id="rId112" imgW="457200" imgH="241200" progId="Equation.DSMT4">
                  <p:embed/>
                  <p:pic>
                    <p:nvPicPr>
                      <p:cNvPr id="0" name=""/>
                      <p:cNvPicPr/>
                      <p:nvPr/>
                    </p:nvPicPr>
                    <p:blipFill>
                      <a:blip r:embed="rId113"/>
                      <a:stretch>
                        <a:fillRect/>
                      </a:stretch>
                    </p:blipFill>
                    <p:spPr>
                      <a:xfrm>
                        <a:off x="2830729" y="5882830"/>
                        <a:ext cx="343501" cy="181293"/>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0918B37E-4669-42BD-BD6A-EFCAC521C43B}"/>
              </a:ext>
            </a:extLst>
          </p:cNvPr>
          <p:cNvGraphicFramePr>
            <a:graphicFrameLocks noChangeAspect="1"/>
          </p:cNvGraphicFramePr>
          <p:nvPr>
            <p:extLst>
              <p:ext uri="{D42A27DB-BD31-4B8C-83A1-F6EECF244321}">
                <p14:modId xmlns:p14="http://schemas.microsoft.com/office/powerpoint/2010/main" val="4166689791"/>
              </p:ext>
            </p:extLst>
          </p:nvPr>
        </p:nvGraphicFramePr>
        <p:xfrm>
          <a:off x="3646474" y="5915284"/>
          <a:ext cx="615873" cy="199508"/>
        </p:xfrm>
        <a:graphic>
          <a:graphicData uri="http://schemas.openxmlformats.org/presentationml/2006/ole">
            <mc:AlternateContent xmlns:mc="http://schemas.openxmlformats.org/markup-compatibility/2006">
              <mc:Choice xmlns:v="urn:schemas-microsoft-com:vml" Requires="v">
                <p:oleObj name="Equation" r:id="rId114" imgW="901440" imgH="291960" progId="Equation.DSMT4">
                  <p:embed/>
                </p:oleObj>
              </mc:Choice>
              <mc:Fallback>
                <p:oleObj name="Equation" r:id="rId114" imgW="901440" imgH="291960" progId="Equation.DSMT4">
                  <p:embed/>
                  <p:pic>
                    <p:nvPicPr>
                      <p:cNvPr id="0" name=""/>
                      <p:cNvPicPr/>
                      <p:nvPr/>
                    </p:nvPicPr>
                    <p:blipFill>
                      <a:blip r:embed="rId115"/>
                      <a:stretch>
                        <a:fillRect/>
                      </a:stretch>
                    </p:blipFill>
                    <p:spPr>
                      <a:xfrm>
                        <a:off x="3646474" y="5915284"/>
                        <a:ext cx="615873" cy="199508"/>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286561D4-C8C7-48AA-902B-77A90678F733}"/>
              </a:ext>
            </a:extLst>
          </p:cNvPr>
          <p:cNvGraphicFramePr>
            <a:graphicFrameLocks noChangeAspect="1"/>
          </p:cNvGraphicFramePr>
          <p:nvPr>
            <p:extLst>
              <p:ext uri="{D42A27DB-BD31-4B8C-83A1-F6EECF244321}">
                <p14:modId xmlns:p14="http://schemas.microsoft.com/office/powerpoint/2010/main" val="4257756457"/>
              </p:ext>
            </p:extLst>
          </p:nvPr>
        </p:nvGraphicFramePr>
        <p:xfrm>
          <a:off x="6121065" y="5883480"/>
          <a:ext cx="962055" cy="181371"/>
        </p:xfrm>
        <a:graphic>
          <a:graphicData uri="http://schemas.openxmlformats.org/presentationml/2006/ole">
            <mc:AlternateContent xmlns:mc="http://schemas.openxmlformats.org/markup-compatibility/2006">
              <mc:Choice xmlns:v="urn:schemas-microsoft-com:vml" Requires="v">
                <p:oleObj name="Equation" r:id="rId116" imgW="1549080" imgH="291960" progId="Equation.DSMT4">
                  <p:embed/>
                </p:oleObj>
              </mc:Choice>
              <mc:Fallback>
                <p:oleObj name="Equation" r:id="rId116" imgW="1549080" imgH="291960" progId="Equation.DSMT4">
                  <p:embed/>
                  <p:pic>
                    <p:nvPicPr>
                      <p:cNvPr id="0" name=""/>
                      <p:cNvPicPr/>
                      <p:nvPr/>
                    </p:nvPicPr>
                    <p:blipFill>
                      <a:blip r:embed="rId117"/>
                      <a:stretch>
                        <a:fillRect/>
                      </a:stretch>
                    </p:blipFill>
                    <p:spPr>
                      <a:xfrm>
                        <a:off x="6121065" y="5883480"/>
                        <a:ext cx="962055" cy="181371"/>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2981367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Example: Bed and Breakfast </a:t>
            </a:r>
            <a:r>
              <a:rPr lang="en-US" sz="1000" b="0" dirty="0"/>
              <a:t>2</a:t>
            </a:r>
            <a:endParaRPr lang="en-US" sz="1000" dirty="0"/>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pPr marL="1025525" indent="-1025525"/>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2"/>
            <a:ext cx="8137423" cy="1984263"/>
          </a:xfrm>
        </p:spPr>
        <p:txBody>
          <a:bodyPr/>
          <a:lstStyle/>
          <a:p>
            <a:pPr marL="292608" indent="-292608">
              <a:buFont typeface="Arial" panose="020B0604020202020204" pitchFamily="34" charset="0"/>
              <a:buChar char="•"/>
            </a:pPr>
            <a:r>
              <a:rPr lang="en-IN" dirty="0"/>
              <a:t>This distribution is skewed to the left and bimodal. The mode (most likely value) is 7 rooms rented, but the average is only 4.71 room rentals in February. The standard deviation of 2.06 indicates that there is considerable variation around the mean,</a:t>
            </a:r>
          </a:p>
        </p:txBody>
      </p:sp>
      <p:pic>
        <p:nvPicPr>
          <p:cNvPr id="25" name="Picture 24" descr="Probability distribution histogram.">
            <a:extLst>
              <a:ext uri="{FF2B5EF4-FFF2-40B4-BE49-F238E27FC236}">
                <a16:creationId xmlns:a16="http://schemas.microsoft.com/office/drawing/2014/main" id="{758275DC-8CA3-433E-932C-8B9DA5C4C31D}"/>
              </a:ext>
            </a:extLst>
          </p:cNvPr>
          <p:cNvPicPr>
            <a:picLocks noChangeAspect="1"/>
          </p:cNvPicPr>
          <p:nvPr/>
        </p:nvPicPr>
        <p:blipFill>
          <a:blip r:embed="rId2"/>
          <a:stretch>
            <a:fillRect/>
          </a:stretch>
        </p:blipFill>
        <p:spPr>
          <a:xfrm>
            <a:off x="1823358" y="3438100"/>
            <a:ext cx="5176507" cy="2355477"/>
          </a:xfrm>
          <a:prstGeom prst="rect">
            <a:avLst/>
          </a:prstGeom>
        </p:spPr>
      </p:pic>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573893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Uniform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6.3</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1"/>
            <a:ext cx="8137423" cy="5193841"/>
          </a:xfrm>
        </p:spPr>
        <p:txBody>
          <a:bodyPr/>
          <a:lstStyle/>
          <a:p>
            <a:pPr marL="292608" indent="-292608">
              <a:buFont typeface="Arial" panose="020B0604020202020204" pitchFamily="34" charset="0"/>
              <a:buChar char="•"/>
            </a:pPr>
            <a:r>
              <a:rPr lang="en-US" dirty="0"/>
              <a:t>The </a:t>
            </a:r>
            <a:r>
              <a:rPr lang="en-US" b="1" dirty="0"/>
              <a:t>uniform distribution </a:t>
            </a:r>
            <a:r>
              <a:rPr lang="en-US" dirty="0"/>
              <a:t>is one of the simplest discrete models. It describes a random variable with a finite number of consecutive integer values from </a:t>
            </a:r>
            <a:r>
              <a:rPr lang="en-US" i="1" dirty="0"/>
              <a:t>a </a:t>
            </a:r>
            <a:r>
              <a:rPr lang="en-US" dirty="0"/>
              <a:t>to </a:t>
            </a:r>
            <a:r>
              <a:rPr lang="en-US" i="1" dirty="0"/>
              <a:t>b.</a:t>
            </a:r>
          </a:p>
          <a:p>
            <a:pPr marL="292608" indent="-292608">
              <a:buFont typeface="Arial" panose="020B0604020202020204" pitchFamily="34" charset="0"/>
              <a:buChar char="•"/>
            </a:pPr>
            <a:r>
              <a:rPr lang="en-US" dirty="0"/>
              <a:t>The entire distribution depends only on the two parameters </a:t>
            </a:r>
            <a:r>
              <a:rPr lang="en-US" i="1" dirty="0"/>
              <a:t>a </a:t>
            </a:r>
            <a:r>
              <a:rPr lang="en-US" dirty="0"/>
              <a:t>and </a:t>
            </a:r>
            <a:r>
              <a:rPr lang="en-US" i="1" dirty="0"/>
              <a:t>b.</a:t>
            </a:r>
          </a:p>
          <a:p>
            <a:pPr marL="292608" indent="-292608">
              <a:buFont typeface="Arial" panose="020B0604020202020204" pitchFamily="34" charset="0"/>
              <a:buChar char="•"/>
            </a:pPr>
            <a:r>
              <a:rPr lang="en-US" dirty="0"/>
              <a:t>Each value is equally likely.</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981496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Autofit/>
          </a:bodyPr>
          <a:lstStyle/>
          <a:p>
            <a:r>
              <a:rPr lang="en-US" sz="3200" dirty="0"/>
              <a:t>Characteristics of the Uniform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6.3</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3661504835"/>
              </p:ext>
            </p:extLst>
          </p:nvPr>
        </p:nvGraphicFramePr>
        <p:xfrm>
          <a:off x="886866" y="1545080"/>
          <a:ext cx="7527334" cy="4649915"/>
        </p:xfrm>
        <a:graphic>
          <a:graphicData uri="http://schemas.openxmlformats.org/drawingml/2006/table">
            <a:tbl>
              <a:tblPr firstRow="1" bandRow="1">
                <a:tableStyleId>{5C22544A-7EE6-4342-B048-85BDC9FD1C3A}</a:tableStyleId>
              </a:tblPr>
              <a:tblGrid>
                <a:gridCol w="2266921">
                  <a:extLst>
                    <a:ext uri="{9D8B030D-6E8A-4147-A177-3AD203B41FA5}">
                      <a16:colId xmlns:a16="http://schemas.microsoft.com/office/drawing/2014/main" val="577382237"/>
                    </a:ext>
                  </a:extLst>
                </a:gridCol>
                <a:gridCol w="5260413">
                  <a:extLst>
                    <a:ext uri="{9D8B030D-6E8A-4147-A177-3AD203B41FA5}">
                      <a16:colId xmlns:a16="http://schemas.microsoft.com/office/drawing/2014/main" val="1076989983"/>
                    </a:ext>
                  </a:extLst>
                </a:gridCol>
              </a:tblGrid>
              <a:tr h="339074">
                <a:tc>
                  <a:txBody>
                    <a:bodyPr/>
                    <a:lstStyle/>
                    <a:p>
                      <a:endParaRPr lang="en-IN" sz="1400" b="0" dirty="0">
                        <a:solidFill>
                          <a:schemeClr val="tx1"/>
                        </a:solidFill>
                      </a:endParaRPr>
                    </a:p>
                  </a:txBody>
                  <a:tcPr marL="81960" marR="81960" marT="41804" marB="41804">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i="0" u="none" strike="noStrike" kern="1200" baseline="0" dirty="0">
                        <a:solidFill>
                          <a:schemeClr val="tx1"/>
                        </a:solidFill>
                        <a:latin typeface="+mn-lt"/>
                        <a:ea typeface="+mn-ea"/>
                        <a:cs typeface="+mn-cs"/>
                      </a:endParaRPr>
                    </a:p>
                  </a:txBody>
                  <a:tcPr marL="81960" marR="81960" marT="41804" marB="41804">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985484453"/>
                  </a:ext>
                </a:extLst>
              </a:tr>
              <a:tr h="339074">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dirty="0">
                        <a:solidFill>
                          <a:schemeClr val="tx1"/>
                        </a:solidFill>
                      </a:endParaRPr>
                    </a:p>
                  </a:txBody>
                  <a:tcPr marL="81960" marR="81960" marT="41804" marB="41804">
                    <a:solidFill>
                      <a:schemeClr val="bg1"/>
                    </a:solidFill>
                  </a:tcPr>
                </a:tc>
                <a:extLst>
                  <a:ext uri="{0D108BD9-81ED-4DB2-BD59-A6C34878D82A}">
                    <a16:rowId xmlns:a16="http://schemas.microsoft.com/office/drawing/2014/main" val="2943719792"/>
                  </a:ext>
                </a:extLst>
              </a:tr>
              <a:tr h="648679">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a:solidFill>
                          <a:schemeClr val="tx1"/>
                        </a:solidFill>
                      </a:endParaRPr>
                    </a:p>
                  </a:txBody>
                  <a:tcPr marL="81960" marR="81960" marT="41804" marB="41804">
                    <a:solidFill>
                      <a:schemeClr val="bg1"/>
                    </a:solidFill>
                  </a:tcPr>
                </a:tc>
                <a:extLst>
                  <a:ext uri="{0D108BD9-81ED-4DB2-BD59-A6C34878D82A}">
                    <a16:rowId xmlns:a16="http://schemas.microsoft.com/office/drawing/2014/main" val="1433920351"/>
                  </a:ext>
                </a:extLst>
              </a:tr>
              <a:tr h="781247">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a:solidFill>
                          <a:schemeClr val="tx1"/>
                        </a:solidFill>
                      </a:endParaRPr>
                    </a:p>
                  </a:txBody>
                  <a:tcPr marL="81960" marR="81960" marT="41804" marB="41804">
                    <a:solidFill>
                      <a:schemeClr val="bg1"/>
                    </a:solidFill>
                  </a:tcPr>
                </a:tc>
                <a:extLst>
                  <a:ext uri="{0D108BD9-81ED-4DB2-BD59-A6C34878D82A}">
                    <a16:rowId xmlns:a16="http://schemas.microsoft.com/office/drawing/2014/main" val="405851121"/>
                  </a:ext>
                </a:extLst>
              </a:tr>
              <a:tr h="410846">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dirty="0">
                        <a:solidFill>
                          <a:schemeClr val="tx1"/>
                        </a:solidFill>
                      </a:endParaRPr>
                    </a:p>
                  </a:txBody>
                  <a:tcPr marL="81960" marR="81960" marT="41804" marB="41804">
                    <a:solidFill>
                      <a:schemeClr val="bg1"/>
                    </a:solidFill>
                  </a:tcPr>
                </a:tc>
                <a:extLst>
                  <a:ext uri="{0D108BD9-81ED-4DB2-BD59-A6C34878D82A}">
                    <a16:rowId xmlns:a16="http://schemas.microsoft.com/office/drawing/2014/main" val="3599347410"/>
                  </a:ext>
                </a:extLst>
              </a:tr>
              <a:tr h="740129">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a:solidFill>
                          <a:schemeClr val="tx1"/>
                        </a:solidFill>
                      </a:endParaRPr>
                    </a:p>
                  </a:txBody>
                  <a:tcPr marL="81960" marR="81960" marT="41804" marB="41804">
                    <a:solidFill>
                      <a:schemeClr val="bg1"/>
                    </a:solidFill>
                  </a:tcPr>
                </a:tc>
                <a:extLst>
                  <a:ext uri="{0D108BD9-81ED-4DB2-BD59-A6C34878D82A}">
                    <a16:rowId xmlns:a16="http://schemas.microsoft.com/office/drawing/2014/main" val="428858547"/>
                  </a:ext>
                </a:extLst>
              </a:tr>
              <a:tr h="712718">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US" sz="1400" b="0">
                        <a:solidFill>
                          <a:schemeClr val="tx1"/>
                        </a:solidFill>
                      </a:endParaRPr>
                    </a:p>
                  </a:txBody>
                  <a:tcPr marL="81960" marR="81960" marT="41804" marB="41804">
                    <a:solidFill>
                      <a:schemeClr val="bg1"/>
                    </a:solidFill>
                  </a:tcPr>
                </a:tc>
                <a:extLst>
                  <a:ext uri="{0D108BD9-81ED-4DB2-BD59-A6C34878D82A}">
                    <a16:rowId xmlns:a16="http://schemas.microsoft.com/office/drawing/2014/main" val="3834837222"/>
                  </a:ext>
                </a:extLst>
              </a:tr>
              <a:tr h="339074">
                <a:tc>
                  <a:txBody>
                    <a:bodyPr/>
                    <a:lstStyle/>
                    <a:p>
                      <a:endParaRPr lang="en-IN" sz="1400" b="0" dirty="0">
                        <a:solidFill>
                          <a:schemeClr val="tx1"/>
                        </a:solidFill>
                      </a:endParaRPr>
                    </a:p>
                  </a:txBody>
                  <a:tcPr marL="81960" marR="81960" marT="41804" marB="41804">
                    <a:solidFill>
                      <a:schemeClr val="bg1"/>
                    </a:solidFill>
                  </a:tcPr>
                </a:tc>
                <a:tc>
                  <a:txBody>
                    <a:bodyPr/>
                    <a:lstStyle/>
                    <a:p>
                      <a:endParaRPr lang="en-IN" sz="1400" b="0" dirty="0">
                        <a:solidFill>
                          <a:schemeClr val="tx1"/>
                        </a:solidFill>
                      </a:endParaRPr>
                    </a:p>
                  </a:txBody>
                  <a:tcPr marL="81960" marR="81960" marT="41804" marB="41804">
                    <a:solidFill>
                      <a:schemeClr val="bg1"/>
                    </a:solidFill>
                  </a:tcPr>
                </a:tc>
                <a:extLst>
                  <a:ext uri="{0D108BD9-81ED-4DB2-BD59-A6C34878D82A}">
                    <a16:rowId xmlns:a16="http://schemas.microsoft.com/office/drawing/2014/main" val="3843586626"/>
                  </a:ext>
                </a:extLst>
              </a:tr>
              <a:tr h="3390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solidFill>
                          <a:schemeClr val="tx1"/>
                        </a:solidFill>
                      </a:endParaRPr>
                    </a:p>
                  </a:txBody>
                  <a:tcPr marL="81960" marR="81960" marT="41804" marB="41804">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dirty="0">
                        <a:solidFill>
                          <a:schemeClr val="tx1"/>
                        </a:solidFill>
                      </a:endParaRPr>
                    </a:p>
                  </a:txBody>
                  <a:tcPr marL="81960" marR="81960" marT="41804" marB="41804">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135061"/>
                  </a:ext>
                </a:extLst>
              </a:tr>
            </a:tbl>
          </a:graphicData>
        </a:graphic>
      </p:graphicFrame>
      <p:graphicFrame>
        <p:nvGraphicFramePr>
          <p:cNvPr id="4" name="Object 3">
            <a:extLst>
              <a:ext uri="{FF2B5EF4-FFF2-40B4-BE49-F238E27FC236}">
                <a16:creationId xmlns:a16="http://schemas.microsoft.com/office/drawing/2014/main" id="{F8D2E739-CF40-4D05-9EFA-81392AACE871}"/>
              </a:ext>
            </a:extLst>
          </p:cNvPr>
          <p:cNvGraphicFramePr>
            <a:graphicFrameLocks noChangeAspect="1"/>
          </p:cNvGraphicFramePr>
          <p:nvPr>
            <p:extLst>
              <p:ext uri="{D42A27DB-BD31-4B8C-83A1-F6EECF244321}">
                <p14:modId xmlns:p14="http://schemas.microsoft.com/office/powerpoint/2010/main" val="2820044674"/>
              </p:ext>
            </p:extLst>
          </p:nvPr>
        </p:nvGraphicFramePr>
        <p:xfrm>
          <a:off x="899675" y="1566019"/>
          <a:ext cx="965620" cy="199422"/>
        </p:xfrm>
        <a:graphic>
          <a:graphicData uri="http://schemas.openxmlformats.org/presentationml/2006/ole">
            <mc:AlternateContent xmlns:mc="http://schemas.openxmlformats.org/markup-compatibility/2006">
              <mc:Choice xmlns:v="urn:schemas-microsoft-com:vml" Requires="v">
                <p:oleObj name="Equation" r:id="rId2" imgW="1168200" imgH="241200" progId="Equation.DSMT4">
                  <p:embed/>
                </p:oleObj>
              </mc:Choice>
              <mc:Fallback>
                <p:oleObj name="Equation" r:id="rId2" imgW="1168200" imgH="241200" progId="Equation.DSMT4">
                  <p:embed/>
                  <p:pic>
                    <p:nvPicPr>
                      <p:cNvPr id="0" name=""/>
                      <p:cNvPicPr/>
                      <p:nvPr/>
                    </p:nvPicPr>
                    <p:blipFill>
                      <a:blip r:embed="rId3"/>
                      <a:stretch>
                        <a:fillRect/>
                      </a:stretch>
                    </p:blipFill>
                    <p:spPr>
                      <a:xfrm>
                        <a:off x="899675" y="1566019"/>
                        <a:ext cx="965620" cy="19942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4C37DB7E-9950-4DFB-88CF-114B4087C312}"/>
              </a:ext>
            </a:extLst>
          </p:cNvPr>
          <p:cNvGraphicFramePr>
            <a:graphicFrameLocks noChangeAspect="1"/>
          </p:cNvGraphicFramePr>
          <p:nvPr>
            <p:extLst>
              <p:ext uri="{D42A27DB-BD31-4B8C-83A1-F6EECF244321}">
                <p14:modId xmlns:p14="http://schemas.microsoft.com/office/powerpoint/2010/main" val="1888903144"/>
              </p:ext>
            </p:extLst>
          </p:nvPr>
        </p:nvGraphicFramePr>
        <p:xfrm>
          <a:off x="3171310" y="1575286"/>
          <a:ext cx="1290992" cy="209917"/>
        </p:xfrm>
        <a:graphic>
          <a:graphicData uri="http://schemas.openxmlformats.org/presentationml/2006/ole">
            <mc:AlternateContent xmlns:mc="http://schemas.openxmlformats.org/markup-compatibility/2006">
              <mc:Choice xmlns:v="urn:schemas-microsoft-com:vml" Requires="v">
                <p:oleObj name="Equation" r:id="rId4" imgW="1562040" imgH="253800" progId="Equation.DSMT4">
                  <p:embed/>
                </p:oleObj>
              </mc:Choice>
              <mc:Fallback>
                <p:oleObj name="Equation" r:id="rId4" imgW="1562040" imgH="253800" progId="Equation.DSMT4">
                  <p:embed/>
                  <p:pic>
                    <p:nvPicPr>
                      <p:cNvPr id="0" name=""/>
                      <p:cNvPicPr/>
                      <p:nvPr/>
                    </p:nvPicPr>
                    <p:blipFill>
                      <a:blip r:embed="rId5"/>
                      <a:stretch>
                        <a:fillRect/>
                      </a:stretch>
                    </p:blipFill>
                    <p:spPr>
                      <a:xfrm>
                        <a:off x="3171310" y="1575286"/>
                        <a:ext cx="1290992" cy="209917"/>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FF2A0F2-8223-48CC-8C69-6A27FC764C2F}"/>
              </a:ext>
            </a:extLst>
          </p:cNvPr>
          <p:cNvGraphicFramePr>
            <a:graphicFrameLocks noChangeAspect="1"/>
          </p:cNvGraphicFramePr>
          <p:nvPr>
            <p:extLst>
              <p:ext uri="{D42A27DB-BD31-4B8C-83A1-F6EECF244321}">
                <p14:modId xmlns:p14="http://schemas.microsoft.com/office/powerpoint/2010/main" val="1593767957"/>
              </p:ext>
            </p:extLst>
          </p:nvPr>
        </p:nvGraphicFramePr>
        <p:xfrm>
          <a:off x="3209170" y="1899954"/>
          <a:ext cx="1280495" cy="251901"/>
        </p:xfrm>
        <a:graphic>
          <a:graphicData uri="http://schemas.openxmlformats.org/presentationml/2006/ole">
            <mc:AlternateContent xmlns:mc="http://schemas.openxmlformats.org/markup-compatibility/2006">
              <mc:Choice xmlns:v="urn:schemas-microsoft-com:vml" Requires="v">
                <p:oleObj name="Equation" r:id="rId6" imgW="1549080" imgH="304560" progId="Equation.DSMT4">
                  <p:embed/>
                </p:oleObj>
              </mc:Choice>
              <mc:Fallback>
                <p:oleObj name="Equation" r:id="rId6" imgW="1549080" imgH="304560" progId="Equation.DSMT4">
                  <p:embed/>
                  <p:pic>
                    <p:nvPicPr>
                      <p:cNvPr id="0" name=""/>
                      <p:cNvPicPr/>
                      <p:nvPr/>
                    </p:nvPicPr>
                    <p:blipFill>
                      <a:blip r:embed="rId7"/>
                      <a:stretch>
                        <a:fillRect/>
                      </a:stretch>
                    </p:blipFill>
                    <p:spPr>
                      <a:xfrm>
                        <a:off x="3209170" y="1899954"/>
                        <a:ext cx="1280495" cy="251901"/>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CE2C7C9-E1A2-45A8-9DCE-785DA47ACBE7}"/>
              </a:ext>
            </a:extLst>
          </p:cNvPr>
          <p:cNvGraphicFramePr>
            <a:graphicFrameLocks noChangeAspect="1"/>
          </p:cNvGraphicFramePr>
          <p:nvPr>
            <p:extLst>
              <p:ext uri="{D42A27DB-BD31-4B8C-83A1-F6EECF244321}">
                <p14:modId xmlns:p14="http://schemas.microsoft.com/office/powerpoint/2010/main" val="1289817183"/>
              </p:ext>
            </p:extLst>
          </p:nvPr>
        </p:nvGraphicFramePr>
        <p:xfrm>
          <a:off x="930949" y="2391979"/>
          <a:ext cx="419835" cy="188925"/>
        </p:xfrm>
        <a:graphic>
          <a:graphicData uri="http://schemas.openxmlformats.org/presentationml/2006/ole">
            <mc:AlternateContent xmlns:mc="http://schemas.openxmlformats.org/markup-compatibility/2006">
              <mc:Choice xmlns:v="urn:schemas-microsoft-com:vml" Requires="v">
                <p:oleObj name="Equation" r:id="rId8" imgW="507960" imgH="228600" progId="Equation.DSMT4">
                  <p:embed/>
                </p:oleObj>
              </mc:Choice>
              <mc:Fallback>
                <p:oleObj name="Equation" r:id="rId8" imgW="507960" imgH="228600" progId="Equation.DSMT4">
                  <p:embed/>
                  <p:pic>
                    <p:nvPicPr>
                      <p:cNvPr id="0" name=""/>
                      <p:cNvPicPr/>
                      <p:nvPr/>
                    </p:nvPicPr>
                    <p:blipFill>
                      <a:blip r:embed="rId9"/>
                      <a:stretch>
                        <a:fillRect/>
                      </a:stretch>
                    </p:blipFill>
                    <p:spPr>
                      <a:xfrm>
                        <a:off x="930949" y="2391979"/>
                        <a:ext cx="419835" cy="18892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758CD8D-86D9-46F1-B409-B073594B2A50}"/>
              </a:ext>
            </a:extLst>
          </p:cNvPr>
          <p:cNvGraphicFramePr>
            <a:graphicFrameLocks noChangeAspect="1"/>
          </p:cNvGraphicFramePr>
          <p:nvPr>
            <p:extLst>
              <p:ext uri="{D42A27DB-BD31-4B8C-83A1-F6EECF244321}">
                <p14:modId xmlns:p14="http://schemas.microsoft.com/office/powerpoint/2010/main" val="454566652"/>
              </p:ext>
            </p:extLst>
          </p:nvPr>
        </p:nvGraphicFramePr>
        <p:xfrm>
          <a:off x="3168650" y="2281238"/>
          <a:ext cx="1450975" cy="415925"/>
        </p:xfrm>
        <a:graphic>
          <a:graphicData uri="http://schemas.openxmlformats.org/presentationml/2006/ole">
            <mc:AlternateContent xmlns:mc="http://schemas.openxmlformats.org/markup-compatibility/2006">
              <mc:Choice xmlns:v="urn:schemas-microsoft-com:vml" Requires="v">
                <p:oleObj name="Equation" r:id="rId10" imgW="2120760" imgH="609480" progId="Equation.DSMT4">
                  <p:embed/>
                </p:oleObj>
              </mc:Choice>
              <mc:Fallback>
                <p:oleObj name="Equation" r:id="rId10" imgW="2120760" imgH="609480" progId="Equation.DSMT4">
                  <p:embed/>
                  <p:pic>
                    <p:nvPicPr>
                      <p:cNvPr id="0" name=""/>
                      <p:cNvPicPr/>
                      <p:nvPr/>
                    </p:nvPicPr>
                    <p:blipFill>
                      <a:blip r:embed="rId11"/>
                      <a:stretch>
                        <a:fillRect/>
                      </a:stretch>
                    </p:blipFill>
                    <p:spPr>
                      <a:xfrm>
                        <a:off x="3168650" y="2281238"/>
                        <a:ext cx="1450975" cy="415925"/>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E8F4FD9-6F73-4900-B609-30A22C7D990C}"/>
              </a:ext>
            </a:extLst>
          </p:cNvPr>
          <p:cNvGraphicFramePr>
            <a:graphicFrameLocks noChangeAspect="1"/>
          </p:cNvGraphicFramePr>
          <p:nvPr>
            <p:extLst>
              <p:ext uri="{D42A27DB-BD31-4B8C-83A1-F6EECF244321}">
                <p14:modId xmlns:p14="http://schemas.microsoft.com/office/powerpoint/2010/main" val="2439483895"/>
              </p:ext>
            </p:extLst>
          </p:nvPr>
        </p:nvGraphicFramePr>
        <p:xfrm>
          <a:off x="933153" y="2987081"/>
          <a:ext cx="440826" cy="199422"/>
        </p:xfrm>
        <a:graphic>
          <a:graphicData uri="http://schemas.openxmlformats.org/presentationml/2006/ole">
            <mc:AlternateContent xmlns:mc="http://schemas.openxmlformats.org/markup-compatibility/2006">
              <mc:Choice xmlns:v="urn:schemas-microsoft-com:vml" Requires="v">
                <p:oleObj name="Equation" r:id="rId12" imgW="533160" imgH="241200" progId="Equation.DSMT4">
                  <p:embed/>
                </p:oleObj>
              </mc:Choice>
              <mc:Fallback>
                <p:oleObj name="Equation" r:id="rId12" imgW="533160" imgH="241200" progId="Equation.DSMT4">
                  <p:embed/>
                  <p:pic>
                    <p:nvPicPr>
                      <p:cNvPr id="0" name=""/>
                      <p:cNvPicPr/>
                      <p:nvPr/>
                    </p:nvPicPr>
                    <p:blipFill>
                      <a:blip r:embed="rId13"/>
                      <a:stretch>
                        <a:fillRect/>
                      </a:stretch>
                    </p:blipFill>
                    <p:spPr>
                      <a:xfrm>
                        <a:off x="933153" y="2987081"/>
                        <a:ext cx="440826" cy="199422"/>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B8978AE-BF34-4346-9214-61C04F84423A}"/>
              </a:ext>
            </a:extLst>
          </p:cNvPr>
          <p:cNvGraphicFramePr>
            <a:graphicFrameLocks noChangeAspect="1"/>
          </p:cNvGraphicFramePr>
          <p:nvPr>
            <p:extLst>
              <p:ext uri="{D42A27DB-BD31-4B8C-83A1-F6EECF244321}">
                <p14:modId xmlns:p14="http://schemas.microsoft.com/office/powerpoint/2010/main" val="3718741581"/>
              </p:ext>
            </p:extLst>
          </p:nvPr>
        </p:nvGraphicFramePr>
        <p:xfrm>
          <a:off x="3132138" y="2857500"/>
          <a:ext cx="1462087" cy="420688"/>
        </p:xfrm>
        <a:graphic>
          <a:graphicData uri="http://schemas.openxmlformats.org/presentationml/2006/ole">
            <mc:AlternateContent xmlns:mc="http://schemas.openxmlformats.org/markup-compatibility/2006">
              <mc:Choice xmlns:v="urn:schemas-microsoft-com:vml" Requires="v">
                <p:oleObj name="Equation" r:id="rId14" imgW="2120760" imgH="609480" progId="Equation.DSMT4">
                  <p:embed/>
                </p:oleObj>
              </mc:Choice>
              <mc:Fallback>
                <p:oleObj name="Equation" r:id="rId14" imgW="2120760" imgH="609480" progId="Equation.DSMT4">
                  <p:embed/>
                  <p:pic>
                    <p:nvPicPr>
                      <p:cNvPr id="0" name=""/>
                      <p:cNvPicPr/>
                      <p:nvPr/>
                    </p:nvPicPr>
                    <p:blipFill>
                      <a:blip r:embed="rId15"/>
                      <a:stretch>
                        <a:fillRect/>
                      </a:stretch>
                    </p:blipFill>
                    <p:spPr>
                      <a:xfrm>
                        <a:off x="3132138" y="2857500"/>
                        <a:ext cx="1462087" cy="420688"/>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BC378CEA-33DC-4B6C-B321-A6128E641FB1}"/>
              </a:ext>
            </a:extLst>
          </p:cNvPr>
          <p:cNvGraphicFramePr>
            <a:graphicFrameLocks noChangeAspect="1"/>
          </p:cNvGraphicFramePr>
          <p:nvPr>
            <p:extLst>
              <p:ext uri="{D42A27DB-BD31-4B8C-83A1-F6EECF244321}">
                <p14:modId xmlns:p14="http://schemas.microsoft.com/office/powerpoint/2010/main" val="1570453433"/>
              </p:ext>
            </p:extLst>
          </p:nvPr>
        </p:nvGraphicFramePr>
        <p:xfrm>
          <a:off x="979735" y="3648175"/>
          <a:ext cx="648835" cy="190834"/>
        </p:xfrm>
        <a:graphic>
          <a:graphicData uri="http://schemas.openxmlformats.org/presentationml/2006/ole">
            <mc:AlternateContent xmlns:mc="http://schemas.openxmlformats.org/markup-compatibility/2006">
              <mc:Choice xmlns:v="urn:schemas-microsoft-com:vml" Requires="v">
                <p:oleObj name="Equation" r:id="rId16" imgW="863280" imgH="253800" progId="Equation.DSMT4">
                  <p:embed/>
                </p:oleObj>
              </mc:Choice>
              <mc:Fallback>
                <p:oleObj name="Equation" r:id="rId16" imgW="863280" imgH="253800" progId="Equation.DSMT4">
                  <p:embed/>
                  <p:pic>
                    <p:nvPicPr>
                      <p:cNvPr id="0" name=""/>
                      <p:cNvPicPr/>
                      <p:nvPr/>
                    </p:nvPicPr>
                    <p:blipFill>
                      <a:blip r:embed="rId17"/>
                      <a:stretch>
                        <a:fillRect/>
                      </a:stretch>
                    </p:blipFill>
                    <p:spPr>
                      <a:xfrm>
                        <a:off x="979735" y="3648175"/>
                        <a:ext cx="648835" cy="190834"/>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D666A85A-5211-4A6D-AE0A-0EA2147ADA44}"/>
              </a:ext>
            </a:extLst>
          </p:cNvPr>
          <p:cNvGraphicFramePr>
            <a:graphicFrameLocks noChangeAspect="1"/>
          </p:cNvGraphicFramePr>
          <p:nvPr>
            <p:extLst>
              <p:ext uri="{D42A27DB-BD31-4B8C-83A1-F6EECF244321}">
                <p14:modId xmlns:p14="http://schemas.microsoft.com/office/powerpoint/2010/main" val="3317169480"/>
              </p:ext>
            </p:extLst>
          </p:nvPr>
        </p:nvGraphicFramePr>
        <p:xfrm>
          <a:off x="3178333" y="3638276"/>
          <a:ext cx="1962727" cy="241405"/>
        </p:xfrm>
        <a:graphic>
          <a:graphicData uri="http://schemas.openxmlformats.org/presentationml/2006/ole">
            <mc:AlternateContent xmlns:mc="http://schemas.openxmlformats.org/markup-compatibility/2006">
              <mc:Choice xmlns:v="urn:schemas-microsoft-com:vml" Requires="v">
                <p:oleObj name="Equation" r:id="rId18" imgW="2374560" imgH="291960" progId="Equation.DSMT4">
                  <p:embed/>
                </p:oleObj>
              </mc:Choice>
              <mc:Fallback>
                <p:oleObj name="Equation" r:id="rId18" imgW="2374560" imgH="291960" progId="Equation.DSMT4">
                  <p:embed/>
                  <p:pic>
                    <p:nvPicPr>
                      <p:cNvPr id="3" name="Object 2">
                        <a:extLst>
                          <a:ext uri="{FF2B5EF4-FFF2-40B4-BE49-F238E27FC236}">
                            <a16:creationId xmlns:a16="http://schemas.microsoft.com/office/drawing/2014/main" id="{B7166F44-E542-4E9F-A100-774737755D0F}"/>
                          </a:ext>
                        </a:extLst>
                      </p:cNvPr>
                      <p:cNvPicPr/>
                      <p:nvPr/>
                    </p:nvPicPr>
                    <p:blipFill>
                      <a:blip r:embed="rId19"/>
                      <a:stretch>
                        <a:fillRect/>
                      </a:stretch>
                    </p:blipFill>
                    <p:spPr>
                      <a:xfrm>
                        <a:off x="3178333" y="3638276"/>
                        <a:ext cx="1962727" cy="24140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2F4A58A7-DA80-4862-856B-A3F3C43280D4}"/>
              </a:ext>
            </a:extLst>
          </p:cNvPr>
          <p:cNvGraphicFramePr>
            <a:graphicFrameLocks noChangeAspect="1"/>
          </p:cNvGraphicFramePr>
          <p:nvPr>
            <p:extLst>
              <p:ext uri="{D42A27DB-BD31-4B8C-83A1-F6EECF244321}">
                <p14:modId xmlns:p14="http://schemas.microsoft.com/office/powerpoint/2010/main" val="2645266670"/>
              </p:ext>
            </p:extLst>
          </p:nvPr>
        </p:nvGraphicFramePr>
        <p:xfrm>
          <a:off x="982705" y="4216810"/>
          <a:ext cx="514297" cy="199422"/>
        </p:xfrm>
        <a:graphic>
          <a:graphicData uri="http://schemas.openxmlformats.org/presentationml/2006/ole">
            <mc:AlternateContent xmlns:mc="http://schemas.openxmlformats.org/markup-compatibility/2006">
              <mc:Choice xmlns:v="urn:schemas-microsoft-com:vml" Requires="v">
                <p:oleObj name="Equation" r:id="rId20" imgW="622080" imgH="241200" progId="Equation.DSMT4">
                  <p:embed/>
                </p:oleObj>
              </mc:Choice>
              <mc:Fallback>
                <p:oleObj name="Equation" r:id="rId20" imgW="622080" imgH="241200" progId="Equation.DSMT4">
                  <p:embed/>
                  <p:pic>
                    <p:nvPicPr>
                      <p:cNvPr id="0" name=""/>
                      <p:cNvPicPr/>
                      <p:nvPr/>
                    </p:nvPicPr>
                    <p:blipFill>
                      <a:blip r:embed="rId21"/>
                      <a:stretch>
                        <a:fillRect/>
                      </a:stretch>
                    </p:blipFill>
                    <p:spPr>
                      <a:xfrm>
                        <a:off x="982705" y="4216810"/>
                        <a:ext cx="514297" cy="19942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C8451A4-D157-43EE-A91D-51E1568D8ACF}"/>
              </a:ext>
            </a:extLst>
          </p:cNvPr>
          <p:cNvGraphicFramePr>
            <a:graphicFrameLocks noChangeAspect="1"/>
          </p:cNvGraphicFramePr>
          <p:nvPr>
            <p:extLst>
              <p:ext uri="{D42A27DB-BD31-4B8C-83A1-F6EECF244321}">
                <p14:modId xmlns:p14="http://schemas.microsoft.com/office/powerpoint/2010/main" val="2051005973"/>
              </p:ext>
            </p:extLst>
          </p:nvPr>
        </p:nvGraphicFramePr>
        <p:xfrm>
          <a:off x="3289745" y="4126969"/>
          <a:ext cx="472314" cy="514297"/>
        </p:xfrm>
        <a:graphic>
          <a:graphicData uri="http://schemas.openxmlformats.org/presentationml/2006/ole">
            <mc:AlternateContent xmlns:mc="http://schemas.openxmlformats.org/markup-compatibility/2006">
              <mc:Choice xmlns:v="urn:schemas-microsoft-com:vml" Requires="v">
                <p:oleObj name="Equation" r:id="rId22" imgW="571320" imgH="622080" progId="Equation.DSMT4">
                  <p:embed/>
                </p:oleObj>
              </mc:Choice>
              <mc:Fallback>
                <p:oleObj name="Equation" r:id="rId22" imgW="571320" imgH="622080" progId="Equation.DSMT4">
                  <p:embed/>
                  <p:pic>
                    <p:nvPicPr>
                      <p:cNvPr id="0" name=""/>
                      <p:cNvPicPr/>
                      <p:nvPr/>
                    </p:nvPicPr>
                    <p:blipFill>
                      <a:blip r:embed="rId23"/>
                      <a:stretch>
                        <a:fillRect/>
                      </a:stretch>
                    </p:blipFill>
                    <p:spPr>
                      <a:xfrm>
                        <a:off x="3289745" y="4126969"/>
                        <a:ext cx="472314" cy="514297"/>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544A0EDC-46B6-4779-BB9D-3F4B6A98F9C2}"/>
              </a:ext>
            </a:extLst>
          </p:cNvPr>
          <p:cNvGraphicFramePr>
            <a:graphicFrameLocks noChangeAspect="1"/>
          </p:cNvGraphicFramePr>
          <p:nvPr>
            <p:extLst>
              <p:ext uri="{D42A27DB-BD31-4B8C-83A1-F6EECF244321}">
                <p14:modId xmlns:p14="http://schemas.microsoft.com/office/powerpoint/2010/main" val="528538213"/>
              </p:ext>
            </p:extLst>
          </p:nvPr>
        </p:nvGraphicFramePr>
        <p:xfrm>
          <a:off x="952178" y="4912044"/>
          <a:ext cx="1605868" cy="209917"/>
        </p:xfrm>
        <a:graphic>
          <a:graphicData uri="http://schemas.openxmlformats.org/presentationml/2006/ole">
            <mc:AlternateContent xmlns:mc="http://schemas.openxmlformats.org/markup-compatibility/2006">
              <mc:Choice xmlns:v="urn:schemas-microsoft-com:vml" Requires="v">
                <p:oleObj name="Equation" r:id="rId24" imgW="1942920" imgH="253800" progId="Equation.DSMT4">
                  <p:embed/>
                </p:oleObj>
              </mc:Choice>
              <mc:Fallback>
                <p:oleObj name="Equation" r:id="rId24" imgW="1942920" imgH="253800" progId="Equation.DSMT4">
                  <p:embed/>
                  <p:pic>
                    <p:nvPicPr>
                      <p:cNvPr id="0" name=""/>
                      <p:cNvPicPr/>
                      <p:nvPr/>
                    </p:nvPicPr>
                    <p:blipFill>
                      <a:blip r:embed="rId25"/>
                      <a:stretch>
                        <a:fillRect/>
                      </a:stretch>
                    </p:blipFill>
                    <p:spPr>
                      <a:xfrm>
                        <a:off x="952178" y="4912044"/>
                        <a:ext cx="1605868" cy="20991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FAA8496C-DA2A-47FE-BBC0-07D7BE333C45}"/>
              </a:ext>
            </a:extLst>
          </p:cNvPr>
          <p:cNvGraphicFramePr>
            <a:graphicFrameLocks noChangeAspect="1"/>
          </p:cNvGraphicFramePr>
          <p:nvPr>
            <p:extLst>
              <p:ext uri="{D42A27DB-BD31-4B8C-83A1-F6EECF244321}">
                <p14:modId xmlns:p14="http://schemas.microsoft.com/office/powerpoint/2010/main" val="855124725"/>
              </p:ext>
            </p:extLst>
          </p:nvPr>
        </p:nvGraphicFramePr>
        <p:xfrm>
          <a:off x="3060700" y="4775200"/>
          <a:ext cx="1401763" cy="630238"/>
        </p:xfrm>
        <a:graphic>
          <a:graphicData uri="http://schemas.openxmlformats.org/presentationml/2006/ole">
            <mc:AlternateContent xmlns:mc="http://schemas.openxmlformats.org/markup-compatibility/2006">
              <mc:Choice xmlns:v="urn:schemas-microsoft-com:vml" Requires="v">
                <p:oleObj name="Equation" r:id="rId26" imgW="1866600" imgH="838080" progId="Equation.DSMT4">
                  <p:embed/>
                </p:oleObj>
              </mc:Choice>
              <mc:Fallback>
                <p:oleObj name="Equation" r:id="rId26" imgW="1866600" imgH="838080" progId="Equation.DSMT4">
                  <p:embed/>
                  <p:pic>
                    <p:nvPicPr>
                      <p:cNvPr id="0" name=""/>
                      <p:cNvPicPr/>
                      <p:nvPr/>
                    </p:nvPicPr>
                    <p:blipFill>
                      <a:blip r:embed="rId27"/>
                      <a:stretch>
                        <a:fillRect/>
                      </a:stretch>
                    </p:blipFill>
                    <p:spPr>
                      <a:xfrm>
                        <a:off x="3060700" y="4775200"/>
                        <a:ext cx="1401763" cy="630238"/>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DA01CEE9-D721-42F5-A30F-CE3F40D985AF}"/>
              </a:ext>
            </a:extLst>
          </p:cNvPr>
          <p:cNvGraphicFramePr>
            <a:graphicFrameLocks noChangeAspect="1"/>
          </p:cNvGraphicFramePr>
          <p:nvPr>
            <p:extLst>
              <p:ext uri="{D42A27DB-BD31-4B8C-83A1-F6EECF244321}">
                <p14:modId xmlns:p14="http://schemas.microsoft.com/office/powerpoint/2010/main" val="403934353"/>
              </p:ext>
            </p:extLst>
          </p:nvPr>
        </p:nvGraphicFramePr>
        <p:xfrm>
          <a:off x="979735" y="5553519"/>
          <a:ext cx="1889256" cy="209917"/>
        </p:xfrm>
        <a:graphic>
          <a:graphicData uri="http://schemas.openxmlformats.org/presentationml/2006/ole">
            <mc:AlternateContent xmlns:mc="http://schemas.openxmlformats.org/markup-compatibility/2006">
              <mc:Choice xmlns:v="urn:schemas-microsoft-com:vml" Requires="v">
                <p:oleObj name="Equation" r:id="rId28" imgW="2286000" imgH="253800" progId="Equation.DSMT4">
                  <p:embed/>
                </p:oleObj>
              </mc:Choice>
              <mc:Fallback>
                <p:oleObj name="Equation" r:id="rId28" imgW="2286000" imgH="253800" progId="Equation.DSMT4">
                  <p:embed/>
                  <p:pic>
                    <p:nvPicPr>
                      <p:cNvPr id="0" name=""/>
                      <p:cNvPicPr/>
                      <p:nvPr/>
                    </p:nvPicPr>
                    <p:blipFill>
                      <a:blip r:embed="rId29"/>
                      <a:stretch>
                        <a:fillRect/>
                      </a:stretch>
                    </p:blipFill>
                    <p:spPr>
                      <a:xfrm>
                        <a:off x="979735" y="5553519"/>
                        <a:ext cx="1889256" cy="209917"/>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0618E681-ABB5-49EC-8007-10D09BE93DAE}"/>
              </a:ext>
            </a:extLst>
          </p:cNvPr>
          <p:cNvGraphicFramePr>
            <a:graphicFrameLocks noChangeAspect="1"/>
          </p:cNvGraphicFramePr>
          <p:nvPr>
            <p:extLst>
              <p:ext uri="{D42A27DB-BD31-4B8C-83A1-F6EECF244321}">
                <p14:modId xmlns:p14="http://schemas.microsoft.com/office/powerpoint/2010/main" val="1084059897"/>
              </p:ext>
            </p:extLst>
          </p:nvPr>
        </p:nvGraphicFramePr>
        <p:xfrm>
          <a:off x="3246438" y="5514975"/>
          <a:ext cx="2287587" cy="252413"/>
        </p:xfrm>
        <a:graphic>
          <a:graphicData uri="http://schemas.openxmlformats.org/presentationml/2006/ole">
            <mc:AlternateContent xmlns:mc="http://schemas.openxmlformats.org/markup-compatibility/2006">
              <mc:Choice xmlns:v="urn:schemas-microsoft-com:vml" Requires="v">
                <p:oleObj name="Equation" r:id="rId30" imgW="2768400" imgH="304560" progId="Equation.DSMT4">
                  <p:embed/>
                </p:oleObj>
              </mc:Choice>
              <mc:Fallback>
                <p:oleObj name="Equation" r:id="rId30" imgW="2768400" imgH="304560" progId="Equation.DSMT4">
                  <p:embed/>
                  <p:pic>
                    <p:nvPicPr>
                      <p:cNvPr id="0" name=""/>
                      <p:cNvPicPr/>
                      <p:nvPr/>
                    </p:nvPicPr>
                    <p:blipFill>
                      <a:blip r:embed="rId31"/>
                      <a:stretch>
                        <a:fillRect/>
                      </a:stretch>
                    </p:blipFill>
                    <p:spPr>
                      <a:xfrm>
                        <a:off x="3246438" y="5514975"/>
                        <a:ext cx="2287587" cy="252413"/>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26CE077D-6FD3-492D-9B56-ABA96245A130}"/>
              </a:ext>
            </a:extLst>
          </p:cNvPr>
          <p:cNvGraphicFramePr>
            <a:graphicFrameLocks noChangeAspect="1"/>
          </p:cNvGraphicFramePr>
          <p:nvPr>
            <p:extLst>
              <p:ext uri="{D42A27DB-BD31-4B8C-83A1-F6EECF244321}">
                <p14:modId xmlns:p14="http://schemas.microsoft.com/office/powerpoint/2010/main" val="3755155472"/>
              </p:ext>
            </p:extLst>
          </p:nvPr>
        </p:nvGraphicFramePr>
        <p:xfrm>
          <a:off x="973056" y="5910839"/>
          <a:ext cx="1027545" cy="219364"/>
        </p:xfrm>
        <a:graphic>
          <a:graphicData uri="http://schemas.openxmlformats.org/presentationml/2006/ole">
            <mc:AlternateContent xmlns:mc="http://schemas.openxmlformats.org/markup-compatibility/2006">
              <mc:Choice xmlns:v="urn:schemas-microsoft-com:vml" Requires="v">
                <p:oleObj name="Equation" r:id="rId32" imgW="1130040" imgH="241200" progId="Equation.DSMT4">
                  <p:embed/>
                </p:oleObj>
              </mc:Choice>
              <mc:Fallback>
                <p:oleObj name="Equation" r:id="rId32" imgW="1130040" imgH="241200" progId="Equation.DSMT4">
                  <p:embed/>
                  <p:pic>
                    <p:nvPicPr>
                      <p:cNvPr id="0" name=""/>
                      <p:cNvPicPr/>
                      <p:nvPr/>
                    </p:nvPicPr>
                    <p:blipFill>
                      <a:blip r:embed="rId33"/>
                      <a:stretch>
                        <a:fillRect/>
                      </a:stretch>
                    </p:blipFill>
                    <p:spPr>
                      <a:xfrm>
                        <a:off x="973056" y="5910839"/>
                        <a:ext cx="1027545" cy="219364"/>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3568FA2-C350-423B-A557-0F9C0A5BD437}"/>
              </a:ext>
            </a:extLst>
          </p:cNvPr>
          <p:cNvGraphicFramePr>
            <a:graphicFrameLocks noChangeAspect="1"/>
          </p:cNvGraphicFramePr>
          <p:nvPr>
            <p:extLst>
              <p:ext uri="{D42A27DB-BD31-4B8C-83A1-F6EECF244321}">
                <p14:modId xmlns:p14="http://schemas.microsoft.com/office/powerpoint/2010/main" val="3446739951"/>
              </p:ext>
            </p:extLst>
          </p:nvPr>
        </p:nvGraphicFramePr>
        <p:xfrm>
          <a:off x="3260729" y="5871974"/>
          <a:ext cx="5153471" cy="251901"/>
        </p:xfrm>
        <a:graphic>
          <a:graphicData uri="http://schemas.openxmlformats.org/presentationml/2006/ole">
            <mc:AlternateContent xmlns:mc="http://schemas.openxmlformats.org/markup-compatibility/2006">
              <mc:Choice xmlns:v="urn:schemas-microsoft-com:vml" Requires="v">
                <p:oleObj name="Equation" r:id="rId34" imgW="6235560" imgH="304560" progId="Equation.DSMT4">
                  <p:embed/>
                </p:oleObj>
              </mc:Choice>
              <mc:Fallback>
                <p:oleObj name="Equation" r:id="rId34" imgW="6235560" imgH="304560" progId="Equation.DSMT4">
                  <p:embed/>
                  <p:pic>
                    <p:nvPicPr>
                      <p:cNvPr id="0" name=""/>
                      <p:cNvPicPr/>
                      <p:nvPr/>
                    </p:nvPicPr>
                    <p:blipFill>
                      <a:blip r:embed="rId35"/>
                      <a:stretch>
                        <a:fillRect/>
                      </a:stretch>
                    </p:blipFill>
                    <p:spPr>
                      <a:xfrm>
                        <a:off x="3260729" y="5871974"/>
                        <a:ext cx="5153471" cy="251901"/>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388211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Example: Rolling a Die </a:t>
            </a:r>
            <a:r>
              <a:rPr lang="en-US" sz="1000" b="0" dirty="0"/>
              <a:t>1</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6.3</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2"/>
            <a:ext cx="8137423" cy="1274761"/>
          </a:xfrm>
        </p:spPr>
        <p:txBody>
          <a:bodyPr/>
          <a:lstStyle/>
          <a:p>
            <a:pPr marL="292608" indent="-292608">
              <a:buFont typeface="Arial" panose="020B0604020202020204" pitchFamily="34" charset="0"/>
              <a:buChar char="•"/>
            </a:pPr>
            <a:r>
              <a:rPr lang="en-IN" dirty="0"/>
              <a:t>When you roll one die, the number of dots forms a uniform discrete random variable with six equally likely integer values 1, 2, 3, 4, 5, 6.</a:t>
            </a:r>
          </a:p>
        </p:txBody>
      </p:sp>
      <p:pic>
        <p:nvPicPr>
          <p:cNvPr id="5" name="Picture 4" descr="PDF and CDF for rolling a die.">
            <a:extLst>
              <a:ext uri="{FF2B5EF4-FFF2-40B4-BE49-F238E27FC236}">
                <a16:creationId xmlns:a16="http://schemas.microsoft.com/office/drawing/2014/main" id="{CFDF915D-6547-4561-8446-DD68680D9B7A}"/>
              </a:ext>
            </a:extLst>
          </p:cNvPr>
          <p:cNvPicPr>
            <a:picLocks noChangeAspect="1"/>
          </p:cNvPicPr>
          <p:nvPr/>
        </p:nvPicPr>
        <p:blipFill>
          <a:blip r:embed="rId2"/>
          <a:stretch>
            <a:fillRect/>
          </a:stretch>
        </p:blipFill>
        <p:spPr>
          <a:xfrm>
            <a:off x="764441" y="2833464"/>
            <a:ext cx="7615118" cy="2344393"/>
          </a:xfrm>
          <a:prstGeom prst="rect">
            <a:avLst/>
          </a:prstGeom>
        </p:spPr>
      </p:pic>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144865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Example: Rolling a Die </a:t>
            </a:r>
            <a:r>
              <a:rPr lang="en-US" sz="1000" b="0" dirty="0"/>
              <a:t>2</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6.3</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2"/>
            <a:ext cx="8137423" cy="1669470"/>
          </a:xfrm>
        </p:spPr>
        <p:txBody>
          <a:bodyPr/>
          <a:lstStyle/>
          <a:p>
            <a:pPr marL="292608" indent="-292608">
              <a:buFont typeface="Arial" panose="020B0604020202020204" pitchFamily="34" charset="0"/>
              <a:buChar char="•"/>
            </a:pPr>
            <a:r>
              <a:rPr lang="en-IN" dirty="0"/>
              <a:t>The mean (3.5) must be halfway between 1 and 6, but there is no way you could anticipate the standard deviation without using a formula.</a:t>
            </a:r>
          </a:p>
          <a:p>
            <a:pPr marL="292608" indent="-292608">
              <a:buFont typeface="Arial" panose="020B0604020202020204" pitchFamily="34" charset="0"/>
              <a:buChar char="•"/>
            </a:pPr>
            <a:r>
              <a:rPr lang="en-IN" dirty="0"/>
              <a:t>For this example, the mean and standard deviation are:</a:t>
            </a:r>
          </a:p>
        </p:txBody>
      </p:sp>
      <p:graphicFrame>
        <p:nvGraphicFramePr>
          <p:cNvPr id="8" name="Object 7">
            <a:extLst>
              <a:ext uri="{FF2B5EF4-FFF2-40B4-BE49-F238E27FC236}">
                <a16:creationId xmlns:a16="http://schemas.microsoft.com/office/drawing/2014/main" id="{1E53C304-1026-4DE9-AF0F-3A07E22651DD}"/>
              </a:ext>
            </a:extLst>
          </p:cNvPr>
          <p:cNvGraphicFramePr>
            <a:graphicFrameLocks noChangeAspect="1"/>
          </p:cNvGraphicFramePr>
          <p:nvPr>
            <p:extLst>
              <p:ext uri="{D42A27DB-BD31-4B8C-83A1-F6EECF244321}">
                <p14:modId xmlns:p14="http://schemas.microsoft.com/office/powerpoint/2010/main" val="806609687"/>
              </p:ext>
            </p:extLst>
          </p:nvPr>
        </p:nvGraphicFramePr>
        <p:xfrm>
          <a:off x="1452823" y="3578472"/>
          <a:ext cx="684212" cy="265112"/>
        </p:xfrm>
        <a:graphic>
          <a:graphicData uri="http://schemas.openxmlformats.org/presentationml/2006/ole">
            <mc:AlternateContent xmlns:mc="http://schemas.openxmlformats.org/markup-compatibility/2006">
              <mc:Choice xmlns:v="urn:schemas-microsoft-com:vml" Requires="v">
                <p:oleObj name="Equation" r:id="rId2" imgW="622080" imgH="241200" progId="Equation.DSMT4">
                  <p:embed/>
                </p:oleObj>
              </mc:Choice>
              <mc:Fallback>
                <p:oleObj name="Equation" r:id="rId2" imgW="622080" imgH="241200" progId="Equation.DSMT4">
                  <p:embed/>
                  <p:pic>
                    <p:nvPicPr>
                      <p:cNvPr id="6" name="Object 5">
                        <a:extLst>
                          <a:ext uri="{FF2B5EF4-FFF2-40B4-BE49-F238E27FC236}">
                            <a16:creationId xmlns:a16="http://schemas.microsoft.com/office/drawing/2014/main" id="{9C7DB247-A2CD-4EFC-9AA7-EA550BEE1366}"/>
                          </a:ext>
                        </a:extLst>
                      </p:cNvPr>
                      <p:cNvPicPr/>
                      <p:nvPr/>
                    </p:nvPicPr>
                    <p:blipFill>
                      <a:blip r:embed="rId3"/>
                      <a:stretch>
                        <a:fillRect/>
                      </a:stretch>
                    </p:blipFill>
                    <p:spPr>
                      <a:xfrm>
                        <a:off x="1452823" y="3578472"/>
                        <a:ext cx="684212" cy="26511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9C7DB247-A2CD-4EFC-9AA7-EA550BEE1366}"/>
              </a:ext>
            </a:extLst>
          </p:cNvPr>
          <p:cNvGraphicFramePr>
            <a:graphicFrameLocks noChangeAspect="1"/>
          </p:cNvGraphicFramePr>
          <p:nvPr>
            <p:extLst>
              <p:ext uri="{D42A27DB-BD31-4B8C-83A1-F6EECF244321}">
                <p14:modId xmlns:p14="http://schemas.microsoft.com/office/powerpoint/2010/main" val="1660206184"/>
              </p:ext>
            </p:extLst>
          </p:nvPr>
        </p:nvGraphicFramePr>
        <p:xfrm>
          <a:off x="2725057" y="3398452"/>
          <a:ext cx="2471737" cy="669925"/>
        </p:xfrm>
        <a:graphic>
          <a:graphicData uri="http://schemas.openxmlformats.org/presentationml/2006/ole">
            <mc:AlternateContent xmlns:mc="http://schemas.openxmlformats.org/markup-compatibility/2006">
              <mc:Choice xmlns:v="urn:schemas-microsoft-com:vml" Requires="v">
                <p:oleObj name="Equation" r:id="rId4" imgW="2247840" imgH="609480" progId="Equation.DSMT4">
                  <p:embed/>
                </p:oleObj>
              </mc:Choice>
              <mc:Fallback>
                <p:oleObj name="Equation" r:id="rId4" imgW="2247840" imgH="609480" progId="Equation.DSMT4">
                  <p:embed/>
                  <p:pic>
                    <p:nvPicPr>
                      <p:cNvPr id="0" name=""/>
                      <p:cNvPicPr/>
                      <p:nvPr/>
                    </p:nvPicPr>
                    <p:blipFill>
                      <a:blip r:embed="rId5"/>
                      <a:stretch>
                        <a:fillRect/>
                      </a:stretch>
                    </p:blipFill>
                    <p:spPr>
                      <a:xfrm>
                        <a:off x="2725057" y="3398452"/>
                        <a:ext cx="2471737" cy="66992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F493DDB-B836-485E-A759-72288E9377C5}"/>
              </a:ext>
            </a:extLst>
          </p:cNvPr>
          <p:cNvGraphicFramePr>
            <a:graphicFrameLocks noChangeAspect="1"/>
          </p:cNvGraphicFramePr>
          <p:nvPr>
            <p:extLst>
              <p:ext uri="{D42A27DB-BD31-4B8C-83A1-F6EECF244321}">
                <p14:modId xmlns:p14="http://schemas.microsoft.com/office/powerpoint/2010/main" val="811132561"/>
              </p:ext>
            </p:extLst>
          </p:nvPr>
        </p:nvGraphicFramePr>
        <p:xfrm>
          <a:off x="441824" y="4679239"/>
          <a:ext cx="2021998" cy="264313"/>
        </p:xfrm>
        <a:graphic>
          <a:graphicData uri="http://schemas.openxmlformats.org/presentationml/2006/ole">
            <mc:AlternateContent xmlns:mc="http://schemas.openxmlformats.org/markup-compatibility/2006">
              <mc:Choice xmlns:v="urn:schemas-microsoft-com:vml" Requires="v">
                <p:oleObj name="Equation" r:id="rId6" imgW="1942920" imgH="253800" progId="Equation.DSMT4">
                  <p:embed/>
                </p:oleObj>
              </mc:Choice>
              <mc:Fallback>
                <p:oleObj name="Equation" r:id="rId6" imgW="1942920" imgH="253800" progId="Equation.DSMT4">
                  <p:embed/>
                  <p:pic>
                    <p:nvPicPr>
                      <p:cNvPr id="7" name="Object 6">
                        <a:extLst>
                          <a:ext uri="{FF2B5EF4-FFF2-40B4-BE49-F238E27FC236}">
                            <a16:creationId xmlns:a16="http://schemas.microsoft.com/office/drawing/2014/main" id="{68765D4C-14C8-4237-AE8C-FE7F8EFCE7A7}"/>
                          </a:ext>
                        </a:extLst>
                      </p:cNvPr>
                      <p:cNvPicPr/>
                      <p:nvPr/>
                    </p:nvPicPr>
                    <p:blipFill>
                      <a:blip r:embed="rId7"/>
                      <a:stretch>
                        <a:fillRect/>
                      </a:stretch>
                    </p:blipFill>
                    <p:spPr>
                      <a:xfrm>
                        <a:off x="441824" y="4679239"/>
                        <a:ext cx="2021998" cy="26431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8765D4C-14C8-4237-AE8C-FE7F8EFCE7A7}"/>
              </a:ext>
            </a:extLst>
          </p:cNvPr>
          <p:cNvGraphicFramePr>
            <a:graphicFrameLocks noChangeAspect="1"/>
          </p:cNvGraphicFramePr>
          <p:nvPr>
            <p:extLst>
              <p:ext uri="{D42A27DB-BD31-4B8C-83A1-F6EECF244321}">
                <p14:modId xmlns:p14="http://schemas.microsoft.com/office/powerpoint/2010/main" val="289987445"/>
              </p:ext>
            </p:extLst>
          </p:nvPr>
        </p:nvGraphicFramePr>
        <p:xfrm>
          <a:off x="2725057" y="4326978"/>
          <a:ext cx="5130800" cy="838200"/>
        </p:xfrm>
        <a:graphic>
          <a:graphicData uri="http://schemas.openxmlformats.org/presentationml/2006/ole">
            <mc:AlternateContent xmlns:mc="http://schemas.openxmlformats.org/markup-compatibility/2006">
              <mc:Choice xmlns:v="urn:schemas-microsoft-com:vml" Requires="v">
                <p:oleObj name="Equation" r:id="rId8" imgW="5130720" imgH="838080" progId="Equation.DSMT4">
                  <p:embed/>
                </p:oleObj>
              </mc:Choice>
              <mc:Fallback>
                <p:oleObj name="Equation" r:id="rId8" imgW="5130720" imgH="838080" progId="Equation.DSMT4">
                  <p:embed/>
                  <p:pic>
                    <p:nvPicPr>
                      <p:cNvPr id="0" name=""/>
                      <p:cNvPicPr/>
                      <p:nvPr/>
                    </p:nvPicPr>
                    <p:blipFill>
                      <a:blip r:embed="rId9"/>
                      <a:stretch>
                        <a:fillRect/>
                      </a:stretch>
                    </p:blipFill>
                    <p:spPr>
                      <a:xfrm>
                        <a:off x="2725057" y="4326978"/>
                        <a:ext cx="5130800" cy="8382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2472040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1" y="192490"/>
            <a:ext cx="8046956" cy="903231"/>
          </a:xfrm>
        </p:spPr>
        <p:txBody>
          <a:bodyPr>
            <a:normAutofit/>
          </a:bodyPr>
          <a:lstStyle/>
          <a:p>
            <a:r>
              <a:rPr lang="en-US" sz="3600" dirty="0"/>
              <a:t>Bernoulli Experiments </a:t>
            </a:r>
            <a:r>
              <a:rPr lang="en-US" sz="1000" b="0" baseline="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560860" y="192490"/>
            <a:ext cx="421392" cy="1127125"/>
          </a:xfrm>
        </p:spPr>
        <p:txBody>
          <a:bodyPr vert="vert" rIns="0"/>
          <a:lstStyle/>
          <a:p>
            <a:r>
              <a:rPr lang="en-US" b="1" dirty="0"/>
              <a:t>L</a:t>
            </a:r>
            <a:r>
              <a:rPr lang="en-US" sz="100" b="1" dirty="0"/>
              <a:t> </a:t>
            </a:r>
            <a:r>
              <a:rPr lang="en-US" b="1" dirty="0"/>
              <a:t>O 6.4</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424930"/>
            <a:ext cx="8046956" cy="2370897"/>
          </a:xfrm>
        </p:spPr>
        <p:txBody>
          <a:bodyPr/>
          <a:lstStyle/>
          <a:p>
            <a:pPr marL="292608" indent="-292608">
              <a:buFont typeface="Arial" panose="020B0604020202020204" pitchFamily="34" charset="0"/>
              <a:buChar char="•"/>
            </a:pPr>
            <a:r>
              <a:rPr lang="en-US" sz="2200" dirty="0"/>
              <a:t>A random experiment that has only two outcomes is called a </a:t>
            </a:r>
            <a:r>
              <a:rPr lang="en-US" sz="2200" b="1" dirty="0"/>
              <a:t>Bernoulli experiment</a:t>
            </a:r>
            <a:r>
              <a:rPr lang="en-US" sz="2200" dirty="0"/>
              <a:t>.</a:t>
            </a:r>
          </a:p>
          <a:p>
            <a:pPr marL="292608" indent="-292608">
              <a:buFont typeface="Arial" panose="020B0604020202020204" pitchFamily="34" charset="0"/>
              <a:buChar char="•"/>
            </a:pPr>
            <a:r>
              <a:rPr lang="en-US" sz="2200" dirty="0"/>
              <a:t>To create a random variable, we arbitrarily call one outcome a “success” (denoted </a:t>
            </a:r>
            <a:r>
              <a:rPr lang="en-US" sz="2200" i="1" dirty="0"/>
              <a:t>X </a:t>
            </a:r>
            <a:r>
              <a:rPr lang="en-US" sz="2200" dirty="0"/>
              <a:t>= 1) and the other a “failure” (denoted </a:t>
            </a:r>
            <a:r>
              <a:rPr lang="en-US" sz="2200" i="1" dirty="0"/>
              <a:t>X </a:t>
            </a:r>
            <a:r>
              <a:rPr lang="en-US" sz="2200" dirty="0"/>
              <a:t>= 0).</a:t>
            </a:r>
          </a:p>
          <a:p>
            <a:pPr marL="292608" indent="-292608">
              <a:buFont typeface="Arial" panose="020B0604020202020204" pitchFamily="34" charset="0"/>
              <a:buChar char="•"/>
            </a:pPr>
            <a:r>
              <a:rPr lang="en-IN" sz="2200" dirty="0"/>
              <a:t>The probability of success is denoted</a:t>
            </a:r>
            <a:endParaRPr lang="en-US" sz="2200" dirty="0"/>
          </a:p>
        </p:txBody>
      </p:sp>
      <p:graphicFrame>
        <p:nvGraphicFramePr>
          <p:cNvPr id="17" name="Object 16">
            <a:extLst>
              <a:ext uri="{FF2B5EF4-FFF2-40B4-BE49-F238E27FC236}">
                <a16:creationId xmlns:a16="http://schemas.microsoft.com/office/drawing/2014/main" id="{4F20ED4A-B7A3-4F0D-8530-6E754C04C849}"/>
              </a:ext>
            </a:extLst>
          </p:cNvPr>
          <p:cNvGraphicFramePr>
            <a:graphicFrameLocks noChangeAspect="1"/>
          </p:cNvGraphicFramePr>
          <p:nvPr>
            <p:extLst>
              <p:ext uri="{D42A27DB-BD31-4B8C-83A1-F6EECF244321}">
                <p14:modId xmlns:p14="http://schemas.microsoft.com/office/powerpoint/2010/main" val="4248119674"/>
              </p:ext>
            </p:extLst>
          </p:nvPr>
        </p:nvGraphicFramePr>
        <p:xfrm>
          <a:off x="5426075" y="3447854"/>
          <a:ext cx="358775" cy="282575"/>
        </p:xfrm>
        <a:graphic>
          <a:graphicData uri="http://schemas.openxmlformats.org/presentationml/2006/ole">
            <mc:AlternateContent xmlns:mc="http://schemas.openxmlformats.org/markup-compatibility/2006">
              <mc:Choice xmlns:v="urn:schemas-microsoft-com:vml" Requires="v">
                <p:oleObj name="Equation" r:id="rId2" imgW="241200" imgH="190440" progId="Equation.DSMT4">
                  <p:embed/>
                </p:oleObj>
              </mc:Choice>
              <mc:Fallback>
                <p:oleObj name="Equation" r:id="rId2" imgW="241200" imgH="190440" progId="Equation.DSMT4">
                  <p:embed/>
                  <p:pic>
                    <p:nvPicPr>
                      <p:cNvPr id="0" name=""/>
                      <p:cNvPicPr/>
                      <p:nvPr/>
                    </p:nvPicPr>
                    <p:blipFill>
                      <a:blip r:embed="rId3"/>
                      <a:stretch>
                        <a:fillRect/>
                      </a:stretch>
                    </p:blipFill>
                    <p:spPr>
                      <a:xfrm>
                        <a:off x="5426075" y="3447854"/>
                        <a:ext cx="358775" cy="28257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8351B59-A72A-4238-BABE-4F031683931F}"/>
              </a:ext>
            </a:extLst>
          </p:cNvPr>
          <p:cNvSpPr>
            <a:spLocks noGrp="1"/>
          </p:cNvSpPr>
          <p:nvPr>
            <p:ph sz="quarter" idx="15"/>
          </p:nvPr>
        </p:nvSpPr>
        <p:spPr>
          <a:xfrm>
            <a:off x="342900" y="3817207"/>
            <a:ext cx="3829513" cy="517860"/>
          </a:xfrm>
        </p:spPr>
        <p:txBody>
          <a:bodyPr/>
          <a:lstStyle/>
          <a:p>
            <a:pPr marL="292608" indent="-292608">
              <a:buFont typeface="Arial" panose="020B0604020202020204" pitchFamily="34" charset="0"/>
              <a:buChar char="•"/>
            </a:pPr>
            <a:r>
              <a:rPr lang="en-IN" sz="2200" dirty="0"/>
              <a:t>The probability of failure is</a:t>
            </a:r>
            <a:endParaRPr lang="en-US" sz="2200" dirty="0"/>
          </a:p>
        </p:txBody>
      </p:sp>
      <p:graphicFrame>
        <p:nvGraphicFramePr>
          <p:cNvPr id="19" name="Object 18">
            <a:extLst>
              <a:ext uri="{FF2B5EF4-FFF2-40B4-BE49-F238E27FC236}">
                <a16:creationId xmlns:a16="http://schemas.microsoft.com/office/drawing/2014/main" id="{B85A248B-D104-4CF7-A04E-A78C92DE7C77}"/>
              </a:ext>
            </a:extLst>
          </p:cNvPr>
          <p:cNvGraphicFramePr>
            <a:graphicFrameLocks noChangeAspect="1"/>
          </p:cNvGraphicFramePr>
          <p:nvPr>
            <p:extLst>
              <p:ext uri="{D42A27DB-BD31-4B8C-83A1-F6EECF244321}">
                <p14:modId xmlns:p14="http://schemas.microsoft.com/office/powerpoint/2010/main" val="1538921094"/>
              </p:ext>
            </p:extLst>
          </p:nvPr>
        </p:nvGraphicFramePr>
        <p:xfrm>
          <a:off x="4103599" y="3900744"/>
          <a:ext cx="798219" cy="344331"/>
        </p:xfrm>
        <a:graphic>
          <a:graphicData uri="http://schemas.openxmlformats.org/presentationml/2006/ole">
            <mc:AlternateContent xmlns:mc="http://schemas.openxmlformats.org/markup-compatibility/2006">
              <mc:Choice xmlns:v="urn:schemas-microsoft-com:vml" Requires="v">
                <p:oleObj name="Equation" r:id="rId4" imgW="647640" imgH="279360" progId="Equation.DSMT4">
                  <p:embed/>
                </p:oleObj>
              </mc:Choice>
              <mc:Fallback>
                <p:oleObj name="Equation" r:id="rId4" imgW="647640" imgH="279360" progId="Equation.DSMT4">
                  <p:embed/>
                  <p:pic>
                    <p:nvPicPr>
                      <p:cNvPr id="0" name=""/>
                      <p:cNvPicPr/>
                      <p:nvPr/>
                    </p:nvPicPr>
                    <p:blipFill>
                      <a:blip r:embed="rId5"/>
                      <a:stretch>
                        <a:fillRect/>
                      </a:stretch>
                    </p:blipFill>
                    <p:spPr>
                      <a:xfrm>
                        <a:off x="4103599" y="3900744"/>
                        <a:ext cx="798219" cy="344331"/>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D133A5A4-D274-4EA7-AA3A-8E89170F6160}"/>
              </a:ext>
            </a:extLst>
          </p:cNvPr>
          <p:cNvSpPr>
            <a:spLocks noGrp="1"/>
          </p:cNvSpPr>
          <p:nvPr>
            <p:ph sz="quarter" idx="16"/>
          </p:nvPr>
        </p:nvSpPr>
        <p:spPr>
          <a:xfrm>
            <a:off x="4872872" y="3815253"/>
            <a:ext cx="3829513" cy="485497"/>
          </a:xfrm>
        </p:spPr>
        <p:txBody>
          <a:bodyPr/>
          <a:lstStyle/>
          <a:p>
            <a:r>
              <a:rPr lang="en-US" sz="2200" dirty="0"/>
              <a:t>so the probabilities sum to</a:t>
            </a:r>
          </a:p>
        </p:txBody>
      </p:sp>
      <p:sp>
        <p:nvSpPr>
          <p:cNvPr id="7" name="Content Placeholder 6">
            <a:extLst>
              <a:ext uri="{FF2B5EF4-FFF2-40B4-BE49-F238E27FC236}">
                <a16:creationId xmlns:a16="http://schemas.microsoft.com/office/drawing/2014/main" id="{60FFABCA-3D24-4858-8036-40B05D6DC6D2}"/>
              </a:ext>
            </a:extLst>
          </p:cNvPr>
          <p:cNvSpPr>
            <a:spLocks noGrp="1"/>
          </p:cNvSpPr>
          <p:nvPr>
            <p:ph sz="quarter" idx="17"/>
          </p:nvPr>
        </p:nvSpPr>
        <p:spPr>
          <a:xfrm>
            <a:off x="342899" y="4289539"/>
            <a:ext cx="1754189" cy="517860"/>
          </a:xfrm>
        </p:spPr>
        <p:txBody>
          <a:bodyPr/>
          <a:lstStyle/>
          <a:p>
            <a:pPr marL="282575"/>
            <a:r>
              <a:rPr lang="en-US" sz="2200" dirty="0"/>
              <a:t>1, that is,</a:t>
            </a:r>
          </a:p>
        </p:txBody>
      </p:sp>
      <p:graphicFrame>
        <p:nvGraphicFramePr>
          <p:cNvPr id="4" name="Object 3">
            <a:extLst>
              <a:ext uri="{FF2B5EF4-FFF2-40B4-BE49-F238E27FC236}">
                <a16:creationId xmlns:a16="http://schemas.microsoft.com/office/drawing/2014/main" id="{D1FB71A0-8FE8-4E4D-9FD0-9B4338689F5A}"/>
              </a:ext>
            </a:extLst>
          </p:cNvPr>
          <p:cNvGraphicFramePr>
            <a:graphicFrameLocks noChangeAspect="1"/>
          </p:cNvGraphicFramePr>
          <p:nvPr>
            <p:extLst>
              <p:ext uri="{D42A27DB-BD31-4B8C-83A1-F6EECF244321}">
                <p14:modId xmlns:p14="http://schemas.microsoft.com/office/powerpoint/2010/main" val="3608355438"/>
              </p:ext>
            </p:extLst>
          </p:nvPr>
        </p:nvGraphicFramePr>
        <p:xfrm>
          <a:off x="1906104" y="4333797"/>
          <a:ext cx="3508779" cy="438033"/>
        </p:xfrm>
        <a:graphic>
          <a:graphicData uri="http://schemas.openxmlformats.org/presentationml/2006/ole">
            <mc:AlternateContent xmlns:mc="http://schemas.openxmlformats.org/markup-compatibility/2006">
              <mc:Choice xmlns:v="urn:schemas-microsoft-com:vml" Requires="v">
                <p:oleObj name="Equation" r:id="rId6" imgW="3047760" imgH="380880" progId="Equation.DSMT4">
                  <p:embed/>
                </p:oleObj>
              </mc:Choice>
              <mc:Fallback>
                <p:oleObj name="Equation" r:id="rId6" imgW="3047760" imgH="380880" progId="Equation.DSMT4">
                  <p:embed/>
                  <p:pic>
                    <p:nvPicPr>
                      <p:cNvPr id="4" name="Object 3">
                        <a:extLst>
                          <a:ext uri="{FF2B5EF4-FFF2-40B4-BE49-F238E27FC236}">
                            <a16:creationId xmlns:a16="http://schemas.microsoft.com/office/drawing/2014/main" id="{D1FB71A0-8FE8-4E4D-9FD0-9B4338689F5A}"/>
                          </a:ext>
                        </a:extLst>
                      </p:cNvPr>
                      <p:cNvPicPr/>
                      <p:nvPr/>
                    </p:nvPicPr>
                    <p:blipFill>
                      <a:blip r:embed="rId7"/>
                      <a:stretch>
                        <a:fillRect/>
                      </a:stretch>
                    </p:blipFill>
                    <p:spPr>
                      <a:xfrm>
                        <a:off x="1906104" y="4333797"/>
                        <a:ext cx="3508779" cy="438033"/>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65EF8A4C-4768-4BDF-86EE-80284371CB61}"/>
              </a:ext>
            </a:extLst>
          </p:cNvPr>
          <p:cNvSpPr>
            <a:spLocks noGrp="1"/>
          </p:cNvSpPr>
          <p:nvPr>
            <p:ph sz="quarter" idx="19"/>
          </p:nvPr>
        </p:nvSpPr>
        <p:spPr>
          <a:xfrm>
            <a:off x="342899" y="4839874"/>
            <a:ext cx="3824529" cy="420941"/>
          </a:xfrm>
        </p:spPr>
        <p:txBody>
          <a:bodyPr tIns="0"/>
          <a:lstStyle/>
          <a:p>
            <a:pPr marL="292608" indent="-292608">
              <a:buFont typeface="Arial" panose="020B0604020202020204" pitchFamily="34" charset="0"/>
              <a:buChar char="•"/>
            </a:pPr>
            <a:r>
              <a:rPr lang="en-IN" sz="2200" dirty="0"/>
              <a:t>The probability of success,</a:t>
            </a:r>
            <a:endParaRPr lang="en-US" sz="2200" dirty="0"/>
          </a:p>
        </p:txBody>
      </p:sp>
      <p:graphicFrame>
        <p:nvGraphicFramePr>
          <p:cNvPr id="18" name="Object 17">
            <a:extLst>
              <a:ext uri="{FF2B5EF4-FFF2-40B4-BE49-F238E27FC236}">
                <a16:creationId xmlns:a16="http://schemas.microsoft.com/office/drawing/2014/main" id="{6ADBE588-3586-4E86-934C-3C22836DC2F8}"/>
              </a:ext>
            </a:extLst>
          </p:cNvPr>
          <p:cNvGraphicFramePr>
            <a:graphicFrameLocks noChangeAspect="1"/>
          </p:cNvGraphicFramePr>
          <p:nvPr>
            <p:extLst>
              <p:ext uri="{D42A27DB-BD31-4B8C-83A1-F6EECF244321}">
                <p14:modId xmlns:p14="http://schemas.microsoft.com/office/powerpoint/2010/main" val="788119442"/>
              </p:ext>
            </p:extLst>
          </p:nvPr>
        </p:nvGraphicFramePr>
        <p:xfrm>
          <a:off x="4167428" y="4903762"/>
          <a:ext cx="342024" cy="293164"/>
        </p:xfrm>
        <a:graphic>
          <a:graphicData uri="http://schemas.openxmlformats.org/presentationml/2006/ole">
            <mc:AlternateContent xmlns:mc="http://schemas.openxmlformats.org/markup-compatibility/2006">
              <mc:Choice xmlns:v="urn:schemas-microsoft-com:vml" Requires="v">
                <p:oleObj name="Equation" r:id="rId8" imgW="266400" imgH="228600" progId="Equation.DSMT4">
                  <p:embed/>
                </p:oleObj>
              </mc:Choice>
              <mc:Fallback>
                <p:oleObj name="Equation" r:id="rId8" imgW="266400" imgH="228600" progId="Equation.DSMT4">
                  <p:embed/>
                  <p:pic>
                    <p:nvPicPr>
                      <p:cNvPr id="0" name=""/>
                      <p:cNvPicPr/>
                      <p:nvPr/>
                    </p:nvPicPr>
                    <p:blipFill>
                      <a:blip r:embed="rId9"/>
                      <a:stretch>
                        <a:fillRect/>
                      </a:stretch>
                    </p:blipFill>
                    <p:spPr>
                      <a:xfrm>
                        <a:off x="4167428" y="4903762"/>
                        <a:ext cx="342024" cy="293164"/>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B3364E73-BD73-47A1-AC03-6A30118CD3F0}"/>
              </a:ext>
            </a:extLst>
          </p:cNvPr>
          <p:cNvSpPr>
            <a:spLocks noGrp="1"/>
          </p:cNvSpPr>
          <p:nvPr>
            <p:ph sz="quarter" idx="18"/>
          </p:nvPr>
        </p:nvSpPr>
        <p:spPr>
          <a:xfrm>
            <a:off x="4515671" y="4785708"/>
            <a:ext cx="4135604" cy="420942"/>
          </a:xfrm>
        </p:spPr>
        <p:txBody>
          <a:bodyPr/>
          <a:lstStyle/>
          <a:p>
            <a:r>
              <a:rPr lang="en-US" sz="2200" dirty="0"/>
              <a:t>remains the same for each trial.</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2851294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a:bodyPr>
          <a:lstStyle/>
          <a:p>
            <a:r>
              <a:rPr lang="en-US" sz="3600" dirty="0"/>
              <a:t>Bernoulli Experiments </a:t>
            </a:r>
            <a:r>
              <a:rPr lang="en-US" sz="1000" b="0" baseline="0" dirty="0"/>
              <a:t>2</a:t>
            </a:r>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594621" y="58343"/>
            <a:ext cx="501445" cy="1230516"/>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899" y="1274111"/>
            <a:ext cx="8251722" cy="1678951"/>
          </a:xfrm>
        </p:spPr>
        <p:txBody>
          <a:bodyPr/>
          <a:lstStyle/>
          <a:p>
            <a:pPr marL="292608" indent="-292608">
              <a:buFont typeface="Arial" panose="020B0604020202020204" pitchFamily="34" charset="0"/>
              <a:buChar char="•"/>
            </a:pPr>
            <a:r>
              <a:rPr lang="en-US" sz="2000" dirty="0"/>
              <a:t>The examples in the table show that a success (</a:t>
            </a:r>
            <a:r>
              <a:rPr lang="en-US" sz="2000" i="1" dirty="0"/>
              <a:t>X </a:t>
            </a:r>
            <a:r>
              <a:rPr lang="en-US" sz="2000" dirty="0"/>
              <a:t>= 1) may in fact represent something undesirable but of main interest. Metallurgists look for signs of metal fatigue. Auditors look for expense voucher errors. Bank loan officers look for loan defaults. A success, then, is merely an event of interest.</a:t>
            </a:r>
          </a:p>
        </p:txBody>
      </p:sp>
      <p:graphicFrame>
        <p:nvGraphicFramePr>
          <p:cNvPr id="23" name="Table 8">
            <a:extLst>
              <a:ext uri="{FF2B5EF4-FFF2-40B4-BE49-F238E27FC236}">
                <a16:creationId xmlns:a16="http://schemas.microsoft.com/office/drawing/2014/main" id="{C1B72C8C-C4D2-451F-9976-8BF1F4705805}"/>
              </a:ext>
            </a:extLst>
          </p:cNvPr>
          <p:cNvGraphicFramePr>
            <a:graphicFrameLocks noGrp="1"/>
          </p:cNvGraphicFramePr>
          <p:nvPr>
            <p:extLst>
              <p:ext uri="{D42A27DB-BD31-4B8C-83A1-F6EECF244321}">
                <p14:modId xmlns:p14="http://schemas.microsoft.com/office/powerpoint/2010/main" val="2483714563"/>
              </p:ext>
            </p:extLst>
          </p:nvPr>
        </p:nvGraphicFramePr>
        <p:xfrm>
          <a:off x="430243" y="3131452"/>
          <a:ext cx="8283514" cy="2651760"/>
        </p:xfrm>
        <a:graphic>
          <a:graphicData uri="http://schemas.openxmlformats.org/drawingml/2006/table">
            <a:tbl>
              <a:tblPr firstRow="1" bandRow="1">
                <a:tableStyleId>{5C22544A-7EE6-4342-B048-85BDC9FD1C3A}</a:tableStyleId>
              </a:tblPr>
              <a:tblGrid>
                <a:gridCol w="2578278">
                  <a:extLst>
                    <a:ext uri="{9D8B030D-6E8A-4147-A177-3AD203B41FA5}">
                      <a16:colId xmlns:a16="http://schemas.microsoft.com/office/drawing/2014/main" val="1437307219"/>
                    </a:ext>
                  </a:extLst>
                </a:gridCol>
                <a:gridCol w="2949382">
                  <a:extLst>
                    <a:ext uri="{9D8B030D-6E8A-4147-A177-3AD203B41FA5}">
                      <a16:colId xmlns:a16="http://schemas.microsoft.com/office/drawing/2014/main" val="2428203548"/>
                    </a:ext>
                  </a:extLst>
                </a:gridCol>
                <a:gridCol w="2755854">
                  <a:extLst>
                    <a:ext uri="{9D8B030D-6E8A-4147-A177-3AD203B41FA5}">
                      <a16:colId xmlns:a16="http://schemas.microsoft.com/office/drawing/2014/main" val="1100358316"/>
                    </a:ext>
                  </a:extLst>
                </a:gridCol>
              </a:tblGrid>
              <a:tr h="130649">
                <a:tc>
                  <a:txBody>
                    <a:bodyPr/>
                    <a:lstStyle/>
                    <a:p>
                      <a:pPr algn="l" fontAlgn="t"/>
                      <a:r>
                        <a:rPr lang="en-US" sz="1600" b="1" i="0" u="none" strike="noStrike" dirty="0">
                          <a:effectLst/>
                          <a:latin typeface="+mn-lt"/>
                        </a:rPr>
                        <a:t>Bernoulli Experiment</a:t>
                      </a:r>
                    </a:p>
                  </a:txBody>
                  <a:tcPr/>
                </a:tc>
                <a:tc>
                  <a:txBody>
                    <a:bodyPr/>
                    <a:lstStyle/>
                    <a:p>
                      <a:pPr algn="l" fontAlgn="t"/>
                      <a:r>
                        <a:rPr lang="en-US" sz="1600" b="1" i="0" u="none" strike="noStrike" dirty="0">
                          <a:effectLst/>
                          <a:latin typeface="+mn-lt"/>
                        </a:rPr>
                        <a:t>Possible Outcomes</a:t>
                      </a:r>
                    </a:p>
                  </a:txBody>
                  <a:tcPr/>
                </a:tc>
                <a:tc>
                  <a:txBody>
                    <a:bodyPr/>
                    <a:lstStyle/>
                    <a:p>
                      <a:pPr algn="l" fontAlgn="t"/>
                      <a:r>
                        <a:rPr lang="en-US" sz="1600" b="1" i="0" u="none" strike="noStrike" dirty="0">
                          <a:effectLst/>
                          <a:latin typeface="+mn-lt"/>
                        </a:rPr>
                        <a:t>Probability of “Success”</a:t>
                      </a:r>
                    </a:p>
                  </a:txBody>
                  <a:tcPr/>
                </a:tc>
                <a:extLst>
                  <a:ext uri="{0D108BD9-81ED-4DB2-BD59-A6C34878D82A}">
                    <a16:rowId xmlns:a16="http://schemas.microsoft.com/office/drawing/2014/main" val="1857259018"/>
                  </a:ext>
                </a:extLst>
              </a:tr>
              <a:tr h="232739">
                <a:tc>
                  <a:txBody>
                    <a:bodyPr/>
                    <a:lstStyle/>
                    <a:p>
                      <a:pPr algn="l" fontAlgn="t"/>
                      <a:r>
                        <a:rPr lang="en-US" sz="1600" b="0" i="0" u="none" strike="noStrike" dirty="0">
                          <a:effectLst/>
                          <a:latin typeface="+mn-lt"/>
                        </a:rPr>
                        <a:t>Flip a coin</a:t>
                      </a:r>
                    </a:p>
                  </a:txBody>
                  <a:tcPr/>
                </a:tc>
                <a:tc>
                  <a:txBody>
                    <a:bodyPr/>
                    <a:lstStyle/>
                    <a:p>
                      <a:pPr algn="l" fontAlgn="t"/>
                      <a:r>
                        <a:rPr lang="en-US" sz="1600" b="0" i="0" u="none" strike="noStrike" dirty="0">
                          <a:effectLst/>
                          <a:latin typeface="+mn-lt"/>
                        </a:rPr>
                        <a:t>1 = heads.</a:t>
                      </a:r>
                    </a:p>
                    <a:p>
                      <a:pPr algn="l" fontAlgn="t"/>
                      <a:r>
                        <a:rPr lang="en-US" sz="1600" b="0" i="0" u="none" strike="noStrike" dirty="0">
                          <a:effectLst/>
                          <a:latin typeface="+mn-lt"/>
                        </a:rPr>
                        <a:t>0 = tails.</a:t>
                      </a:r>
                    </a:p>
                  </a:txBody>
                  <a:tcPr/>
                </a:tc>
                <a:tc>
                  <a:txBody>
                    <a:bodyPr/>
                    <a:lstStyle/>
                    <a:p>
                      <a:pPr algn="l" fontAlgn="t"/>
                      <a:r>
                        <a:rPr lang="el-GR" sz="1600" b="0" i="1" u="none" strike="noStrike" dirty="0">
                          <a:effectLst/>
                          <a:latin typeface="+mn-lt"/>
                        </a:rPr>
                        <a:t>π</a:t>
                      </a:r>
                      <a:r>
                        <a:rPr lang="en-US" sz="1600" b="0" i="0" u="none" strike="noStrike" dirty="0">
                          <a:effectLst/>
                          <a:latin typeface="+mn-lt"/>
                        </a:rPr>
                        <a:t> = .50</a:t>
                      </a:r>
                    </a:p>
                  </a:txBody>
                  <a:tcPr/>
                </a:tc>
                <a:extLst>
                  <a:ext uri="{0D108BD9-81ED-4DB2-BD59-A6C34878D82A}">
                    <a16:rowId xmlns:a16="http://schemas.microsoft.com/office/drawing/2014/main" val="3592454934"/>
                  </a:ext>
                </a:extLst>
              </a:tr>
              <a:tr h="225667">
                <a:tc>
                  <a:txBody>
                    <a:bodyPr/>
                    <a:lstStyle/>
                    <a:p>
                      <a:pPr algn="l" fontAlgn="t"/>
                      <a:r>
                        <a:rPr lang="en-US" sz="1600" b="0" i="0" u="none" strike="noStrike" dirty="0">
                          <a:effectLst/>
                          <a:latin typeface="+mn-lt"/>
                        </a:rPr>
                        <a:t>Inspect a jet turbine blade</a:t>
                      </a:r>
                    </a:p>
                  </a:txBody>
                  <a:tcPr/>
                </a:tc>
                <a:tc>
                  <a:txBody>
                    <a:bodyPr/>
                    <a:lstStyle/>
                    <a:p>
                      <a:pPr algn="l" fontAlgn="t"/>
                      <a:r>
                        <a:rPr lang="en-IN" sz="1600" b="0" i="0" u="none" strike="noStrike" dirty="0">
                          <a:effectLst/>
                          <a:latin typeface="+mn-lt"/>
                        </a:rPr>
                        <a:t>1 = crack found.</a:t>
                      </a:r>
                    </a:p>
                    <a:p>
                      <a:pPr algn="l" fontAlgn="t"/>
                      <a:r>
                        <a:rPr lang="en-IN" sz="1600" b="0" i="0" u="none" strike="noStrike" dirty="0">
                          <a:effectLst/>
                          <a:latin typeface="+mn-lt"/>
                        </a:rPr>
                        <a:t>0 = no crack found.</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l-GR" sz="1600" b="0" i="1" u="none" strike="noStrike" dirty="0">
                          <a:effectLst/>
                          <a:latin typeface="+mn-lt"/>
                        </a:rPr>
                        <a:t>π</a:t>
                      </a:r>
                      <a:r>
                        <a:rPr lang="en-US" sz="1600" b="0" i="0" u="none" strike="noStrike" dirty="0">
                          <a:effectLst/>
                          <a:latin typeface="+mn-lt"/>
                        </a:rPr>
                        <a:t> = .001</a:t>
                      </a:r>
                    </a:p>
                  </a:txBody>
                  <a:tcPr/>
                </a:tc>
                <a:extLst>
                  <a:ext uri="{0D108BD9-81ED-4DB2-BD59-A6C34878D82A}">
                    <a16:rowId xmlns:a16="http://schemas.microsoft.com/office/drawing/2014/main" val="3007738945"/>
                  </a:ext>
                </a:extLst>
              </a:tr>
              <a:tr h="225667">
                <a:tc>
                  <a:txBody>
                    <a:bodyPr/>
                    <a:lstStyle/>
                    <a:p>
                      <a:pPr algn="l" fontAlgn="t"/>
                      <a:r>
                        <a:rPr lang="en-IN" sz="1600" b="0" i="0" u="none" strike="noStrike" dirty="0">
                          <a:effectLst/>
                          <a:latin typeface="+mn-lt"/>
                        </a:rPr>
                        <a:t>Purchase a tank of gas</a:t>
                      </a:r>
                    </a:p>
                  </a:txBody>
                  <a:tcPr/>
                </a:tc>
                <a:tc>
                  <a:txBody>
                    <a:bodyPr/>
                    <a:lstStyle/>
                    <a:p>
                      <a:pPr algn="l" fontAlgn="t"/>
                      <a:r>
                        <a:rPr lang="en-IN" sz="1600" b="0" i="0" u="none" strike="noStrike" dirty="0">
                          <a:effectLst/>
                          <a:latin typeface="+mn-lt"/>
                        </a:rPr>
                        <a:t>1 = pay by credit card.</a:t>
                      </a:r>
                    </a:p>
                    <a:p>
                      <a:pPr algn="l" fontAlgn="t"/>
                      <a:r>
                        <a:rPr lang="en-IN" sz="1600" b="0" i="0" u="none" strike="noStrike" dirty="0">
                          <a:effectLst/>
                          <a:latin typeface="+mn-lt"/>
                        </a:rPr>
                        <a:t>0 = do not pay by credit card.</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l-GR" sz="1600" b="0" i="1" u="none" strike="noStrike" dirty="0">
                          <a:effectLst/>
                          <a:latin typeface="+mn-lt"/>
                        </a:rPr>
                        <a:t>π</a:t>
                      </a:r>
                      <a:r>
                        <a:rPr lang="en-US" sz="1600" b="0" i="0" u="none" strike="noStrike" dirty="0">
                          <a:effectLst/>
                          <a:latin typeface="+mn-lt"/>
                        </a:rPr>
                        <a:t> = .78</a:t>
                      </a:r>
                    </a:p>
                  </a:txBody>
                  <a:tcPr/>
                </a:tc>
                <a:extLst>
                  <a:ext uri="{0D108BD9-81ED-4DB2-BD59-A6C34878D82A}">
                    <a16:rowId xmlns:a16="http://schemas.microsoft.com/office/drawing/2014/main" val="1852680604"/>
                  </a:ext>
                </a:extLst>
              </a:tr>
              <a:tr h="254399">
                <a:tc>
                  <a:txBody>
                    <a:bodyPr/>
                    <a:lstStyle/>
                    <a:p>
                      <a:pPr algn="l" fontAlgn="t"/>
                      <a:r>
                        <a:rPr lang="en-US" sz="1600" b="0" i="0" u="none" strike="noStrike" dirty="0">
                          <a:effectLst/>
                          <a:latin typeface="+mn-lt"/>
                        </a:rPr>
                        <a:t>Do a mammogram test</a:t>
                      </a:r>
                    </a:p>
                  </a:txBody>
                  <a:tcPr/>
                </a:tc>
                <a:tc>
                  <a:txBody>
                    <a:bodyPr/>
                    <a:lstStyle/>
                    <a:p>
                      <a:pPr algn="l" fontAlgn="t"/>
                      <a:r>
                        <a:rPr lang="en-IN" sz="1600" b="0" i="0" u="none" strike="noStrike" dirty="0">
                          <a:effectLst/>
                          <a:latin typeface="+mn-lt"/>
                        </a:rPr>
                        <a:t>1 = positive test.</a:t>
                      </a:r>
                    </a:p>
                    <a:p>
                      <a:pPr algn="l" fontAlgn="t"/>
                      <a:r>
                        <a:rPr lang="en-IN" sz="1600" b="0" i="0" u="none" strike="noStrike" dirty="0">
                          <a:effectLst/>
                          <a:latin typeface="+mn-lt"/>
                        </a:rPr>
                        <a:t>0 = negative test.</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l-GR" sz="1600" b="0" i="1" u="none" strike="noStrike" dirty="0">
                          <a:effectLst/>
                          <a:latin typeface="+mn-lt"/>
                        </a:rPr>
                        <a:t>π</a:t>
                      </a:r>
                      <a:r>
                        <a:rPr lang="en-US" sz="1600" b="0" i="0" u="none" strike="noStrike" dirty="0">
                          <a:effectLst/>
                          <a:latin typeface="+mn-lt"/>
                        </a:rPr>
                        <a:t> = .0004</a:t>
                      </a:r>
                    </a:p>
                  </a:txBody>
                  <a:tcPr/>
                </a:tc>
                <a:extLst>
                  <a:ext uri="{0D108BD9-81ED-4DB2-BD59-A6C34878D82A}">
                    <a16:rowId xmlns:a16="http://schemas.microsoft.com/office/drawing/2014/main" val="1251775119"/>
                  </a:ext>
                </a:extLst>
              </a:tr>
            </a:tbl>
          </a:graphicData>
        </a:graphic>
      </p:graphicFrame>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21</a:t>
            </a:fld>
            <a:endParaRPr lang="en-US"/>
          </a:p>
        </p:txBody>
      </p:sp>
    </p:spTree>
    <p:extLst>
      <p:ext uri="{BB962C8B-B14F-4D97-AF65-F5344CB8AC3E}">
        <p14:creationId xmlns:p14="http://schemas.microsoft.com/office/powerpoint/2010/main" val="1501434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Binomial Distributions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6.4</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1"/>
            <a:ext cx="7898634" cy="3381000"/>
          </a:xfrm>
        </p:spPr>
        <p:txBody>
          <a:bodyPr/>
          <a:lstStyle/>
          <a:p>
            <a:pPr marL="292608" indent="-292608">
              <a:buFont typeface="Arial" panose="020B0604020202020204" pitchFamily="34" charset="0"/>
              <a:buChar char="•"/>
            </a:pPr>
            <a:r>
              <a:rPr lang="en-US" dirty="0"/>
              <a:t>The </a:t>
            </a:r>
            <a:r>
              <a:rPr lang="en-US" b="1" dirty="0"/>
              <a:t>binomial distribution </a:t>
            </a:r>
            <a:r>
              <a:rPr lang="en-US" dirty="0"/>
              <a:t>arises when a Bernoulli experiment is repeated </a:t>
            </a:r>
            <a:r>
              <a:rPr lang="en-US" i="1" dirty="0"/>
              <a:t>n </a:t>
            </a:r>
            <a:r>
              <a:rPr lang="en-US" dirty="0"/>
              <a:t>times.</a:t>
            </a:r>
          </a:p>
          <a:p>
            <a:pPr marL="292608" indent="-292608">
              <a:buFont typeface="Arial" panose="020B0604020202020204" pitchFamily="34" charset="0"/>
              <a:buChar char="•"/>
            </a:pPr>
            <a:r>
              <a:rPr lang="en-US" dirty="0"/>
              <a:t>Each trial is independent so that the probability of success </a:t>
            </a:r>
            <a:r>
              <a:rPr lang="el-GR" i="1" dirty="0"/>
              <a:t>π</a:t>
            </a:r>
            <a:r>
              <a:rPr lang="en-US" i="1" dirty="0"/>
              <a:t> </a:t>
            </a:r>
            <a:r>
              <a:rPr lang="en-US" dirty="0"/>
              <a:t>remains constant on each trial.</a:t>
            </a:r>
          </a:p>
          <a:p>
            <a:pPr marL="292608" indent="-292608">
              <a:buFont typeface="Arial" panose="020B0604020202020204" pitchFamily="34" charset="0"/>
              <a:buChar char="•"/>
            </a:pPr>
            <a:r>
              <a:rPr lang="en-US" dirty="0"/>
              <a:t>In a binomial experiment, we are interested in </a:t>
            </a:r>
            <a:r>
              <a:rPr lang="en-US" i="1" dirty="0"/>
              <a:t>X </a:t>
            </a:r>
            <a:r>
              <a:rPr lang="en-US" dirty="0"/>
              <a:t>= the number of successes in </a:t>
            </a:r>
            <a:r>
              <a:rPr lang="en-US" i="1" dirty="0"/>
              <a:t>n </a:t>
            </a:r>
            <a:r>
              <a:rPr lang="en-US" dirty="0"/>
              <a:t>trials, so the binomial random variable </a:t>
            </a:r>
            <a:r>
              <a:rPr lang="en-US" i="1" dirty="0"/>
              <a:t>X </a:t>
            </a:r>
            <a:r>
              <a:rPr lang="en-US" dirty="0"/>
              <a:t>is the sum of </a:t>
            </a:r>
            <a:r>
              <a:rPr lang="en-US" i="1" dirty="0"/>
              <a:t>n </a:t>
            </a:r>
            <a:r>
              <a:rPr lang="en-US" dirty="0"/>
              <a:t>independent Bernoulli random variables:</a:t>
            </a:r>
          </a:p>
        </p:txBody>
      </p:sp>
      <p:graphicFrame>
        <p:nvGraphicFramePr>
          <p:cNvPr id="24" name="Object 23">
            <a:extLst>
              <a:ext uri="{FF2B5EF4-FFF2-40B4-BE49-F238E27FC236}">
                <a16:creationId xmlns:a16="http://schemas.microsoft.com/office/drawing/2014/main" id="{A74A1DBB-93FB-4B11-921D-AD6AA277CCE6}"/>
              </a:ext>
            </a:extLst>
          </p:cNvPr>
          <p:cNvGraphicFramePr>
            <a:graphicFrameLocks noChangeAspect="1"/>
          </p:cNvGraphicFramePr>
          <p:nvPr>
            <p:extLst>
              <p:ext uri="{D42A27DB-BD31-4B8C-83A1-F6EECF244321}">
                <p14:modId xmlns:p14="http://schemas.microsoft.com/office/powerpoint/2010/main" val="3156445707"/>
              </p:ext>
            </p:extLst>
          </p:nvPr>
        </p:nvGraphicFramePr>
        <p:xfrm>
          <a:off x="2910298" y="4826549"/>
          <a:ext cx="2763837" cy="400050"/>
        </p:xfrm>
        <a:graphic>
          <a:graphicData uri="http://schemas.openxmlformats.org/presentationml/2006/ole">
            <mc:AlternateContent xmlns:mc="http://schemas.openxmlformats.org/markup-compatibility/2006">
              <mc:Choice xmlns:v="urn:schemas-microsoft-com:vml" Requires="v">
                <p:oleObj name="Equation" r:id="rId2" imgW="2286000" imgH="330120" progId="Equation.DSMT4">
                  <p:embed/>
                </p:oleObj>
              </mc:Choice>
              <mc:Fallback>
                <p:oleObj name="Equation" r:id="rId2" imgW="2286000" imgH="330120" progId="Equation.DSMT4">
                  <p:embed/>
                  <p:pic>
                    <p:nvPicPr>
                      <p:cNvPr id="0" name=""/>
                      <p:cNvPicPr/>
                      <p:nvPr/>
                    </p:nvPicPr>
                    <p:blipFill>
                      <a:blip r:embed="rId3"/>
                      <a:stretch>
                        <a:fillRect/>
                      </a:stretch>
                    </p:blipFill>
                    <p:spPr>
                      <a:xfrm>
                        <a:off x="2910298" y="4826549"/>
                        <a:ext cx="2763837" cy="400050"/>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342899" y="5403787"/>
            <a:ext cx="7392025" cy="403664"/>
          </a:xfrm>
        </p:spPr>
        <p:txBody>
          <a:bodyPr lIns="91440" tIns="0" rIns="0"/>
          <a:lstStyle/>
          <a:p>
            <a:pPr marL="292608" indent="-292608">
              <a:buFont typeface="Arial" panose="020B0604020202020204" pitchFamily="34" charset="0"/>
              <a:buChar char="•"/>
            </a:pPr>
            <a:r>
              <a:rPr lang="en-IN" dirty="0"/>
              <a:t>The probability of a particular number of successes</a:t>
            </a:r>
            <a:endParaRPr lang="en-US" dirty="0"/>
          </a:p>
        </p:txBody>
      </p:sp>
      <p:graphicFrame>
        <p:nvGraphicFramePr>
          <p:cNvPr id="9" name="Object 8">
            <a:extLst>
              <a:ext uri="{FF2B5EF4-FFF2-40B4-BE49-F238E27FC236}">
                <a16:creationId xmlns:a16="http://schemas.microsoft.com/office/drawing/2014/main" id="{D4D5747A-58A8-4D1B-9C07-80355F2BD090}"/>
              </a:ext>
            </a:extLst>
          </p:cNvPr>
          <p:cNvGraphicFramePr>
            <a:graphicFrameLocks noChangeAspect="1"/>
          </p:cNvGraphicFramePr>
          <p:nvPr>
            <p:extLst>
              <p:ext uri="{D42A27DB-BD31-4B8C-83A1-F6EECF244321}">
                <p14:modId xmlns:p14="http://schemas.microsoft.com/office/powerpoint/2010/main" val="3041792891"/>
              </p:ext>
            </p:extLst>
          </p:nvPr>
        </p:nvGraphicFramePr>
        <p:xfrm>
          <a:off x="7761864" y="5390709"/>
          <a:ext cx="726440" cy="419100"/>
        </p:xfrm>
        <a:graphic>
          <a:graphicData uri="http://schemas.openxmlformats.org/presentationml/2006/ole">
            <mc:AlternateContent xmlns:mc="http://schemas.openxmlformats.org/markup-compatibility/2006">
              <mc:Choice xmlns:v="urn:schemas-microsoft-com:vml" Requires="v">
                <p:oleObj name="Equation" r:id="rId4" imgW="660240" imgH="380880" progId="Equation.DSMT4">
                  <p:embed/>
                </p:oleObj>
              </mc:Choice>
              <mc:Fallback>
                <p:oleObj name="Equation" r:id="rId4" imgW="660240" imgH="380880" progId="Equation.DSMT4">
                  <p:embed/>
                  <p:pic>
                    <p:nvPicPr>
                      <p:cNvPr id="0" name=""/>
                      <p:cNvPicPr/>
                      <p:nvPr/>
                    </p:nvPicPr>
                    <p:blipFill>
                      <a:blip r:embed="rId5"/>
                      <a:stretch>
                        <a:fillRect/>
                      </a:stretch>
                    </p:blipFill>
                    <p:spPr>
                      <a:xfrm>
                        <a:off x="7761864" y="5390709"/>
                        <a:ext cx="726440" cy="419100"/>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65EF8A4C-4768-4BDF-86EE-80284371CB61}"/>
              </a:ext>
            </a:extLst>
          </p:cNvPr>
          <p:cNvSpPr>
            <a:spLocks noGrp="1"/>
          </p:cNvSpPr>
          <p:nvPr>
            <p:ph sz="quarter" idx="19"/>
          </p:nvPr>
        </p:nvSpPr>
        <p:spPr>
          <a:xfrm>
            <a:off x="333744" y="5875978"/>
            <a:ext cx="5936427" cy="410915"/>
          </a:xfrm>
        </p:spPr>
        <p:txBody>
          <a:bodyPr lIns="91440" tIns="0"/>
          <a:lstStyle/>
          <a:p>
            <a:pPr marL="292608"/>
            <a:r>
              <a:rPr lang="en-US" dirty="0"/>
              <a:t>is determined by parameters </a:t>
            </a:r>
            <a:r>
              <a:rPr lang="en-US" i="1" dirty="0"/>
              <a:t>n</a:t>
            </a:r>
            <a:r>
              <a:rPr lang="en-US" dirty="0"/>
              <a:t> and </a:t>
            </a:r>
            <a:r>
              <a:rPr lang="el-GR" i="1" dirty="0"/>
              <a:t>π</a:t>
            </a:r>
            <a:r>
              <a:rPr lang="en-US" i="1" dirty="0"/>
              <a:t>.</a:t>
            </a:r>
            <a:endParaRPr lang="en-US" dirty="0"/>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3602737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Autofit/>
          </a:bodyPr>
          <a:lstStyle/>
          <a:p>
            <a:r>
              <a:rPr lang="en-US" sz="3200" dirty="0"/>
              <a:t>Characteristics of the Binomial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6.4</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595347947"/>
              </p:ext>
            </p:extLst>
          </p:nvPr>
        </p:nvGraphicFramePr>
        <p:xfrm>
          <a:off x="1169233" y="1397000"/>
          <a:ext cx="6436693" cy="5105400"/>
        </p:xfrm>
        <a:graphic>
          <a:graphicData uri="http://schemas.openxmlformats.org/drawingml/2006/table">
            <a:tbl>
              <a:tblPr firstRow="1" bandRow="1">
                <a:tableStyleId>{5C22544A-7EE6-4342-B048-85BDC9FD1C3A}</a:tableStyleId>
              </a:tblPr>
              <a:tblGrid>
                <a:gridCol w="2189480">
                  <a:extLst>
                    <a:ext uri="{9D8B030D-6E8A-4147-A177-3AD203B41FA5}">
                      <a16:colId xmlns:a16="http://schemas.microsoft.com/office/drawing/2014/main" val="577382237"/>
                    </a:ext>
                  </a:extLst>
                </a:gridCol>
                <a:gridCol w="4247213">
                  <a:extLst>
                    <a:ext uri="{9D8B030D-6E8A-4147-A177-3AD203B41FA5}">
                      <a16:colId xmlns:a16="http://schemas.microsoft.com/office/drawing/2014/main" val="1076989983"/>
                    </a:ext>
                  </a:extLst>
                </a:gridCol>
              </a:tblGrid>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484453"/>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3719792"/>
                  </a:ext>
                </a:extLst>
              </a:tr>
              <a:tr h="709451">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3920351"/>
                  </a:ext>
                </a:extLst>
              </a:tr>
              <a:tr h="359764">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51121"/>
                  </a:ext>
                </a:extLst>
              </a:tr>
              <a:tr h="413729">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858547"/>
                  </a:ext>
                </a:extLst>
              </a:tr>
              <a:tr h="449705">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837222"/>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586626"/>
                  </a:ext>
                </a:extLst>
              </a:tr>
              <a:tr h="663481">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135061"/>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3692399"/>
                  </a:ext>
                </a:extLst>
              </a:tr>
              <a:tr h="750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3213687"/>
                  </a:ext>
                </a:extLst>
              </a:tr>
            </a:tbl>
          </a:graphicData>
        </a:graphic>
      </p:graphicFrame>
      <p:graphicFrame>
        <p:nvGraphicFramePr>
          <p:cNvPr id="8" name="Object 7">
            <a:extLst>
              <a:ext uri="{FF2B5EF4-FFF2-40B4-BE49-F238E27FC236}">
                <a16:creationId xmlns:a16="http://schemas.microsoft.com/office/drawing/2014/main" id="{6351B961-41F0-4B53-BA55-E955C1FE9EA5}"/>
              </a:ext>
            </a:extLst>
          </p:cNvPr>
          <p:cNvGraphicFramePr>
            <a:graphicFrameLocks noChangeAspect="1"/>
          </p:cNvGraphicFramePr>
          <p:nvPr>
            <p:extLst>
              <p:ext uri="{D42A27DB-BD31-4B8C-83A1-F6EECF244321}">
                <p14:modId xmlns:p14="http://schemas.microsoft.com/office/powerpoint/2010/main" val="3657994988"/>
              </p:ext>
            </p:extLst>
          </p:nvPr>
        </p:nvGraphicFramePr>
        <p:xfrm>
          <a:off x="1212414" y="1492886"/>
          <a:ext cx="1285240" cy="265430"/>
        </p:xfrm>
        <a:graphic>
          <a:graphicData uri="http://schemas.openxmlformats.org/presentationml/2006/ole">
            <mc:AlternateContent xmlns:mc="http://schemas.openxmlformats.org/markup-compatibility/2006">
              <mc:Choice xmlns:v="urn:schemas-microsoft-com:vml" Requires="v">
                <p:oleObj name="Equation" r:id="rId2" imgW="1168200" imgH="241200" progId="Equation.DSMT4">
                  <p:embed/>
                </p:oleObj>
              </mc:Choice>
              <mc:Fallback>
                <p:oleObj name="Equation" r:id="rId2" imgW="1168200" imgH="241200" progId="Equation.DSMT4">
                  <p:embed/>
                  <p:pic>
                    <p:nvPicPr>
                      <p:cNvPr id="0" name=""/>
                      <p:cNvPicPr/>
                      <p:nvPr/>
                    </p:nvPicPr>
                    <p:blipFill>
                      <a:blip r:embed="rId3"/>
                      <a:stretch>
                        <a:fillRect/>
                      </a:stretch>
                    </p:blipFill>
                    <p:spPr>
                      <a:xfrm>
                        <a:off x="1212414" y="1492886"/>
                        <a:ext cx="1285240" cy="26543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0AB81078-C511-4CB4-BF6F-0D5254091456}"/>
              </a:ext>
            </a:extLst>
          </p:cNvPr>
          <p:cNvGraphicFramePr>
            <a:graphicFrameLocks noChangeAspect="1"/>
          </p:cNvGraphicFramePr>
          <p:nvPr>
            <p:extLst>
              <p:ext uri="{D42A27DB-BD31-4B8C-83A1-F6EECF244321}">
                <p14:modId xmlns:p14="http://schemas.microsoft.com/office/powerpoint/2010/main" val="2249021567"/>
              </p:ext>
            </p:extLst>
          </p:nvPr>
        </p:nvGraphicFramePr>
        <p:xfrm>
          <a:off x="3525709" y="1441264"/>
          <a:ext cx="2044700" cy="254000"/>
        </p:xfrm>
        <a:graphic>
          <a:graphicData uri="http://schemas.openxmlformats.org/presentationml/2006/ole">
            <mc:AlternateContent xmlns:mc="http://schemas.openxmlformats.org/markup-compatibility/2006">
              <mc:Choice xmlns:v="urn:schemas-microsoft-com:vml" Requires="v">
                <p:oleObj name="Equation" r:id="rId4" imgW="2044440" imgH="253800" progId="Equation.DSMT4">
                  <p:embed/>
                </p:oleObj>
              </mc:Choice>
              <mc:Fallback>
                <p:oleObj name="Equation" r:id="rId4" imgW="2044440" imgH="253800" progId="Equation.DSMT4">
                  <p:embed/>
                  <p:pic>
                    <p:nvPicPr>
                      <p:cNvPr id="0" name=""/>
                      <p:cNvPicPr/>
                      <p:nvPr/>
                    </p:nvPicPr>
                    <p:blipFill>
                      <a:blip r:embed="rId5"/>
                      <a:stretch>
                        <a:fillRect/>
                      </a:stretch>
                    </p:blipFill>
                    <p:spPr>
                      <a:xfrm>
                        <a:off x="3525709" y="1441264"/>
                        <a:ext cx="2044700" cy="2540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26E26F6F-7D79-4519-8CBC-7A3A6D650B8E}"/>
              </a:ext>
            </a:extLst>
          </p:cNvPr>
          <p:cNvGraphicFramePr>
            <a:graphicFrameLocks noChangeAspect="1"/>
          </p:cNvGraphicFramePr>
          <p:nvPr>
            <p:extLst>
              <p:ext uri="{D42A27DB-BD31-4B8C-83A1-F6EECF244321}">
                <p14:modId xmlns:p14="http://schemas.microsoft.com/office/powerpoint/2010/main" val="3654374315"/>
              </p:ext>
            </p:extLst>
          </p:nvPr>
        </p:nvGraphicFramePr>
        <p:xfrm>
          <a:off x="3475661" y="1813555"/>
          <a:ext cx="2427169" cy="278141"/>
        </p:xfrm>
        <a:graphic>
          <a:graphicData uri="http://schemas.openxmlformats.org/presentationml/2006/ole">
            <mc:AlternateContent xmlns:mc="http://schemas.openxmlformats.org/markup-compatibility/2006">
              <mc:Choice xmlns:v="urn:schemas-microsoft-com:vml" Requires="v">
                <p:oleObj name="Equation" r:id="rId6" imgW="2666880" imgH="304560" progId="Equation.DSMT4">
                  <p:embed/>
                </p:oleObj>
              </mc:Choice>
              <mc:Fallback>
                <p:oleObj name="Equation" r:id="rId6" imgW="2666880" imgH="304560" progId="Equation.DSMT4">
                  <p:embed/>
                  <p:pic>
                    <p:nvPicPr>
                      <p:cNvPr id="0" name=""/>
                      <p:cNvPicPr/>
                      <p:nvPr/>
                    </p:nvPicPr>
                    <p:blipFill>
                      <a:blip r:embed="rId7"/>
                      <a:stretch>
                        <a:fillRect/>
                      </a:stretch>
                    </p:blipFill>
                    <p:spPr>
                      <a:xfrm>
                        <a:off x="3475661" y="1813555"/>
                        <a:ext cx="2427169" cy="278141"/>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26F1F06B-F44B-456C-922A-4DDA27B0B4E7}"/>
              </a:ext>
            </a:extLst>
          </p:cNvPr>
          <p:cNvGraphicFramePr>
            <a:graphicFrameLocks noChangeAspect="1"/>
          </p:cNvGraphicFramePr>
          <p:nvPr>
            <p:extLst>
              <p:ext uri="{D42A27DB-BD31-4B8C-83A1-F6EECF244321}">
                <p14:modId xmlns:p14="http://schemas.microsoft.com/office/powerpoint/2010/main" val="3667150050"/>
              </p:ext>
            </p:extLst>
          </p:nvPr>
        </p:nvGraphicFramePr>
        <p:xfrm>
          <a:off x="1254868" y="2183548"/>
          <a:ext cx="508000" cy="228600"/>
        </p:xfrm>
        <a:graphic>
          <a:graphicData uri="http://schemas.openxmlformats.org/presentationml/2006/ole">
            <mc:AlternateContent xmlns:mc="http://schemas.openxmlformats.org/markup-compatibility/2006">
              <mc:Choice xmlns:v="urn:schemas-microsoft-com:vml" Requires="v">
                <p:oleObj name="Equation" r:id="rId8" imgW="507960" imgH="228600" progId="Equation.DSMT4">
                  <p:embed/>
                </p:oleObj>
              </mc:Choice>
              <mc:Fallback>
                <p:oleObj name="Equation" r:id="rId8" imgW="507960" imgH="228600" progId="Equation.DSMT4">
                  <p:embed/>
                  <p:pic>
                    <p:nvPicPr>
                      <p:cNvPr id="0" name=""/>
                      <p:cNvPicPr/>
                      <p:nvPr/>
                    </p:nvPicPr>
                    <p:blipFill>
                      <a:blip r:embed="rId9"/>
                      <a:stretch>
                        <a:fillRect/>
                      </a:stretch>
                    </p:blipFill>
                    <p:spPr>
                      <a:xfrm>
                        <a:off x="1254868" y="2183548"/>
                        <a:ext cx="508000" cy="2286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758CD8D-86D9-46F1-B409-B073594B2A50}"/>
              </a:ext>
            </a:extLst>
          </p:cNvPr>
          <p:cNvGraphicFramePr>
            <a:graphicFrameLocks noChangeAspect="1"/>
          </p:cNvGraphicFramePr>
          <p:nvPr>
            <p:extLst>
              <p:ext uri="{D42A27DB-BD31-4B8C-83A1-F6EECF244321}">
                <p14:modId xmlns:p14="http://schemas.microsoft.com/office/powerpoint/2010/main" val="3197564644"/>
              </p:ext>
            </p:extLst>
          </p:nvPr>
        </p:nvGraphicFramePr>
        <p:xfrm>
          <a:off x="3476625" y="2144713"/>
          <a:ext cx="2728913" cy="534987"/>
        </p:xfrm>
        <a:graphic>
          <a:graphicData uri="http://schemas.openxmlformats.org/presentationml/2006/ole">
            <mc:AlternateContent xmlns:mc="http://schemas.openxmlformats.org/markup-compatibility/2006">
              <mc:Choice xmlns:v="urn:schemas-microsoft-com:vml" Requires="v">
                <p:oleObj name="Equation" r:id="rId10" imgW="3632040" imgH="711000" progId="Equation.DSMT4">
                  <p:embed/>
                </p:oleObj>
              </mc:Choice>
              <mc:Fallback>
                <p:oleObj name="Equation" r:id="rId10" imgW="3632040" imgH="711000" progId="Equation.DSMT4">
                  <p:embed/>
                  <p:pic>
                    <p:nvPicPr>
                      <p:cNvPr id="7" name="Object 6">
                        <a:extLst>
                          <a:ext uri="{FF2B5EF4-FFF2-40B4-BE49-F238E27FC236}">
                            <a16:creationId xmlns:a16="http://schemas.microsoft.com/office/drawing/2014/main" id="{D758CD8D-86D9-46F1-B409-B073594B2A50}"/>
                          </a:ext>
                        </a:extLst>
                      </p:cNvPr>
                      <p:cNvPicPr/>
                      <p:nvPr/>
                    </p:nvPicPr>
                    <p:blipFill>
                      <a:blip r:embed="rId11"/>
                      <a:stretch>
                        <a:fillRect/>
                      </a:stretch>
                    </p:blipFill>
                    <p:spPr>
                      <a:xfrm>
                        <a:off x="3476625" y="2144713"/>
                        <a:ext cx="2728913" cy="53498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EB40E6F6-FC4A-4F81-A319-59008A4FB23E}"/>
              </a:ext>
            </a:extLst>
          </p:cNvPr>
          <p:cNvGraphicFramePr>
            <a:graphicFrameLocks noChangeAspect="1"/>
          </p:cNvGraphicFramePr>
          <p:nvPr>
            <p:extLst>
              <p:ext uri="{D42A27DB-BD31-4B8C-83A1-F6EECF244321}">
                <p14:modId xmlns:p14="http://schemas.microsoft.com/office/powerpoint/2010/main" val="1233871929"/>
              </p:ext>
            </p:extLst>
          </p:nvPr>
        </p:nvGraphicFramePr>
        <p:xfrm>
          <a:off x="1254868" y="2826490"/>
          <a:ext cx="1257300" cy="254000"/>
        </p:xfrm>
        <a:graphic>
          <a:graphicData uri="http://schemas.openxmlformats.org/presentationml/2006/ole">
            <mc:AlternateContent xmlns:mc="http://schemas.openxmlformats.org/markup-compatibility/2006">
              <mc:Choice xmlns:v="urn:schemas-microsoft-com:vml" Requires="v">
                <p:oleObj name="Equation" r:id="rId12" imgW="1257120" imgH="253800" progId="Equation.DSMT4">
                  <p:embed/>
                </p:oleObj>
              </mc:Choice>
              <mc:Fallback>
                <p:oleObj name="Equation" r:id="rId12" imgW="1257120" imgH="253800" progId="Equation.DSMT4">
                  <p:embed/>
                  <p:pic>
                    <p:nvPicPr>
                      <p:cNvPr id="0" name=""/>
                      <p:cNvPicPr/>
                      <p:nvPr/>
                    </p:nvPicPr>
                    <p:blipFill>
                      <a:blip r:embed="rId13"/>
                      <a:stretch>
                        <a:fillRect/>
                      </a:stretch>
                    </p:blipFill>
                    <p:spPr>
                      <a:xfrm>
                        <a:off x="1254868" y="2826490"/>
                        <a:ext cx="1257300" cy="2540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A26C41BA-A3D3-45D3-BD35-E5F3EC6CD271}"/>
              </a:ext>
            </a:extLst>
          </p:cNvPr>
          <p:cNvGraphicFramePr>
            <a:graphicFrameLocks noChangeAspect="1"/>
          </p:cNvGraphicFramePr>
          <p:nvPr>
            <p:extLst>
              <p:ext uri="{D42A27DB-BD31-4B8C-83A1-F6EECF244321}">
                <p14:modId xmlns:p14="http://schemas.microsoft.com/office/powerpoint/2010/main" val="3821003077"/>
              </p:ext>
            </p:extLst>
          </p:nvPr>
        </p:nvGraphicFramePr>
        <p:xfrm>
          <a:off x="3462338" y="2814638"/>
          <a:ext cx="2687637" cy="277812"/>
        </p:xfrm>
        <a:graphic>
          <a:graphicData uri="http://schemas.openxmlformats.org/presentationml/2006/ole">
            <mc:AlternateContent xmlns:mc="http://schemas.openxmlformats.org/markup-compatibility/2006">
              <mc:Choice xmlns:v="urn:schemas-microsoft-com:vml" Requires="v">
                <p:oleObj name="Equation" r:id="rId14" imgW="2958840" imgH="304560" progId="Equation.DSMT4">
                  <p:embed/>
                </p:oleObj>
              </mc:Choice>
              <mc:Fallback>
                <p:oleObj name="Equation" r:id="rId14" imgW="2958840" imgH="304560" progId="Equation.DSMT4">
                  <p:embed/>
                  <p:pic>
                    <p:nvPicPr>
                      <p:cNvPr id="0" name=""/>
                      <p:cNvPicPr/>
                      <p:nvPr/>
                    </p:nvPicPr>
                    <p:blipFill>
                      <a:blip r:embed="rId15"/>
                      <a:stretch>
                        <a:fillRect/>
                      </a:stretch>
                    </p:blipFill>
                    <p:spPr>
                      <a:xfrm>
                        <a:off x="3462338" y="2814638"/>
                        <a:ext cx="2687637" cy="277812"/>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A6FFE606-FA96-49E2-8DFB-54BA681FC189}"/>
              </a:ext>
            </a:extLst>
          </p:cNvPr>
          <p:cNvGraphicFramePr>
            <a:graphicFrameLocks noChangeAspect="1"/>
          </p:cNvGraphicFramePr>
          <p:nvPr>
            <p:extLst>
              <p:ext uri="{D42A27DB-BD31-4B8C-83A1-F6EECF244321}">
                <p14:modId xmlns:p14="http://schemas.microsoft.com/office/powerpoint/2010/main" val="1918879685"/>
              </p:ext>
            </p:extLst>
          </p:nvPr>
        </p:nvGraphicFramePr>
        <p:xfrm>
          <a:off x="1244534" y="3249193"/>
          <a:ext cx="1295400" cy="254000"/>
        </p:xfrm>
        <a:graphic>
          <a:graphicData uri="http://schemas.openxmlformats.org/presentationml/2006/ole">
            <mc:AlternateContent xmlns:mc="http://schemas.openxmlformats.org/markup-compatibility/2006">
              <mc:Choice xmlns:v="urn:schemas-microsoft-com:vml" Requires="v">
                <p:oleObj name="Equation" r:id="rId16" imgW="1295280" imgH="253800" progId="Equation.DSMT4">
                  <p:embed/>
                </p:oleObj>
              </mc:Choice>
              <mc:Fallback>
                <p:oleObj name="Equation" r:id="rId16" imgW="1295280" imgH="253800" progId="Equation.DSMT4">
                  <p:embed/>
                  <p:pic>
                    <p:nvPicPr>
                      <p:cNvPr id="0" name=""/>
                      <p:cNvPicPr/>
                      <p:nvPr/>
                    </p:nvPicPr>
                    <p:blipFill>
                      <a:blip r:embed="rId17"/>
                      <a:stretch>
                        <a:fillRect/>
                      </a:stretch>
                    </p:blipFill>
                    <p:spPr>
                      <a:xfrm>
                        <a:off x="1244534" y="3249193"/>
                        <a:ext cx="1295400" cy="254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DEC4CD9-9746-4082-BC36-2A830F6EB5DA}"/>
              </a:ext>
            </a:extLst>
          </p:cNvPr>
          <p:cNvGraphicFramePr>
            <a:graphicFrameLocks noChangeAspect="1"/>
          </p:cNvGraphicFramePr>
          <p:nvPr>
            <p:extLst>
              <p:ext uri="{D42A27DB-BD31-4B8C-83A1-F6EECF244321}">
                <p14:modId xmlns:p14="http://schemas.microsoft.com/office/powerpoint/2010/main" val="2370649424"/>
              </p:ext>
            </p:extLst>
          </p:nvPr>
        </p:nvGraphicFramePr>
        <p:xfrm>
          <a:off x="3471109" y="3205163"/>
          <a:ext cx="2646362" cy="277812"/>
        </p:xfrm>
        <a:graphic>
          <a:graphicData uri="http://schemas.openxmlformats.org/presentationml/2006/ole">
            <mc:AlternateContent xmlns:mc="http://schemas.openxmlformats.org/markup-compatibility/2006">
              <mc:Choice xmlns:v="urn:schemas-microsoft-com:vml" Requires="v">
                <p:oleObj name="Equation" r:id="rId18" imgW="2908080" imgH="304560" progId="Equation.DSMT4">
                  <p:embed/>
                </p:oleObj>
              </mc:Choice>
              <mc:Fallback>
                <p:oleObj name="Equation" r:id="rId18" imgW="2908080" imgH="304560" progId="Equation.DSMT4">
                  <p:embed/>
                  <p:pic>
                    <p:nvPicPr>
                      <p:cNvPr id="0" name=""/>
                      <p:cNvPicPr/>
                      <p:nvPr/>
                    </p:nvPicPr>
                    <p:blipFill>
                      <a:blip r:embed="rId19"/>
                      <a:stretch>
                        <a:fillRect/>
                      </a:stretch>
                    </p:blipFill>
                    <p:spPr>
                      <a:xfrm>
                        <a:off x="3471109" y="3205163"/>
                        <a:ext cx="2646362" cy="27781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DCC4CD58-E290-4FD0-896D-253359F22556}"/>
              </a:ext>
            </a:extLst>
          </p:cNvPr>
          <p:cNvGraphicFramePr>
            <a:graphicFrameLocks noChangeAspect="1"/>
          </p:cNvGraphicFramePr>
          <p:nvPr>
            <p:extLst>
              <p:ext uri="{D42A27DB-BD31-4B8C-83A1-F6EECF244321}">
                <p14:modId xmlns:p14="http://schemas.microsoft.com/office/powerpoint/2010/main" val="2254286790"/>
              </p:ext>
            </p:extLst>
          </p:nvPr>
        </p:nvGraphicFramePr>
        <p:xfrm>
          <a:off x="1244534" y="3702411"/>
          <a:ext cx="863600" cy="254000"/>
        </p:xfrm>
        <a:graphic>
          <a:graphicData uri="http://schemas.openxmlformats.org/presentationml/2006/ole">
            <mc:AlternateContent xmlns:mc="http://schemas.openxmlformats.org/markup-compatibility/2006">
              <mc:Choice xmlns:v="urn:schemas-microsoft-com:vml" Requires="v">
                <p:oleObj name="Equation" r:id="rId20" imgW="863280" imgH="253800" progId="Equation.DSMT4">
                  <p:embed/>
                </p:oleObj>
              </mc:Choice>
              <mc:Fallback>
                <p:oleObj name="Equation" r:id="rId20" imgW="863280" imgH="253800" progId="Equation.DSMT4">
                  <p:embed/>
                  <p:pic>
                    <p:nvPicPr>
                      <p:cNvPr id="0" name=""/>
                      <p:cNvPicPr/>
                      <p:nvPr/>
                    </p:nvPicPr>
                    <p:blipFill>
                      <a:blip r:embed="rId21"/>
                      <a:stretch>
                        <a:fillRect/>
                      </a:stretch>
                    </p:blipFill>
                    <p:spPr>
                      <a:xfrm>
                        <a:off x="1244534" y="3702411"/>
                        <a:ext cx="863600" cy="254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3E6E32EA-97BB-4685-8551-D199153E146E}"/>
              </a:ext>
            </a:extLst>
          </p:cNvPr>
          <p:cNvGraphicFramePr>
            <a:graphicFrameLocks noChangeAspect="1"/>
          </p:cNvGraphicFramePr>
          <p:nvPr>
            <p:extLst>
              <p:ext uri="{D42A27DB-BD31-4B8C-83A1-F6EECF244321}">
                <p14:modId xmlns:p14="http://schemas.microsoft.com/office/powerpoint/2010/main" val="2210959599"/>
              </p:ext>
            </p:extLst>
          </p:nvPr>
        </p:nvGraphicFramePr>
        <p:xfrm>
          <a:off x="3479215" y="3698478"/>
          <a:ext cx="1587500" cy="279400"/>
        </p:xfrm>
        <a:graphic>
          <a:graphicData uri="http://schemas.openxmlformats.org/presentationml/2006/ole">
            <mc:AlternateContent xmlns:mc="http://schemas.openxmlformats.org/markup-compatibility/2006">
              <mc:Choice xmlns:v="urn:schemas-microsoft-com:vml" Requires="v">
                <p:oleObj name="Equation" r:id="rId22" imgW="1587240" imgH="279360" progId="Equation.DSMT4">
                  <p:embed/>
                </p:oleObj>
              </mc:Choice>
              <mc:Fallback>
                <p:oleObj name="Equation" r:id="rId22" imgW="1587240" imgH="279360" progId="Equation.DSMT4">
                  <p:embed/>
                  <p:pic>
                    <p:nvPicPr>
                      <p:cNvPr id="0" name=""/>
                      <p:cNvPicPr/>
                      <p:nvPr/>
                    </p:nvPicPr>
                    <p:blipFill>
                      <a:blip r:embed="rId23"/>
                      <a:stretch>
                        <a:fillRect/>
                      </a:stretch>
                    </p:blipFill>
                    <p:spPr>
                      <a:xfrm>
                        <a:off x="3479215" y="3698478"/>
                        <a:ext cx="1587500" cy="2794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7A184274-9034-4037-A59D-28AA25D553B2}"/>
              </a:ext>
            </a:extLst>
          </p:cNvPr>
          <p:cNvGraphicFramePr>
            <a:graphicFrameLocks noChangeAspect="1"/>
          </p:cNvGraphicFramePr>
          <p:nvPr>
            <p:extLst>
              <p:ext uri="{D42A27DB-BD31-4B8C-83A1-F6EECF244321}">
                <p14:modId xmlns:p14="http://schemas.microsoft.com/office/powerpoint/2010/main" val="4072744980"/>
              </p:ext>
            </p:extLst>
          </p:nvPr>
        </p:nvGraphicFramePr>
        <p:xfrm>
          <a:off x="1212414" y="4137040"/>
          <a:ext cx="622300" cy="241300"/>
        </p:xfrm>
        <a:graphic>
          <a:graphicData uri="http://schemas.openxmlformats.org/presentationml/2006/ole">
            <mc:AlternateContent xmlns:mc="http://schemas.openxmlformats.org/markup-compatibility/2006">
              <mc:Choice xmlns:v="urn:schemas-microsoft-com:vml" Requires="v">
                <p:oleObj name="Equation" r:id="rId24" imgW="622080" imgH="241200" progId="Equation.DSMT4">
                  <p:embed/>
                </p:oleObj>
              </mc:Choice>
              <mc:Fallback>
                <p:oleObj name="Equation" r:id="rId24" imgW="622080" imgH="241200" progId="Equation.DSMT4">
                  <p:embed/>
                  <p:pic>
                    <p:nvPicPr>
                      <p:cNvPr id="0" name=""/>
                      <p:cNvPicPr/>
                      <p:nvPr/>
                    </p:nvPicPr>
                    <p:blipFill>
                      <a:blip r:embed="rId25"/>
                      <a:stretch>
                        <a:fillRect/>
                      </a:stretch>
                    </p:blipFill>
                    <p:spPr>
                      <a:xfrm>
                        <a:off x="1212414" y="4137040"/>
                        <a:ext cx="622300" cy="2413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88369AE1-5267-4091-97AF-8CFA61BC772C}"/>
              </a:ext>
            </a:extLst>
          </p:cNvPr>
          <p:cNvGraphicFramePr>
            <a:graphicFrameLocks noChangeAspect="1"/>
          </p:cNvGraphicFramePr>
          <p:nvPr>
            <p:extLst>
              <p:ext uri="{D42A27DB-BD31-4B8C-83A1-F6EECF244321}">
                <p14:modId xmlns:p14="http://schemas.microsoft.com/office/powerpoint/2010/main" val="1612315114"/>
              </p:ext>
            </p:extLst>
          </p:nvPr>
        </p:nvGraphicFramePr>
        <p:xfrm>
          <a:off x="3510211" y="4198740"/>
          <a:ext cx="330200" cy="190500"/>
        </p:xfrm>
        <a:graphic>
          <a:graphicData uri="http://schemas.openxmlformats.org/presentationml/2006/ole">
            <mc:AlternateContent xmlns:mc="http://schemas.openxmlformats.org/markup-compatibility/2006">
              <mc:Choice xmlns:v="urn:schemas-microsoft-com:vml" Requires="v">
                <p:oleObj name="Equation" r:id="rId26" imgW="330120" imgH="190440" progId="Equation.DSMT4">
                  <p:embed/>
                </p:oleObj>
              </mc:Choice>
              <mc:Fallback>
                <p:oleObj name="Equation" r:id="rId26" imgW="330120" imgH="190440" progId="Equation.DSMT4">
                  <p:embed/>
                  <p:pic>
                    <p:nvPicPr>
                      <p:cNvPr id="0" name=""/>
                      <p:cNvPicPr/>
                      <p:nvPr/>
                    </p:nvPicPr>
                    <p:blipFill>
                      <a:blip r:embed="rId27"/>
                      <a:stretch>
                        <a:fillRect/>
                      </a:stretch>
                    </p:blipFill>
                    <p:spPr>
                      <a:xfrm>
                        <a:off x="3510211" y="4198740"/>
                        <a:ext cx="330200" cy="1905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70C8EB1D-852E-46B2-AE4B-688FE7F4F565}"/>
              </a:ext>
            </a:extLst>
          </p:cNvPr>
          <p:cNvGraphicFramePr>
            <a:graphicFrameLocks noChangeAspect="1"/>
          </p:cNvGraphicFramePr>
          <p:nvPr>
            <p:extLst>
              <p:ext uri="{D42A27DB-BD31-4B8C-83A1-F6EECF244321}">
                <p14:modId xmlns:p14="http://schemas.microsoft.com/office/powerpoint/2010/main" val="1292158766"/>
              </p:ext>
            </p:extLst>
          </p:nvPr>
        </p:nvGraphicFramePr>
        <p:xfrm>
          <a:off x="1212414" y="4663872"/>
          <a:ext cx="1943100" cy="254000"/>
        </p:xfrm>
        <a:graphic>
          <a:graphicData uri="http://schemas.openxmlformats.org/presentationml/2006/ole">
            <mc:AlternateContent xmlns:mc="http://schemas.openxmlformats.org/markup-compatibility/2006">
              <mc:Choice xmlns:v="urn:schemas-microsoft-com:vml" Requires="v">
                <p:oleObj name="Equation" r:id="rId28" imgW="1942920" imgH="253800" progId="Equation.DSMT4">
                  <p:embed/>
                </p:oleObj>
              </mc:Choice>
              <mc:Fallback>
                <p:oleObj name="Equation" r:id="rId28" imgW="1942920" imgH="253800" progId="Equation.DSMT4">
                  <p:embed/>
                  <p:pic>
                    <p:nvPicPr>
                      <p:cNvPr id="0" name=""/>
                      <p:cNvPicPr/>
                      <p:nvPr/>
                    </p:nvPicPr>
                    <p:blipFill>
                      <a:blip r:embed="rId29"/>
                      <a:stretch>
                        <a:fillRect/>
                      </a:stretch>
                    </p:blipFill>
                    <p:spPr>
                      <a:xfrm>
                        <a:off x="1212414" y="4663872"/>
                        <a:ext cx="1943100" cy="2540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C71AD153-D6B5-4CDF-B946-E850168C9E77}"/>
              </a:ext>
            </a:extLst>
          </p:cNvPr>
          <p:cNvGraphicFramePr>
            <a:graphicFrameLocks noChangeAspect="1"/>
          </p:cNvGraphicFramePr>
          <p:nvPr>
            <p:extLst>
              <p:ext uri="{D42A27DB-BD31-4B8C-83A1-F6EECF244321}">
                <p14:modId xmlns:p14="http://schemas.microsoft.com/office/powerpoint/2010/main" val="2448400624"/>
              </p:ext>
            </p:extLst>
          </p:nvPr>
        </p:nvGraphicFramePr>
        <p:xfrm>
          <a:off x="3494713" y="4618462"/>
          <a:ext cx="1219200" cy="444500"/>
        </p:xfrm>
        <a:graphic>
          <a:graphicData uri="http://schemas.openxmlformats.org/presentationml/2006/ole">
            <mc:AlternateContent xmlns:mc="http://schemas.openxmlformats.org/markup-compatibility/2006">
              <mc:Choice xmlns:v="urn:schemas-microsoft-com:vml" Requires="v">
                <p:oleObj name="Equation" r:id="rId30" imgW="1218960" imgH="444240" progId="Equation.DSMT4">
                  <p:embed/>
                </p:oleObj>
              </mc:Choice>
              <mc:Fallback>
                <p:oleObj name="Equation" r:id="rId30" imgW="1218960" imgH="444240" progId="Equation.DSMT4">
                  <p:embed/>
                  <p:pic>
                    <p:nvPicPr>
                      <p:cNvPr id="0" name=""/>
                      <p:cNvPicPr/>
                      <p:nvPr/>
                    </p:nvPicPr>
                    <p:blipFill>
                      <a:blip r:embed="rId31"/>
                      <a:stretch>
                        <a:fillRect/>
                      </a:stretch>
                    </p:blipFill>
                    <p:spPr>
                      <a:xfrm>
                        <a:off x="3494713" y="4618462"/>
                        <a:ext cx="1219200" cy="4445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3A82746C-7FC2-4C00-80DB-E81D96A29E38}"/>
              </a:ext>
            </a:extLst>
          </p:cNvPr>
          <p:cNvGraphicFramePr>
            <a:graphicFrameLocks noChangeAspect="1"/>
          </p:cNvGraphicFramePr>
          <p:nvPr>
            <p:extLst>
              <p:ext uri="{D42A27DB-BD31-4B8C-83A1-F6EECF244321}">
                <p14:modId xmlns:p14="http://schemas.microsoft.com/office/powerpoint/2010/main" val="2106120039"/>
              </p:ext>
            </p:extLst>
          </p:nvPr>
        </p:nvGraphicFramePr>
        <p:xfrm>
          <a:off x="1212414" y="5099685"/>
          <a:ext cx="2006600" cy="685800"/>
        </p:xfrm>
        <a:graphic>
          <a:graphicData uri="http://schemas.openxmlformats.org/presentationml/2006/ole">
            <mc:AlternateContent xmlns:mc="http://schemas.openxmlformats.org/markup-compatibility/2006">
              <mc:Choice xmlns:v="urn:schemas-microsoft-com:vml" Requires="v">
                <p:oleObj name="Equation" r:id="rId32" imgW="2006280" imgH="685800" progId="Equation.DSMT4">
                  <p:embed/>
                </p:oleObj>
              </mc:Choice>
              <mc:Fallback>
                <p:oleObj name="Equation" r:id="rId32" imgW="2006280" imgH="685800" progId="Equation.DSMT4">
                  <p:embed/>
                  <p:pic>
                    <p:nvPicPr>
                      <p:cNvPr id="0" name=""/>
                      <p:cNvPicPr/>
                      <p:nvPr/>
                    </p:nvPicPr>
                    <p:blipFill>
                      <a:blip r:embed="rId33"/>
                      <a:stretch>
                        <a:fillRect/>
                      </a:stretch>
                    </p:blipFill>
                    <p:spPr>
                      <a:xfrm>
                        <a:off x="1212414" y="5099685"/>
                        <a:ext cx="2006600" cy="6858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3AFE5EF6-3283-4600-AE9E-60D9EDB1E5C6}"/>
              </a:ext>
            </a:extLst>
          </p:cNvPr>
          <p:cNvGraphicFramePr>
            <a:graphicFrameLocks noChangeAspect="1"/>
          </p:cNvGraphicFramePr>
          <p:nvPr>
            <p:extLst>
              <p:ext uri="{D42A27DB-BD31-4B8C-83A1-F6EECF244321}">
                <p14:modId xmlns:p14="http://schemas.microsoft.com/office/powerpoint/2010/main" val="4199370976"/>
              </p:ext>
            </p:extLst>
          </p:nvPr>
        </p:nvGraphicFramePr>
        <p:xfrm>
          <a:off x="3493711" y="5183188"/>
          <a:ext cx="2989262" cy="277812"/>
        </p:xfrm>
        <a:graphic>
          <a:graphicData uri="http://schemas.openxmlformats.org/presentationml/2006/ole">
            <mc:AlternateContent xmlns:mc="http://schemas.openxmlformats.org/markup-compatibility/2006">
              <mc:Choice xmlns:v="urn:schemas-microsoft-com:vml" Requires="v">
                <p:oleObj name="Equation" r:id="rId34" imgW="3288960" imgH="304560" progId="Equation.DSMT4">
                  <p:embed/>
                </p:oleObj>
              </mc:Choice>
              <mc:Fallback>
                <p:oleObj name="Equation" r:id="rId34" imgW="3288960" imgH="304560" progId="Equation.DSMT4">
                  <p:embed/>
                  <p:pic>
                    <p:nvPicPr>
                      <p:cNvPr id="0" name=""/>
                      <p:cNvPicPr/>
                      <p:nvPr/>
                    </p:nvPicPr>
                    <p:blipFill>
                      <a:blip r:embed="rId35"/>
                      <a:stretch>
                        <a:fillRect/>
                      </a:stretch>
                    </p:blipFill>
                    <p:spPr>
                      <a:xfrm>
                        <a:off x="3493711" y="5183188"/>
                        <a:ext cx="2989262" cy="277812"/>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27E8C944-E25C-464E-ADC5-25A68BD8BC47}"/>
              </a:ext>
            </a:extLst>
          </p:cNvPr>
          <p:cNvGraphicFramePr>
            <a:graphicFrameLocks noChangeAspect="1"/>
          </p:cNvGraphicFramePr>
          <p:nvPr>
            <p:extLst>
              <p:ext uri="{D42A27DB-BD31-4B8C-83A1-F6EECF244321}">
                <p14:modId xmlns:p14="http://schemas.microsoft.com/office/powerpoint/2010/main" val="4256439442"/>
              </p:ext>
            </p:extLst>
          </p:nvPr>
        </p:nvGraphicFramePr>
        <p:xfrm>
          <a:off x="3482760" y="5460307"/>
          <a:ext cx="3337950" cy="287136"/>
        </p:xfrm>
        <a:graphic>
          <a:graphicData uri="http://schemas.openxmlformats.org/presentationml/2006/ole">
            <mc:AlternateContent xmlns:mc="http://schemas.openxmlformats.org/markup-compatibility/2006">
              <mc:Choice xmlns:v="urn:schemas-microsoft-com:vml" Requires="v">
                <p:oleObj name="Equation" r:id="rId36" imgW="3543120" imgH="304560" progId="Equation.DSMT4">
                  <p:embed/>
                </p:oleObj>
              </mc:Choice>
              <mc:Fallback>
                <p:oleObj name="Equation" r:id="rId36" imgW="3543120" imgH="304560" progId="Equation.DSMT4">
                  <p:embed/>
                  <p:pic>
                    <p:nvPicPr>
                      <p:cNvPr id="0" name=""/>
                      <p:cNvPicPr/>
                      <p:nvPr/>
                    </p:nvPicPr>
                    <p:blipFill>
                      <a:blip r:embed="rId37"/>
                      <a:stretch>
                        <a:fillRect/>
                      </a:stretch>
                    </p:blipFill>
                    <p:spPr>
                      <a:xfrm>
                        <a:off x="3482760" y="5460307"/>
                        <a:ext cx="3337950" cy="287136"/>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3459B4C6-C0EB-4C83-963B-BE79CEC88BE1}"/>
              </a:ext>
            </a:extLst>
          </p:cNvPr>
          <p:cNvGraphicFramePr>
            <a:graphicFrameLocks noChangeAspect="1"/>
          </p:cNvGraphicFramePr>
          <p:nvPr>
            <p:extLst>
              <p:ext uri="{D42A27DB-BD31-4B8C-83A1-F6EECF244321}">
                <p14:modId xmlns:p14="http://schemas.microsoft.com/office/powerpoint/2010/main" val="917244691"/>
              </p:ext>
            </p:extLst>
          </p:nvPr>
        </p:nvGraphicFramePr>
        <p:xfrm>
          <a:off x="1212414" y="5854507"/>
          <a:ext cx="1130300" cy="241300"/>
        </p:xfrm>
        <a:graphic>
          <a:graphicData uri="http://schemas.openxmlformats.org/presentationml/2006/ole">
            <mc:AlternateContent xmlns:mc="http://schemas.openxmlformats.org/markup-compatibility/2006">
              <mc:Choice xmlns:v="urn:schemas-microsoft-com:vml" Requires="v">
                <p:oleObj name="Equation" r:id="rId38" imgW="1130040" imgH="241200" progId="Equation.DSMT4">
                  <p:embed/>
                </p:oleObj>
              </mc:Choice>
              <mc:Fallback>
                <p:oleObj name="Equation" r:id="rId38" imgW="1130040" imgH="241200" progId="Equation.DSMT4">
                  <p:embed/>
                  <p:pic>
                    <p:nvPicPr>
                      <p:cNvPr id="0" name=""/>
                      <p:cNvPicPr/>
                      <p:nvPr/>
                    </p:nvPicPr>
                    <p:blipFill>
                      <a:blip r:embed="rId39"/>
                      <a:stretch>
                        <a:fillRect/>
                      </a:stretch>
                    </p:blipFill>
                    <p:spPr>
                      <a:xfrm>
                        <a:off x="1212414" y="5854507"/>
                        <a:ext cx="1130300" cy="2413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E6C3C69-0BA9-4E71-BD18-D9787B8AA2A1}"/>
              </a:ext>
            </a:extLst>
          </p:cNvPr>
          <p:cNvGraphicFramePr>
            <a:graphicFrameLocks noChangeAspect="1"/>
          </p:cNvGraphicFramePr>
          <p:nvPr>
            <p:extLst>
              <p:ext uri="{D42A27DB-BD31-4B8C-83A1-F6EECF244321}">
                <p14:modId xmlns:p14="http://schemas.microsoft.com/office/powerpoint/2010/main" val="1234776331"/>
              </p:ext>
            </p:extLst>
          </p:nvPr>
        </p:nvGraphicFramePr>
        <p:xfrm>
          <a:off x="3494429" y="5817831"/>
          <a:ext cx="3719493" cy="284293"/>
        </p:xfrm>
        <a:graphic>
          <a:graphicData uri="http://schemas.openxmlformats.org/presentationml/2006/ole">
            <mc:AlternateContent xmlns:mc="http://schemas.openxmlformats.org/markup-compatibility/2006">
              <mc:Choice xmlns:v="urn:schemas-microsoft-com:vml" Requires="v">
                <p:oleObj name="Equation" r:id="rId40" imgW="3987720" imgH="304560" progId="Equation.DSMT4">
                  <p:embed/>
                </p:oleObj>
              </mc:Choice>
              <mc:Fallback>
                <p:oleObj name="Equation" r:id="rId40" imgW="3987720" imgH="304560" progId="Equation.DSMT4">
                  <p:embed/>
                  <p:pic>
                    <p:nvPicPr>
                      <p:cNvPr id="0" name=""/>
                      <p:cNvPicPr/>
                      <p:nvPr/>
                    </p:nvPicPr>
                    <p:blipFill>
                      <a:blip r:embed="rId41"/>
                      <a:stretch>
                        <a:fillRect/>
                      </a:stretch>
                    </p:blipFill>
                    <p:spPr>
                      <a:xfrm>
                        <a:off x="3494429" y="5817831"/>
                        <a:ext cx="3719493" cy="284293"/>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F8E71314-11EA-4A83-8E43-21796E32030B}"/>
              </a:ext>
            </a:extLst>
          </p:cNvPr>
          <p:cNvGraphicFramePr>
            <a:graphicFrameLocks noChangeAspect="1"/>
          </p:cNvGraphicFramePr>
          <p:nvPr>
            <p:extLst>
              <p:ext uri="{D42A27DB-BD31-4B8C-83A1-F6EECF244321}">
                <p14:modId xmlns:p14="http://schemas.microsoft.com/office/powerpoint/2010/main" val="1626479284"/>
              </p:ext>
            </p:extLst>
          </p:nvPr>
        </p:nvGraphicFramePr>
        <p:xfrm>
          <a:off x="3507395" y="6150769"/>
          <a:ext cx="3100388" cy="279400"/>
        </p:xfrm>
        <a:graphic>
          <a:graphicData uri="http://schemas.openxmlformats.org/presentationml/2006/ole">
            <mc:AlternateContent xmlns:mc="http://schemas.openxmlformats.org/markup-compatibility/2006">
              <mc:Choice xmlns:v="urn:schemas-microsoft-com:vml" Requires="v">
                <p:oleObj name="Equation" r:id="rId42" imgW="3377880" imgH="304560" progId="Equation.DSMT4">
                  <p:embed/>
                </p:oleObj>
              </mc:Choice>
              <mc:Fallback>
                <p:oleObj name="Equation" r:id="rId42" imgW="3377880" imgH="304560" progId="Equation.DSMT4">
                  <p:embed/>
                  <p:pic>
                    <p:nvPicPr>
                      <p:cNvPr id="0" name=""/>
                      <p:cNvPicPr/>
                      <p:nvPr/>
                    </p:nvPicPr>
                    <p:blipFill>
                      <a:blip r:embed="rId43"/>
                      <a:stretch>
                        <a:fillRect/>
                      </a:stretch>
                    </p:blipFill>
                    <p:spPr>
                      <a:xfrm>
                        <a:off x="3507395" y="6150769"/>
                        <a:ext cx="3100388" cy="2794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469702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571907" cy="903231"/>
          </a:xfrm>
        </p:spPr>
        <p:txBody>
          <a:bodyPr>
            <a:normAutofit fontScale="90000"/>
          </a:bodyPr>
          <a:lstStyle/>
          <a:p>
            <a:r>
              <a:rPr lang="en-IN" dirty="0"/>
              <a:t>Example: Quick Oil Change Shop</a:t>
            </a:r>
            <a:endParaRPr lang="en-US" dirty="0"/>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6.4</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1" y="1268362"/>
            <a:ext cx="8171512" cy="2182761"/>
          </a:xfrm>
        </p:spPr>
        <p:txBody>
          <a:bodyPr/>
          <a:lstStyle/>
          <a:p>
            <a:pPr marL="292608" indent="-292608">
              <a:buFont typeface="Arial" panose="020B0604020202020204" pitchFamily="34" charset="0"/>
              <a:buChar char="•"/>
            </a:pPr>
            <a:r>
              <a:rPr lang="en-US" sz="2000" dirty="0"/>
              <a:t>Consider a shop that specializes in quick oil changes. It is important to this type of business to ensure that a car’s service time is not considered “late” by the customer. We can define service times as being either </a:t>
            </a:r>
            <a:r>
              <a:rPr lang="en-US" sz="2000" i="1" dirty="0"/>
              <a:t>late </a:t>
            </a:r>
            <a:r>
              <a:rPr lang="en-US" sz="2000" dirty="0"/>
              <a:t>or </a:t>
            </a:r>
            <a:r>
              <a:rPr lang="en-US" sz="2000" i="1" dirty="0"/>
              <a:t>not late </a:t>
            </a:r>
            <a:r>
              <a:rPr lang="en-US" sz="2000" dirty="0"/>
              <a:t>and define the random variable </a:t>
            </a:r>
            <a:r>
              <a:rPr lang="en-US" sz="2000" i="1" dirty="0"/>
              <a:t>X </a:t>
            </a:r>
            <a:r>
              <a:rPr lang="en-US" sz="2000" dirty="0"/>
              <a:t>to be the number of cars that are late out of the total number of cars serviced. We assume that cars are independent of each other and the chance of a car being late stays the same for each car. Suppose</a:t>
            </a:r>
            <a:endParaRPr lang="en-IN" sz="2000" dirty="0"/>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1" y="3515982"/>
            <a:ext cx="2179073" cy="349220"/>
          </a:xfrm>
        </p:spPr>
        <p:txBody>
          <a:bodyPr lIns="91440" tIns="0"/>
          <a:lstStyle/>
          <a:p>
            <a:pPr marL="292608"/>
            <a:r>
              <a:rPr lang="en-US" sz="2000" dirty="0"/>
              <a:t>that historically</a:t>
            </a:r>
            <a:endParaRPr lang="en-IN" sz="2000" dirty="0"/>
          </a:p>
        </p:txBody>
      </p:sp>
      <p:graphicFrame>
        <p:nvGraphicFramePr>
          <p:cNvPr id="2" name="Object 1">
            <a:extLst>
              <a:ext uri="{FF2B5EF4-FFF2-40B4-BE49-F238E27FC236}">
                <a16:creationId xmlns:a16="http://schemas.microsoft.com/office/drawing/2014/main" id="{4691B98B-32DC-4F92-AC59-FD8472474C4B}"/>
              </a:ext>
            </a:extLst>
          </p:cNvPr>
          <p:cNvGraphicFramePr>
            <a:graphicFrameLocks noChangeAspect="1"/>
          </p:cNvGraphicFramePr>
          <p:nvPr>
            <p:extLst>
              <p:ext uri="{D42A27DB-BD31-4B8C-83A1-F6EECF244321}">
                <p14:modId xmlns:p14="http://schemas.microsoft.com/office/powerpoint/2010/main" val="3352526873"/>
              </p:ext>
            </p:extLst>
          </p:nvPr>
        </p:nvGraphicFramePr>
        <p:xfrm>
          <a:off x="2492375" y="3560763"/>
          <a:ext cx="2425700" cy="298450"/>
        </p:xfrm>
        <a:graphic>
          <a:graphicData uri="http://schemas.openxmlformats.org/presentationml/2006/ole">
            <mc:AlternateContent xmlns:mc="http://schemas.openxmlformats.org/markup-compatibility/2006">
              <mc:Choice xmlns:v="urn:schemas-microsoft-com:vml" Requires="v">
                <p:oleObj name="Equation" r:id="rId2" imgW="2476440" imgH="304560" progId="Equation.DSMT4">
                  <p:embed/>
                </p:oleObj>
              </mc:Choice>
              <mc:Fallback>
                <p:oleObj name="Equation" r:id="rId2" imgW="2476440" imgH="304560" progId="Equation.DSMT4">
                  <p:embed/>
                  <p:pic>
                    <p:nvPicPr>
                      <p:cNvPr id="0" name=""/>
                      <p:cNvPicPr/>
                      <p:nvPr/>
                    </p:nvPicPr>
                    <p:blipFill>
                      <a:blip r:embed="rId3"/>
                      <a:stretch>
                        <a:fillRect/>
                      </a:stretch>
                    </p:blipFill>
                    <p:spPr>
                      <a:xfrm>
                        <a:off x="2492375" y="3560763"/>
                        <a:ext cx="2425700" cy="29845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0" y="4077089"/>
            <a:ext cx="8441336" cy="629822"/>
          </a:xfrm>
        </p:spPr>
        <p:txBody>
          <a:bodyPr lIns="91440" tIns="0" rIns="0"/>
          <a:lstStyle/>
          <a:p>
            <a:pPr marL="292608" indent="-292608">
              <a:buFont typeface="Arial" panose="020B0604020202020204" pitchFamily="34" charset="0"/>
              <a:buChar char="•"/>
            </a:pPr>
            <a:r>
              <a:rPr lang="en-US" sz="2000" dirty="0"/>
              <a:t>Suppose we would like to know the probability that exactly 2 of the next 12 cars serviced are late. In this case, </a:t>
            </a:r>
            <a:r>
              <a:rPr lang="en-US" sz="2000" i="1" dirty="0"/>
              <a:t>n </a:t>
            </a:r>
            <a:r>
              <a:rPr lang="en-US" sz="2000" dirty="0"/>
              <a:t>= 12, and we want to know</a:t>
            </a:r>
          </a:p>
        </p:txBody>
      </p:sp>
      <p:graphicFrame>
        <p:nvGraphicFramePr>
          <p:cNvPr id="3" name="Object 2">
            <a:extLst>
              <a:ext uri="{FF2B5EF4-FFF2-40B4-BE49-F238E27FC236}">
                <a16:creationId xmlns:a16="http://schemas.microsoft.com/office/drawing/2014/main" id="{F1B43AEC-F1AE-4C42-8C65-F614E0B3CBBE}"/>
              </a:ext>
            </a:extLst>
          </p:cNvPr>
          <p:cNvGraphicFramePr>
            <a:graphicFrameLocks noChangeAspect="1"/>
          </p:cNvGraphicFramePr>
          <p:nvPr>
            <p:extLst>
              <p:ext uri="{D42A27DB-BD31-4B8C-83A1-F6EECF244321}">
                <p14:modId xmlns:p14="http://schemas.microsoft.com/office/powerpoint/2010/main" val="229706341"/>
              </p:ext>
            </p:extLst>
          </p:nvPr>
        </p:nvGraphicFramePr>
        <p:xfrm>
          <a:off x="738188" y="4838700"/>
          <a:ext cx="1181100" cy="304800"/>
        </p:xfrm>
        <a:graphic>
          <a:graphicData uri="http://schemas.openxmlformats.org/presentationml/2006/ole">
            <mc:AlternateContent xmlns:mc="http://schemas.openxmlformats.org/markup-compatibility/2006">
              <mc:Choice xmlns:v="urn:schemas-microsoft-com:vml" Requires="v">
                <p:oleObj name="Equation" r:id="rId4" imgW="1180800" imgH="304560" progId="Equation.DSMT4">
                  <p:embed/>
                </p:oleObj>
              </mc:Choice>
              <mc:Fallback>
                <p:oleObj name="Equation" r:id="rId4" imgW="1180800" imgH="304560" progId="Equation.DSMT4">
                  <p:embed/>
                  <p:pic>
                    <p:nvPicPr>
                      <p:cNvPr id="0" name=""/>
                      <p:cNvPicPr/>
                      <p:nvPr/>
                    </p:nvPicPr>
                    <p:blipFill>
                      <a:blip r:embed="rId5"/>
                      <a:stretch>
                        <a:fillRect/>
                      </a:stretch>
                    </p:blipFill>
                    <p:spPr>
                      <a:xfrm>
                        <a:off x="738188" y="4838700"/>
                        <a:ext cx="1181100" cy="304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F321071-438B-4219-BEEB-966C12F2FE70}"/>
              </a:ext>
            </a:extLst>
          </p:cNvPr>
          <p:cNvGraphicFramePr>
            <a:graphicFrameLocks noChangeAspect="1"/>
          </p:cNvGraphicFramePr>
          <p:nvPr>
            <p:extLst>
              <p:ext uri="{D42A27DB-BD31-4B8C-83A1-F6EECF244321}">
                <p14:modId xmlns:p14="http://schemas.microsoft.com/office/powerpoint/2010/main" val="3021446608"/>
              </p:ext>
            </p:extLst>
          </p:nvPr>
        </p:nvGraphicFramePr>
        <p:xfrm>
          <a:off x="2065338" y="5453063"/>
          <a:ext cx="5011737" cy="712787"/>
        </p:xfrm>
        <a:graphic>
          <a:graphicData uri="http://schemas.openxmlformats.org/presentationml/2006/ole">
            <mc:AlternateContent xmlns:mc="http://schemas.openxmlformats.org/markup-compatibility/2006">
              <mc:Choice xmlns:v="urn:schemas-microsoft-com:vml" Requires="v">
                <p:oleObj name="Equation" r:id="rId6" imgW="4914720" imgH="698400" progId="Equation.DSMT4">
                  <p:embed/>
                </p:oleObj>
              </mc:Choice>
              <mc:Fallback>
                <p:oleObj name="Equation" r:id="rId6" imgW="4914720" imgH="698400" progId="Equation.DSMT4">
                  <p:embed/>
                  <p:pic>
                    <p:nvPicPr>
                      <p:cNvPr id="0" name=""/>
                      <p:cNvPicPr/>
                      <p:nvPr/>
                    </p:nvPicPr>
                    <p:blipFill>
                      <a:blip r:embed="rId7"/>
                      <a:stretch>
                        <a:fillRect/>
                      </a:stretch>
                    </p:blipFill>
                    <p:spPr>
                      <a:xfrm>
                        <a:off x="2065338" y="5453063"/>
                        <a:ext cx="5011737" cy="712787"/>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877149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Binomial Shape</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899" y="1317903"/>
            <a:ext cx="8119966" cy="1705215"/>
          </a:xfrm>
        </p:spPr>
        <p:txBody>
          <a:bodyPr/>
          <a:lstStyle/>
          <a:p>
            <a:pPr marL="292608" indent="-292608">
              <a:buFont typeface="Arial" panose="020B0604020202020204" pitchFamily="34" charset="0"/>
              <a:buChar char="•"/>
            </a:pPr>
            <a:r>
              <a:rPr lang="en-IN" dirty="0"/>
              <a:t>A binomial distribution is skewed right if </a:t>
            </a:r>
            <a:r>
              <a:rPr lang="el-GR" i="1" dirty="0"/>
              <a:t>π</a:t>
            </a:r>
            <a:r>
              <a:rPr lang="en-US" i="1" dirty="0"/>
              <a:t> </a:t>
            </a:r>
            <a:r>
              <a:rPr lang="en-US" dirty="0"/>
              <a:t>&lt; .50, skewed left if </a:t>
            </a:r>
            <a:r>
              <a:rPr lang="el-GR" i="1" dirty="0"/>
              <a:t>π</a:t>
            </a:r>
            <a:r>
              <a:rPr lang="en-US" i="1" dirty="0"/>
              <a:t> </a:t>
            </a:r>
            <a:r>
              <a:rPr lang="en-US" dirty="0"/>
              <a:t>&lt; .50, and symmetric only if </a:t>
            </a:r>
            <a:r>
              <a:rPr lang="el-GR" i="1" dirty="0"/>
              <a:t>π</a:t>
            </a:r>
            <a:r>
              <a:rPr lang="en-US" i="1" dirty="0"/>
              <a:t> </a:t>
            </a:r>
            <a:r>
              <a:rPr lang="en-US" dirty="0"/>
              <a:t>= .50.</a:t>
            </a:r>
          </a:p>
          <a:p>
            <a:pPr marL="292608" indent="-292608">
              <a:buFont typeface="Arial" panose="020B0604020202020204" pitchFamily="34" charset="0"/>
              <a:buChar char="•"/>
            </a:pPr>
            <a:r>
              <a:rPr lang="en-US" dirty="0"/>
              <a:t>However, skewness decreases as </a:t>
            </a:r>
            <a:r>
              <a:rPr lang="en-US" i="1" dirty="0"/>
              <a:t>n </a:t>
            </a:r>
            <a:r>
              <a:rPr lang="en-US" dirty="0"/>
              <a:t>increases, regardless of the value of </a:t>
            </a:r>
            <a:r>
              <a:rPr lang="el-GR" i="1" dirty="0"/>
              <a:t>π</a:t>
            </a:r>
            <a:r>
              <a:rPr lang="en-US" dirty="0"/>
              <a:t>.</a:t>
            </a:r>
          </a:p>
        </p:txBody>
      </p:sp>
      <p:pic>
        <p:nvPicPr>
          <p:cNvPr id="10" name="Picture 9" descr="5 histograms of binomial distributions.">
            <a:extLst>
              <a:ext uri="{FF2B5EF4-FFF2-40B4-BE49-F238E27FC236}">
                <a16:creationId xmlns:a16="http://schemas.microsoft.com/office/drawing/2014/main" id="{D1CB969C-05EF-452B-8DED-BD4E834715AC}"/>
              </a:ext>
            </a:extLst>
          </p:cNvPr>
          <p:cNvPicPr>
            <a:picLocks noChangeAspect="1"/>
          </p:cNvPicPr>
          <p:nvPr/>
        </p:nvPicPr>
        <p:blipFill>
          <a:blip r:embed="rId2"/>
          <a:stretch>
            <a:fillRect/>
          </a:stretch>
        </p:blipFill>
        <p:spPr>
          <a:xfrm>
            <a:off x="767766" y="3744302"/>
            <a:ext cx="7608467" cy="2091109"/>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45459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16680" cy="903231"/>
          </a:xfrm>
        </p:spPr>
        <p:txBody>
          <a:bodyPr>
            <a:normAutofit fontScale="90000"/>
          </a:bodyPr>
          <a:lstStyle/>
          <a:p>
            <a:r>
              <a:rPr lang="en-US" dirty="0"/>
              <a:t>Recognizing Binomial Applications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899" y="1317903"/>
            <a:ext cx="8171513" cy="3114138"/>
          </a:xfrm>
        </p:spPr>
        <p:txBody>
          <a:bodyPr/>
          <a:lstStyle/>
          <a:p>
            <a:r>
              <a:rPr lang="en-US" sz="2200" dirty="0"/>
              <a:t>The binomial distribution has five main characteristics.</a:t>
            </a:r>
          </a:p>
          <a:p>
            <a:pPr lvl="1"/>
            <a:r>
              <a:rPr lang="en-US" sz="2200" dirty="0"/>
              <a:t>The number of trials (</a:t>
            </a:r>
            <a:r>
              <a:rPr lang="en-US" sz="2200" i="1" dirty="0"/>
              <a:t>n</a:t>
            </a:r>
            <a:r>
              <a:rPr lang="en-US" sz="2200" dirty="0"/>
              <a:t>) is fixed.</a:t>
            </a:r>
          </a:p>
          <a:p>
            <a:pPr lvl="1"/>
            <a:r>
              <a:rPr lang="en-US" sz="2200" dirty="0"/>
              <a:t>There are only two outcomes for each trial: </a:t>
            </a:r>
            <a:r>
              <a:rPr lang="en-US" sz="2200" i="1" dirty="0"/>
              <a:t>success </a:t>
            </a:r>
            <a:r>
              <a:rPr lang="en-US" sz="2200" dirty="0"/>
              <a:t>or </a:t>
            </a:r>
            <a:r>
              <a:rPr lang="en-US" sz="2200" i="1" dirty="0"/>
              <a:t>failure.</a:t>
            </a:r>
          </a:p>
          <a:p>
            <a:pPr lvl="1"/>
            <a:r>
              <a:rPr lang="en-IN" sz="2200" dirty="0"/>
              <a:t>The probability of success for each trial (</a:t>
            </a:r>
            <a:r>
              <a:rPr lang="el-GR" sz="2200" i="1" dirty="0"/>
              <a:t>π</a:t>
            </a:r>
            <a:r>
              <a:rPr lang="en-IN" sz="2200" dirty="0"/>
              <a:t>) </a:t>
            </a:r>
            <a:r>
              <a:rPr lang="en-US" sz="2200" dirty="0"/>
              <a:t>remains constant.</a:t>
            </a:r>
          </a:p>
          <a:p>
            <a:pPr lvl="1"/>
            <a:r>
              <a:rPr lang="en-US" sz="2200" dirty="0"/>
              <a:t>The trials are independent of each other.</a:t>
            </a:r>
          </a:p>
          <a:p>
            <a:pPr lvl="1"/>
            <a:r>
              <a:rPr lang="en-US" sz="2200" dirty="0"/>
              <a:t>The random variable (</a:t>
            </a:r>
            <a:r>
              <a:rPr lang="en-US" sz="2200" i="1" dirty="0"/>
              <a:t>X</a:t>
            </a:r>
            <a:r>
              <a:rPr lang="en-US" sz="2200" dirty="0"/>
              <a:t>) is the number of successes out of </a:t>
            </a:r>
            <a:r>
              <a:rPr lang="en-US" sz="2200" i="1" dirty="0"/>
              <a:t>n </a:t>
            </a:r>
            <a:r>
              <a:rPr lang="en-US" sz="2200" dirty="0"/>
              <a:t>trials.</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0" y="4682183"/>
            <a:ext cx="8171512" cy="757564"/>
          </a:xfrm>
        </p:spPr>
        <p:txBody>
          <a:bodyPr tIns="0"/>
          <a:lstStyle/>
          <a:p>
            <a:r>
              <a:rPr lang="en-US" sz="2200" dirty="0"/>
              <a:t>Even if you don’t know </a:t>
            </a:r>
            <a:r>
              <a:rPr lang="el-GR" sz="2200" i="1" dirty="0"/>
              <a:t>π</a:t>
            </a:r>
            <a:r>
              <a:rPr lang="en-US" sz="2200" i="1" dirty="0"/>
              <a:t>, </a:t>
            </a:r>
            <a:r>
              <a:rPr lang="en-US" sz="2200" dirty="0"/>
              <a:t>you may have a binomial experiment. In practice, the value of </a:t>
            </a:r>
            <a:r>
              <a:rPr lang="el-GR" sz="2200" i="1" dirty="0"/>
              <a:t>π</a:t>
            </a:r>
            <a:r>
              <a:rPr lang="en-US" sz="2200" i="1" dirty="0"/>
              <a:t> </a:t>
            </a:r>
            <a:r>
              <a:rPr lang="en-US" sz="2200" dirty="0"/>
              <a:t>would be estimated from experience.</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26</a:t>
            </a:fld>
            <a:endParaRPr lang="en-US"/>
          </a:p>
        </p:txBody>
      </p:sp>
    </p:spTree>
    <p:extLst>
      <p:ext uri="{BB962C8B-B14F-4D97-AF65-F5344CB8AC3E}">
        <p14:creationId xmlns:p14="http://schemas.microsoft.com/office/powerpoint/2010/main" val="1807192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Finding Binomial Probabilities</a:t>
            </a:r>
            <a:endParaRPr lang="en-US" sz="3600" b="0" dirty="0"/>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50224" y="52594"/>
            <a:ext cx="457200" cy="1234440"/>
          </a:xfrm>
        </p:spPr>
        <p:txBody>
          <a:bodyPr vert="vert" rIns="0"/>
          <a:lstStyle/>
          <a:p>
            <a:pPr marL="1025525" indent="-1025525"/>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1"/>
            <a:ext cx="8506632" cy="4532591"/>
          </a:xfrm>
        </p:spPr>
        <p:txBody>
          <a:bodyPr/>
          <a:lstStyle/>
          <a:p>
            <a:pPr marL="292608" indent="-292608">
              <a:buFont typeface="Arial" panose="020B0604020202020204" pitchFamily="34" charset="0"/>
              <a:buChar char="•"/>
            </a:pPr>
            <a:r>
              <a:rPr lang="en-IN" dirty="0"/>
              <a:t>One can use the binomial formula.</a:t>
            </a:r>
          </a:p>
          <a:p>
            <a:pPr marL="292608" indent="-292608">
              <a:buFont typeface="Arial" panose="020B0604020202020204" pitchFamily="34" charset="0"/>
              <a:buChar char="•"/>
            </a:pPr>
            <a:r>
              <a:rPr lang="en-IN" dirty="0"/>
              <a:t>One can use the binomial tables in the appendix of the text.</a:t>
            </a:r>
          </a:p>
          <a:p>
            <a:pPr marL="292608" indent="-292608">
              <a:buFont typeface="Arial" panose="020B0604020202020204" pitchFamily="34" charset="0"/>
              <a:buChar char="•"/>
            </a:pPr>
            <a:r>
              <a:rPr lang="en-IN" dirty="0"/>
              <a:t>One can use technology such as Excel. (Other technologies include some scientific calculators, </a:t>
            </a:r>
            <a:r>
              <a:rPr lang="en-IN" dirty="0" err="1"/>
              <a:t>MegaStat</a:t>
            </a:r>
            <a:r>
              <a:rPr lang="en-IN" dirty="0"/>
              <a:t>, Minitab, Python, etc.). </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27</a:t>
            </a:fld>
            <a:endParaRPr lang="en-US"/>
          </a:p>
        </p:txBody>
      </p:sp>
    </p:spTree>
    <p:extLst>
      <p:ext uri="{BB962C8B-B14F-4D97-AF65-F5344CB8AC3E}">
        <p14:creationId xmlns:p14="http://schemas.microsoft.com/office/powerpoint/2010/main" val="3972714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691827" cy="903231"/>
          </a:xfrm>
        </p:spPr>
        <p:txBody>
          <a:bodyPr>
            <a:noAutofit/>
          </a:bodyPr>
          <a:lstStyle/>
          <a:p>
            <a:r>
              <a:rPr lang="en-US" sz="3600" dirty="0"/>
              <a:t>Example: Uninsured Patients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8104414" cy="1314564"/>
          </a:xfrm>
        </p:spPr>
        <p:txBody>
          <a:bodyPr/>
          <a:lstStyle/>
          <a:p>
            <a:r>
              <a:rPr lang="en-US" sz="2000" dirty="0"/>
              <a:t>On average, 20 percent of the emergency room patients at Greenwood General Hospital lack health insurance. In a random sample of four patients, what is the probability that two will be uninsured?</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782253"/>
            <a:ext cx="6177821" cy="351419"/>
          </a:xfrm>
        </p:spPr>
        <p:txBody>
          <a:bodyPr tIns="0"/>
          <a:lstStyle/>
          <a:p>
            <a:pPr marL="292608" indent="-292608">
              <a:buFont typeface="Arial" panose="020B0604020202020204" pitchFamily="34" charset="0"/>
              <a:buChar char="•"/>
            </a:pPr>
            <a:r>
              <a:rPr lang="en-IN" sz="2000" i="1" dirty="0"/>
              <a:t>X</a:t>
            </a:r>
            <a:r>
              <a:rPr lang="en-IN" sz="2000" dirty="0"/>
              <a:t> = number of uninsured patients (“success”).</a:t>
            </a:r>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899" y="3216724"/>
            <a:ext cx="276533" cy="308141"/>
          </a:xfrm>
        </p:spPr>
        <p:txBody>
          <a:bodyPr tIns="0"/>
          <a:lstStyle/>
          <a:p>
            <a:pPr>
              <a:buFont typeface="Arial" panose="020B0604020202020204" pitchFamily="34" charset="0"/>
              <a:buChar char="•"/>
            </a:pPr>
            <a:r>
              <a:rPr lang="en-US" sz="2000" dirty="0"/>
              <a:t> </a:t>
            </a:r>
          </a:p>
        </p:txBody>
      </p:sp>
      <p:graphicFrame>
        <p:nvGraphicFramePr>
          <p:cNvPr id="13" name="Object 12">
            <a:extLst>
              <a:ext uri="{FF2B5EF4-FFF2-40B4-BE49-F238E27FC236}">
                <a16:creationId xmlns:a16="http://schemas.microsoft.com/office/drawing/2014/main" id="{FFA58ABE-C30D-42AE-BB34-95C2A6FAAFD1}"/>
              </a:ext>
            </a:extLst>
          </p:cNvPr>
          <p:cNvGraphicFramePr>
            <a:graphicFrameLocks noChangeAspect="1"/>
          </p:cNvGraphicFramePr>
          <p:nvPr>
            <p:extLst>
              <p:ext uri="{D42A27DB-BD31-4B8C-83A1-F6EECF244321}">
                <p14:modId xmlns:p14="http://schemas.microsoft.com/office/powerpoint/2010/main" val="1269616931"/>
              </p:ext>
            </p:extLst>
          </p:nvPr>
        </p:nvGraphicFramePr>
        <p:xfrm>
          <a:off x="663575" y="3222625"/>
          <a:ext cx="2601913" cy="320675"/>
        </p:xfrm>
        <a:graphic>
          <a:graphicData uri="http://schemas.openxmlformats.org/presentationml/2006/ole">
            <mc:AlternateContent xmlns:mc="http://schemas.openxmlformats.org/markup-compatibility/2006">
              <mc:Choice xmlns:v="urn:schemas-microsoft-com:vml" Requires="v">
                <p:oleObj name="Equation" r:id="rId2" imgW="2476440" imgH="304560" progId="Equation.DSMT4">
                  <p:embed/>
                </p:oleObj>
              </mc:Choice>
              <mc:Fallback>
                <p:oleObj name="Equation" r:id="rId2" imgW="2476440" imgH="304560" progId="Equation.DSMT4">
                  <p:embed/>
                  <p:pic>
                    <p:nvPicPr>
                      <p:cNvPr id="0" name=""/>
                      <p:cNvPicPr/>
                      <p:nvPr/>
                    </p:nvPicPr>
                    <p:blipFill>
                      <a:blip r:embed="rId3"/>
                      <a:stretch>
                        <a:fillRect/>
                      </a:stretch>
                    </p:blipFill>
                    <p:spPr>
                      <a:xfrm>
                        <a:off x="663575" y="3222625"/>
                        <a:ext cx="2601913" cy="320675"/>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320488" y="3216809"/>
            <a:ext cx="4596255" cy="370263"/>
          </a:xfrm>
        </p:spPr>
        <p:txBody>
          <a:bodyPr lIns="0" tIns="0" rIns="0" bIns="0"/>
          <a:lstStyle/>
          <a:p>
            <a:r>
              <a:rPr lang="en-US" sz="2000" dirty="0"/>
              <a:t>(20% chance that a given patient will be</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0" y="3649553"/>
            <a:ext cx="1816099" cy="327595"/>
          </a:xfrm>
        </p:spPr>
        <p:txBody>
          <a:bodyPr tIns="0"/>
          <a:lstStyle/>
          <a:p>
            <a:pPr marL="292608"/>
            <a:r>
              <a:rPr lang="en-US" sz="2000" dirty="0"/>
              <a:t>uninsured).</a:t>
            </a:r>
          </a:p>
        </p:txBody>
      </p:sp>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900" y="4048874"/>
            <a:ext cx="350274" cy="301900"/>
          </a:xfrm>
        </p:spPr>
        <p:txBody>
          <a:bodyPr lIns="91440" tIns="0" rIns="0" bIns="0"/>
          <a:lstStyle/>
          <a:p>
            <a:pPr>
              <a:buFont typeface="Arial" panose="020B0604020202020204" pitchFamily="34" charset="0"/>
              <a:buChar char="•"/>
            </a:pPr>
            <a:r>
              <a:rPr lang="en-US" sz="2000" dirty="0"/>
              <a:t> </a:t>
            </a:r>
          </a:p>
        </p:txBody>
      </p:sp>
      <p:graphicFrame>
        <p:nvGraphicFramePr>
          <p:cNvPr id="14" name="Object 13">
            <a:extLst>
              <a:ext uri="{FF2B5EF4-FFF2-40B4-BE49-F238E27FC236}">
                <a16:creationId xmlns:a16="http://schemas.microsoft.com/office/drawing/2014/main" id="{8CD7482A-9CE9-4D2C-BA9C-8B080CAB071A}"/>
              </a:ext>
            </a:extLst>
          </p:cNvPr>
          <p:cNvGraphicFramePr>
            <a:graphicFrameLocks noChangeAspect="1"/>
          </p:cNvGraphicFramePr>
          <p:nvPr>
            <p:extLst>
              <p:ext uri="{D42A27DB-BD31-4B8C-83A1-F6EECF244321}">
                <p14:modId xmlns:p14="http://schemas.microsoft.com/office/powerpoint/2010/main" val="1862032197"/>
              </p:ext>
            </p:extLst>
          </p:nvPr>
        </p:nvGraphicFramePr>
        <p:xfrm>
          <a:off x="677863" y="4065588"/>
          <a:ext cx="2501900" cy="307975"/>
        </p:xfrm>
        <a:graphic>
          <a:graphicData uri="http://schemas.openxmlformats.org/presentationml/2006/ole">
            <mc:AlternateContent xmlns:mc="http://schemas.openxmlformats.org/markup-compatibility/2006">
              <mc:Choice xmlns:v="urn:schemas-microsoft-com:vml" Requires="v">
                <p:oleObj name="Equation" r:id="rId4" imgW="2476440" imgH="304560" progId="Equation.DSMT4">
                  <p:embed/>
                </p:oleObj>
              </mc:Choice>
              <mc:Fallback>
                <p:oleObj name="Equation" r:id="rId4" imgW="2476440" imgH="304560" progId="Equation.DSMT4">
                  <p:embed/>
                  <p:pic>
                    <p:nvPicPr>
                      <p:cNvPr id="0" name=""/>
                      <p:cNvPicPr/>
                      <p:nvPr/>
                    </p:nvPicPr>
                    <p:blipFill>
                      <a:blip r:embed="rId5"/>
                      <a:stretch>
                        <a:fillRect/>
                      </a:stretch>
                    </p:blipFill>
                    <p:spPr>
                      <a:xfrm>
                        <a:off x="677863" y="4065588"/>
                        <a:ext cx="2501900" cy="30797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5718138D-5B22-4D5A-8828-3E984AB9FC27}"/>
              </a:ext>
            </a:extLst>
          </p:cNvPr>
          <p:cNvSpPr>
            <a:spLocks noGrp="1"/>
          </p:cNvSpPr>
          <p:nvPr>
            <p:ph sz="quarter" idx="20"/>
          </p:nvPr>
        </p:nvSpPr>
        <p:spPr>
          <a:xfrm>
            <a:off x="3207979" y="4026236"/>
            <a:ext cx="5327651" cy="330439"/>
          </a:xfrm>
        </p:spPr>
        <p:txBody>
          <a:bodyPr lIns="0" tIns="0" rIns="0" bIns="0"/>
          <a:lstStyle/>
          <a:p>
            <a:r>
              <a:rPr lang="en-IN" sz="2000" dirty="0"/>
              <a:t>(80%chance that a patient will be </a:t>
            </a:r>
            <a:r>
              <a:rPr lang="en-US" sz="2000" dirty="0"/>
              <a:t>insured).</a:t>
            </a:r>
          </a:p>
        </p:txBody>
      </p:sp>
      <p:sp>
        <p:nvSpPr>
          <p:cNvPr id="11" name="Content Placeholder 10">
            <a:extLst>
              <a:ext uri="{FF2B5EF4-FFF2-40B4-BE49-F238E27FC236}">
                <a16:creationId xmlns:a16="http://schemas.microsoft.com/office/drawing/2014/main" id="{C63A1DAD-218E-46D3-96C0-3F4CCC5E3D68}"/>
              </a:ext>
            </a:extLst>
          </p:cNvPr>
          <p:cNvSpPr>
            <a:spLocks noGrp="1"/>
          </p:cNvSpPr>
          <p:nvPr>
            <p:ph sz="quarter" idx="21"/>
          </p:nvPr>
        </p:nvSpPr>
        <p:spPr>
          <a:xfrm>
            <a:off x="342901" y="4432053"/>
            <a:ext cx="6667500" cy="787454"/>
          </a:xfrm>
        </p:spPr>
        <p:txBody>
          <a:bodyPr tIns="0"/>
          <a:lstStyle/>
          <a:p>
            <a:pPr lvl="1"/>
            <a:r>
              <a:rPr lang="en-US" sz="2000" i="1" dirty="0"/>
              <a:t>n</a:t>
            </a:r>
            <a:r>
              <a:rPr lang="en-US" sz="2000" dirty="0"/>
              <a:t> = 4 patients.</a:t>
            </a:r>
          </a:p>
          <a:p>
            <a:pPr lvl="1"/>
            <a:r>
              <a:rPr lang="en-US" sz="2000" dirty="0"/>
              <a:t>The domain is </a:t>
            </a:r>
            <a:r>
              <a:rPr lang="en-US" sz="2000" i="1" dirty="0"/>
              <a:t>X </a:t>
            </a:r>
            <a:r>
              <a:rPr lang="en-US" sz="2000" dirty="0"/>
              <a:t>= 0, 1, 2, 3, 4 patients.</a:t>
            </a:r>
          </a:p>
        </p:txBody>
      </p:sp>
      <p:graphicFrame>
        <p:nvGraphicFramePr>
          <p:cNvPr id="16" name="Object 15">
            <a:extLst>
              <a:ext uri="{FF2B5EF4-FFF2-40B4-BE49-F238E27FC236}">
                <a16:creationId xmlns:a16="http://schemas.microsoft.com/office/drawing/2014/main" id="{41A2E551-DCD3-4C88-BE0D-A000B8931D85}"/>
              </a:ext>
            </a:extLst>
          </p:cNvPr>
          <p:cNvGraphicFramePr>
            <a:graphicFrameLocks noChangeAspect="1"/>
          </p:cNvGraphicFramePr>
          <p:nvPr>
            <p:extLst>
              <p:ext uri="{D42A27DB-BD31-4B8C-83A1-F6EECF244321}">
                <p14:modId xmlns:p14="http://schemas.microsoft.com/office/powerpoint/2010/main" val="3337956845"/>
              </p:ext>
            </p:extLst>
          </p:nvPr>
        </p:nvGraphicFramePr>
        <p:xfrm>
          <a:off x="1889125" y="5368925"/>
          <a:ext cx="4359275" cy="419100"/>
        </p:xfrm>
        <a:graphic>
          <a:graphicData uri="http://schemas.openxmlformats.org/presentationml/2006/ole">
            <mc:AlternateContent xmlns:mc="http://schemas.openxmlformats.org/markup-compatibility/2006">
              <mc:Choice xmlns:v="urn:schemas-microsoft-com:vml" Requires="v">
                <p:oleObj name="Equation" r:id="rId6" imgW="3962160" imgH="380880" progId="Equation.DSMT4">
                  <p:embed/>
                </p:oleObj>
              </mc:Choice>
              <mc:Fallback>
                <p:oleObj name="Equation" r:id="rId6" imgW="3962160" imgH="380880" progId="Equation.DSMT4">
                  <p:embed/>
                  <p:pic>
                    <p:nvPicPr>
                      <p:cNvPr id="0" name=""/>
                      <p:cNvPicPr/>
                      <p:nvPr/>
                    </p:nvPicPr>
                    <p:blipFill>
                      <a:blip r:embed="rId7"/>
                      <a:stretch>
                        <a:fillRect/>
                      </a:stretch>
                    </p:blipFill>
                    <p:spPr>
                      <a:xfrm>
                        <a:off x="1889125" y="5368925"/>
                        <a:ext cx="4359275" cy="4191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814315BA-D564-4875-83A3-19D2832FDB65}"/>
              </a:ext>
            </a:extLst>
          </p:cNvPr>
          <p:cNvGraphicFramePr>
            <a:graphicFrameLocks noChangeAspect="1"/>
          </p:cNvGraphicFramePr>
          <p:nvPr>
            <p:extLst>
              <p:ext uri="{D42A27DB-BD31-4B8C-83A1-F6EECF244321}">
                <p14:modId xmlns:p14="http://schemas.microsoft.com/office/powerpoint/2010/main" val="2836752780"/>
              </p:ext>
            </p:extLst>
          </p:nvPr>
        </p:nvGraphicFramePr>
        <p:xfrm>
          <a:off x="836613" y="5910263"/>
          <a:ext cx="7470775" cy="458787"/>
        </p:xfrm>
        <a:graphic>
          <a:graphicData uri="http://schemas.openxmlformats.org/presentationml/2006/ole">
            <mc:AlternateContent xmlns:mc="http://schemas.openxmlformats.org/markup-compatibility/2006">
              <mc:Choice xmlns:v="urn:schemas-microsoft-com:vml" Requires="v">
                <p:oleObj name="Equation" r:id="rId8" imgW="7251480" imgH="444240" progId="Equation.DSMT4">
                  <p:embed/>
                </p:oleObj>
              </mc:Choice>
              <mc:Fallback>
                <p:oleObj name="Equation" r:id="rId8" imgW="7251480" imgH="444240" progId="Equation.DSMT4">
                  <p:embed/>
                  <p:pic>
                    <p:nvPicPr>
                      <p:cNvPr id="0" name=""/>
                      <p:cNvPicPr/>
                      <p:nvPr/>
                    </p:nvPicPr>
                    <p:blipFill>
                      <a:blip r:embed="rId9"/>
                      <a:stretch>
                        <a:fillRect/>
                      </a:stretch>
                    </p:blipFill>
                    <p:spPr>
                      <a:xfrm>
                        <a:off x="836613" y="5910263"/>
                        <a:ext cx="7470775" cy="458787"/>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28</a:t>
            </a:fld>
            <a:endParaRPr lang="en-US"/>
          </a:p>
        </p:txBody>
      </p:sp>
    </p:spTree>
    <p:extLst>
      <p:ext uri="{BB962C8B-B14F-4D97-AF65-F5344CB8AC3E}">
        <p14:creationId xmlns:p14="http://schemas.microsoft.com/office/powerpoint/2010/main" val="775296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856720" cy="903231"/>
          </a:xfrm>
        </p:spPr>
        <p:txBody>
          <a:bodyPr>
            <a:normAutofit/>
          </a:bodyPr>
          <a:lstStyle/>
          <a:p>
            <a:r>
              <a:rPr lang="en-US" sz="3600" dirty="0"/>
              <a:t>Example: Uninsured Patients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283511" cy="1649105"/>
          </a:xfrm>
        </p:spPr>
        <p:txBody>
          <a:bodyPr/>
          <a:lstStyle/>
          <a:p>
            <a:pPr marL="292608" indent="-292608">
              <a:buFont typeface="Arial" panose="020B0604020202020204" pitchFamily="34" charset="0"/>
              <a:buChar char="•"/>
            </a:pPr>
            <a:r>
              <a:rPr lang="en-IN" sz="1800" dirty="0"/>
              <a:t>The P</a:t>
            </a:r>
            <a:r>
              <a:rPr lang="en-IN" sz="100" dirty="0"/>
              <a:t> </a:t>
            </a:r>
            <a:r>
              <a:rPr lang="en-IN" sz="1800" dirty="0"/>
              <a:t>D</a:t>
            </a:r>
            <a:r>
              <a:rPr lang="en-IN" sz="100" dirty="0"/>
              <a:t> </a:t>
            </a:r>
            <a:r>
              <a:rPr lang="en-IN" sz="1800" dirty="0"/>
              <a:t>F is shown in the Table. We can calculate binomial probabilities by using Excel’s binomial formula =BINOM.DIST(</a:t>
            </a:r>
            <a:r>
              <a:rPr lang="en-IN" sz="1800" i="1" dirty="0"/>
              <a:t>x</a:t>
            </a:r>
            <a:r>
              <a:rPr lang="en-IN" sz="1800" dirty="0"/>
              <a:t>, </a:t>
            </a:r>
            <a:r>
              <a:rPr lang="en-IN" sz="1800" i="1" dirty="0"/>
              <a:t>n</a:t>
            </a:r>
            <a:r>
              <a:rPr lang="en-IN" sz="1800" dirty="0"/>
              <a:t>, </a:t>
            </a:r>
            <a:r>
              <a:rPr lang="el-GR" sz="1800" i="1" dirty="0"/>
              <a:t>π</a:t>
            </a:r>
            <a:r>
              <a:rPr lang="en-US" sz="1800" dirty="0"/>
              <a:t>, cumulative), where cumulative is 0 (if you want a P</a:t>
            </a:r>
            <a:r>
              <a:rPr lang="en-US" sz="100" dirty="0"/>
              <a:t> </a:t>
            </a:r>
            <a:r>
              <a:rPr lang="en-US" sz="1800" dirty="0"/>
              <a:t>D</a:t>
            </a:r>
            <a:r>
              <a:rPr lang="en-US" sz="100" dirty="0"/>
              <a:t> </a:t>
            </a:r>
            <a:r>
              <a:rPr lang="en-US" sz="1800" dirty="0"/>
              <a:t>F) or 1 (if you want a C</a:t>
            </a:r>
            <a:r>
              <a:rPr lang="en-US" sz="100" dirty="0"/>
              <a:t> </a:t>
            </a:r>
            <a:r>
              <a:rPr lang="en-US" sz="1800" dirty="0"/>
              <a:t>D</a:t>
            </a:r>
            <a:r>
              <a:rPr lang="en-US" sz="100" dirty="0"/>
              <a:t> </a:t>
            </a:r>
            <a:r>
              <a:rPr lang="en-US" sz="1800" dirty="0"/>
              <a:t>F). We also can use a calculator to work it out from the mathematical formula with </a:t>
            </a:r>
            <a:r>
              <a:rPr lang="en-US" sz="1800" i="1" dirty="0"/>
              <a:t>n </a:t>
            </a:r>
            <a:r>
              <a:rPr lang="en-US" sz="1800" dirty="0"/>
              <a:t>= 4 and </a:t>
            </a:r>
            <a:r>
              <a:rPr lang="el-GR" sz="1800" i="1" dirty="0"/>
              <a:t>π</a:t>
            </a:r>
            <a:r>
              <a:rPr lang="en-US" sz="1800" i="1" dirty="0"/>
              <a:t> </a:t>
            </a:r>
            <a:r>
              <a:rPr lang="en-US" sz="1800" dirty="0"/>
              <a:t>= .20.</a:t>
            </a:r>
          </a:p>
        </p:txBody>
      </p:sp>
      <p:graphicFrame>
        <p:nvGraphicFramePr>
          <p:cNvPr id="22" name="Table 22">
            <a:extLst>
              <a:ext uri="{FF2B5EF4-FFF2-40B4-BE49-F238E27FC236}">
                <a16:creationId xmlns:a16="http://schemas.microsoft.com/office/drawing/2014/main" id="{55E691A1-5D64-46A2-BD10-DD22FAE16910}"/>
              </a:ext>
            </a:extLst>
          </p:cNvPr>
          <p:cNvGraphicFramePr>
            <a:graphicFrameLocks noGrp="1"/>
          </p:cNvGraphicFramePr>
          <p:nvPr>
            <p:extLst>
              <p:ext uri="{D42A27DB-BD31-4B8C-83A1-F6EECF244321}">
                <p14:modId xmlns:p14="http://schemas.microsoft.com/office/powerpoint/2010/main" val="3889864867"/>
              </p:ext>
            </p:extLst>
          </p:nvPr>
        </p:nvGraphicFramePr>
        <p:xfrm>
          <a:off x="2311840" y="3421758"/>
          <a:ext cx="4958390" cy="1903812"/>
        </p:xfrm>
        <a:graphic>
          <a:graphicData uri="http://schemas.openxmlformats.org/drawingml/2006/table">
            <a:tbl>
              <a:tblPr firstRow="1" bandRow="1">
                <a:tableStyleId>{5C22544A-7EE6-4342-B048-85BDC9FD1C3A}</a:tableStyleId>
              </a:tblPr>
              <a:tblGrid>
                <a:gridCol w="775301">
                  <a:extLst>
                    <a:ext uri="{9D8B030D-6E8A-4147-A177-3AD203B41FA5}">
                      <a16:colId xmlns:a16="http://schemas.microsoft.com/office/drawing/2014/main" val="1140770901"/>
                    </a:ext>
                  </a:extLst>
                </a:gridCol>
                <a:gridCol w="2158584">
                  <a:extLst>
                    <a:ext uri="{9D8B030D-6E8A-4147-A177-3AD203B41FA5}">
                      <a16:colId xmlns:a16="http://schemas.microsoft.com/office/drawing/2014/main" val="710750279"/>
                    </a:ext>
                  </a:extLst>
                </a:gridCol>
                <a:gridCol w="2024505">
                  <a:extLst>
                    <a:ext uri="{9D8B030D-6E8A-4147-A177-3AD203B41FA5}">
                      <a16:colId xmlns:a16="http://schemas.microsoft.com/office/drawing/2014/main" val="2993137780"/>
                    </a:ext>
                  </a:extLst>
                </a:gridCol>
              </a:tblGrid>
              <a:tr h="314887">
                <a:tc>
                  <a:txBody>
                    <a:bodyPr/>
                    <a:lstStyle/>
                    <a:p>
                      <a:pPr algn="ctr" fontAlgn="t"/>
                      <a:endParaRPr lang="en-US" sz="1600" b="1" i="1"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47955841"/>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397115789"/>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12532142"/>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4146251208"/>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96497141"/>
                  </a:ext>
                </a:extLst>
              </a:tr>
              <a:tr h="17091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015926936"/>
                  </a:ext>
                </a:extLst>
              </a:tr>
            </a:tbl>
          </a:graphicData>
        </a:graphic>
      </p:graphicFrame>
      <p:graphicFrame>
        <p:nvGraphicFramePr>
          <p:cNvPr id="9" name="Object 8">
            <a:extLst>
              <a:ext uri="{FF2B5EF4-FFF2-40B4-BE49-F238E27FC236}">
                <a16:creationId xmlns:a16="http://schemas.microsoft.com/office/drawing/2014/main" id="{66BACF0C-14DE-4EE2-B329-2AED0E923DE3}"/>
              </a:ext>
            </a:extLst>
          </p:cNvPr>
          <p:cNvGraphicFramePr>
            <a:graphicFrameLocks noChangeAspect="1"/>
          </p:cNvGraphicFramePr>
          <p:nvPr>
            <p:extLst>
              <p:ext uri="{D42A27DB-BD31-4B8C-83A1-F6EECF244321}">
                <p14:modId xmlns:p14="http://schemas.microsoft.com/office/powerpoint/2010/main" val="2792849152"/>
              </p:ext>
            </p:extLst>
          </p:nvPr>
        </p:nvGraphicFramePr>
        <p:xfrm>
          <a:off x="2587625" y="3488320"/>
          <a:ext cx="185738" cy="173037"/>
        </p:xfrm>
        <a:graphic>
          <a:graphicData uri="http://schemas.openxmlformats.org/presentationml/2006/ole">
            <mc:AlternateContent xmlns:mc="http://schemas.openxmlformats.org/markup-compatibility/2006">
              <mc:Choice xmlns:v="urn:schemas-microsoft-com:vml" Requires="v">
                <p:oleObj name="Equation" r:id="rId2" imgW="203040" imgH="190440" progId="Equation.DSMT4">
                  <p:embed/>
                </p:oleObj>
              </mc:Choice>
              <mc:Fallback>
                <p:oleObj name="Equation" r:id="rId2" imgW="203040" imgH="190440" progId="Equation.DSMT4">
                  <p:embed/>
                  <p:pic>
                    <p:nvPicPr>
                      <p:cNvPr id="0" name=""/>
                      <p:cNvPicPr/>
                      <p:nvPr/>
                    </p:nvPicPr>
                    <p:blipFill>
                      <a:blip r:embed="rId3"/>
                      <a:stretch>
                        <a:fillRect/>
                      </a:stretch>
                    </p:blipFill>
                    <p:spPr>
                      <a:xfrm>
                        <a:off x="2587625" y="3488320"/>
                        <a:ext cx="185738" cy="173037"/>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3236430D-5597-4FE4-9BF5-D70DE82F1572}"/>
              </a:ext>
            </a:extLst>
          </p:cNvPr>
          <p:cNvGraphicFramePr>
            <a:graphicFrameLocks noChangeAspect="1"/>
          </p:cNvGraphicFramePr>
          <p:nvPr>
            <p:extLst>
              <p:ext uri="{D42A27DB-BD31-4B8C-83A1-F6EECF244321}">
                <p14:modId xmlns:p14="http://schemas.microsoft.com/office/powerpoint/2010/main" val="2036735177"/>
              </p:ext>
            </p:extLst>
          </p:nvPr>
        </p:nvGraphicFramePr>
        <p:xfrm>
          <a:off x="3733800" y="3451225"/>
          <a:ext cx="1120775" cy="260350"/>
        </p:xfrm>
        <a:graphic>
          <a:graphicData uri="http://schemas.openxmlformats.org/presentationml/2006/ole">
            <mc:AlternateContent xmlns:mc="http://schemas.openxmlformats.org/markup-compatibility/2006">
              <mc:Choice xmlns:v="urn:schemas-microsoft-com:vml" Requires="v">
                <p:oleObj name="Equation" r:id="rId4" imgW="1638000" imgH="380880" progId="Equation.DSMT4">
                  <p:embed/>
                </p:oleObj>
              </mc:Choice>
              <mc:Fallback>
                <p:oleObj name="Equation" r:id="rId4" imgW="1638000" imgH="380880" progId="Equation.DSMT4">
                  <p:embed/>
                  <p:pic>
                    <p:nvPicPr>
                      <p:cNvPr id="0" name=""/>
                      <p:cNvPicPr/>
                      <p:nvPr/>
                    </p:nvPicPr>
                    <p:blipFill>
                      <a:blip r:embed="rId5"/>
                      <a:stretch>
                        <a:fillRect/>
                      </a:stretch>
                    </p:blipFill>
                    <p:spPr>
                      <a:xfrm>
                        <a:off x="3733800" y="3451225"/>
                        <a:ext cx="1120775" cy="26035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00D7F035-7737-448A-9D48-266BBB4A7191}"/>
              </a:ext>
            </a:extLst>
          </p:cNvPr>
          <p:cNvGraphicFramePr>
            <a:graphicFrameLocks noChangeAspect="1"/>
          </p:cNvGraphicFramePr>
          <p:nvPr>
            <p:extLst>
              <p:ext uri="{D42A27DB-BD31-4B8C-83A1-F6EECF244321}">
                <p14:modId xmlns:p14="http://schemas.microsoft.com/office/powerpoint/2010/main" val="2907308252"/>
              </p:ext>
            </p:extLst>
          </p:nvPr>
        </p:nvGraphicFramePr>
        <p:xfrm>
          <a:off x="5789613" y="3457575"/>
          <a:ext cx="1136650" cy="260350"/>
        </p:xfrm>
        <a:graphic>
          <a:graphicData uri="http://schemas.openxmlformats.org/presentationml/2006/ole">
            <mc:AlternateContent xmlns:mc="http://schemas.openxmlformats.org/markup-compatibility/2006">
              <mc:Choice xmlns:v="urn:schemas-microsoft-com:vml" Requires="v">
                <p:oleObj name="Equation" r:id="rId6" imgW="1663560" imgH="380880" progId="Equation.DSMT4">
                  <p:embed/>
                </p:oleObj>
              </mc:Choice>
              <mc:Fallback>
                <p:oleObj name="Equation" r:id="rId6" imgW="1663560" imgH="380880" progId="Equation.DSMT4">
                  <p:embed/>
                  <p:pic>
                    <p:nvPicPr>
                      <p:cNvPr id="0" name=""/>
                      <p:cNvPicPr/>
                      <p:nvPr/>
                    </p:nvPicPr>
                    <p:blipFill>
                      <a:blip r:embed="rId7"/>
                      <a:stretch>
                        <a:fillRect/>
                      </a:stretch>
                    </p:blipFill>
                    <p:spPr>
                      <a:xfrm>
                        <a:off x="5789613" y="3457575"/>
                        <a:ext cx="1136650" cy="26035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CCF158A6-9ECA-422B-9B24-0F5D6196F92F}"/>
              </a:ext>
            </a:extLst>
          </p:cNvPr>
          <p:cNvGraphicFramePr>
            <a:graphicFrameLocks noChangeAspect="1"/>
          </p:cNvGraphicFramePr>
          <p:nvPr>
            <p:extLst>
              <p:ext uri="{D42A27DB-BD31-4B8C-83A1-F6EECF244321}">
                <p14:modId xmlns:p14="http://schemas.microsoft.com/office/powerpoint/2010/main" val="3930081032"/>
              </p:ext>
            </p:extLst>
          </p:nvPr>
        </p:nvGraphicFramePr>
        <p:xfrm>
          <a:off x="2618908" y="3793752"/>
          <a:ext cx="150091" cy="219364"/>
        </p:xfrm>
        <a:graphic>
          <a:graphicData uri="http://schemas.openxmlformats.org/presentationml/2006/ole">
            <mc:AlternateContent xmlns:mc="http://schemas.openxmlformats.org/markup-compatibility/2006">
              <mc:Choice xmlns:v="urn:schemas-microsoft-com:vml" Requires="v">
                <p:oleObj name="Equation" r:id="rId8" imgW="164880" imgH="241200" progId="Equation.DSMT4">
                  <p:embed/>
                </p:oleObj>
              </mc:Choice>
              <mc:Fallback>
                <p:oleObj name="Equation" r:id="rId8" imgW="164880" imgH="241200" progId="Equation.DSMT4">
                  <p:embed/>
                  <p:pic>
                    <p:nvPicPr>
                      <p:cNvPr id="0" name=""/>
                      <p:cNvPicPr/>
                      <p:nvPr/>
                    </p:nvPicPr>
                    <p:blipFill>
                      <a:blip r:embed="rId9"/>
                      <a:stretch>
                        <a:fillRect/>
                      </a:stretch>
                    </p:blipFill>
                    <p:spPr>
                      <a:xfrm>
                        <a:off x="2618908" y="3793752"/>
                        <a:ext cx="150091" cy="219364"/>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FBBA61C-2D06-4D84-B21E-36FDDBCF70CC}"/>
              </a:ext>
            </a:extLst>
          </p:cNvPr>
          <p:cNvGraphicFramePr>
            <a:graphicFrameLocks noChangeAspect="1"/>
          </p:cNvGraphicFramePr>
          <p:nvPr>
            <p:extLst>
              <p:ext uri="{D42A27DB-BD31-4B8C-83A1-F6EECF244321}">
                <p14:modId xmlns:p14="http://schemas.microsoft.com/office/powerpoint/2010/main" val="3254224944"/>
              </p:ext>
            </p:extLst>
          </p:nvPr>
        </p:nvGraphicFramePr>
        <p:xfrm>
          <a:off x="3914946" y="3785261"/>
          <a:ext cx="630829" cy="206651"/>
        </p:xfrm>
        <a:graphic>
          <a:graphicData uri="http://schemas.openxmlformats.org/presentationml/2006/ole">
            <mc:AlternateContent xmlns:mc="http://schemas.openxmlformats.org/markup-compatibility/2006">
              <mc:Choice xmlns:v="urn:schemas-microsoft-com:vml" Requires="v">
                <p:oleObj name="Equation" r:id="rId10" imgW="736560" imgH="241200" progId="Equation.DSMT4">
                  <p:embed/>
                </p:oleObj>
              </mc:Choice>
              <mc:Fallback>
                <p:oleObj name="Equation" r:id="rId10" imgW="736560" imgH="241200" progId="Equation.DSMT4">
                  <p:embed/>
                  <p:pic>
                    <p:nvPicPr>
                      <p:cNvPr id="0" name=""/>
                      <p:cNvPicPr/>
                      <p:nvPr/>
                    </p:nvPicPr>
                    <p:blipFill>
                      <a:blip r:embed="rId11"/>
                      <a:stretch>
                        <a:fillRect/>
                      </a:stretch>
                    </p:blipFill>
                    <p:spPr>
                      <a:xfrm>
                        <a:off x="3914946" y="3785261"/>
                        <a:ext cx="630829" cy="206651"/>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B9FAB600-F2D5-4384-A0D1-A57AD00B1165}"/>
              </a:ext>
            </a:extLst>
          </p:cNvPr>
          <p:cNvGraphicFramePr>
            <a:graphicFrameLocks noChangeAspect="1"/>
          </p:cNvGraphicFramePr>
          <p:nvPr>
            <p:extLst>
              <p:ext uri="{D42A27DB-BD31-4B8C-83A1-F6EECF244321}">
                <p14:modId xmlns:p14="http://schemas.microsoft.com/office/powerpoint/2010/main" val="643148458"/>
              </p:ext>
            </p:extLst>
          </p:nvPr>
        </p:nvGraphicFramePr>
        <p:xfrm>
          <a:off x="5981891" y="3779384"/>
          <a:ext cx="637137" cy="208718"/>
        </p:xfrm>
        <a:graphic>
          <a:graphicData uri="http://schemas.openxmlformats.org/presentationml/2006/ole">
            <mc:AlternateContent xmlns:mc="http://schemas.openxmlformats.org/markup-compatibility/2006">
              <mc:Choice xmlns:v="urn:schemas-microsoft-com:vml" Requires="v">
                <p:oleObj name="Equation" r:id="rId10" imgW="736560" imgH="241200" progId="Equation.DSMT4">
                  <p:embed/>
                </p:oleObj>
              </mc:Choice>
              <mc:Fallback>
                <p:oleObj name="Equation" r:id="rId10" imgW="736560" imgH="241200" progId="Equation.DSMT4">
                  <p:embed/>
                  <p:pic>
                    <p:nvPicPr>
                      <p:cNvPr id="13" name="Object 12">
                        <a:extLst>
                          <a:ext uri="{FF2B5EF4-FFF2-40B4-BE49-F238E27FC236}">
                            <a16:creationId xmlns:a16="http://schemas.microsoft.com/office/drawing/2014/main" id="{BFBBA61C-2D06-4D84-B21E-36FDDBCF70CC}"/>
                          </a:ext>
                        </a:extLst>
                      </p:cNvPr>
                      <p:cNvPicPr/>
                      <p:nvPr/>
                    </p:nvPicPr>
                    <p:blipFill>
                      <a:blip r:embed="rId11"/>
                      <a:stretch>
                        <a:fillRect/>
                      </a:stretch>
                    </p:blipFill>
                    <p:spPr>
                      <a:xfrm>
                        <a:off x="5981891" y="3779384"/>
                        <a:ext cx="637137" cy="208718"/>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E0B3C9B-3587-4291-A94E-65A43A11C5FA}"/>
              </a:ext>
            </a:extLst>
          </p:cNvPr>
          <p:cNvGraphicFramePr>
            <a:graphicFrameLocks noChangeAspect="1"/>
          </p:cNvGraphicFramePr>
          <p:nvPr>
            <p:extLst>
              <p:ext uri="{D42A27DB-BD31-4B8C-83A1-F6EECF244321}">
                <p14:modId xmlns:p14="http://schemas.microsoft.com/office/powerpoint/2010/main" val="1755149559"/>
              </p:ext>
            </p:extLst>
          </p:nvPr>
        </p:nvGraphicFramePr>
        <p:xfrm>
          <a:off x="2623604" y="4103349"/>
          <a:ext cx="114300" cy="228600"/>
        </p:xfrm>
        <a:graphic>
          <a:graphicData uri="http://schemas.openxmlformats.org/presentationml/2006/ole">
            <mc:AlternateContent xmlns:mc="http://schemas.openxmlformats.org/markup-compatibility/2006">
              <mc:Choice xmlns:v="urn:schemas-microsoft-com:vml" Requires="v">
                <p:oleObj name="Equation" r:id="rId12" imgW="114120" imgH="228600" progId="Equation.DSMT4">
                  <p:embed/>
                </p:oleObj>
              </mc:Choice>
              <mc:Fallback>
                <p:oleObj name="Equation" r:id="rId12" imgW="114120" imgH="228600" progId="Equation.DSMT4">
                  <p:embed/>
                  <p:pic>
                    <p:nvPicPr>
                      <p:cNvPr id="0" name=""/>
                      <p:cNvPicPr/>
                      <p:nvPr/>
                    </p:nvPicPr>
                    <p:blipFill>
                      <a:blip r:embed="rId13"/>
                      <a:stretch>
                        <a:fillRect/>
                      </a:stretch>
                    </p:blipFill>
                    <p:spPr>
                      <a:xfrm>
                        <a:off x="2623604" y="4103349"/>
                        <a:ext cx="114300" cy="2286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65047D51-92CE-4BA6-9902-A9D6F0147357}"/>
              </a:ext>
            </a:extLst>
          </p:cNvPr>
          <p:cNvGraphicFramePr>
            <a:graphicFrameLocks noChangeAspect="1"/>
          </p:cNvGraphicFramePr>
          <p:nvPr>
            <p:extLst>
              <p:ext uri="{D42A27DB-BD31-4B8C-83A1-F6EECF244321}">
                <p14:modId xmlns:p14="http://schemas.microsoft.com/office/powerpoint/2010/main" val="3741651289"/>
              </p:ext>
            </p:extLst>
          </p:nvPr>
        </p:nvGraphicFramePr>
        <p:xfrm>
          <a:off x="3914946" y="4090715"/>
          <a:ext cx="630829" cy="206651"/>
        </p:xfrm>
        <a:graphic>
          <a:graphicData uri="http://schemas.openxmlformats.org/presentationml/2006/ole">
            <mc:AlternateContent xmlns:mc="http://schemas.openxmlformats.org/markup-compatibility/2006">
              <mc:Choice xmlns:v="urn:schemas-microsoft-com:vml" Requires="v">
                <p:oleObj name="Equation" r:id="rId10" imgW="736560" imgH="241200" progId="Equation.DSMT4">
                  <p:embed/>
                </p:oleObj>
              </mc:Choice>
              <mc:Fallback>
                <p:oleObj name="Equation" r:id="rId10" imgW="736560" imgH="241200" progId="Equation.DSMT4">
                  <p:embed/>
                  <p:pic>
                    <p:nvPicPr>
                      <p:cNvPr id="13" name="Object 12">
                        <a:extLst>
                          <a:ext uri="{FF2B5EF4-FFF2-40B4-BE49-F238E27FC236}">
                            <a16:creationId xmlns:a16="http://schemas.microsoft.com/office/drawing/2014/main" id="{BFBBA61C-2D06-4D84-B21E-36FDDBCF70CC}"/>
                          </a:ext>
                        </a:extLst>
                      </p:cNvPr>
                      <p:cNvPicPr/>
                      <p:nvPr/>
                    </p:nvPicPr>
                    <p:blipFill>
                      <a:blip r:embed="rId14"/>
                      <a:stretch>
                        <a:fillRect/>
                      </a:stretch>
                    </p:blipFill>
                    <p:spPr>
                      <a:xfrm>
                        <a:off x="3914946" y="4090715"/>
                        <a:ext cx="630829" cy="206651"/>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912A8871-AB5A-41BA-A5E3-87977F0E9244}"/>
              </a:ext>
            </a:extLst>
          </p:cNvPr>
          <p:cNvGraphicFramePr>
            <a:graphicFrameLocks noChangeAspect="1"/>
          </p:cNvGraphicFramePr>
          <p:nvPr>
            <p:extLst>
              <p:ext uri="{D42A27DB-BD31-4B8C-83A1-F6EECF244321}">
                <p14:modId xmlns:p14="http://schemas.microsoft.com/office/powerpoint/2010/main" val="3504541361"/>
              </p:ext>
            </p:extLst>
          </p:nvPr>
        </p:nvGraphicFramePr>
        <p:xfrm>
          <a:off x="5994322" y="4093754"/>
          <a:ext cx="612276" cy="200573"/>
        </p:xfrm>
        <a:graphic>
          <a:graphicData uri="http://schemas.openxmlformats.org/presentationml/2006/ole">
            <mc:AlternateContent xmlns:mc="http://schemas.openxmlformats.org/markup-compatibility/2006">
              <mc:Choice xmlns:v="urn:schemas-microsoft-com:vml" Requires="v">
                <p:oleObj name="Equation" r:id="rId15" imgW="736560" imgH="241200" progId="Equation.DSMT4">
                  <p:embed/>
                </p:oleObj>
              </mc:Choice>
              <mc:Fallback>
                <p:oleObj name="Equation" r:id="rId15" imgW="736560" imgH="241200" progId="Equation.DSMT4">
                  <p:embed/>
                  <p:pic>
                    <p:nvPicPr>
                      <p:cNvPr id="0" name=""/>
                      <p:cNvPicPr/>
                      <p:nvPr/>
                    </p:nvPicPr>
                    <p:blipFill>
                      <a:blip r:embed="rId16"/>
                      <a:stretch>
                        <a:fillRect/>
                      </a:stretch>
                    </p:blipFill>
                    <p:spPr>
                      <a:xfrm>
                        <a:off x="5994322" y="4093754"/>
                        <a:ext cx="612276" cy="200573"/>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DAEF9484-D46E-480E-AC75-80A6EE7D7D09}"/>
              </a:ext>
            </a:extLst>
          </p:cNvPr>
          <p:cNvGraphicFramePr>
            <a:graphicFrameLocks noChangeAspect="1"/>
          </p:cNvGraphicFramePr>
          <p:nvPr>
            <p:extLst>
              <p:ext uri="{D42A27DB-BD31-4B8C-83A1-F6EECF244321}">
                <p14:modId xmlns:p14="http://schemas.microsoft.com/office/powerpoint/2010/main" val="3962526013"/>
              </p:ext>
            </p:extLst>
          </p:nvPr>
        </p:nvGraphicFramePr>
        <p:xfrm>
          <a:off x="2597004" y="4418398"/>
          <a:ext cx="160245" cy="221877"/>
        </p:xfrm>
        <a:graphic>
          <a:graphicData uri="http://schemas.openxmlformats.org/presentationml/2006/ole">
            <mc:AlternateContent xmlns:mc="http://schemas.openxmlformats.org/markup-compatibility/2006">
              <mc:Choice xmlns:v="urn:schemas-microsoft-com:vml" Requires="v">
                <p:oleObj name="Equation" r:id="rId17" imgW="164880" imgH="228600" progId="Equation.DSMT4">
                  <p:embed/>
                </p:oleObj>
              </mc:Choice>
              <mc:Fallback>
                <p:oleObj name="Equation" r:id="rId17" imgW="164880" imgH="228600" progId="Equation.DSMT4">
                  <p:embed/>
                  <p:pic>
                    <p:nvPicPr>
                      <p:cNvPr id="0" name=""/>
                      <p:cNvPicPr/>
                      <p:nvPr/>
                    </p:nvPicPr>
                    <p:blipFill>
                      <a:blip r:embed="rId18"/>
                      <a:stretch>
                        <a:fillRect/>
                      </a:stretch>
                    </p:blipFill>
                    <p:spPr>
                      <a:xfrm>
                        <a:off x="2597004" y="4418398"/>
                        <a:ext cx="160245" cy="22187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3967B345-40A4-4652-8D02-7EACAB5C77F0}"/>
              </a:ext>
            </a:extLst>
          </p:cNvPr>
          <p:cNvGraphicFramePr>
            <a:graphicFrameLocks noChangeAspect="1"/>
          </p:cNvGraphicFramePr>
          <p:nvPr>
            <p:extLst>
              <p:ext uri="{D42A27DB-BD31-4B8C-83A1-F6EECF244321}">
                <p14:modId xmlns:p14="http://schemas.microsoft.com/office/powerpoint/2010/main" val="4164298626"/>
              </p:ext>
            </p:extLst>
          </p:nvPr>
        </p:nvGraphicFramePr>
        <p:xfrm>
          <a:off x="3876139" y="4409216"/>
          <a:ext cx="669636" cy="219364"/>
        </p:xfrm>
        <a:graphic>
          <a:graphicData uri="http://schemas.openxmlformats.org/presentationml/2006/ole">
            <mc:AlternateContent xmlns:mc="http://schemas.openxmlformats.org/markup-compatibility/2006">
              <mc:Choice xmlns:v="urn:schemas-microsoft-com:vml" Requires="v">
                <p:oleObj name="Equation" r:id="rId19" imgW="736560" imgH="241200" progId="Equation.DSMT4">
                  <p:embed/>
                </p:oleObj>
              </mc:Choice>
              <mc:Fallback>
                <p:oleObj name="Equation" r:id="rId19" imgW="736560" imgH="241200" progId="Equation.DSMT4">
                  <p:embed/>
                  <p:pic>
                    <p:nvPicPr>
                      <p:cNvPr id="0" name=""/>
                      <p:cNvPicPr/>
                      <p:nvPr/>
                    </p:nvPicPr>
                    <p:blipFill>
                      <a:blip r:embed="rId20"/>
                      <a:stretch>
                        <a:fillRect/>
                      </a:stretch>
                    </p:blipFill>
                    <p:spPr>
                      <a:xfrm>
                        <a:off x="3876139" y="4409216"/>
                        <a:ext cx="669636" cy="219364"/>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C4D30B64-A371-4EF9-A3D9-0CA98E001AB1}"/>
              </a:ext>
            </a:extLst>
          </p:cNvPr>
          <p:cNvGraphicFramePr>
            <a:graphicFrameLocks noChangeAspect="1"/>
          </p:cNvGraphicFramePr>
          <p:nvPr>
            <p:extLst>
              <p:ext uri="{D42A27DB-BD31-4B8C-83A1-F6EECF244321}">
                <p14:modId xmlns:p14="http://schemas.microsoft.com/office/powerpoint/2010/main" val="4063371647"/>
              </p:ext>
            </p:extLst>
          </p:nvPr>
        </p:nvGraphicFramePr>
        <p:xfrm>
          <a:off x="6011910" y="4436318"/>
          <a:ext cx="608760" cy="199422"/>
        </p:xfrm>
        <a:graphic>
          <a:graphicData uri="http://schemas.openxmlformats.org/presentationml/2006/ole">
            <mc:AlternateContent xmlns:mc="http://schemas.openxmlformats.org/markup-compatibility/2006">
              <mc:Choice xmlns:v="urn:schemas-microsoft-com:vml" Requires="v">
                <p:oleObj name="Equation" r:id="rId21" imgW="736560" imgH="241200" progId="Equation.DSMT4">
                  <p:embed/>
                </p:oleObj>
              </mc:Choice>
              <mc:Fallback>
                <p:oleObj name="Equation" r:id="rId21" imgW="736560" imgH="241200" progId="Equation.DSMT4">
                  <p:embed/>
                  <p:pic>
                    <p:nvPicPr>
                      <p:cNvPr id="0" name=""/>
                      <p:cNvPicPr/>
                      <p:nvPr/>
                    </p:nvPicPr>
                    <p:blipFill>
                      <a:blip r:embed="rId22"/>
                      <a:stretch>
                        <a:fillRect/>
                      </a:stretch>
                    </p:blipFill>
                    <p:spPr>
                      <a:xfrm>
                        <a:off x="6011910" y="4436318"/>
                        <a:ext cx="608760" cy="199422"/>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61DDE434-D53D-456F-B967-83C8A915D67E}"/>
              </a:ext>
            </a:extLst>
          </p:cNvPr>
          <p:cNvGraphicFramePr>
            <a:graphicFrameLocks noChangeAspect="1"/>
          </p:cNvGraphicFramePr>
          <p:nvPr>
            <p:extLst>
              <p:ext uri="{D42A27DB-BD31-4B8C-83A1-F6EECF244321}">
                <p14:modId xmlns:p14="http://schemas.microsoft.com/office/powerpoint/2010/main" val="3788073989"/>
              </p:ext>
            </p:extLst>
          </p:nvPr>
        </p:nvGraphicFramePr>
        <p:xfrm>
          <a:off x="2589760" y="4710302"/>
          <a:ext cx="152400" cy="241300"/>
        </p:xfrm>
        <a:graphic>
          <a:graphicData uri="http://schemas.openxmlformats.org/presentationml/2006/ole">
            <mc:AlternateContent xmlns:mc="http://schemas.openxmlformats.org/markup-compatibility/2006">
              <mc:Choice xmlns:v="urn:schemas-microsoft-com:vml" Requires="v">
                <p:oleObj name="Equation" r:id="rId23" imgW="152280" imgH="241200" progId="Equation.DSMT4">
                  <p:embed/>
                </p:oleObj>
              </mc:Choice>
              <mc:Fallback>
                <p:oleObj name="Equation" r:id="rId23" imgW="152280" imgH="241200" progId="Equation.DSMT4">
                  <p:embed/>
                  <p:pic>
                    <p:nvPicPr>
                      <p:cNvPr id="0" name=""/>
                      <p:cNvPicPr/>
                      <p:nvPr/>
                    </p:nvPicPr>
                    <p:blipFill>
                      <a:blip r:embed="rId24"/>
                      <a:stretch>
                        <a:fillRect/>
                      </a:stretch>
                    </p:blipFill>
                    <p:spPr>
                      <a:xfrm>
                        <a:off x="2589760" y="4710302"/>
                        <a:ext cx="152400" cy="2413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BFD36AE0-AC23-4A56-AE77-2242480A021E}"/>
              </a:ext>
            </a:extLst>
          </p:cNvPr>
          <p:cNvGraphicFramePr>
            <a:graphicFrameLocks noChangeAspect="1"/>
          </p:cNvGraphicFramePr>
          <p:nvPr>
            <p:extLst>
              <p:ext uri="{D42A27DB-BD31-4B8C-83A1-F6EECF244321}">
                <p14:modId xmlns:p14="http://schemas.microsoft.com/office/powerpoint/2010/main" val="215234208"/>
              </p:ext>
            </p:extLst>
          </p:nvPr>
        </p:nvGraphicFramePr>
        <p:xfrm>
          <a:off x="3876139" y="4729051"/>
          <a:ext cx="669636" cy="219364"/>
        </p:xfrm>
        <a:graphic>
          <a:graphicData uri="http://schemas.openxmlformats.org/presentationml/2006/ole">
            <mc:AlternateContent xmlns:mc="http://schemas.openxmlformats.org/markup-compatibility/2006">
              <mc:Choice xmlns:v="urn:schemas-microsoft-com:vml" Requires="v">
                <p:oleObj name="Equation" r:id="rId25" imgW="736560" imgH="241200" progId="Equation.DSMT4">
                  <p:embed/>
                </p:oleObj>
              </mc:Choice>
              <mc:Fallback>
                <p:oleObj name="Equation" r:id="rId25" imgW="736560" imgH="241200" progId="Equation.DSMT4">
                  <p:embed/>
                  <p:pic>
                    <p:nvPicPr>
                      <p:cNvPr id="0" name=""/>
                      <p:cNvPicPr/>
                      <p:nvPr/>
                    </p:nvPicPr>
                    <p:blipFill>
                      <a:blip r:embed="rId26"/>
                      <a:stretch>
                        <a:fillRect/>
                      </a:stretch>
                    </p:blipFill>
                    <p:spPr>
                      <a:xfrm>
                        <a:off x="3876139" y="4729051"/>
                        <a:ext cx="669636" cy="219364"/>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7699E4CF-9933-45CE-A720-F403B90595E2}"/>
              </a:ext>
            </a:extLst>
          </p:cNvPr>
          <p:cNvGraphicFramePr>
            <a:graphicFrameLocks noChangeAspect="1"/>
          </p:cNvGraphicFramePr>
          <p:nvPr>
            <p:extLst>
              <p:ext uri="{D42A27DB-BD31-4B8C-83A1-F6EECF244321}">
                <p14:modId xmlns:p14="http://schemas.microsoft.com/office/powerpoint/2010/main" val="713009196"/>
              </p:ext>
            </p:extLst>
          </p:nvPr>
        </p:nvGraphicFramePr>
        <p:xfrm>
          <a:off x="5997721" y="4744049"/>
          <a:ext cx="637137" cy="208718"/>
        </p:xfrm>
        <a:graphic>
          <a:graphicData uri="http://schemas.openxmlformats.org/presentationml/2006/ole">
            <mc:AlternateContent xmlns:mc="http://schemas.openxmlformats.org/markup-compatibility/2006">
              <mc:Choice xmlns:v="urn:schemas-microsoft-com:vml" Requires="v">
                <p:oleObj name="Equation" r:id="rId27" imgW="736560" imgH="241200" progId="Equation.DSMT4">
                  <p:embed/>
                </p:oleObj>
              </mc:Choice>
              <mc:Fallback>
                <p:oleObj name="Equation" r:id="rId27" imgW="736560" imgH="241200" progId="Equation.DSMT4">
                  <p:embed/>
                  <p:pic>
                    <p:nvPicPr>
                      <p:cNvPr id="0" name=""/>
                      <p:cNvPicPr/>
                      <p:nvPr/>
                    </p:nvPicPr>
                    <p:blipFill>
                      <a:blip r:embed="rId28"/>
                      <a:stretch>
                        <a:fillRect/>
                      </a:stretch>
                    </p:blipFill>
                    <p:spPr>
                      <a:xfrm>
                        <a:off x="5997721" y="4744049"/>
                        <a:ext cx="637137" cy="208718"/>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34C55D33-66B8-4A50-8858-DDDD1910B200}"/>
              </a:ext>
            </a:extLst>
          </p:cNvPr>
          <p:cNvGraphicFramePr>
            <a:graphicFrameLocks noChangeAspect="1"/>
          </p:cNvGraphicFramePr>
          <p:nvPr>
            <p:extLst>
              <p:ext uri="{D42A27DB-BD31-4B8C-83A1-F6EECF244321}">
                <p14:modId xmlns:p14="http://schemas.microsoft.com/office/powerpoint/2010/main" val="2366756694"/>
              </p:ext>
            </p:extLst>
          </p:nvPr>
        </p:nvGraphicFramePr>
        <p:xfrm>
          <a:off x="2573735" y="5064677"/>
          <a:ext cx="165100" cy="228600"/>
        </p:xfrm>
        <a:graphic>
          <a:graphicData uri="http://schemas.openxmlformats.org/presentationml/2006/ole">
            <mc:AlternateContent xmlns:mc="http://schemas.openxmlformats.org/markup-compatibility/2006">
              <mc:Choice xmlns:v="urn:schemas-microsoft-com:vml" Requires="v">
                <p:oleObj name="Equation" r:id="rId29" imgW="164880" imgH="228600" progId="Equation.DSMT4">
                  <p:embed/>
                </p:oleObj>
              </mc:Choice>
              <mc:Fallback>
                <p:oleObj name="Equation" r:id="rId29" imgW="164880" imgH="228600" progId="Equation.DSMT4">
                  <p:embed/>
                  <p:pic>
                    <p:nvPicPr>
                      <p:cNvPr id="0" name=""/>
                      <p:cNvPicPr/>
                      <p:nvPr/>
                    </p:nvPicPr>
                    <p:blipFill>
                      <a:blip r:embed="rId30"/>
                      <a:stretch>
                        <a:fillRect/>
                      </a:stretch>
                    </p:blipFill>
                    <p:spPr>
                      <a:xfrm>
                        <a:off x="2573735" y="5064677"/>
                        <a:ext cx="165100" cy="2286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630086A8-D31E-470C-A5FF-B57B086DD747}"/>
              </a:ext>
            </a:extLst>
          </p:cNvPr>
          <p:cNvGraphicFramePr>
            <a:graphicFrameLocks noChangeAspect="1"/>
          </p:cNvGraphicFramePr>
          <p:nvPr>
            <p:extLst>
              <p:ext uri="{D42A27DB-BD31-4B8C-83A1-F6EECF244321}">
                <p14:modId xmlns:p14="http://schemas.microsoft.com/office/powerpoint/2010/main" val="1888934126"/>
              </p:ext>
            </p:extLst>
          </p:nvPr>
        </p:nvGraphicFramePr>
        <p:xfrm>
          <a:off x="3878939" y="5041725"/>
          <a:ext cx="666836" cy="218447"/>
        </p:xfrm>
        <a:graphic>
          <a:graphicData uri="http://schemas.openxmlformats.org/presentationml/2006/ole">
            <mc:AlternateContent xmlns:mc="http://schemas.openxmlformats.org/markup-compatibility/2006">
              <mc:Choice xmlns:v="urn:schemas-microsoft-com:vml" Requires="v">
                <p:oleObj name="Equation" r:id="rId31" imgW="736560" imgH="241200" progId="Equation.DSMT4">
                  <p:embed/>
                </p:oleObj>
              </mc:Choice>
              <mc:Fallback>
                <p:oleObj name="Equation" r:id="rId31" imgW="736560" imgH="241200" progId="Equation.DSMT4">
                  <p:embed/>
                  <p:pic>
                    <p:nvPicPr>
                      <p:cNvPr id="0" name=""/>
                      <p:cNvPicPr/>
                      <p:nvPr/>
                    </p:nvPicPr>
                    <p:blipFill>
                      <a:blip r:embed="rId32"/>
                      <a:stretch>
                        <a:fillRect/>
                      </a:stretch>
                    </p:blipFill>
                    <p:spPr>
                      <a:xfrm>
                        <a:off x="3878939" y="5041725"/>
                        <a:ext cx="666836" cy="218447"/>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596BE401-4B0A-4870-9E32-1390CCDE3334}"/>
              </a:ext>
            </a:extLst>
          </p:cNvPr>
          <p:cNvGraphicFramePr>
            <a:graphicFrameLocks noChangeAspect="1"/>
          </p:cNvGraphicFramePr>
          <p:nvPr>
            <p:extLst>
              <p:ext uri="{D42A27DB-BD31-4B8C-83A1-F6EECF244321}">
                <p14:modId xmlns:p14="http://schemas.microsoft.com/office/powerpoint/2010/main" val="1664056075"/>
              </p:ext>
            </p:extLst>
          </p:nvPr>
        </p:nvGraphicFramePr>
        <p:xfrm>
          <a:off x="6022267" y="5047025"/>
          <a:ext cx="612591" cy="207846"/>
        </p:xfrm>
        <a:graphic>
          <a:graphicData uri="http://schemas.openxmlformats.org/presentationml/2006/ole">
            <mc:AlternateContent xmlns:mc="http://schemas.openxmlformats.org/markup-compatibility/2006">
              <mc:Choice xmlns:v="urn:schemas-microsoft-com:vml" Requires="v">
                <p:oleObj name="Equation" r:id="rId33" imgW="711000" imgH="241200" progId="Equation.DSMT4">
                  <p:embed/>
                </p:oleObj>
              </mc:Choice>
              <mc:Fallback>
                <p:oleObj name="Equation" r:id="rId33" imgW="711000" imgH="241200" progId="Equation.DSMT4">
                  <p:embed/>
                  <p:pic>
                    <p:nvPicPr>
                      <p:cNvPr id="0" name=""/>
                      <p:cNvPicPr/>
                      <p:nvPr/>
                    </p:nvPicPr>
                    <p:blipFill>
                      <a:blip r:embed="rId34"/>
                      <a:stretch>
                        <a:fillRect/>
                      </a:stretch>
                    </p:blipFill>
                    <p:spPr>
                      <a:xfrm>
                        <a:off x="6022267" y="5047025"/>
                        <a:ext cx="612591" cy="207846"/>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5780320"/>
            <a:ext cx="8366384" cy="376787"/>
          </a:xfrm>
        </p:spPr>
        <p:txBody>
          <a:bodyPr tIns="0"/>
          <a:lstStyle/>
          <a:p>
            <a:pPr marL="292608" indent="-292608">
              <a:buFont typeface="Arial" panose="020B0604020202020204" pitchFamily="34" charset="0"/>
              <a:buChar char="•"/>
            </a:pPr>
            <a:r>
              <a:rPr lang="en-IN" sz="1800" dirty="0"/>
              <a:t>The probability that two will be uninsured is 0.1536 or 15.36%.</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29</a:t>
            </a:fld>
            <a:endParaRPr lang="en-US"/>
          </a:p>
        </p:txBody>
      </p:sp>
    </p:spTree>
    <p:extLst>
      <p:ext uri="{BB962C8B-B14F-4D97-AF65-F5344CB8AC3E}">
        <p14:creationId xmlns:p14="http://schemas.microsoft.com/office/powerpoint/2010/main" val="1498976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Compound Events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7901690" cy="1305376"/>
          </a:xfrm>
        </p:spPr>
        <p:txBody>
          <a:bodyPr/>
          <a:lstStyle/>
          <a:p>
            <a:pPr marL="292608" indent="-292608">
              <a:buFont typeface="Arial" panose="020B0604020202020204" pitchFamily="34" charset="0"/>
              <a:buChar char="•"/>
            </a:pPr>
            <a:r>
              <a:rPr lang="en-US" dirty="0"/>
              <a:t>A compound event is expressed using an inequality.</a:t>
            </a:r>
          </a:p>
          <a:p>
            <a:pPr marL="292608" indent="-292608">
              <a:buFont typeface="Arial" panose="020B0604020202020204" pitchFamily="34" charset="0"/>
              <a:buChar char="•"/>
            </a:pPr>
            <a:r>
              <a:rPr lang="en-US" dirty="0"/>
              <a:t>Consider the event that the sample of four patients will contain </a:t>
            </a:r>
            <a:r>
              <a:rPr lang="en-US" i="1" dirty="0"/>
              <a:t>at most </a:t>
            </a:r>
            <a:r>
              <a:rPr lang="en-US" dirty="0"/>
              <a:t>two uninsured patients.</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706576"/>
            <a:ext cx="7451985" cy="406698"/>
          </a:xfrm>
        </p:spPr>
        <p:txBody>
          <a:bodyPr tIns="0"/>
          <a:lstStyle/>
          <a:p>
            <a:pPr marL="292608" indent="-292608">
              <a:buFont typeface="Arial" panose="020B0604020202020204" pitchFamily="34" charset="0"/>
              <a:buChar char="•"/>
            </a:pPr>
            <a:r>
              <a:rPr lang="en-US" dirty="0"/>
              <a:t>The probability of this event would be expressed as</a:t>
            </a:r>
          </a:p>
        </p:txBody>
      </p:sp>
      <p:graphicFrame>
        <p:nvGraphicFramePr>
          <p:cNvPr id="13" name="Object 12">
            <a:extLst>
              <a:ext uri="{FF2B5EF4-FFF2-40B4-BE49-F238E27FC236}">
                <a16:creationId xmlns:a16="http://schemas.microsoft.com/office/drawing/2014/main" id="{A0DC676E-B416-4982-9A3A-F19C7825037C}"/>
              </a:ext>
            </a:extLst>
          </p:cNvPr>
          <p:cNvGraphicFramePr>
            <a:graphicFrameLocks noChangeAspect="1"/>
          </p:cNvGraphicFramePr>
          <p:nvPr>
            <p:extLst>
              <p:ext uri="{D42A27DB-BD31-4B8C-83A1-F6EECF244321}">
                <p14:modId xmlns:p14="http://schemas.microsoft.com/office/powerpoint/2010/main" val="2205871580"/>
              </p:ext>
            </p:extLst>
          </p:nvPr>
        </p:nvGraphicFramePr>
        <p:xfrm>
          <a:off x="738188" y="3203575"/>
          <a:ext cx="1298575" cy="334963"/>
        </p:xfrm>
        <a:graphic>
          <a:graphicData uri="http://schemas.openxmlformats.org/presentationml/2006/ole">
            <mc:AlternateContent xmlns:mc="http://schemas.openxmlformats.org/markup-compatibility/2006">
              <mc:Choice xmlns:v="urn:schemas-microsoft-com:vml" Requires="v">
                <p:oleObj name="Equation" r:id="rId2" imgW="1180800" imgH="304560" progId="Equation.DSMT4">
                  <p:embed/>
                </p:oleObj>
              </mc:Choice>
              <mc:Fallback>
                <p:oleObj name="Equation" r:id="rId2" imgW="1180800" imgH="304560" progId="Equation.DSMT4">
                  <p:embed/>
                  <p:pic>
                    <p:nvPicPr>
                      <p:cNvPr id="0" name=""/>
                      <p:cNvPicPr/>
                      <p:nvPr/>
                    </p:nvPicPr>
                    <p:blipFill>
                      <a:blip r:embed="rId3"/>
                      <a:stretch>
                        <a:fillRect/>
                      </a:stretch>
                    </p:blipFill>
                    <p:spPr>
                      <a:xfrm>
                        <a:off x="738188" y="3203575"/>
                        <a:ext cx="1298575" cy="334963"/>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2141201" y="3182302"/>
            <a:ext cx="5986365" cy="395446"/>
          </a:xfrm>
        </p:spPr>
        <p:txBody>
          <a:bodyPr lIns="0" tIns="0"/>
          <a:lstStyle/>
          <a:p>
            <a:r>
              <a:rPr lang="en-US" dirty="0"/>
              <a:t>As shown previously, we can add the P</a:t>
            </a:r>
            <a:r>
              <a:rPr lang="en-US" sz="100" dirty="0"/>
              <a:t> </a:t>
            </a:r>
            <a:r>
              <a:rPr lang="en-US" dirty="0"/>
              <a:t>D</a:t>
            </a:r>
            <a:r>
              <a:rPr lang="en-US" sz="100" dirty="0"/>
              <a:t> </a:t>
            </a:r>
            <a:r>
              <a:rPr lang="en-US" dirty="0"/>
              <a:t>F</a:t>
            </a:r>
          </a:p>
        </p:txBody>
      </p:sp>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1" y="3643478"/>
            <a:ext cx="1410948" cy="376581"/>
          </a:xfrm>
        </p:spPr>
        <p:txBody>
          <a:bodyPr lIns="91440" tIns="0" rIns="0" bIns="0"/>
          <a:lstStyle/>
          <a:p>
            <a:pPr marL="292608"/>
            <a:r>
              <a:rPr lang="en-US" dirty="0"/>
              <a:t>values.</a:t>
            </a:r>
          </a:p>
        </p:txBody>
      </p:sp>
      <p:graphicFrame>
        <p:nvGraphicFramePr>
          <p:cNvPr id="14" name="Object 13">
            <a:extLst>
              <a:ext uri="{FF2B5EF4-FFF2-40B4-BE49-F238E27FC236}">
                <a16:creationId xmlns:a16="http://schemas.microsoft.com/office/drawing/2014/main" id="{30E38E5E-D281-43DB-AA90-4097229BFD3D}"/>
              </a:ext>
            </a:extLst>
          </p:cNvPr>
          <p:cNvGraphicFramePr>
            <a:graphicFrameLocks noChangeAspect="1"/>
          </p:cNvGraphicFramePr>
          <p:nvPr>
            <p:extLst>
              <p:ext uri="{D42A27DB-BD31-4B8C-83A1-F6EECF244321}">
                <p14:modId xmlns:p14="http://schemas.microsoft.com/office/powerpoint/2010/main" val="1700293028"/>
              </p:ext>
            </p:extLst>
          </p:nvPr>
        </p:nvGraphicFramePr>
        <p:xfrm>
          <a:off x="682625" y="4198938"/>
          <a:ext cx="7764463" cy="295275"/>
        </p:xfrm>
        <a:graphic>
          <a:graphicData uri="http://schemas.openxmlformats.org/presentationml/2006/ole">
            <mc:AlternateContent xmlns:mc="http://schemas.openxmlformats.org/markup-compatibility/2006">
              <mc:Choice xmlns:v="urn:schemas-microsoft-com:vml" Requires="v">
                <p:oleObj name="Equation" r:id="rId4" imgW="8001000" imgH="304560" progId="Equation.DSMT4">
                  <p:embed/>
                </p:oleObj>
              </mc:Choice>
              <mc:Fallback>
                <p:oleObj name="Equation" r:id="rId4" imgW="8001000" imgH="304560" progId="Equation.DSMT4">
                  <p:embed/>
                  <p:pic>
                    <p:nvPicPr>
                      <p:cNvPr id="0" name=""/>
                      <p:cNvPicPr/>
                      <p:nvPr/>
                    </p:nvPicPr>
                    <p:blipFill>
                      <a:blip r:embed="rId5"/>
                      <a:stretch>
                        <a:fillRect/>
                      </a:stretch>
                    </p:blipFill>
                    <p:spPr>
                      <a:xfrm>
                        <a:off x="682625" y="4198938"/>
                        <a:ext cx="7764463" cy="295275"/>
                      </a:xfrm>
                      <a:prstGeom prst="rect">
                        <a:avLst/>
                      </a:prstGeom>
                    </p:spPr>
                  </p:pic>
                </p:oleObj>
              </mc:Fallback>
            </mc:AlternateContent>
          </a:graphicData>
        </a:graphic>
      </p:graphicFrame>
      <p:graphicFrame>
        <p:nvGraphicFramePr>
          <p:cNvPr id="15" name="Table 22">
            <a:extLst>
              <a:ext uri="{FF2B5EF4-FFF2-40B4-BE49-F238E27FC236}">
                <a16:creationId xmlns:a16="http://schemas.microsoft.com/office/drawing/2014/main" id="{D9AFD24D-7E4C-42C4-8B12-493F62AAD6EA}"/>
              </a:ext>
            </a:extLst>
          </p:cNvPr>
          <p:cNvGraphicFramePr>
            <a:graphicFrameLocks noGrp="1"/>
          </p:cNvGraphicFramePr>
          <p:nvPr>
            <p:extLst>
              <p:ext uri="{D42A27DB-BD31-4B8C-83A1-F6EECF244321}">
                <p14:modId xmlns:p14="http://schemas.microsoft.com/office/powerpoint/2010/main" val="3464329569"/>
              </p:ext>
            </p:extLst>
          </p:nvPr>
        </p:nvGraphicFramePr>
        <p:xfrm>
          <a:off x="2311840" y="4597413"/>
          <a:ext cx="4958390" cy="1903812"/>
        </p:xfrm>
        <a:graphic>
          <a:graphicData uri="http://schemas.openxmlformats.org/drawingml/2006/table">
            <a:tbl>
              <a:tblPr firstRow="1" bandRow="1">
                <a:tableStyleId>{5C22544A-7EE6-4342-B048-85BDC9FD1C3A}</a:tableStyleId>
              </a:tblPr>
              <a:tblGrid>
                <a:gridCol w="775301">
                  <a:extLst>
                    <a:ext uri="{9D8B030D-6E8A-4147-A177-3AD203B41FA5}">
                      <a16:colId xmlns:a16="http://schemas.microsoft.com/office/drawing/2014/main" val="1140770901"/>
                    </a:ext>
                  </a:extLst>
                </a:gridCol>
                <a:gridCol w="2158584">
                  <a:extLst>
                    <a:ext uri="{9D8B030D-6E8A-4147-A177-3AD203B41FA5}">
                      <a16:colId xmlns:a16="http://schemas.microsoft.com/office/drawing/2014/main" val="710750279"/>
                    </a:ext>
                  </a:extLst>
                </a:gridCol>
                <a:gridCol w="2024505">
                  <a:extLst>
                    <a:ext uri="{9D8B030D-6E8A-4147-A177-3AD203B41FA5}">
                      <a16:colId xmlns:a16="http://schemas.microsoft.com/office/drawing/2014/main" val="2993137780"/>
                    </a:ext>
                  </a:extLst>
                </a:gridCol>
              </a:tblGrid>
              <a:tr h="314887">
                <a:tc>
                  <a:txBody>
                    <a:bodyPr/>
                    <a:lstStyle/>
                    <a:p>
                      <a:pPr algn="ctr" fontAlgn="t"/>
                      <a:endParaRPr lang="en-US" sz="1600" b="1" i="1"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47955841"/>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397115789"/>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12532142"/>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4146251208"/>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96497141"/>
                  </a:ext>
                </a:extLst>
              </a:tr>
              <a:tr h="17091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015926936"/>
                  </a:ext>
                </a:extLst>
              </a:tr>
            </a:tbl>
          </a:graphicData>
        </a:graphic>
      </p:graphicFrame>
      <p:graphicFrame>
        <p:nvGraphicFramePr>
          <p:cNvPr id="18" name="Object 17">
            <a:extLst>
              <a:ext uri="{FF2B5EF4-FFF2-40B4-BE49-F238E27FC236}">
                <a16:creationId xmlns:a16="http://schemas.microsoft.com/office/drawing/2014/main" id="{7DB3FD3E-5649-45EA-B4FB-0C7E2D9A1DD2}"/>
              </a:ext>
            </a:extLst>
          </p:cNvPr>
          <p:cNvGraphicFramePr>
            <a:graphicFrameLocks noChangeAspect="1"/>
          </p:cNvGraphicFramePr>
          <p:nvPr>
            <p:extLst>
              <p:ext uri="{D42A27DB-BD31-4B8C-83A1-F6EECF244321}">
                <p14:modId xmlns:p14="http://schemas.microsoft.com/office/powerpoint/2010/main" val="238464261"/>
              </p:ext>
            </p:extLst>
          </p:nvPr>
        </p:nvGraphicFramePr>
        <p:xfrm>
          <a:off x="2587625" y="4691063"/>
          <a:ext cx="185738" cy="173037"/>
        </p:xfrm>
        <a:graphic>
          <a:graphicData uri="http://schemas.openxmlformats.org/presentationml/2006/ole">
            <mc:AlternateContent xmlns:mc="http://schemas.openxmlformats.org/markup-compatibility/2006">
              <mc:Choice xmlns:v="urn:schemas-microsoft-com:vml" Requires="v">
                <p:oleObj name="Equation" r:id="rId6" imgW="203040" imgH="190440" progId="Equation.DSMT4">
                  <p:embed/>
                </p:oleObj>
              </mc:Choice>
              <mc:Fallback>
                <p:oleObj name="Equation" r:id="rId6" imgW="203040" imgH="190440" progId="Equation.DSMT4">
                  <p:embed/>
                  <p:pic>
                    <p:nvPicPr>
                      <p:cNvPr id="9" name="Object 8">
                        <a:extLst>
                          <a:ext uri="{FF2B5EF4-FFF2-40B4-BE49-F238E27FC236}">
                            <a16:creationId xmlns:a16="http://schemas.microsoft.com/office/drawing/2014/main" id="{66BACF0C-14DE-4EE2-B329-2AED0E923DE3}"/>
                          </a:ext>
                        </a:extLst>
                      </p:cNvPr>
                      <p:cNvPicPr/>
                      <p:nvPr/>
                    </p:nvPicPr>
                    <p:blipFill>
                      <a:blip r:embed="rId7"/>
                      <a:stretch>
                        <a:fillRect/>
                      </a:stretch>
                    </p:blipFill>
                    <p:spPr>
                      <a:xfrm>
                        <a:off x="2587625" y="4691063"/>
                        <a:ext cx="185738" cy="173037"/>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237E36DF-54D5-45A6-9859-4027F5C99E20}"/>
              </a:ext>
            </a:extLst>
          </p:cNvPr>
          <p:cNvGraphicFramePr>
            <a:graphicFrameLocks noChangeAspect="1"/>
          </p:cNvGraphicFramePr>
          <p:nvPr>
            <p:extLst>
              <p:ext uri="{D42A27DB-BD31-4B8C-83A1-F6EECF244321}">
                <p14:modId xmlns:p14="http://schemas.microsoft.com/office/powerpoint/2010/main" val="1265061654"/>
              </p:ext>
            </p:extLst>
          </p:nvPr>
        </p:nvGraphicFramePr>
        <p:xfrm>
          <a:off x="3729524" y="4627531"/>
          <a:ext cx="1130300" cy="260350"/>
        </p:xfrm>
        <a:graphic>
          <a:graphicData uri="http://schemas.openxmlformats.org/presentationml/2006/ole">
            <mc:AlternateContent xmlns:mc="http://schemas.openxmlformats.org/markup-compatibility/2006">
              <mc:Choice xmlns:v="urn:schemas-microsoft-com:vml" Requires="v">
                <p:oleObj name="Equation" r:id="rId8" imgW="1650960" imgH="380880" progId="Equation.DSMT4">
                  <p:embed/>
                </p:oleObj>
              </mc:Choice>
              <mc:Fallback>
                <p:oleObj name="Equation" r:id="rId8" imgW="1650960" imgH="380880" progId="Equation.DSMT4">
                  <p:embed/>
                  <p:pic>
                    <p:nvPicPr>
                      <p:cNvPr id="25" name="Object 24">
                        <a:extLst>
                          <a:ext uri="{FF2B5EF4-FFF2-40B4-BE49-F238E27FC236}">
                            <a16:creationId xmlns:a16="http://schemas.microsoft.com/office/drawing/2014/main" id="{3236430D-5597-4FE4-9BF5-D70DE82F1572}"/>
                          </a:ext>
                        </a:extLst>
                      </p:cNvPr>
                      <p:cNvPicPr/>
                      <p:nvPr/>
                    </p:nvPicPr>
                    <p:blipFill>
                      <a:blip r:embed="rId9"/>
                      <a:stretch>
                        <a:fillRect/>
                      </a:stretch>
                    </p:blipFill>
                    <p:spPr>
                      <a:xfrm>
                        <a:off x="3729524" y="4627531"/>
                        <a:ext cx="1130300" cy="26035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6992F338-5C26-4ACE-BEE7-C8B051DE263E}"/>
              </a:ext>
            </a:extLst>
          </p:cNvPr>
          <p:cNvGraphicFramePr>
            <a:graphicFrameLocks noChangeAspect="1"/>
          </p:cNvGraphicFramePr>
          <p:nvPr>
            <p:extLst>
              <p:ext uri="{D42A27DB-BD31-4B8C-83A1-F6EECF244321}">
                <p14:modId xmlns:p14="http://schemas.microsoft.com/office/powerpoint/2010/main" val="2071204910"/>
              </p:ext>
            </p:extLst>
          </p:nvPr>
        </p:nvGraphicFramePr>
        <p:xfrm>
          <a:off x="5787107" y="4633556"/>
          <a:ext cx="1144588" cy="260350"/>
        </p:xfrm>
        <a:graphic>
          <a:graphicData uri="http://schemas.openxmlformats.org/presentationml/2006/ole">
            <mc:AlternateContent xmlns:mc="http://schemas.openxmlformats.org/markup-compatibility/2006">
              <mc:Choice xmlns:v="urn:schemas-microsoft-com:vml" Requires="v">
                <p:oleObj name="Equation" r:id="rId10" imgW="1676160" imgH="380880" progId="Equation.DSMT4">
                  <p:embed/>
                </p:oleObj>
              </mc:Choice>
              <mc:Fallback>
                <p:oleObj name="Equation" r:id="rId10" imgW="1676160" imgH="380880" progId="Equation.DSMT4">
                  <p:embed/>
                  <p:pic>
                    <p:nvPicPr>
                      <p:cNvPr id="26" name="Object 25">
                        <a:extLst>
                          <a:ext uri="{FF2B5EF4-FFF2-40B4-BE49-F238E27FC236}">
                            <a16:creationId xmlns:a16="http://schemas.microsoft.com/office/drawing/2014/main" id="{00D7F035-7737-448A-9D48-266BBB4A7191}"/>
                          </a:ext>
                        </a:extLst>
                      </p:cNvPr>
                      <p:cNvPicPr/>
                      <p:nvPr/>
                    </p:nvPicPr>
                    <p:blipFill>
                      <a:blip r:embed="rId11"/>
                      <a:stretch>
                        <a:fillRect/>
                      </a:stretch>
                    </p:blipFill>
                    <p:spPr>
                      <a:xfrm>
                        <a:off x="5787107" y="4633556"/>
                        <a:ext cx="1144588" cy="26035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4A7D243E-3E23-4A34-A8F4-5853C73C0460}"/>
              </a:ext>
            </a:extLst>
          </p:cNvPr>
          <p:cNvGraphicFramePr>
            <a:graphicFrameLocks noChangeAspect="1"/>
          </p:cNvGraphicFramePr>
          <p:nvPr>
            <p:extLst>
              <p:ext uri="{D42A27DB-BD31-4B8C-83A1-F6EECF244321}">
                <p14:modId xmlns:p14="http://schemas.microsoft.com/office/powerpoint/2010/main" val="22547911"/>
              </p:ext>
            </p:extLst>
          </p:nvPr>
        </p:nvGraphicFramePr>
        <p:xfrm>
          <a:off x="2628239" y="4969407"/>
          <a:ext cx="150091" cy="219364"/>
        </p:xfrm>
        <a:graphic>
          <a:graphicData uri="http://schemas.openxmlformats.org/presentationml/2006/ole">
            <mc:AlternateContent xmlns:mc="http://schemas.openxmlformats.org/markup-compatibility/2006">
              <mc:Choice xmlns:v="urn:schemas-microsoft-com:vml" Requires="v">
                <p:oleObj name="Equation" r:id="rId12" imgW="164880" imgH="241200" progId="Equation.DSMT4">
                  <p:embed/>
                </p:oleObj>
              </mc:Choice>
              <mc:Fallback>
                <p:oleObj name="Equation" r:id="rId12" imgW="164880" imgH="241200" progId="Equation.DSMT4">
                  <p:embed/>
                  <p:pic>
                    <p:nvPicPr>
                      <p:cNvPr id="12" name="Object 11">
                        <a:extLst>
                          <a:ext uri="{FF2B5EF4-FFF2-40B4-BE49-F238E27FC236}">
                            <a16:creationId xmlns:a16="http://schemas.microsoft.com/office/drawing/2014/main" id="{CCF158A6-9ECA-422B-9B24-0F5D6196F92F}"/>
                          </a:ext>
                        </a:extLst>
                      </p:cNvPr>
                      <p:cNvPicPr/>
                      <p:nvPr/>
                    </p:nvPicPr>
                    <p:blipFill>
                      <a:blip r:embed="rId13"/>
                      <a:stretch>
                        <a:fillRect/>
                      </a:stretch>
                    </p:blipFill>
                    <p:spPr>
                      <a:xfrm>
                        <a:off x="2628239" y="4969407"/>
                        <a:ext cx="150091" cy="219364"/>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A05EBDDA-0811-4D63-A65D-4E14A39ED889}"/>
              </a:ext>
            </a:extLst>
          </p:cNvPr>
          <p:cNvGraphicFramePr>
            <a:graphicFrameLocks noChangeAspect="1"/>
          </p:cNvGraphicFramePr>
          <p:nvPr>
            <p:extLst>
              <p:ext uri="{D42A27DB-BD31-4B8C-83A1-F6EECF244321}">
                <p14:modId xmlns:p14="http://schemas.microsoft.com/office/powerpoint/2010/main" val="2341317727"/>
              </p:ext>
            </p:extLst>
          </p:nvPr>
        </p:nvGraphicFramePr>
        <p:xfrm>
          <a:off x="3868882" y="4952609"/>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13" name="Object 12">
                        <a:extLst>
                          <a:ext uri="{FF2B5EF4-FFF2-40B4-BE49-F238E27FC236}">
                            <a16:creationId xmlns:a16="http://schemas.microsoft.com/office/drawing/2014/main" id="{BFBBA61C-2D06-4D84-B21E-36FDDBCF70CC}"/>
                          </a:ext>
                        </a:extLst>
                      </p:cNvPr>
                      <p:cNvPicPr/>
                      <p:nvPr/>
                    </p:nvPicPr>
                    <p:blipFill>
                      <a:blip r:embed="rId15"/>
                      <a:stretch>
                        <a:fillRect/>
                      </a:stretch>
                    </p:blipFill>
                    <p:spPr>
                      <a:xfrm>
                        <a:off x="3868882" y="4952609"/>
                        <a:ext cx="669636" cy="219364"/>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95CE4C4-C327-4EEE-96C1-3D0D365DF89E}"/>
              </a:ext>
            </a:extLst>
          </p:cNvPr>
          <p:cNvGraphicFramePr>
            <a:graphicFrameLocks noChangeAspect="1"/>
          </p:cNvGraphicFramePr>
          <p:nvPr>
            <p:extLst>
              <p:ext uri="{D42A27DB-BD31-4B8C-83A1-F6EECF244321}">
                <p14:modId xmlns:p14="http://schemas.microsoft.com/office/powerpoint/2010/main" val="922701808"/>
              </p:ext>
            </p:extLst>
          </p:nvPr>
        </p:nvGraphicFramePr>
        <p:xfrm>
          <a:off x="5930170" y="4940859"/>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18" name="Object 17">
                        <a:extLst>
                          <a:ext uri="{FF2B5EF4-FFF2-40B4-BE49-F238E27FC236}">
                            <a16:creationId xmlns:a16="http://schemas.microsoft.com/office/drawing/2014/main" id="{B9FAB600-F2D5-4384-A0D1-A57AD00B1165}"/>
                          </a:ext>
                        </a:extLst>
                      </p:cNvPr>
                      <p:cNvPicPr/>
                      <p:nvPr/>
                    </p:nvPicPr>
                    <p:blipFill>
                      <a:blip r:embed="rId15"/>
                      <a:stretch>
                        <a:fillRect/>
                      </a:stretch>
                    </p:blipFill>
                    <p:spPr>
                      <a:xfrm>
                        <a:off x="5930170" y="4940859"/>
                        <a:ext cx="669636" cy="219364"/>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23BCBF0E-640D-4C01-BCC7-C452E6718930}"/>
              </a:ext>
            </a:extLst>
          </p:cNvPr>
          <p:cNvGraphicFramePr>
            <a:graphicFrameLocks noChangeAspect="1"/>
          </p:cNvGraphicFramePr>
          <p:nvPr>
            <p:extLst>
              <p:ext uri="{D42A27DB-BD31-4B8C-83A1-F6EECF244321}">
                <p14:modId xmlns:p14="http://schemas.microsoft.com/office/powerpoint/2010/main" val="2580944424"/>
              </p:ext>
            </p:extLst>
          </p:nvPr>
        </p:nvGraphicFramePr>
        <p:xfrm>
          <a:off x="2614273" y="5288335"/>
          <a:ext cx="114300" cy="228600"/>
        </p:xfrm>
        <a:graphic>
          <a:graphicData uri="http://schemas.openxmlformats.org/presentationml/2006/ole">
            <mc:AlternateContent xmlns:mc="http://schemas.openxmlformats.org/markup-compatibility/2006">
              <mc:Choice xmlns:v="urn:schemas-microsoft-com:vml" Requires="v">
                <p:oleObj name="Equation" r:id="rId16" imgW="114120" imgH="228600" progId="Equation.DSMT4">
                  <p:embed/>
                </p:oleObj>
              </mc:Choice>
              <mc:Fallback>
                <p:oleObj name="Equation" r:id="rId16" imgW="114120" imgH="228600" progId="Equation.DSMT4">
                  <p:embed/>
                  <p:pic>
                    <p:nvPicPr>
                      <p:cNvPr id="15" name="Object 14">
                        <a:extLst>
                          <a:ext uri="{FF2B5EF4-FFF2-40B4-BE49-F238E27FC236}">
                            <a16:creationId xmlns:a16="http://schemas.microsoft.com/office/drawing/2014/main" id="{9E0B3C9B-3587-4291-A94E-65A43A11C5FA}"/>
                          </a:ext>
                        </a:extLst>
                      </p:cNvPr>
                      <p:cNvPicPr/>
                      <p:nvPr/>
                    </p:nvPicPr>
                    <p:blipFill>
                      <a:blip r:embed="rId17"/>
                      <a:stretch>
                        <a:fillRect/>
                      </a:stretch>
                    </p:blipFill>
                    <p:spPr>
                      <a:xfrm>
                        <a:off x="2614273" y="5288335"/>
                        <a:ext cx="114300" cy="2286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826DEF28-027A-4D62-9189-96D3BCE79A41}"/>
              </a:ext>
            </a:extLst>
          </p:cNvPr>
          <p:cNvGraphicFramePr>
            <a:graphicFrameLocks noChangeAspect="1"/>
          </p:cNvGraphicFramePr>
          <p:nvPr>
            <p:extLst>
              <p:ext uri="{D42A27DB-BD31-4B8C-83A1-F6EECF244321}">
                <p14:modId xmlns:p14="http://schemas.microsoft.com/office/powerpoint/2010/main" val="1974356248"/>
              </p:ext>
            </p:extLst>
          </p:nvPr>
        </p:nvGraphicFramePr>
        <p:xfrm>
          <a:off x="3876139" y="5264667"/>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21" name="Object 20">
                        <a:extLst>
                          <a:ext uri="{FF2B5EF4-FFF2-40B4-BE49-F238E27FC236}">
                            <a16:creationId xmlns:a16="http://schemas.microsoft.com/office/drawing/2014/main" id="{65047D51-92CE-4BA6-9902-A9D6F0147357}"/>
                          </a:ext>
                        </a:extLst>
                      </p:cNvPr>
                      <p:cNvPicPr/>
                      <p:nvPr/>
                    </p:nvPicPr>
                    <p:blipFill>
                      <a:blip r:embed="rId15"/>
                      <a:stretch>
                        <a:fillRect/>
                      </a:stretch>
                    </p:blipFill>
                    <p:spPr>
                      <a:xfrm>
                        <a:off x="3876139" y="5264667"/>
                        <a:ext cx="669636" cy="219364"/>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FE9084EF-21A1-4C0F-AB9F-8809A04E2A48}"/>
              </a:ext>
            </a:extLst>
          </p:cNvPr>
          <p:cNvGraphicFramePr>
            <a:graphicFrameLocks noChangeAspect="1"/>
          </p:cNvGraphicFramePr>
          <p:nvPr>
            <p:extLst>
              <p:ext uri="{D42A27DB-BD31-4B8C-83A1-F6EECF244321}">
                <p14:modId xmlns:p14="http://schemas.microsoft.com/office/powerpoint/2010/main" val="1200479342"/>
              </p:ext>
            </p:extLst>
          </p:nvPr>
        </p:nvGraphicFramePr>
        <p:xfrm>
          <a:off x="5963652" y="5273257"/>
          <a:ext cx="669636" cy="219364"/>
        </p:xfrm>
        <a:graphic>
          <a:graphicData uri="http://schemas.openxmlformats.org/presentationml/2006/ole">
            <mc:AlternateContent xmlns:mc="http://schemas.openxmlformats.org/markup-compatibility/2006">
              <mc:Choice xmlns:v="urn:schemas-microsoft-com:vml" Requires="v">
                <p:oleObj name="Equation" r:id="rId18" imgW="736560" imgH="241200" progId="Equation.DSMT4">
                  <p:embed/>
                </p:oleObj>
              </mc:Choice>
              <mc:Fallback>
                <p:oleObj name="Equation" r:id="rId18" imgW="736560" imgH="241200" progId="Equation.DSMT4">
                  <p:embed/>
                  <p:pic>
                    <p:nvPicPr>
                      <p:cNvPr id="16" name="Object 15">
                        <a:extLst>
                          <a:ext uri="{FF2B5EF4-FFF2-40B4-BE49-F238E27FC236}">
                            <a16:creationId xmlns:a16="http://schemas.microsoft.com/office/drawing/2014/main" id="{912A8871-AB5A-41BA-A5E3-87977F0E9244}"/>
                          </a:ext>
                        </a:extLst>
                      </p:cNvPr>
                      <p:cNvPicPr/>
                      <p:nvPr/>
                    </p:nvPicPr>
                    <p:blipFill>
                      <a:blip r:embed="rId19"/>
                      <a:stretch>
                        <a:fillRect/>
                      </a:stretch>
                    </p:blipFill>
                    <p:spPr>
                      <a:xfrm>
                        <a:off x="5963652" y="5273257"/>
                        <a:ext cx="669636" cy="219364"/>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88DD954F-7D80-4BE0-8C16-D5221929A2FD}"/>
              </a:ext>
            </a:extLst>
          </p:cNvPr>
          <p:cNvGraphicFramePr>
            <a:graphicFrameLocks noChangeAspect="1"/>
          </p:cNvGraphicFramePr>
          <p:nvPr>
            <p:extLst>
              <p:ext uri="{D42A27DB-BD31-4B8C-83A1-F6EECF244321}">
                <p14:modId xmlns:p14="http://schemas.microsoft.com/office/powerpoint/2010/main" val="3294055369"/>
              </p:ext>
            </p:extLst>
          </p:nvPr>
        </p:nvGraphicFramePr>
        <p:xfrm>
          <a:off x="2585245" y="5590691"/>
          <a:ext cx="165100" cy="228600"/>
        </p:xfrm>
        <a:graphic>
          <a:graphicData uri="http://schemas.openxmlformats.org/presentationml/2006/ole">
            <mc:AlternateContent xmlns:mc="http://schemas.openxmlformats.org/markup-compatibility/2006">
              <mc:Choice xmlns:v="urn:schemas-microsoft-com:vml" Requires="v">
                <p:oleObj name="Equation" r:id="rId20" imgW="164880" imgH="228600" progId="Equation.DSMT4">
                  <p:embed/>
                </p:oleObj>
              </mc:Choice>
              <mc:Fallback>
                <p:oleObj name="Equation" r:id="rId20" imgW="164880" imgH="228600" progId="Equation.DSMT4">
                  <p:embed/>
                  <p:pic>
                    <p:nvPicPr>
                      <p:cNvPr id="19" name="Object 18">
                        <a:extLst>
                          <a:ext uri="{FF2B5EF4-FFF2-40B4-BE49-F238E27FC236}">
                            <a16:creationId xmlns:a16="http://schemas.microsoft.com/office/drawing/2014/main" id="{DAEF9484-D46E-480E-AC75-80A6EE7D7D09}"/>
                          </a:ext>
                        </a:extLst>
                      </p:cNvPr>
                      <p:cNvPicPr/>
                      <p:nvPr/>
                    </p:nvPicPr>
                    <p:blipFill>
                      <a:blip r:embed="rId21"/>
                      <a:stretch>
                        <a:fillRect/>
                      </a:stretch>
                    </p:blipFill>
                    <p:spPr>
                      <a:xfrm>
                        <a:off x="2585245" y="5590691"/>
                        <a:ext cx="165100" cy="2286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BE3EC857-7C2C-4587-BAC4-0C2D0C2B7A3F}"/>
              </a:ext>
            </a:extLst>
          </p:cNvPr>
          <p:cNvGraphicFramePr>
            <a:graphicFrameLocks noChangeAspect="1"/>
          </p:cNvGraphicFramePr>
          <p:nvPr>
            <p:extLst>
              <p:ext uri="{D42A27DB-BD31-4B8C-83A1-F6EECF244321}">
                <p14:modId xmlns:p14="http://schemas.microsoft.com/office/powerpoint/2010/main" val="135542371"/>
              </p:ext>
            </p:extLst>
          </p:nvPr>
        </p:nvGraphicFramePr>
        <p:xfrm>
          <a:off x="3876139" y="5584871"/>
          <a:ext cx="669636" cy="219364"/>
        </p:xfrm>
        <a:graphic>
          <a:graphicData uri="http://schemas.openxmlformats.org/presentationml/2006/ole">
            <mc:AlternateContent xmlns:mc="http://schemas.openxmlformats.org/markup-compatibility/2006">
              <mc:Choice xmlns:v="urn:schemas-microsoft-com:vml" Requires="v">
                <p:oleObj name="Equation" r:id="rId22" imgW="736560" imgH="241200" progId="Equation.DSMT4">
                  <p:embed/>
                </p:oleObj>
              </mc:Choice>
              <mc:Fallback>
                <p:oleObj name="Equation" r:id="rId22" imgW="736560" imgH="241200" progId="Equation.DSMT4">
                  <p:embed/>
                  <p:pic>
                    <p:nvPicPr>
                      <p:cNvPr id="20" name="Object 19">
                        <a:extLst>
                          <a:ext uri="{FF2B5EF4-FFF2-40B4-BE49-F238E27FC236}">
                            <a16:creationId xmlns:a16="http://schemas.microsoft.com/office/drawing/2014/main" id="{3967B345-40A4-4652-8D02-7EACAB5C77F0}"/>
                          </a:ext>
                        </a:extLst>
                      </p:cNvPr>
                      <p:cNvPicPr/>
                      <p:nvPr/>
                    </p:nvPicPr>
                    <p:blipFill>
                      <a:blip r:embed="rId23"/>
                      <a:stretch>
                        <a:fillRect/>
                      </a:stretch>
                    </p:blipFill>
                    <p:spPr>
                      <a:xfrm>
                        <a:off x="3876139" y="5584871"/>
                        <a:ext cx="669636" cy="219364"/>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84A8DD59-E973-49A6-B30F-EC5062510C6C}"/>
              </a:ext>
            </a:extLst>
          </p:cNvPr>
          <p:cNvGraphicFramePr>
            <a:graphicFrameLocks noChangeAspect="1"/>
          </p:cNvGraphicFramePr>
          <p:nvPr>
            <p:extLst>
              <p:ext uri="{D42A27DB-BD31-4B8C-83A1-F6EECF244321}">
                <p14:modId xmlns:p14="http://schemas.microsoft.com/office/powerpoint/2010/main" val="703753111"/>
              </p:ext>
            </p:extLst>
          </p:nvPr>
        </p:nvGraphicFramePr>
        <p:xfrm>
          <a:off x="5943284" y="5601219"/>
          <a:ext cx="652673" cy="213807"/>
        </p:xfrm>
        <a:graphic>
          <a:graphicData uri="http://schemas.openxmlformats.org/presentationml/2006/ole">
            <mc:AlternateContent xmlns:mc="http://schemas.openxmlformats.org/markup-compatibility/2006">
              <mc:Choice xmlns:v="urn:schemas-microsoft-com:vml" Requires="v">
                <p:oleObj name="Equation" r:id="rId24" imgW="736560" imgH="241200" progId="Equation.DSMT4">
                  <p:embed/>
                </p:oleObj>
              </mc:Choice>
              <mc:Fallback>
                <p:oleObj name="Equation" r:id="rId24" imgW="736560" imgH="241200" progId="Equation.DSMT4">
                  <p:embed/>
                  <p:pic>
                    <p:nvPicPr>
                      <p:cNvPr id="23" name="Object 22">
                        <a:extLst>
                          <a:ext uri="{FF2B5EF4-FFF2-40B4-BE49-F238E27FC236}">
                            <a16:creationId xmlns:a16="http://schemas.microsoft.com/office/drawing/2014/main" id="{C4D30B64-A371-4EF9-A3D9-0CA98E001AB1}"/>
                          </a:ext>
                        </a:extLst>
                      </p:cNvPr>
                      <p:cNvPicPr/>
                      <p:nvPr/>
                    </p:nvPicPr>
                    <p:blipFill>
                      <a:blip r:embed="rId25"/>
                      <a:stretch>
                        <a:fillRect/>
                      </a:stretch>
                    </p:blipFill>
                    <p:spPr>
                      <a:xfrm>
                        <a:off x="5943284" y="5601219"/>
                        <a:ext cx="652673" cy="213807"/>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CB9D224A-1859-4D7A-847F-8D6E7D91275E}"/>
              </a:ext>
            </a:extLst>
          </p:cNvPr>
          <p:cNvGraphicFramePr>
            <a:graphicFrameLocks noChangeAspect="1"/>
          </p:cNvGraphicFramePr>
          <p:nvPr>
            <p:extLst>
              <p:ext uri="{D42A27DB-BD31-4B8C-83A1-F6EECF244321}">
                <p14:modId xmlns:p14="http://schemas.microsoft.com/office/powerpoint/2010/main" val="1910600291"/>
              </p:ext>
            </p:extLst>
          </p:nvPr>
        </p:nvGraphicFramePr>
        <p:xfrm>
          <a:off x="2627084" y="5885957"/>
          <a:ext cx="152400" cy="241300"/>
        </p:xfrm>
        <a:graphic>
          <a:graphicData uri="http://schemas.openxmlformats.org/presentationml/2006/ole">
            <mc:AlternateContent xmlns:mc="http://schemas.openxmlformats.org/markup-compatibility/2006">
              <mc:Choice xmlns:v="urn:schemas-microsoft-com:vml" Requires="v">
                <p:oleObj name="Equation" r:id="rId26" imgW="152280" imgH="241200" progId="Equation.DSMT4">
                  <p:embed/>
                </p:oleObj>
              </mc:Choice>
              <mc:Fallback>
                <p:oleObj name="Equation" r:id="rId26" imgW="152280" imgH="241200" progId="Equation.DSMT4">
                  <p:embed/>
                  <p:pic>
                    <p:nvPicPr>
                      <p:cNvPr id="24" name="Object 23">
                        <a:extLst>
                          <a:ext uri="{FF2B5EF4-FFF2-40B4-BE49-F238E27FC236}">
                            <a16:creationId xmlns:a16="http://schemas.microsoft.com/office/drawing/2014/main" id="{61DDE434-D53D-456F-B967-83C8A915D67E}"/>
                          </a:ext>
                        </a:extLst>
                      </p:cNvPr>
                      <p:cNvPicPr/>
                      <p:nvPr/>
                    </p:nvPicPr>
                    <p:blipFill>
                      <a:blip r:embed="rId27"/>
                      <a:stretch>
                        <a:fillRect/>
                      </a:stretch>
                    </p:blipFill>
                    <p:spPr>
                      <a:xfrm>
                        <a:off x="2627084" y="5885957"/>
                        <a:ext cx="152400" cy="2413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BF1B2CBC-1860-44F9-88F9-E8C3FE430D39}"/>
              </a:ext>
            </a:extLst>
          </p:cNvPr>
          <p:cNvGraphicFramePr>
            <a:graphicFrameLocks noChangeAspect="1"/>
          </p:cNvGraphicFramePr>
          <p:nvPr>
            <p:extLst>
              <p:ext uri="{D42A27DB-BD31-4B8C-83A1-F6EECF244321}">
                <p14:modId xmlns:p14="http://schemas.microsoft.com/office/powerpoint/2010/main" val="3933252597"/>
              </p:ext>
            </p:extLst>
          </p:nvPr>
        </p:nvGraphicFramePr>
        <p:xfrm>
          <a:off x="3852003" y="5912821"/>
          <a:ext cx="669636" cy="219364"/>
        </p:xfrm>
        <a:graphic>
          <a:graphicData uri="http://schemas.openxmlformats.org/presentationml/2006/ole">
            <mc:AlternateContent xmlns:mc="http://schemas.openxmlformats.org/markup-compatibility/2006">
              <mc:Choice xmlns:v="urn:schemas-microsoft-com:vml" Requires="v">
                <p:oleObj name="Equation" r:id="rId28" imgW="736560" imgH="241200" progId="Equation.DSMT4">
                  <p:embed/>
                </p:oleObj>
              </mc:Choice>
              <mc:Fallback>
                <p:oleObj name="Equation" r:id="rId28" imgW="736560" imgH="241200" progId="Equation.DSMT4">
                  <p:embed/>
                  <p:pic>
                    <p:nvPicPr>
                      <p:cNvPr id="27" name="Object 26">
                        <a:extLst>
                          <a:ext uri="{FF2B5EF4-FFF2-40B4-BE49-F238E27FC236}">
                            <a16:creationId xmlns:a16="http://schemas.microsoft.com/office/drawing/2014/main" id="{BFD36AE0-AC23-4A56-AE77-2242480A021E}"/>
                          </a:ext>
                        </a:extLst>
                      </p:cNvPr>
                      <p:cNvPicPr/>
                      <p:nvPr/>
                    </p:nvPicPr>
                    <p:blipFill>
                      <a:blip r:embed="rId29"/>
                      <a:stretch>
                        <a:fillRect/>
                      </a:stretch>
                    </p:blipFill>
                    <p:spPr>
                      <a:xfrm>
                        <a:off x="3852003" y="5912821"/>
                        <a:ext cx="669636" cy="219364"/>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A5ED4435-D303-4D24-A9CD-E78983990FB7}"/>
              </a:ext>
            </a:extLst>
          </p:cNvPr>
          <p:cNvGraphicFramePr>
            <a:graphicFrameLocks noChangeAspect="1"/>
          </p:cNvGraphicFramePr>
          <p:nvPr>
            <p:extLst>
              <p:ext uri="{D42A27DB-BD31-4B8C-83A1-F6EECF244321}">
                <p14:modId xmlns:p14="http://schemas.microsoft.com/office/powerpoint/2010/main" val="1808693126"/>
              </p:ext>
            </p:extLst>
          </p:nvPr>
        </p:nvGraphicFramePr>
        <p:xfrm>
          <a:off x="5930170" y="5912821"/>
          <a:ext cx="669636" cy="219364"/>
        </p:xfrm>
        <a:graphic>
          <a:graphicData uri="http://schemas.openxmlformats.org/presentationml/2006/ole">
            <mc:AlternateContent xmlns:mc="http://schemas.openxmlformats.org/markup-compatibility/2006">
              <mc:Choice xmlns:v="urn:schemas-microsoft-com:vml" Requires="v">
                <p:oleObj name="Equation" r:id="rId30" imgW="736560" imgH="241200" progId="Equation.DSMT4">
                  <p:embed/>
                </p:oleObj>
              </mc:Choice>
              <mc:Fallback>
                <p:oleObj name="Equation" r:id="rId30" imgW="736560" imgH="241200" progId="Equation.DSMT4">
                  <p:embed/>
                  <p:pic>
                    <p:nvPicPr>
                      <p:cNvPr id="28" name="Object 27">
                        <a:extLst>
                          <a:ext uri="{FF2B5EF4-FFF2-40B4-BE49-F238E27FC236}">
                            <a16:creationId xmlns:a16="http://schemas.microsoft.com/office/drawing/2014/main" id="{7699E4CF-9933-45CE-A720-F403B90595E2}"/>
                          </a:ext>
                        </a:extLst>
                      </p:cNvPr>
                      <p:cNvPicPr/>
                      <p:nvPr/>
                    </p:nvPicPr>
                    <p:blipFill>
                      <a:blip r:embed="rId31"/>
                      <a:stretch>
                        <a:fillRect/>
                      </a:stretch>
                    </p:blipFill>
                    <p:spPr>
                      <a:xfrm>
                        <a:off x="5930170" y="5912821"/>
                        <a:ext cx="669636" cy="219364"/>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286EA274-C910-48B2-94A8-630FBD6B948E}"/>
              </a:ext>
            </a:extLst>
          </p:cNvPr>
          <p:cNvGraphicFramePr>
            <a:graphicFrameLocks noChangeAspect="1"/>
          </p:cNvGraphicFramePr>
          <p:nvPr>
            <p:extLst>
              <p:ext uri="{D42A27DB-BD31-4B8C-83A1-F6EECF244321}">
                <p14:modId xmlns:p14="http://schemas.microsoft.com/office/powerpoint/2010/main" val="1249316929"/>
              </p:ext>
            </p:extLst>
          </p:nvPr>
        </p:nvGraphicFramePr>
        <p:xfrm>
          <a:off x="2611059" y="6240332"/>
          <a:ext cx="165100" cy="228600"/>
        </p:xfrm>
        <a:graphic>
          <a:graphicData uri="http://schemas.openxmlformats.org/presentationml/2006/ole">
            <mc:AlternateContent xmlns:mc="http://schemas.openxmlformats.org/markup-compatibility/2006">
              <mc:Choice xmlns:v="urn:schemas-microsoft-com:vml" Requires="v">
                <p:oleObj name="Equation" r:id="rId32" imgW="164880" imgH="228600" progId="Equation.DSMT4">
                  <p:embed/>
                </p:oleObj>
              </mc:Choice>
              <mc:Fallback>
                <p:oleObj name="Equation" r:id="rId32" imgW="164880" imgH="228600" progId="Equation.DSMT4">
                  <p:embed/>
                  <p:pic>
                    <p:nvPicPr>
                      <p:cNvPr id="29" name="Object 28">
                        <a:extLst>
                          <a:ext uri="{FF2B5EF4-FFF2-40B4-BE49-F238E27FC236}">
                            <a16:creationId xmlns:a16="http://schemas.microsoft.com/office/drawing/2014/main" id="{34C55D33-66B8-4A50-8858-DDDD1910B200}"/>
                          </a:ext>
                        </a:extLst>
                      </p:cNvPr>
                      <p:cNvPicPr/>
                      <p:nvPr/>
                    </p:nvPicPr>
                    <p:blipFill>
                      <a:blip r:embed="rId33"/>
                      <a:stretch>
                        <a:fillRect/>
                      </a:stretch>
                    </p:blipFill>
                    <p:spPr>
                      <a:xfrm>
                        <a:off x="2611059" y="6240332"/>
                        <a:ext cx="165100" cy="22860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03CC79EA-86FC-402C-86CD-010A828A3F57}"/>
              </a:ext>
            </a:extLst>
          </p:cNvPr>
          <p:cNvGraphicFramePr>
            <a:graphicFrameLocks noChangeAspect="1"/>
          </p:cNvGraphicFramePr>
          <p:nvPr>
            <p:extLst>
              <p:ext uri="{D42A27DB-BD31-4B8C-83A1-F6EECF244321}">
                <p14:modId xmlns:p14="http://schemas.microsoft.com/office/powerpoint/2010/main" val="2290055685"/>
              </p:ext>
            </p:extLst>
          </p:nvPr>
        </p:nvGraphicFramePr>
        <p:xfrm>
          <a:off x="3858279" y="6215186"/>
          <a:ext cx="680239" cy="222837"/>
        </p:xfrm>
        <a:graphic>
          <a:graphicData uri="http://schemas.openxmlformats.org/presentationml/2006/ole">
            <mc:AlternateContent xmlns:mc="http://schemas.openxmlformats.org/markup-compatibility/2006">
              <mc:Choice xmlns:v="urn:schemas-microsoft-com:vml" Requires="v">
                <p:oleObj name="Equation" r:id="rId34" imgW="736560" imgH="241200" progId="Equation.DSMT4">
                  <p:embed/>
                </p:oleObj>
              </mc:Choice>
              <mc:Fallback>
                <p:oleObj name="Equation" r:id="rId34" imgW="736560" imgH="241200" progId="Equation.DSMT4">
                  <p:embed/>
                  <p:pic>
                    <p:nvPicPr>
                      <p:cNvPr id="30" name="Object 29">
                        <a:extLst>
                          <a:ext uri="{FF2B5EF4-FFF2-40B4-BE49-F238E27FC236}">
                            <a16:creationId xmlns:a16="http://schemas.microsoft.com/office/drawing/2014/main" id="{630086A8-D31E-470C-A5FF-B57B086DD747}"/>
                          </a:ext>
                        </a:extLst>
                      </p:cNvPr>
                      <p:cNvPicPr/>
                      <p:nvPr/>
                    </p:nvPicPr>
                    <p:blipFill>
                      <a:blip r:embed="rId35"/>
                      <a:stretch>
                        <a:fillRect/>
                      </a:stretch>
                    </p:blipFill>
                    <p:spPr>
                      <a:xfrm>
                        <a:off x="3858279" y="6215186"/>
                        <a:ext cx="680239" cy="222837"/>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8182C6ED-79D4-4871-B855-BFFC5F436515}"/>
              </a:ext>
            </a:extLst>
          </p:cNvPr>
          <p:cNvGraphicFramePr>
            <a:graphicFrameLocks noChangeAspect="1"/>
          </p:cNvGraphicFramePr>
          <p:nvPr>
            <p:extLst>
              <p:ext uri="{D42A27DB-BD31-4B8C-83A1-F6EECF244321}">
                <p14:modId xmlns:p14="http://schemas.microsoft.com/office/powerpoint/2010/main" val="2476971505"/>
              </p:ext>
            </p:extLst>
          </p:nvPr>
        </p:nvGraphicFramePr>
        <p:xfrm>
          <a:off x="5936597" y="6223487"/>
          <a:ext cx="656781" cy="222837"/>
        </p:xfrm>
        <a:graphic>
          <a:graphicData uri="http://schemas.openxmlformats.org/presentationml/2006/ole">
            <mc:AlternateContent xmlns:mc="http://schemas.openxmlformats.org/markup-compatibility/2006">
              <mc:Choice xmlns:v="urn:schemas-microsoft-com:vml" Requires="v">
                <p:oleObj name="Equation" r:id="rId36" imgW="711000" imgH="241200" progId="Equation.DSMT4">
                  <p:embed/>
                </p:oleObj>
              </mc:Choice>
              <mc:Fallback>
                <p:oleObj name="Equation" r:id="rId36" imgW="711000" imgH="241200" progId="Equation.DSMT4">
                  <p:embed/>
                  <p:pic>
                    <p:nvPicPr>
                      <p:cNvPr id="31" name="Object 30">
                        <a:extLst>
                          <a:ext uri="{FF2B5EF4-FFF2-40B4-BE49-F238E27FC236}">
                            <a16:creationId xmlns:a16="http://schemas.microsoft.com/office/drawing/2014/main" id="{596BE401-4B0A-4870-9E32-1390CCDE3334}"/>
                          </a:ext>
                        </a:extLst>
                      </p:cNvPr>
                      <p:cNvPicPr/>
                      <p:nvPr/>
                    </p:nvPicPr>
                    <p:blipFill>
                      <a:blip r:embed="rId37"/>
                      <a:stretch>
                        <a:fillRect/>
                      </a:stretch>
                    </p:blipFill>
                    <p:spPr>
                      <a:xfrm>
                        <a:off x="5936597" y="6223487"/>
                        <a:ext cx="656781" cy="222837"/>
                      </a:xfrm>
                      <a:prstGeom prst="rect">
                        <a:avLst/>
                      </a:prstGeom>
                    </p:spPr>
                  </p:pic>
                </p:oleObj>
              </mc:Fallback>
            </mc:AlternateContent>
          </a:graphicData>
        </a:graphic>
      </p:graphicFrame>
      <p:pic>
        <p:nvPicPr>
          <p:cNvPr id="16" name="Picture 15" descr="An arrow points from .9728 to 0.9728 under C D F P (X less than or equal to x).">
            <a:extLst>
              <a:ext uri="{FF2B5EF4-FFF2-40B4-BE49-F238E27FC236}">
                <a16:creationId xmlns:a16="http://schemas.microsoft.com/office/drawing/2014/main" id="{B8116F3F-64C4-4779-B9CE-A4ED48A458D4}"/>
              </a:ext>
            </a:extLst>
          </p:cNvPr>
          <p:cNvPicPr>
            <a:picLocks noChangeAspect="1"/>
          </p:cNvPicPr>
          <p:nvPr/>
        </p:nvPicPr>
        <p:blipFill>
          <a:blip r:embed="rId38"/>
          <a:stretch>
            <a:fillRect/>
          </a:stretch>
        </p:blipFill>
        <p:spPr>
          <a:xfrm rot="19106662">
            <a:off x="6241659" y="4970652"/>
            <a:ext cx="2017976" cy="292460"/>
          </a:xfrm>
          <a:prstGeom prst="rect">
            <a:avLst/>
          </a:prstGeom>
        </p:spPr>
      </p:pic>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30</a:t>
            </a:fld>
            <a:endParaRPr lang="en-US"/>
          </a:p>
        </p:txBody>
      </p:sp>
    </p:spTree>
    <p:extLst>
      <p:ext uri="{BB962C8B-B14F-4D97-AF65-F5344CB8AC3E}">
        <p14:creationId xmlns:p14="http://schemas.microsoft.com/office/powerpoint/2010/main" val="831530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Compound Events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1" y="1317903"/>
            <a:ext cx="7976640" cy="780720"/>
          </a:xfrm>
        </p:spPr>
        <p:txBody>
          <a:bodyPr/>
          <a:lstStyle/>
          <a:p>
            <a:pPr marL="292608" indent="-292608">
              <a:buFont typeface="Arial" panose="020B0604020202020204" pitchFamily="34" charset="0"/>
              <a:buChar char="•"/>
              <a:defRPr/>
            </a:pPr>
            <a:r>
              <a:rPr lang="en-US" dirty="0"/>
              <a:t>What is the probability that </a:t>
            </a:r>
            <a:r>
              <a:rPr lang="en-US" i="1" dirty="0"/>
              <a:t>fewer</a:t>
            </a:r>
            <a:r>
              <a:rPr lang="en-US" dirty="0"/>
              <a:t> than two patients have insurance?</a:t>
            </a:r>
          </a:p>
        </p:txBody>
      </p:sp>
      <p:graphicFrame>
        <p:nvGraphicFramePr>
          <p:cNvPr id="13" name="Object 12">
            <a:extLst>
              <a:ext uri="{FF2B5EF4-FFF2-40B4-BE49-F238E27FC236}">
                <a16:creationId xmlns:a16="http://schemas.microsoft.com/office/drawing/2014/main" id="{234EDB81-9F2F-483E-856D-1241C61758C9}"/>
              </a:ext>
            </a:extLst>
          </p:cNvPr>
          <p:cNvGraphicFramePr>
            <a:graphicFrameLocks noChangeAspect="1"/>
          </p:cNvGraphicFramePr>
          <p:nvPr>
            <p:extLst>
              <p:ext uri="{D42A27DB-BD31-4B8C-83A1-F6EECF244321}">
                <p14:modId xmlns:p14="http://schemas.microsoft.com/office/powerpoint/2010/main" val="1288670057"/>
              </p:ext>
            </p:extLst>
          </p:nvPr>
        </p:nvGraphicFramePr>
        <p:xfrm>
          <a:off x="1335088" y="2357438"/>
          <a:ext cx="5902325" cy="369887"/>
        </p:xfrm>
        <a:graphic>
          <a:graphicData uri="http://schemas.openxmlformats.org/presentationml/2006/ole">
            <mc:AlternateContent xmlns:mc="http://schemas.openxmlformats.org/markup-compatibility/2006">
              <mc:Choice xmlns:v="urn:schemas-microsoft-com:vml" Requires="v">
                <p:oleObj name="Equation" r:id="rId2" imgW="4876560" imgH="304560" progId="Equation.DSMT4">
                  <p:embed/>
                </p:oleObj>
              </mc:Choice>
              <mc:Fallback>
                <p:oleObj name="Equation" r:id="rId2" imgW="4876560" imgH="304560" progId="Equation.DSMT4">
                  <p:embed/>
                  <p:pic>
                    <p:nvPicPr>
                      <p:cNvPr id="0" name=""/>
                      <p:cNvPicPr/>
                      <p:nvPr/>
                    </p:nvPicPr>
                    <p:blipFill>
                      <a:blip r:embed="rId3"/>
                      <a:stretch>
                        <a:fillRect/>
                      </a:stretch>
                    </p:blipFill>
                    <p:spPr>
                      <a:xfrm>
                        <a:off x="1335088" y="2357438"/>
                        <a:ext cx="5902325" cy="36988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2957949"/>
            <a:ext cx="7856720" cy="739916"/>
          </a:xfrm>
        </p:spPr>
        <p:txBody>
          <a:bodyPr tIns="0"/>
          <a:lstStyle/>
          <a:p>
            <a:pPr marL="292608" indent="-292608">
              <a:buFont typeface="Arial" panose="020B0604020202020204" pitchFamily="34" charset="0"/>
              <a:buChar char="•"/>
              <a:defRPr/>
            </a:pPr>
            <a:r>
              <a:rPr lang="en-US" dirty="0"/>
              <a:t>What is the probability that </a:t>
            </a:r>
            <a:r>
              <a:rPr lang="en-US" i="1" dirty="0"/>
              <a:t>no more than </a:t>
            </a:r>
            <a:r>
              <a:rPr lang="en-US" dirty="0"/>
              <a:t>two patients have insurance?</a:t>
            </a:r>
          </a:p>
        </p:txBody>
      </p:sp>
      <p:graphicFrame>
        <p:nvGraphicFramePr>
          <p:cNvPr id="14" name="Object 13">
            <a:extLst>
              <a:ext uri="{FF2B5EF4-FFF2-40B4-BE49-F238E27FC236}">
                <a16:creationId xmlns:a16="http://schemas.microsoft.com/office/drawing/2014/main" id="{471F37F6-6122-485B-8CBE-6C6DD97DB9F2}"/>
              </a:ext>
            </a:extLst>
          </p:cNvPr>
          <p:cNvGraphicFramePr>
            <a:graphicFrameLocks noChangeAspect="1"/>
          </p:cNvGraphicFramePr>
          <p:nvPr>
            <p:extLst>
              <p:ext uri="{D42A27DB-BD31-4B8C-83A1-F6EECF244321}">
                <p14:modId xmlns:p14="http://schemas.microsoft.com/office/powerpoint/2010/main" val="463191413"/>
              </p:ext>
            </p:extLst>
          </p:nvPr>
        </p:nvGraphicFramePr>
        <p:xfrm>
          <a:off x="630238" y="3927475"/>
          <a:ext cx="7607300" cy="355600"/>
        </p:xfrm>
        <a:graphic>
          <a:graphicData uri="http://schemas.openxmlformats.org/presentationml/2006/ole">
            <mc:AlternateContent xmlns:mc="http://schemas.openxmlformats.org/markup-compatibility/2006">
              <mc:Choice xmlns:v="urn:schemas-microsoft-com:vml" Requires="v">
                <p:oleObj name="Equation" r:id="rId4" imgW="6514920" imgH="304560" progId="Equation.DSMT4">
                  <p:embed/>
                </p:oleObj>
              </mc:Choice>
              <mc:Fallback>
                <p:oleObj name="Equation" r:id="rId4" imgW="6514920" imgH="304560" progId="Equation.DSMT4">
                  <p:embed/>
                  <p:pic>
                    <p:nvPicPr>
                      <p:cNvPr id="0" name=""/>
                      <p:cNvPicPr/>
                      <p:nvPr/>
                    </p:nvPicPr>
                    <p:blipFill>
                      <a:blip r:embed="rId5"/>
                      <a:stretch>
                        <a:fillRect/>
                      </a:stretch>
                    </p:blipFill>
                    <p:spPr>
                      <a:xfrm>
                        <a:off x="630238" y="3927475"/>
                        <a:ext cx="7607300" cy="355600"/>
                      </a:xfrm>
                      <a:prstGeom prst="rect">
                        <a:avLst/>
                      </a:prstGeom>
                    </p:spPr>
                  </p:pic>
                </p:oleObj>
              </mc:Fallback>
            </mc:AlternateContent>
          </a:graphicData>
        </a:graphic>
      </p:graphicFrame>
      <p:graphicFrame>
        <p:nvGraphicFramePr>
          <p:cNvPr id="12" name="Table 22">
            <a:extLst>
              <a:ext uri="{FF2B5EF4-FFF2-40B4-BE49-F238E27FC236}">
                <a16:creationId xmlns:a16="http://schemas.microsoft.com/office/drawing/2014/main" id="{98E564AA-E6AF-4742-8364-CCABEBFD323C}"/>
              </a:ext>
            </a:extLst>
          </p:cNvPr>
          <p:cNvGraphicFramePr>
            <a:graphicFrameLocks noGrp="1"/>
          </p:cNvGraphicFramePr>
          <p:nvPr>
            <p:extLst>
              <p:ext uri="{D42A27DB-BD31-4B8C-83A1-F6EECF244321}">
                <p14:modId xmlns:p14="http://schemas.microsoft.com/office/powerpoint/2010/main" val="764556642"/>
              </p:ext>
            </p:extLst>
          </p:nvPr>
        </p:nvGraphicFramePr>
        <p:xfrm>
          <a:off x="2286008" y="4488012"/>
          <a:ext cx="4958390" cy="1903812"/>
        </p:xfrm>
        <a:graphic>
          <a:graphicData uri="http://schemas.openxmlformats.org/drawingml/2006/table">
            <a:tbl>
              <a:tblPr firstRow="1" bandRow="1">
                <a:tableStyleId>{5C22544A-7EE6-4342-B048-85BDC9FD1C3A}</a:tableStyleId>
              </a:tblPr>
              <a:tblGrid>
                <a:gridCol w="775301">
                  <a:extLst>
                    <a:ext uri="{9D8B030D-6E8A-4147-A177-3AD203B41FA5}">
                      <a16:colId xmlns:a16="http://schemas.microsoft.com/office/drawing/2014/main" val="1140770901"/>
                    </a:ext>
                  </a:extLst>
                </a:gridCol>
                <a:gridCol w="2158584">
                  <a:extLst>
                    <a:ext uri="{9D8B030D-6E8A-4147-A177-3AD203B41FA5}">
                      <a16:colId xmlns:a16="http://schemas.microsoft.com/office/drawing/2014/main" val="710750279"/>
                    </a:ext>
                  </a:extLst>
                </a:gridCol>
                <a:gridCol w="2024505">
                  <a:extLst>
                    <a:ext uri="{9D8B030D-6E8A-4147-A177-3AD203B41FA5}">
                      <a16:colId xmlns:a16="http://schemas.microsoft.com/office/drawing/2014/main" val="2993137780"/>
                    </a:ext>
                  </a:extLst>
                </a:gridCol>
              </a:tblGrid>
              <a:tr h="314887">
                <a:tc>
                  <a:txBody>
                    <a:bodyPr/>
                    <a:lstStyle/>
                    <a:p>
                      <a:pPr algn="ctr" fontAlgn="t"/>
                      <a:endParaRPr lang="en-US" sz="1600" b="1" i="1"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1"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47955841"/>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397115789"/>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412532142"/>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4146251208"/>
                  </a:ext>
                </a:extLst>
              </a:tr>
              <a:tr h="31488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96497141"/>
                  </a:ext>
                </a:extLst>
              </a:tr>
              <a:tr h="170917">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tc>
                  <a:txBody>
                    <a:bodyPr/>
                    <a:lstStyle/>
                    <a:p>
                      <a:pPr algn="ctr" fontAlgn="t"/>
                      <a:endParaRPr lang="en-US" sz="1600" b="0" i="0" u="none" strike="noStrike" dirty="0">
                        <a:effectLst/>
                        <a:latin typeface="+mn-lt"/>
                        <a:cs typeface="Times New Roman" panose="02020603050405020304" pitchFamily="18" charset="0"/>
                      </a:endParaRPr>
                    </a:p>
                  </a:txBody>
                  <a:tcPr marL="72736" marR="72736" marT="36731" marB="36731"/>
                </a:tc>
                <a:extLst>
                  <a:ext uri="{0D108BD9-81ED-4DB2-BD59-A6C34878D82A}">
                    <a16:rowId xmlns:a16="http://schemas.microsoft.com/office/drawing/2014/main" val="2015926936"/>
                  </a:ext>
                </a:extLst>
              </a:tr>
            </a:tbl>
          </a:graphicData>
        </a:graphic>
      </p:graphicFrame>
      <p:graphicFrame>
        <p:nvGraphicFramePr>
          <p:cNvPr id="15" name="Object 14">
            <a:extLst>
              <a:ext uri="{FF2B5EF4-FFF2-40B4-BE49-F238E27FC236}">
                <a16:creationId xmlns:a16="http://schemas.microsoft.com/office/drawing/2014/main" id="{28FB76D3-9F5E-4E39-81D6-AFC4E0556245}"/>
              </a:ext>
            </a:extLst>
          </p:cNvPr>
          <p:cNvGraphicFramePr>
            <a:graphicFrameLocks noChangeAspect="1"/>
          </p:cNvGraphicFramePr>
          <p:nvPr>
            <p:extLst>
              <p:ext uri="{D42A27DB-BD31-4B8C-83A1-F6EECF244321}">
                <p14:modId xmlns:p14="http://schemas.microsoft.com/office/powerpoint/2010/main" val="2609439005"/>
              </p:ext>
            </p:extLst>
          </p:nvPr>
        </p:nvGraphicFramePr>
        <p:xfrm>
          <a:off x="2562225" y="4583113"/>
          <a:ext cx="185738" cy="173037"/>
        </p:xfrm>
        <a:graphic>
          <a:graphicData uri="http://schemas.openxmlformats.org/presentationml/2006/ole">
            <mc:AlternateContent xmlns:mc="http://schemas.openxmlformats.org/markup-compatibility/2006">
              <mc:Choice xmlns:v="urn:schemas-microsoft-com:vml" Requires="v">
                <p:oleObj name="Equation" r:id="rId6" imgW="203040" imgH="190440" progId="Equation.DSMT4">
                  <p:embed/>
                </p:oleObj>
              </mc:Choice>
              <mc:Fallback>
                <p:oleObj name="Equation" r:id="rId6" imgW="203040" imgH="190440" progId="Equation.DSMT4">
                  <p:embed/>
                  <p:pic>
                    <p:nvPicPr>
                      <p:cNvPr id="9" name="Object 8">
                        <a:extLst>
                          <a:ext uri="{FF2B5EF4-FFF2-40B4-BE49-F238E27FC236}">
                            <a16:creationId xmlns:a16="http://schemas.microsoft.com/office/drawing/2014/main" id="{66BACF0C-14DE-4EE2-B329-2AED0E923DE3}"/>
                          </a:ext>
                        </a:extLst>
                      </p:cNvPr>
                      <p:cNvPicPr/>
                      <p:nvPr/>
                    </p:nvPicPr>
                    <p:blipFill>
                      <a:blip r:embed="rId7"/>
                      <a:stretch>
                        <a:fillRect/>
                      </a:stretch>
                    </p:blipFill>
                    <p:spPr>
                      <a:xfrm>
                        <a:off x="2562225" y="4583113"/>
                        <a:ext cx="185738" cy="173037"/>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30FD75E8-54F3-4D9A-8D77-569858BF6107}"/>
              </a:ext>
            </a:extLst>
          </p:cNvPr>
          <p:cNvGraphicFramePr>
            <a:graphicFrameLocks noChangeAspect="1"/>
          </p:cNvGraphicFramePr>
          <p:nvPr>
            <p:extLst>
              <p:ext uri="{D42A27DB-BD31-4B8C-83A1-F6EECF244321}">
                <p14:modId xmlns:p14="http://schemas.microsoft.com/office/powerpoint/2010/main" val="1526237329"/>
              </p:ext>
            </p:extLst>
          </p:nvPr>
        </p:nvGraphicFramePr>
        <p:xfrm>
          <a:off x="3706813" y="4518025"/>
          <a:ext cx="1122362" cy="260350"/>
        </p:xfrm>
        <a:graphic>
          <a:graphicData uri="http://schemas.openxmlformats.org/presentationml/2006/ole">
            <mc:AlternateContent xmlns:mc="http://schemas.openxmlformats.org/markup-compatibility/2006">
              <mc:Choice xmlns:v="urn:schemas-microsoft-com:vml" Requires="v">
                <p:oleObj name="Equation" r:id="rId8" imgW="1638000" imgH="380880" progId="Equation.DSMT4">
                  <p:embed/>
                </p:oleObj>
              </mc:Choice>
              <mc:Fallback>
                <p:oleObj name="Equation" r:id="rId8" imgW="1638000" imgH="380880" progId="Equation.DSMT4">
                  <p:embed/>
                  <p:pic>
                    <p:nvPicPr>
                      <p:cNvPr id="25" name="Object 24">
                        <a:extLst>
                          <a:ext uri="{FF2B5EF4-FFF2-40B4-BE49-F238E27FC236}">
                            <a16:creationId xmlns:a16="http://schemas.microsoft.com/office/drawing/2014/main" id="{3236430D-5597-4FE4-9BF5-D70DE82F1572}"/>
                          </a:ext>
                        </a:extLst>
                      </p:cNvPr>
                      <p:cNvPicPr/>
                      <p:nvPr/>
                    </p:nvPicPr>
                    <p:blipFill>
                      <a:blip r:embed="rId9"/>
                      <a:stretch>
                        <a:fillRect/>
                      </a:stretch>
                    </p:blipFill>
                    <p:spPr>
                      <a:xfrm>
                        <a:off x="3706813" y="4518025"/>
                        <a:ext cx="1122362" cy="26035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44B2886D-CB7E-4EAA-88D1-64F6D146D32D}"/>
              </a:ext>
            </a:extLst>
          </p:cNvPr>
          <p:cNvGraphicFramePr>
            <a:graphicFrameLocks noChangeAspect="1"/>
          </p:cNvGraphicFramePr>
          <p:nvPr>
            <p:extLst>
              <p:ext uri="{D42A27DB-BD31-4B8C-83A1-F6EECF244321}">
                <p14:modId xmlns:p14="http://schemas.microsoft.com/office/powerpoint/2010/main" val="3704889023"/>
              </p:ext>
            </p:extLst>
          </p:nvPr>
        </p:nvGraphicFramePr>
        <p:xfrm>
          <a:off x="5765800" y="4524375"/>
          <a:ext cx="1135063" cy="260350"/>
        </p:xfrm>
        <a:graphic>
          <a:graphicData uri="http://schemas.openxmlformats.org/presentationml/2006/ole">
            <mc:AlternateContent xmlns:mc="http://schemas.openxmlformats.org/markup-compatibility/2006">
              <mc:Choice xmlns:v="urn:schemas-microsoft-com:vml" Requires="v">
                <p:oleObj name="Equation" r:id="rId10" imgW="1663560" imgH="380880" progId="Equation.DSMT4">
                  <p:embed/>
                </p:oleObj>
              </mc:Choice>
              <mc:Fallback>
                <p:oleObj name="Equation" r:id="rId10" imgW="1663560" imgH="380880" progId="Equation.DSMT4">
                  <p:embed/>
                  <p:pic>
                    <p:nvPicPr>
                      <p:cNvPr id="26" name="Object 25">
                        <a:extLst>
                          <a:ext uri="{FF2B5EF4-FFF2-40B4-BE49-F238E27FC236}">
                            <a16:creationId xmlns:a16="http://schemas.microsoft.com/office/drawing/2014/main" id="{00D7F035-7737-448A-9D48-266BBB4A7191}"/>
                          </a:ext>
                        </a:extLst>
                      </p:cNvPr>
                      <p:cNvPicPr/>
                      <p:nvPr/>
                    </p:nvPicPr>
                    <p:blipFill>
                      <a:blip r:embed="rId11"/>
                      <a:stretch>
                        <a:fillRect/>
                      </a:stretch>
                    </p:blipFill>
                    <p:spPr>
                      <a:xfrm>
                        <a:off x="5765800" y="4524375"/>
                        <a:ext cx="1135063" cy="26035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7E229D33-FCA6-4745-8AED-832FDF14E5FA}"/>
              </a:ext>
            </a:extLst>
          </p:cNvPr>
          <p:cNvGraphicFramePr>
            <a:graphicFrameLocks noChangeAspect="1"/>
          </p:cNvGraphicFramePr>
          <p:nvPr>
            <p:extLst>
              <p:ext uri="{D42A27DB-BD31-4B8C-83A1-F6EECF244321}">
                <p14:modId xmlns:p14="http://schemas.microsoft.com/office/powerpoint/2010/main" val="1623322159"/>
              </p:ext>
            </p:extLst>
          </p:nvPr>
        </p:nvGraphicFramePr>
        <p:xfrm>
          <a:off x="2630400" y="4869337"/>
          <a:ext cx="150091" cy="219364"/>
        </p:xfrm>
        <a:graphic>
          <a:graphicData uri="http://schemas.openxmlformats.org/presentationml/2006/ole">
            <mc:AlternateContent xmlns:mc="http://schemas.openxmlformats.org/markup-compatibility/2006">
              <mc:Choice xmlns:v="urn:schemas-microsoft-com:vml" Requires="v">
                <p:oleObj name="Equation" r:id="rId12" imgW="164880" imgH="241200" progId="Equation.DSMT4">
                  <p:embed/>
                </p:oleObj>
              </mc:Choice>
              <mc:Fallback>
                <p:oleObj name="Equation" r:id="rId12" imgW="164880" imgH="241200" progId="Equation.DSMT4">
                  <p:embed/>
                  <p:pic>
                    <p:nvPicPr>
                      <p:cNvPr id="12" name="Object 11">
                        <a:extLst>
                          <a:ext uri="{FF2B5EF4-FFF2-40B4-BE49-F238E27FC236}">
                            <a16:creationId xmlns:a16="http://schemas.microsoft.com/office/drawing/2014/main" id="{CCF158A6-9ECA-422B-9B24-0F5D6196F92F}"/>
                          </a:ext>
                        </a:extLst>
                      </p:cNvPr>
                      <p:cNvPicPr/>
                      <p:nvPr/>
                    </p:nvPicPr>
                    <p:blipFill>
                      <a:blip r:embed="rId13"/>
                      <a:stretch>
                        <a:fillRect/>
                      </a:stretch>
                    </p:blipFill>
                    <p:spPr>
                      <a:xfrm>
                        <a:off x="2630400" y="4869337"/>
                        <a:ext cx="150091" cy="219364"/>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405AD1EF-D803-4938-8EDA-AE56ECE7BFC9}"/>
              </a:ext>
            </a:extLst>
          </p:cNvPr>
          <p:cNvGraphicFramePr>
            <a:graphicFrameLocks noChangeAspect="1"/>
          </p:cNvGraphicFramePr>
          <p:nvPr>
            <p:extLst>
              <p:ext uri="{D42A27DB-BD31-4B8C-83A1-F6EECF244321}">
                <p14:modId xmlns:p14="http://schemas.microsoft.com/office/powerpoint/2010/main" val="4293148353"/>
              </p:ext>
            </p:extLst>
          </p:nvPr>
        </p:nvGraphicFramePr>
        <p:xfrm>
          <a:off x="3843050" y="4843208"/>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13" name="Object 12">
                        <a:extLst>
                          <a:ext uri="{FF2B5EF4-FFF2-40B4-BE49-F238E27FC236}">
                            <a16:creationId xmlns:a16="http://schemas.microsoft.com/office/drawing/2014/main" id="{BFBBA61C-2D06-4D84-B21E-36FDDBCF70CC}"/>
                          </a:ext>
                        </a:extLst>
                      </p:cNvPr>
                      <p:cNvPicPr/>
                      <p:nvPr/>
                    </p:nvPicPr>
                    <p:blipFill>
                      <a:blip r:embed="rId15"/>
                      <a:stretch>
                        <a:fillRect/>
                      </a:stretch>
                    </p:blipFill>
                    <p:spPr>
                      <a:xfrm>
                        <a:off x="3843050" y="4843208"/>
                        <a:ext cx="669636" cy="219364"/>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405E975C-06E5-40EF-A810-DFD88F52EDE0}"/>
              </a:ext>
            </a:extLst>
          </p:cNvPr>
          <p:cNvGraphicFramePr>
            <a:graphicFrameLocks noChangeAspect="1"/>
          </p:cNvGraphicFramePr>
          <p:nvPr>
            <p:extLst>
              <p:ext uri="{D42A27DB-BD31-4B8C-83A1-F6EECF244321}">
                <p14:modId xmlns:p14="http://schemas.microsoft.com/office/powerpoint/2010/main" val="1417716045"/>
              </p:ext>
            </p:extLst>
          </p:nvPr>
        </p:nvGraphicFramePr>
        <p:xfrm>
          <a:off x="5904338" y="4859451"/>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18" name="Object 17">
                        <a:extLst>
                          <a:ext uri="{FF2B5EF4-FFF2-40B4-BE49-F238E27FC236}">
                            <a16:creationId xmlns:a16="http://schemas.microsoft.com/office/drawing/2014/main" id="{B9FAB600-F2D5-4384-A0D1-A57AD00B1165}"/>
                          </a:ext>
                        </a:extLst>
                      </p:cNvPr>
                      <p:cNvPicPr/>
                      <p:nvPr/>
                    </p:nvPicPr>
                    <p:blipFill>
                      <a:blip r:embed="rId15"/>
                      <a:stretch>
                        <a:fillRect/>
                      </a:stretch>
                    </p:blipFill>
                    <p:spPr>
                      <a:xfrm>
                        <a:off x="5904338" y="4859451"/>
                        <a:ext cx="669636" cy="219364"/>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6F9B5DCE-CC67-4197-ACFB-AD6E974AD994}"/>
              </a:ext>
            </a:extLst>
          </p:cNvPr>
          <p:cNvGraphicFramePr>
            <a:graphicFrameLocks noChangeAspect="1"/>
          </p:cNvGraphicFramePr>
          <p:nvPr>
            <p:extLst>
              <p:ext uri="{D42A27DB-BD31-4B8C-83A1-F6EECF244321}">
                <p14:modId xmlns:p14="http://schemas.microsoft.com/office/powerpoint/2010/main" val="2326133458"/>
              </p:ext>
            </p:extLst>
          </p:nvPr>
        </p:nvGraphicFramePr>
        <p:xfrm>
          <a:off x="2644427" y="5160272"/>
          <a:ext cx="114300" cy="228600"/>
        </p:xfrm>
        <a:graphic>
          <a:graphicData uri="http://schemas.openxmlformats.org/presentationml/2006/ole">
            <mc:AlternateContent xmlns:mc="http://schemas.openxmlformats.org/markup-compatibility/2006">
              <mc:Choice xmlns:v="urn:schemas-microsoft-com:vml" Requires="v">
                <p:oleObj name="Equation" r:id="rId16" imgW="114120" imgH="228600" progId="Equation.DSMT4">
                  <p:embed/>
                </p:oleObj>
              </mc:Choice>
              <mc:Fallback>
                <p:oleObj name="Equation" r:id="rId16" imgW="114120" imgH="228600" progId="Equation.DSMT4">
                  <p:embed/>
                  <p:pic>
                    <p:nvPicPr>
                      <p:cNvPr id="15" name="Object 14">
                        <a:extLst>
                          <a:ext uri="{FF2B5EF4-FFF2-40B4-BE49-F238E27FC236}">
                            <a16:creationId xmlns:a16="http://schemas.microsoft.com/office/drawing/2014/main" id="{9E0B3C9B-3587-4291-A94E-65A43A11C5FA}"/>
                          </a:ext>
                        </a:extLst>
                      </p:cNvPr>
                      <p:cNvPicPr/>
                      <p:nvPr/>
                    </p:nvPicPr>
                    <p:blipFill>
                      <a:blip r:embed="rId17"/>
                      <a:stretch>
                        <a:fillRect/>
                      </a:stretch>
                    </p:blipFill>
                    <p:spPr>
                      <a:xfrm>
                        <a:off x="2644427" y="5160272"/>
                        <a:ext cx="114300" cy="2286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33EE254A-47A2-49A0-9BED-51E3411AB3A7}"/>
              </a:ext>
            </a:extLst>
          </p:cNvPr>
          <p:cNvGraphicFramePr>
            <a:graphicFrameLocks noChangeAspect="1"/>
          </p:cNvGraphicFramePr>
          <p:nvPr>
            <p:extLst>
              <p:ext uri="{D42A27DB-BD31-4B8C-83A1-F6EECF244321}">
                <p14:modId xmlns:p14="http://schemas.microsoft.com/office/powerpoint/2010/main" val="2218128013"/>
              </p:ext>
            </p:extLst>
          </p:nvPr>
        </p:nvGraphicFramePr>
        <p:xfrm>
          <a:off x="3850307" y="5155266"/>
          <a:ext cx="669636" cy="219364"/>
        </p:xfrm>
        <a:graphic>
          <a:graphicData uri="http://schemas.openxmlformats.org/presentationml/2006/ole">
            <mc:AlternateContent xmlns:mc="http://schemas.openxmlformats.org/markup-compatibility/2006">
              <mc:Choice xmlns:v="urn:schemas-microsoft-com:vml" Requires="v">
                <p:oleObj name="Equation" r:id="rId14" imgW="736560" imgH="241200" progId="Equation.DSMT4">
                  <p:embed/>
                </p:oleObj>
              </mc:Choice>
              <mc:Fallback>
                <p:oleObj name="Equation" r:id="rId14" imgW="736560" imgH="241200" progId="Equation.DSMT4">
                  <p:embed/>
                  <p:pic>
                    <p:nvPicPr>
                      <p:cNvPr id="21" name="Object 20">
                        <a:extLst>
                          <a:ext uri="{FF2B5EF4-FFF2-40B4-BE49-F238E27FC236}">
                            <a16:creationId xmlns:a16="http://schemas.microsoft.com/office/drawing/2014/main" id="{65047D51-92CE-4BA6-9902-A9D6F0147357}"/>
                          </a:ext>
                        </a:extLst>
                      </p:cNvPr>
                      <p:cNvPicPr/>
                      <p:nvPr/>
                    </p:nvPicPr>
                    <p:blipFill>
                      <a:blip r:embed="rId15"/>
                      <a:stretch>
                        <a:fillRect/>
                      </a:stretch>
                    </p:blipFill>
                    <p:spPr>
                      <a:xfrm>
                        <a:off x="3850307" y="5155266"/>
                        <a:ext cx="669636" cy="219364"/>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2F022B9A-18E8-4F23-A7E0-9AF06A00E33B}"/>
              </a:ext>
            </a:extLst>
          </p:cNvPr>
          <p:cNvGraphicFramePr>
            <a:graphicFrameLocks noChangeAspect="1"/>
          </p:cNvGraphicFramePr>
          <p:nvPr>
            <p:extLst>
              <p:ext uri="{D42A27DB-BD31-4B8C-83A1-F6EECF244321}">
                <p14:modId xmlns:p14="http://schemas.microsoft.com/office/powerpoint/2010/main" val="2369997807"/>
              </p:ext>
            </p:extLst>
          </p:nvPr>
        </p:nvGraphicFramePr>
        <p:xfrm>
          <a:off x="5910934" y="5172266"/>
          <a:ext cx="656442" cy="215042"/>
        </p:xfrm>
        <a:graphic>
          <a:graphicData uri="http://schemas.openxmlformats.org/presentationml/2006/ole">
            <mc:AlternateContent xmlns:mc="http://schemas.openxmlformats.org/markup-compatibility/2006">
              <mc:Choice xmlns:v="urn:schemas-microsoft-com:vml" Requires="v">
                <p:oleObj name="Equation" r:id="rId18" imgW="736560" imgH="241200" progId="Equation.DSMT4">
                  <p:embed/>
                </p:oleObj>
              </mc:Choice>
              <mc:Fallback>
                <p:oleObj name="Equation" r:id="rId18" imgW="736560" imgH="241200" progId="Equation.DSMT4">
                  <p:embed/>
                  <p:pic>
                    <p:nvPicPr>
                      <p:cNvPr id="16" name="Object 15">
                        <a:extLst>
                          <a:ext uri="{FF2B5EF4-FFF2-40B4-BE49-F238E27FC236}">
                            <a16:creationId xmlns:a16="http://schemas.microsoft.com/office/drawing/2014/main" id="{912A8871-AB5A-41BA-A5E3-87977F0E9244}"/>
                          </a:ext>
                        </a:extLst>
                      </p:cNvPr>
                      <p:cNvPicPr/>
                      <p:nvPr/>
                    </p:nvPicPr>
                    <p:blipFill>
                      <a:blip r:embed="rId19"/>
                      <a:stretch>
                        <a:fillRect/>
                      </a:stretch>
                    </p:blipFill>
                    <p:spPr>
                      <a:xfrm>
                        <a:off x="5910934" y="5172266"/>
                        <a:ext cx="656442" cy="215042"/>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51307254-CC84-41A9-B77F-BCFD0A3FC166}"/>
              </a:ext>
            </a:extLst>
          </p:cNvPr>
          <p:cNvGraphicFramePr>
            <a:graphicFrameLocks noChangeAspect="1"/>
          </p:cNvGraphicFramePr>
          <p:nvPr>
            <p:extLst>
              <p:ext uri="{D42A27DB-BD31-4B8C-83A1-F6EECF244321}">
                <p14:modId xmlns:p14="http://schemas.microsoft.com/office/powerpoint/2010/main" val="1666616346"/>
              </p:ext>
            </p:extLst>
          </p:nvPr>
        </p:nvGraphicFramePr>
        <p:xfrm>
          <a:off x="2615399" y="5481290"/>
          <a:ext cx="165100" cy="228600"/>
        </p:xfrm>
        <a:graphic>
          <a:graphicData uri="http://schemas.openxmlformats.org/presentationml/2006/ole">
            <mc:AlternateContent xmlns:mc="http://schemas.openxmlformats.org/markup-compatibility/2006">
              <mc:Choice xmlns:v="urn:schemas-microsoft-com:vml" Requires="v">
                <p:oleObj name="Equation" r:id="rId20" imgW="164880" imgH="228600" progId="Equation.DSMT4">
                  <p:embed/>
                </p:oleObj>
              </mc:Choice>
              <mc:Fallback>
                <p:oleObj name="Equation" r:id="rId20" imgW="164880" imgH="228600" progId="Equation.DSMT4">
                  <p:embed/>
                  <p:pic>
                    <p:nvPicPr>
                      <p:cNvPr id="19" name="Object 18">
                        <a:extLst>
                          <a:ext uri="{FF2B5EF4-FFF2-40B4-BE49-F238E27FC236}">
                            <a16:creationId xmlns:a16="http://schemas.microsoft.com/office/drawing/2014/main" id="{DAEF9484-D46E-480E-AC75-80A6EE7D7D09}"/>
                          </a:ext>
                        </a:extLst>
                      </p:cNvPr>
                      <p:cNvPicPr/>
                      <p:nvPr/>
                    </p:nvPicPr>
                    <p:blipFill>
                      <a:blip r:embed="rId21"/>
                      <a:stretch>
                        <a:fillRect/>
                      </a:stretch>
                    </p:blipFill>
                    <p:spPr>
                      <a:xfrm>
                        <a:off x="2615399" y="5481290"/>
                        <a:ext cx="165100" cy="2286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B84D8A31-971D-4283-94D9-F60837FC9AC9}"/>
              </a:ext>
            </a:extLst>
          </p:cNvPr>
          <p:cNvGraphicFramePr>
            <a:graphicFrameLocks noChangeAspect="1"/>
          </p:cNvGraphicFramePr>
          <p:nvPr>
            <p:extLst>
              <p:ext uri="{D42A27DB-BD31-4B8C-83A1-F6EECF244321}">
                <p14:modId xmlns:p14="http://schemas.microsoft.com/office/powerpoint/2010/main" val="2074408557"/>
              </p:ext>
            </p:extLst>
          </p:nvPr>
        </p:nvGraphicFramePr>
        <p:xfrm>
          <a:off x="3850307" y="5475470"/>
          <a:ext cx="669636" cy="219364"/>
        </p:xfrm>
        <a:graphic>
          <a:graphicData uri="http://schemas.openxmlformats.org/presentationml/2006/ole">
            <mc:AlternateContent xmlns:mc="http://schemas.openxmlformats.org/markup-compatibility/2006">
              <mc:Choice xmlns:v="urn:schemas-microsoft-com:vml" Requires="v">
                <p:oleObj name="Equation" r:id="rId22" imgW="736560" imgH="241200" progId="Equation.DSMT4">
                  <p:embed/>
                </p:oleObj>
              </mc:Choice>
              <mc:Fallback>
                <p:oleObj name="Equation" r:id="rId22" imgW="736560" imgH="241200" progId="Equation.DSMT4">
                  <p:embed/>
                  <p:pic>
                    <p:nvPicPr>
                      <p:cNvPr id="20" name="Object 19">
                        <a:extLst>
                          <a:ext uri="{FF2B5EF4-FFF2-40B4-BE49-F238E27FC236}">
                            <a16:creationId xmlns:a16="http://schemas.microsoft.com/office/drawing/2014/main" id="{3967B345-40A4-4652-8D02-7EACAB5C77F0}"/>
                          </a:ext>
                        </a:extLst>
                      </p:cNvPr>
                      <p:cNvPicPr/>
                      <p:nvPr/>
                    </p:nvPicPr>
                    <p:blipFill>
                      <a:blip r:embed="rId23"/>
                      <a:stretch>
                        <a:fillRect/>
                      </a:stretch>
                    </p:blipFill>
                    <p:spPr>
                      <a:xfrm>
                        <a:off x="3850307" y="5475470"/>
                        <a:ext cx="669636" cy="219364"/>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2E4D6B71-DB88-4399-8980-C4E402136FE3}"/>
              </a:ext>
            </a:extLst>
          </p:cNvPr>
          <p:cNvGraphicFramePr>
            <a:graphicFrameLocks noChangeAspect="1"/>
          </p:cNvGraphicFramePr>
          <p:nvPr>
            <p:extLst>
              <p:ext uri="{D42A27DB-BD31-4B8C-83A1-F6EECF244321}">
                <p14:modId xmlns:p14="http://schemas.microsoft.com/office/powerpoint/2010/main" val="799550695"/>
              </p:ext>
            </p:extLst>
          </p:nvPr>
        </p:nvGraphicFramePr>
        <p:xfrm>
          <a:off x="5920223" y="5480338"/>
          <a:ext cx="665792" cy="218104"/>
        </p:xfrm>
        <a:graphic>
          <a:graphicData uri="http://schemas.openxmlformats.org/presentationml/2006/ole">
            <mc:AlternateContent xmlns:mc="http://schemas.openxmlformats.org/markup-compatibility/2006">
              <mc:Choice xmlns:v="urn:schemas-microsoft-com:vml" Requires="v">
                <p:oleObj name="Equation" r:id="rId24" imgW="736560" imgH="241200" progId="Equation.DSMT4">
                  <p:embed/>
                </p:oleObj>
              </mc:Choice>
              <mc:Fallback>
                <p:oleObj name="Equation" r:id="rId24" imgW="736560" imgH="241200" progId="Equation.DSMT4">
                  <p:embed/>
                  <p:pic>
                    <p:nvPicPr>
                      <p:cNvPr id="23" name="Object 22">
                        <a:extLst>
                          <a:ext uri="{FF2B5EF4-FFF2-40B4-BE49-F238E27FC236}">
                            <a16:creationId xmlns:a16="http://schemas.microsoft.com/office/drawing/2014/main" id="{C4D30B64-A371-4EF9-A3D9-0CA98E001AB1}"/>
                          </a:ext>
                        </a:extLst>
                      </p:cNvPr>
                      <p:cNvPicPr/>
                      <p:nvPr/>
                    </p:nvPicPr>
                    <p:blipFill>
                      <a:blip r:embed="rId25"/>
                      <a:stretch>
                        <a:fillRect/>
                      </a:stretch>
                    </p:blipFill>
                    <p:spPr>
                      <a:xfrm>
                        <a:off x="5920223" y="5480338"/>
                        <a:ext cx="665792" cy="218104"/>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0B318957-A6FA-41BB-89EE-59324F70387E}"/>
              </a:ext>
            </a:extLst>
          </p:cNvPr>
          <p:cNvGraphicFramePr>
            <a:graphicFrameLocks noChangeAspect="1"/>
          </p:cNvGraphicFramePr>
          <p:nvPr>
            <p:extLst>
              <p:ext uri="{D42A27DB-BD31-4B8C-83A1-F6EECF244321}">
                <p14:modId xmlns:p14="http://schemas.microsoft.com/office/powerpoint/2010/main" val="2728067267"/>
              </p:ext>
            </p:extLst>
          </p:nvPr>
        </p:nvGraphicFramePr>
        <p:xfrm>
          <a:off x="2610583" y="5795218"/>
          <a:ext cx="152400" cy="241300"/>
        </p:xfrm>
        <a:graphic>
          <a:graphicData uri="http://schemas.openxmlformats.org/presentationml/2006/ole">
            <mc:AlternateContent xmlns:mc="http://schemas.openxmlformats.org/markup-compatibility/2006">
              <mc:Choice xmlns:v="urn:schemas-microsoft-com:vml" Requires="v">
                <p:oleObj name="Equation" r:id="rId26" imgW="152280" imgH="241200" progId="Equation.DSMT4">
                  <p:embed/>
                </p:oleObj>
              </mc:Choice>
              <mc:Fallback>
                <p:oleObj name="Equation" r:id="rId26" imgW="152280" imgH="241200" progId="Equation.DSMT4">
                  <p:embed/>
                  <p:pic>
                    <p:nvPicPr>
                      <p:cNvPr id="24" name="Object 23">
                        <a:extLst>
                          <a:ext uri="{FF2B5EF4-FFF2-40B4-BE49-F238E27FC236}">
                            <a16:creationId xmlns:a16="http://schemas.microsoft.com/office/drawing/2014/main" id="{61DDE434-D53D-456F-B967-83C8A915D67E}"/>
                          </a:ext>
                        </a:extLst>
                      </p:cNvPr>
                      <p:cNvPicPr/>
                      <p:nvPr/>
                    </p:nvPicPr>
                    <p:blipFill>
                      <a:blip r:embed="rId27"/>
                      <a:stretch>
                        <a:fillRect/>
                      </a:stretch>
                    </p:blipFill>
                    <p:spPr>
                      <a:xfrm>
                        <a:off x="2610583" y="5795218"/>
                        <a:ext cx="152400" cy="2413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38016C88-D3AA-4FF8-A877-3476489FD8B9}"/>
              </a:ext>
            </a:extLst>
          </p:cNvPr>
          <p:cNvGraphicFramePr>
            <a:graphicFrameLocks noChangeAspect="1"/>
          </p:cNvGraphicFramePr>
          <p:nvPr>
            <p:extLst>
              <p:ext uri="{D42A27DB-BD31-4B8C-83A1-F6EECF244321}">
                <p14:modId xmlns:p14="http://schemas.microsoft.com/office/powerpoint/2010/main" val="1822671565"/>
              </p:ext>
            </p:extLst>
          </p:nvPr>
        </p:nvGraphicFramePr>
        <p:xfrm>
          <a:off x="3835502" y="5803420"/>
          <a:ext cx="669636" cy="219364"/>
        </p:xfrm>
        <a:graphic>
          <a:graphicData uri="http://schemas.openxmlformats.org/presentationml/2006/ole">
            <mc:AlternateContent xmlns:mc="http://schemas.openxmlformats.org/markup-compatibility/2006">
              <mc:Choice xmlns:v="urn:schemas-microsoft-com:vml" Requires="v">
                <p:oleObj name="Equation" r:id="rId28" imgW="736560" imgH="241200" progId="Equation.DSMT4">
                  <p:embed/>
                </p:oleObj>
              </mc:Choice>
              <mc:Fallback>
                <p:oleObj name="Equation" r:id="rId28" imgW="736560" imgH="241200" progId="Equation.DSMT4">
                  <p:embed/>
                  <p:pic>
                    <p:nvPicPr>
                      <p:cNvPr id="27" name="Object 26">
                        <a:extLst>
                          <a:ext uri="{FF2B5EF4-FFF2-40B4-BE49-F238E27FC236}">
                            <a16:creationId xmlns:a16="http://schemas.microsoft.com/office/drawing/2014/main" id="{BFD36AE0-AC23-4A56-AE77-2242480A021E}"/>
                          </a:ext>
                        </a:extLst>
                      </p:cNvPr>
                      <p:cNvPicPr/>
                      <p:nvPr/>
                    </p:nvPicPr>
                    <p:blipFill>
                      <a:blip r:embed="rId29"/>
                      <a:stretch>
                        <a:fillRect/>
                      </a:stretch>
                    </p:blipFill>
                    <p:spPr>
                      <a:xfrm>
                        <a:off x="3835502" y="5803420"/>
                        <a:ext cx="669636" cy="219364"/>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F7BF7079-118B-4F21-A45E-72F4752E662E}"/>
              </a:ext>
            </a:extLst>
          </p:cNvPr>
          <p:cNvGraphicFramePr>
            <a:graphicFrameLocks noChangeAspect="1"/>
          </p:cNvGraphicFramePr>
          <p:nvPr>
            <p:extLst>
              <p:ext uri="{D42A27DB-BD31-4B8C-83A1-F6EECF244321}">
                <p14:modId xmlns:p14="http://schemas.microsoft.com/office/powerpoint/2010/main" val="540507093"/>
              </p:ext>
            </p:extLst>
          </p:nvPr>
        </p:nvGraphicFramePr>
        <p:xfrm>
          <a:off x="5904338" y="5803420"/>
          <a:ext cx="669636" cy="219364"/>
        </p:xfrm>
        <a:graphic>
          <a:graphicData uri="http://schemas.openxmlformats.org/presentationml/2006/ole">
            <mc:AlternateContent xmlns:mc="http://schemas.openxmlformats.org/markup-compatibility/2006">
              <mc:Choice xmlns:v="urn:schemas-microsoft-com:vml" Requires="v">
                <p:oleObj name="Equation" r:id="rId30" imgW="736560" imgH="241200" progId="Equation.DSMT4">
                  <p:embed/>
                </p:oleObj>
              </mc:Choice>
              <mc:Fallback>
                <p:oleObj name="Equation" r:id="rId30" imgW="736560" imgH="241200" progId="Equation.DSMT4">
                  <p:embed/>
                  <p:pic>
                    <p:nvPicPr>
                      <p:cNvPr id="28" name="Object 27">
                        <a:extLst>
                          <a:ext uri="{FF2B5EF4-FFF2-40B4-BE49-F238E27FC236}">
                            <a16:creationId xmlns:a16="http://schemas.microsoft.com/office/drawing/2014/main" id="{7699E4CF-9933-45CE-A720-F403B90595E2}"/>
                          </a:ext>
                        </a:extLst>
                      </p:cNvPr>
                      <p:cNvPicPr/>
                      <p:nvPr/>
                    </p:nvPicPr>
                    <p:blipFill>
                      <a:blip r:embed="rId31"/>
                      <a:stretch>
                        <a:fillRect/>
                      </a:stretch>
                    </p:blipFill>
                    <p:spPr>
                      <a:xfrm>
                        <a:off x="5904338" y="5803420"/>
                        <a:ext cx="669636" cy="219364"/>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DF0F6B02-18EB-4DE8-80EB-26D333FB0793}"/>
              </a:ext>
            </a:extLst>
          </p:cNvPr>
          <p:cNvGraphicFramePr>
            <a:graphicFrameLocks noChangeAspect="1"/>
          </p:cNvGraphicFramePr>
          <p:nvPr>
            <p:extLst>
              <p:ext uri="{D42A27DB-BD31-4B8C-83A1-F6EECF244321}">
                <p14:modId xmlns:p14="http://schemas.microsoft.com/office/powerpoint/2010/main" val="3683347953"/>
              </p:ext>
            </p:extLst>
          </p:nvPr>
        </p:nvGraphicFramePr>
        <p:xfrm>
          <a:off x="2585227" y="6130931"/>
          <a:ext cx="165100" cy="228600"/>
        </p:xfrm>
        <a:graphic>
          <a:graphicData uri="http://schemas.openxmlformats.org/presentationml/2006/ole">
            <mc:AlternateContent xmlns:mc="http://schemas.openxmlformats.org/markup-compatibility/2006">
              <mc:Choice xmlns:v="urn:schemas-microsoft-com:vml" Requires="v">
                <p:oleObj name="Equation" r:id="rId32" imgW="164880" imgH="228600" progId="Equation.DSMT4">
                  <p:embed/>
                </p:oleObj>
              </mc:Choice>
              <mc:Fallback>
                <p:oleObj name="Equation" r:id="rId32" imgW="164880" imgH="228600" progId="Equation.DSMT4">
                  <p:embed/>
                  <p:pic>
                    <p:nvPicPr>
                      <p:cNvPr id="29" name="Object 28">
                        <a:extLst>
                          <a:ext uri="{FF2B5EF4-FFF2-40B4-BE49-F238E27FC236}">
                            <a16:creationId xmlns:a16="http://schemas.microsoft.com/office/drawing/2014/main" id="{34C55D33-66B8-4A50-8858-DDDD1910B200}"/>
                          </a:ext>
                        </a:extLst>
                      </p:cNvPr>
                      <p:cNvPicPr/>
                      <p:nvPr/>
                    </p:nvPicPr>
                    <p:blipFill>
                      <a:blip r:embed="rId33"/>
                      <a:stretch>
                        <a:fillRect/>
                      </a:stretch>
                    </p:blipFill>
                    <p:spPr>
                      <a:xfrm>
                        <a:off x="2585227" y="6130931"/>
                        <a:ext cx="165100" cy="2286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6F9B2563-6D08-4E34-89FE-3A90B4C79FA0}"/>
              </a:ext>
            </a:extLst>
          </p:cNvPr>
          <p:cNvGraphicFramePr>
            <a:graphicFrameLocks noChangeAspect="1"/>
          </p:cNvGraphicFramePr>
          <p:nvPr>
            <p:extLst>
              <p:ext uri="{D42A27DB-BD31-4B8C-83A1-F6EECF244321}">
                <p14:modId xmlns:p14="http://schemas.microsoft.com/office/powerpoint/2010/main" val="2767181351"/>
              </p:ext>
            </p:extLst>
          </p:nvPr>
        </p:nvGraphicFramePr>
        <p:xfrm>
          <a:off x="3816965" y="6106127"/>
          <a:ext cx="673504" cy="220631"/>
        </p:xfrm>
        <a:graphic>
          <a:graphicData uri="http://schemas.openxmlformats.org/presentationml/2006/ole">
            <mc:AlternateContent xmlns:mc="http://schemas.openxmlformats.org/markup-compatibility/2006">
              <mc:Choice xmlns:v="urn:schemas-microsoft-com:vml" Requires="v">
                <p:oleObj name="Equation" r:id="rId34" imgW="736560" imgH="241200" progId="Equation.DSMT4">
                  <p:embed/>
                </p:oleObj>
              </mc:Choice>
              <mc:Fallback>
                <p:oleObj name="Equation" r:id="rId34" imgW="736560" imgH="241200" progId="Equation.DSMT4">
                  <p:embed/>
                  <p:pic>
                    <p:nvPicPr>
                      <p:cNvPr id="30" name="Object 29">
                        <a:extLst>
                          <a:ext uri="{FF2B5EF4-FFF2-40B4-BE49-F238E27FC236}">
                            <a16:creationId xmlns:a16="http://schemas.microsoft.com/office/drawing/2014/main" id="{630086A8-D31E-470C-A5FF-B57B086DD747}"/>
                          </a:ext>
                        </a:extLst>
                      </p:cNvPr>
                      <p:cNvPicPr/>
                      <p:nvPr/>
                    </p:nvPicPr>
                    <p:blipFill>
                      <a:blip r:embed="rId35"/>
                      <a:stretch>
                        <a:fillRect/>
                      </a:stretch>
                    </p:blipFill>
                    <p:spPr>
                      <a:xfrm>
                        <a:off x="3816965" y="6106127"/>
                        <a:ext cx="673504" cy="220631"/>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1D016FBE-F942-4912-B7D9-DE9631C52AA1}"/>
              </a:ext>
            </a:extLst>
          </p:cNvPr>
          <p:cNvGraphicFramePr>
            <a:graphicFrameLocks noChangeAspect="1"/>
          </p:cNvGraphicFramePr>
          <p:nvPr>
            <p:extLst>
              <p:ext uri="{D42A27DB-BD31-4B8C-83A1-F6EECF244321}">
                <p14:modId xmlns:p14="http://schemas.microsoft.com/office/powerpoint/2010/main" val="1927115975"/>
              </p:ext>
            </p:extLst>
          </p:nvPr>
        </p:nvGraphicFramePr>
        <p:xfrm>
          <a:off x="5949490" y="6106888"/>
          <a:ext cx="650278" cy="220631"/>
        </p:xfrm>
        <a:graphic>
          <a:graphicData uri="http://schemas.openxmlformats.org/presentationml/2006/ole">
            <mc:AlternateContent xmlns:mc="http://schemas.openxmlformats.org/markup-compatibility/2006">
              <mc:Choice xmlns:v="urn:schemas-microsoft-com:vml" Requires="v">
                <p:oleObj name="Equation" r:id="rId36" imgW="711000" imgH="241200" progId="Equation.DSMT4">
                  <p:embed/>
                </p:oleObj>
              </mc:Choice>
              <mc:Fallback>
                <p:oleObj name="Equation" r:id="rId36" imgW="711000" imgH="241200" progId="Equation.DSMT4">
                  <p:embed/>
                  <p:pic>
                    <p:nvPicPr>
                      <p:cNvPr id="31" name="Object 30">
                        <a:extLst>
                          <a:ext uri="{FF2B5EF4-FFF2-40B4-BE49-F238E27FC236}">
                            <a16:creationId xmlns:a16="http://schemas.microsoft.com/office/drawing/2014/main" id="{596BE401-4B0A-4870-9E32-1390CCDE3334}"/>
                          </a:ext>
                        </a:extLst>
                      </p:cNvPr>
                      <p:cNvPicPr/>
                      <p:nvPr/>
                    </p:nvPicPr>
                    <p:blipFill>
                      <a:blip r:embed="rId37"/>
                      <a:stretch>
                        <a:fillRect/>
                      </a:stretch>
                    </p:blipFill>
                    <p:spPr>
                      <a:xfrm>
                        <a:off x="5949490" y="6106888"/>
                        <a:ext cx="650278" cy="220631"/>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31</a:t>
            </a:fld>
            <a:endParaRPr lang="en-US"/>
          </a:p>
        </p:txBody>
      </p:sp>
    </p:spTree>
    <p:extLst>
      <p:ext uri="{BB962C8B-B14F-4D97-AF65-F5344CB8AC3E}">
        <p14:creationId xmlns:p14="http://schemas.microsoft.com/office/powerpoint/2010/main" val="987360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Compound Events </a:t>
            </a:r>
            <a:r>
              <a:rPr lang="en-US" sz="1000" b="0" baseline="0" dirty="0"/>
              <a:t>3</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903231"/>
          </a:xfrm>
        </p:spPr>
        <p:txBody>
          <a:bodyPr/>
          <a:lstStyle/>
          <a:p>
            <a:pPr marL="292608" indent="-292608">
              <a:buFont typeface="Arial" panose="020B0604020202020204" pitchFamily="34" charset="0"/>
              <a:buChar char="•"/>
            </a:pPr>
            <a:r>
              <a:rPr lang="en-US" dirty="0"/>
              <a:t>To interpret phrases such as “more than” or “at least,” it is helpful to sketch a diagram:</a:t>
            </a:r>
          </a:p>
        </p:txBody>
      </p:sp>
      <p:pic>
        <p:nvPicPr>
          <p:cNvPr id="8" name="Picture 7" descr="Diagram showing &quot;At least two,&quot; &quot;Fewer than two,&quot; and &quot;Fewer than or more than 2.&quot;">
            <a:extLst>
              <a:ext uri="{FF2B5EF4-FFF2-40B4-BE49-F238E27FC236}">
                <a16:creationId xmlns:a16="http://schemas.microsoft.com/office/drawing/2014/main" id="{CB24CF55-2276-47ED-8F10-FD6AFF20F770}"/>
              </a:ext>
            </a:extLst>
          </p:cNvPr>
          <p:cNvPicPr>
            <a:picLocks noChangeAspect="1"/>
          </p:cNvPicPr>
          <p:nvPr/>
        </p:nvPicPr>
        <p:blipFill>
          <a:blip r:embed="rId2"/>
          <a:stretch>
            <a:fillRect/>
          </a:stretch>
        </p:blipFill>
        <p:spPr>
          <a:xfrm>
            <a:off x="1255488" y="2975232"/>
            <a:ext cx="6633023" cy="2676376"/>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32</a:t>
            </a:fld>
            <a:endParaRPr lang="en-US"/>
          </a:p>
        </p:txBody>
      </p:sp>
    </p:spTree>
    <p:extLst>
      <p:ext uri="{BB962C8B-B14F-4D97-AF65-F5344CB8AC3E}">
        <p14:creationId xmlns:p14="http://schemas.microsoft.com/office/powerpoint/2010/main" val="3019745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Poisson Distribution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3637555"/>
          </a:xfrm>
        </p:spPr>
        <p:txBody>
          <a:bodyPr/>
          <a:lstStyle/>
          <a:p>
            <a:pPr marL="292608" indent="-292608">
              <a:buFont typeface="Arial" panose="020B0604020202020204" pitchFamily="34" charset="0"/>
              <a:buChar char="•"/>
            </a:pPr>
            <a:r>
              <a:rPr lang="en-US" dirty="0"/>
              <a:t>The </a:t>
            </a:r>
            <a:r>
              <a:rPr lang="en-US" b="1" dirty="0"/>
              <a:t>Poisson distribution </a:t>
            </a:r>
            <a:r>
              <a:rPr lang="en-US" dirty="0"/>
              <a:t>describes the number of occurrences within a randomly chosen unit of time (for example, minute, hour) or space (for example, square foot, linear mile).</a:t>
            </a:r>
          </a:p>
          <a:p>
            <a:pPr marL="292608" indent="-292608">
              <a:buFont typeface="Arial" panose="020B0604020202020204" pitchFamily="34" charset="0"/>
              <a:buChar char="•"/>
            </a:pPr>
            <a:r>
              <a:rPr lang="en-US" dirty="0"/>
              <a:t>The events must occur randomly and independently over a continuum of time or space.</a:t>
            </a:r>
          </a:p>
          <a:p>
            <a:pPr marL="292608" indent="-292608">
              <a:buFont typeface="Arial" panose="020B0604020202020204" pitchFamily="34" charset="0"/>
              <a:buChar char="•"/>
            </a:pPr>
            <a:r>
              <a:rPr lang="en-US" dirty="0"/>
              <a:t> We will call the continuum “time” because the most common Poisson application is modeling </a:t>
            </a:r>
            <a:r>
              <a:rPr lang="en-US" b="1" dirty="0"/>
              <a:t>arrivals </a:t>
            </a:r>
            <a:r>
              <a:rPr lang="en-US" i="1" dirty="0"/>
              <a:t>per unit of time.</a:t>
            </a:r>
            <a:endParaRPr lang="en-US" dirty="0"/>
          </a:p>
        </p:txBody>
      </p:sp>
      <p:pic>
        <p:nvPicPr>
          <p:cNvPr id="5" name="Picture 4" descr="A timeline depicting Poisson Distribution.">
            <a:extLst>
              <a:ext uri="{FF2B5EF4-FFF2-40B4-BE49-F238E27FC236}">
                <a16:creationId xmlns:a16="http://schemas.microsoft.com/office/drawing/2014/main" id="{C0013449-859E-43ED-966C-BFA9B6D99A20}"/>
              </a:ext>
            </a:extLst>
          </p:cNvPr>
          <p:cNvPicPr>
            <a:picLocks noChangeAspect="1"/>
          </p:cNvPicPr>
          <p:nvPr/>
        </p:nvPicPr>
        <p:blipFill>
          <a:blip r:embed="rId2"/>
          <a:stretch>
            <a:fillRect/>
          </a:stretch>
        </p:blipFill>
        <p:spPr>
          <a:xfrm>
            <a:off x="2001374" y="5068810"/>
            <a:ext cx="5229914" cy="1068152"/>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33</a:t>
            </a:fld>
            <a:endParaRPr lang="en-US"/>
          </a:p>
        </p:txBody>
      </p:sp>
    </p:spTree>
    <p:extLst>
      <p:ext uri="{BB962C8B-B14F-4D97-AF65-F5344CB8AC3E}">
        <p14:creationId xmlns:p14="http://schemas.microsoft.com/office/powerpoint/2010/main" val="431760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Poisson Distribution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1770713" cy="423811"/>
          </a:xfrm>
        </p:spPr>
        <p:txBody>
          <a:bodyPr/>
          <a:lstStyle/>
          <a:p>
            <a:pPr marL="292608" indent="-292608">
              <a:buFont typeface="Arial" panose="020B0604020202020204" pitchFamily="34" charset="0"/>
              <a:buChar char="•"/>
            </a:pPr>
            <a:r>
              <a:rPr lang="en-US" dirty="0"/>
              <a:t>Each dot</a:t>
            </a:r>
          </a:p>
        </p:txBody>
      </p:sp>
      <p:graphicFrame>
        <p:nvGraphicFramePr>
          <p:cNvPr id="13" name="Object 12">
            <a:extLst>
              <a:ext uri="{FF2B5EF4-FFF2-40B4-BE49-F238E27FC236}">
                <a16:creationId xmlns:a16="http://schemas.microsoft.com/office/drawing/2014/main" id="{5F20F00E-ADA4-45C7-A311-20D2F5818EB7}"/>
              </a:ext>
            </a:extLst>
          </p:cNvPr>
          <p:cNvGraphicFramePr>
            <a:graphicFrameLocks noChangeAspect="1"/>
          </p:cNvGraphicFramePr>
          <p:nvPr>
            <p:extLst>
              <p:ext uri="{D42A27DB-BD31-4B8C-83A1-F6EECF244321}">
                <p14:modId xmlns:p14="http://schemas.microsoft.com/office/powerpoint/2010/main" val="3051132969"/>
              </p:ext>
            </p:extLst>
          </p:nvPr>
        </p:nvGraphicFramePr>
        <p:xfrm>
          <a:off x="2110176" y="1387863"/>
          <a:ext cx="307975" cy="334963"/>
        </p:xfrm>
        <a:graphic>
          <a:graphicData uri="http://schemas.openxmlformats.org/presentationml/2006/ole">
            <mc:AlternateContent xmlns:mc="http://schemas.openxmlformats.org/markup-compatibility/2006">
              <mc:Choice xmlns:v="urn:schemas-microsoft-com:vml" Requires="v">
                <p:oleObj name="Equation" r:id="rId2" imgW="279360" imgH="304560" progId="Equation.DSMT4">
                  <p:embed/>
                </p:oleObj>
              </mc:Choice>
              <mc:Fallback>
                <p:oleObj name="Equation" r:id="rId2" imgW="279360" imgH="304560" progId="Equation.DSMT4">
                  <p:embed/>
                  <p:pic>
                    <p:nvPicPr>
                      <p:cNvPr id="0" name=""/>
                      <p:cNvPicPr/>
                      <p:nvPr/>
                    </p:nvPicPr>
                    <p:blipFill>
                      <a:blip r:embed="rId3"/>
                      <a:stretch>
                        <a:fillRect/>
                      </a:stretch>
                    </p:blipFill>
                    <p:spPr>
                      <a:xfrm>
                        <a:off x="2110176" y="1387863"/>
                        <a:ext cx="307975" cy="33496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2553230" y="1362872"/>
            <a:ext cx="5563225" cy="406067"/>
          </a:xfrm>
        </p:spPr>
        <p:txBody>
          <a:bodyPr lIns="0" tIns="0"/>
          <a:lstStyle/>
          <a:p>
            <a:r>
              <a:rPr lang="en-US" dirty="0"/>
              <a:t>is an occurrence of the event of interest.</a:t>
            </a:r>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899" y="1873497"/>
            <a:ext cx="6717467" cy="420000"/>
          </a:xfrm>
        </p:spPr>
        <p:txBody>
          <a:bodyPr tIns="0"/>
          <a:lstStyle/>
          <a:p>
            <a:pPr marL="292608" indent="-292608">
              <a:buFont typeface="Arial" panose="020B0604020202020204" pitchFamily="34" charset="0"/>
              <a:buChar char="•"/>
            </a:pPr>
            <a:r>
              <a:rPr lang="en-US" dirty="0"/>
              <a:t>Let </a:t>
            </a:r>
            <a:r>
              <a:rPr lang="en-US" i="1" dirty="0"/>
              <a:t>X </a:t>
            </a:r>
            <a:r>
              <a:rPr lang="en-US" dirty="0"/>
              <a:t>= the number of events per unit of time.</a:t>
            </a:r>
          </a:p>
        </p:txBody>
      </p:sp>
      <p:pic>
        <p:nvPicPr>
          <p:cNvPr id="14" name="Picture 13" descr="A timeline depicting Poisson Distribution.">
            <a:extLst>
              <a:ext uri="{FF2B5EF4-FFF2-40B4-BE49-F238E27FC236}">
                <a16:creationId xmlns:a16="http://schemas.microsoft.com/office/drawing/2014/main" id="{C9161716-873A-4AA3-B743-F2724C5FAF96}"/>
              </a:ext>
            </a:extLst>
          </p:cNvPr>
          <p:cNvPicPr>
            <a:picLocks noChangeAspect="1"/>
          </p:cNvPicPr>
          <p:nvPr/>
        </p:nvPicPr>
        <p:blipFill>
          <a:blip r:embed="rId4"/>
          <a:stretch>
            <a:fillRect/>
          </a:stretch>
        </p:blipFill>
        <p:spPr>
          <a:xfrm>
            <a:off x="1698318" y="2513770"/>
            <a:ext cx="5747364" cy="1174967"/>
          </a:xfrm>
          <a:prstGeom prst="rect">
            <a:avLst/>
          </a:prstGeom>
        </p:spPr>
      </p:pic>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3924872"/>
            <a:ext cx="8126542" cy="1861638"/>
          </a:xfrm>
        </p:spPr>
        <p:txBody>
          <a:bodyPr tIns="0"/>
          <a:lstStyle/>
          <a:p>
            <a:pPr marL="292608" indent="-292608">
              <a:buFont typeface="Arial" panose="020B0604020202020204" pitchFamily="34" charset="0"/>
              <a:buChar char="•"/>
            </a:pPr>
            <a:r>
              <a:rPr lang="en-US" dirty="0"/>
              <a:t>The value of </a:t>
            </a:r>
            <a:r>
              <a:rPr lang="en-US" i="1" dirty="0"/>
              <a:t>X </a:t>
            </a:r>
            <a:r>
              <a:rPr lang="en-US" dirty="0"/>
              <a:t>is a random variable that depends on when the unit of time is observed. The figure above shows that we could get </a:t>
            </a:r>
            <a:r>
              <a:rPr lang="en-US" i="1" dirty="0"/>
              <a:t>X </a:t>
            </a:r>
            <a:r>
              <a:rPr lang="en-US" dirty="0"/>
              <a:t>= 3 or </a:t>
            </a:r>
            <a:r>
              <a:rPr lang="en-US" i="1" dirty="0"/>
              <a:t>X </a:t>
            </a:r>
            <a:r>
              <a:rPr lang="en-US" dirty="0"/>
              <a:t>= 1 or </a:t>
            </a:r>
            <a:r>
              <a:rPr lang="en-US" i="1" dirty="0"/>
              <a:t>X </a:t>
            </a:r>
            <a:r>
              <a:rPr lang="en-US" dirty="0"/>
              <a:t>= 5 events, depending on where the randomly chosen unit of time happens to fall.</a:t>
            </a:r>
          </a:p>
        </p:txBody>
      </p:sp>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34</a:t>
            </a:fld>
            <a:endParaRPr lang="en-US"/>
          </a:p>
        </p:txBody>
      </p:sp>
    </p:spTree>
    <p:extLst>
      <p:ext uri="{BB962C8B-B14F-4D97-AF65-F5344CB8AC3E}">
        <p14:creationId xmlns:p14="http://schemas.microsoft.com/office/powerpoint/2010/main" val="414642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Autofit/>
          </a:bodyPr>
          <a:lstStyle/>
          <a:p>
            <a:r>
              <a:rPr lang="en-US" sz="3200" dirty="0"/>
              <a:t>Characteristics of the Poisson Distribution</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8104414" cy="5045575"/>
          </a:xfrm>
        </p:spPr>
        <p:txBody>
          <a:bodyPr/>
          <a:lstStyle/>
          <a:p>
            <a:pPr marL="292608" indent="-292608">
              <a:buFont typeface="Arial" panose="020B0604020202020204" pitchFamily="34" charset="0"/>
              <a:buChar char="•"/>
            </a:pPr>
            <a:r>
              <a:rPr lang="en-US" dirty="0"/>
              <a:t>All characteristics of the Poisson model are determined by its mean </a:t>
            </a:r>
            <a:r>
              <a:rPr lang="el-GR" i="1" dirty="0"/>
              <a:t>λ</a:t>
            </a:r>
            <a:r>
              <a:rPr lang="en-US" dirty="0"/>
              <a:t>, (lambda).</a:t>
            </a:r>
          </a:p>
          <a:p>
            <a:pPr marL="292608" indent="-292608">
              <a:buFont typeface="Arial" panose="020B0604020202020204" pitchFamily="34" charset="0"/>
              <a:buChar char="•"/>
            </a:pPr>
            <a:r>
              <a:rPr lang="en-US" dirty="0"/>
              <a:t>The constant </a:t>
            </a:r>
            <a:r>
              <a:rPr lang="en-US" i="1" dirty="0"/>
              <a:t>e </a:t>
            </a:r>
            <a:r>
              <a:rPr lang="en-US" dirty="0"/>
              <a:t>is approximately 2.71828.</a:t>
            </a:r>
          </a:p>
          <a:p>
            <a:pPr marL="292608" indent="-292608">
              <a:buFont typeface="Arial" panose="020B0604020202020204" pitchFamily="34" charset="0"/>
              <a:buChar char="•"/>
            </a:pPr>
            <a:r>
              <a:rPr lang="en-US" dirty="0"/>
              <a:t>The mean of the Poisson distribution is </a:t>
            </a:r>
            <a:r>
              <a:rPr lang="el-GR" i="1" dirty="0"/>
              <a:t>λ</a:t>
            </a:r>
            <a:r>
              <a:rPr lang="en-US" dirty="0"/>
              <a:t>, and its standard deviation is the square root of the mean.</a:t>
            </a:r>
          </a:p>
          <a:p>
            <a:pPr marL="292608" indent="-292608">
              <a:buFont typeface="Arial" panose="020B0604020202020204" pitchFamily="34" charset="0"/>
              <a:buChar char="•"/>
            </a:pPr>
            <a:r>
              <a:rPr lang="en-US" dirty="0"/>
              <a:t>The simplicity of the Poisson formulas makes it an attractive model.</a:t>
            </a:r>
          </a:p>
          <a:p>
            <a:pPr marL="292608" indent="-292608">
              <a:buFont typeface="Arial" panose="020B0604020202020204" pitchFamily="34" charset="0"/>
              <a:buChar char="•"/>
            </a:pPr>
            <a:r>
              <a:rPr lang="en-US" i="1" dirty="0"/>
              <a:t>X </a:t>
            </a:r>
            <a:r>
              <a:rPr lang="en-US" dirty="0"/>
              <a:t>has no obvious limit, that is, the number of events that can occur in a given unit of time is not bounded.</a:t>
            </a:r>
          </a:p>
          <a:p>
            <a:pPr marL="292608" indent="-292608">
              <a:buFont typeface="Arial" panose="020B0604020202020204" pitchFamily="34" charset="0"/>
              <a:buChar char="•"/>
            </a:pPr>
            <a:r>
              <a:rPr lang="en-US" dirty="0"/>
              <a:t>Poisson probabilities taper off toward zero as </a:t>
            </a:r>
            <a:r>
              <a:rPr lang="en-US" i="1" dirty="0"/>
              <a:t>X </a:t>
            </a:r>
            <a:r>
              <a:rPr lang="en-US" dirty="0"/>
              <a:t>increases, so the effective range is usually small.</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35</a:t>
            </a:fld>
            <a:endParaRPr lang="en-US"/>
          </a:p>
        </p:txBody>
      </p:sp>
    </p:spTree>
    <p:extLst>
      <p:ext uri="{BB962C8B-B14F-4D97-AF65-F5344CB8AC3E}">
        <p14:creationId xmlns:p14="http://schemas.microsoft.com/office/powerpoint/2010/main" val="853812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Poisson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6.5</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1246848331"/>
              </p:ext>
            </p:extLst>
          </p:nvPr>
        </p:nvGraphicFramePr>
        <p:xfrm>
          <a:off x="1169233" y="1397000"/>
          <a:ext cx="7015397" cy="3740712"/>
        </p:xfrm>
        <a:graphic>
          <a:graphicData uri="http://schemas.openxmlformats.org/drawingml/2006/table">
            <a:tbl>
              <a:tblPr firstRow="1" bandRow="1">
                <a:tableStyleId>{5C22544A-7EE6-4342-B048-85BDC9FD1C3A}</a:tableStyleId>
              </a:tblPr>
              <a:tblGrid>
                <a:gridCol w="2396429">
                  <a:extLst>
                    <a:ext uri="{9D8B030D-6E8A-4147-A177-3AD203B41FA5}">
                      <a16:colId xmlns:a16="http://schemas.microsoft.com/office/drawing/2014/main" val="577382237"/>
                    </a:ext>
                  </a:extLst>
                </a:gridCol>
                <a:gridCol w="4618968">
                  <a:extLst>
                    <a:ext uri="{9D8B030D-6E8A-4147-A177-3AD203B41FA5}">
                      <a16:colId xmlns:a16="http://schemas.microsoft.com/office/drawing/2014/main" val="1076989983"/>
                    </a:ext>
                  </a:extLst>
                </a:gridCol>
              </a:tblGrid>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484453"/>
                  </a:ext>
                </a:extLst>
              </a:tr>
              <a:tr h="735517">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3719792"/>
                  </a:ext>
                </a:extLst>
              </a:tr>
              <a:tr h="359764">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51121"/>
                  </a:ext>
                </a:extLst>
              </a:tr>
              <a:tr h="413729">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858547"/>
                  </a:ext>
                </a:extLst>
              </a:tr>
              <a:tr h="449705">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837222"/>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586626"/>
                  </a:ext>
                </a:extLst>
              </a:tr>
              <a:tr h="663481">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1350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3213687"/>
                  </a:ext>
                </a:extLst>
              </a:tr>
            </a:tbl>
          </a:graphicData>
        </a:graphic>
      </p:graphicFrame>
      <p:graphicFrame>
        <p:nvGraphicFramePr>
          <p:cNvPr id="4" name="Object 3">
            <a:extLst>
              <a:ext uri="{FF2B5EF4-FFF2-40B4-BE49-F238E27FC236}">
                <a16:creationId xmlns:a16="http://schemas.microsoft.com/office/drawing/2014/main" id="{AA9ADA60-E1E0-45CA-8020-F5EE5BD6D316}"/>
              </a:ext>
            </a:extLst>
          </p:cNvPr>
          <p:cNvGraphicFramePr>
            <a:graphicFrameLocks noChangeAspect="1"/>
          </p:cNvGraphicFramePr>
          <p:nvPr>
            <p:extLst>
              <p:ext uri="{D42A27DB-BD31-4B8C-83A1-F6EECF244321}">
                <p14:modId xmlns:p14="http://schemas.microsoft.com/office/powerpoint/2010/main" val="3987064324"/>
              </p:ext>
            </p:extLst>
          </p:nvPr>
        </p:nvGraphicFramePr>
        <p:xfrm>
          <a:off x="1220788" y="1430338"/>
          <a:ext cx="1066800" cy="241300"/>
        </p:xfrm>
        <a:graphic>
          <a:graphicData uri="http://schemas.openxmlformats.org/presentationml/2006/ole">
            <mc:AlternateContent xmlns:mc="http://schemas.openxmlformats.org/markup-compatibility/2006">
              <mc:Choice xmlns:v="urn:schemas-microsoft-com:vml" Requires="v">
                <p:oleObj name="Equation" r:id="rId2" imgW="1066680" imgH="241200" progId="Equation.DSMT4">
                  <p:embed/>
                </p:oleObj>
              </mc:Choice>
              <mc:Fallback>
                <p:oleObj name="Equation" r:id="rId2" imgW="1066680" imgH="241200" progId="Equation.DSMT4">
                  <p:embed/>
                  <p:pic>
                    <p:nvPicPr>
                      <p:cNvPr id="0" name=""/>
                      <p:cNvPicPr/>
                      <p:nvPr/>
                    </p:nvPicPr>
                    <p:blipFill>
                      <a:blip r:embed="rId3"/>
                      <a:stretch>
                        <a:fillRect/>
                      </a:stretch>
                    </p:blipFill>
                    <p:spPr>
                      <a:xfrm>
                        <a:off x="1220788" y="1430338"/>
                        <a:ext cx="1066800" cy="2413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B269E75-3C3F-427F-B518-935480D1AA73}"/>
              </a:ext>
            </a:extLst>
          </p:cNvPr>
          <p:cNvGraphicFramePr>
            <a:graphicFrameLocks noChangeAspect="1"/>
          </p:cNvGraphicFramePr>
          <p:nvPr>
            <p:extLst>
              <p:ext uri="{D42A27DB-BD31-4B8C-83A1-F6EECF244321}">
                <p14:modId xmlns:p14="http://schemas.microsoft.com/office/powerpoint/2010/main" val="4062749179"/>
              </p:ext>
            </p:extLst>
          </p:nvPr>
        </p:nvGraphicFramePr>
        <p:xfrm>
          <a:off x="3604531" y="1463545"/>
          <a:ext cx="4305300" cy="304800"/>
        </p:xfrm>
        <a:graphic>
          <a:graphicData uri="http://schemas.openxmlformats.org/presentationml/2006/ole">
            <mc:AlternateContent xmlns:mc="http://schemas.openxmlformats.org/markup-compatibility/2006">
              <mc:Choice xmlns:v="urn:schemas-microsoft-com:vml" Requires="v">
                <p:oleObj name="Equation" r:id="rId4" imgW="4305240" imgH="304560" progId="Equation.DSMT4">
                  <p:embed/>
                </p:oleObj>
              </mc:Choice>
              <mc:Fallback>
                <p:oleObj name="Equation" r:id="rId4" imgW="4305240" imgH="304560" progId="Equation.DSMT4">
                  <p:embed/>
                  <p:pic>
                    <p:nvPicPr>
                      <p:cNvPr id="0" name=""/>
                      <p:cNvPicPr/>
                      <p:nvPr/>
                    </p:nvPicPr>
                    <p:blipFill>
                      <a:blip r:embed="rId5"/>
                      <a:stretch>
                        <a:fillRect/>
                      </a:stretch>
                    </p:blipFill>
                    <p:spPr>
                      <a:xfrm>
                        <a:off x="3604531" y="1463545"/>
                        <a:ext cx="4305300" cy="304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A34CFC7-8423-49D1-B409-E6828E540D89}"/>
              </a:ext>
            </a:extLst>
          </p:cNvPr>
          <p:cNvGraphicFramePr>
            <a:graphicFrameLocks noChangeAspect="1"/>
          </p:cNvGraphicFramePr>
          <p:nvPr>
            <p:extLst>
              <p:ext uri="{D42A27DB-BD31-4B8C-83A1-F6EECF244321}">
                <p14:modId xmlns:p14="http://schemas.microsoft.com/office/powerpoint/2010/main" val="917629155"/>
              </p:ext>
            </p:extLst>
          </p:nvPr>
        </p:nvGraphicFramePr>
        <p:xfrm>
          <a:off x="1221655" y="1868937"/>
          <a:ext cx="461818" cy="207818"/>
        </p:xfrm>
        <a:graphic>
          <a:graphicData uri="http://schemas.openxmlformats.org/presentationml/2006/ole">
            <mc:AlternateContent xmlns:mc="http://schemas.openxmlformats.org/markup-compatibility/2006">
              <mc:Choice xmlns:v="urn:schemas-microsoft-com:vml" Requires="v">
                <p:oleObj name="Equation" r:id="rId6" imgW="507960" imgH="228600" progId="Equation.DSMT4">
                  <p:embed/>
                </p:oleObj>
              </mc:Choice>
              <mc:Fallback>
                <p:oleObj name="Equation" r:id="rId6" imgW="507960" imgH="228600" progId="Equation.DSMT4">
                  <p:embed/>
                  <p:pic>
                    <p:nvPicPr>
                      <p:cNvPr id="0" name=""/>
                      <p:cNvPicPr/>
                      <p:nvPr/>
                    </p:nvPicPr>
                    <p:blipFill>
                      <a:blip r:embed="rId7"/>
                      <a:stretch>
                        <a:fillRect/>
                      </a:stretch>
                    </p:blipFill>
                    <p:spPr>
                      <a:xfrm>
                        <a:off x="1221655" y="1868937"/>
                        <a:ext cx="461818" cy="207818"/>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BF8D985-C039-4361-8251-F6CD914B9454}"/>
              </a:ext>
            </a:extLst>
          </p:cNvPr>
          <p:cNvGraphicFramePr>
            <a:graphicFrameLocks noChangeAspect="1"/>
          </p:cNvGraphicFramePr>
          <p:nvPr>
            <p:extLst>
              <p:ext uri="{D42A27DB-BD31-4B8C-83A1-F6EECF244321}">
                <p14:modId xmlns:p14="http://schemas.microsoft.com/office/powerpoint/2010/main" val="1395716958"/>
              </p:ext>
            </p:extLst>
          </p:nvPr>
        </p:nvGraphicFramePr>
        <p:xfrm>
          <a:off x="3617913" y="1806540"/>
          <a:ext cx="1981200" cy="660400"/>
        </p:xfrm>
        <a:graphic>
          <a:graphicData uri="http://schemas.openxmlformats.org/presentationml/2006/ole">
            <mc:AlternateContent xmlns:mc="http://schemas.openxmlformats.org/markup-compatibility/2006">
              <mc:Choice xmlns:v="urn:schemas-microsoft-com:vml" Requires="v">
                <p:oleObj name="Equation" r:id="rId8" imgW="1981080" imgH="660240" progId="Equation.DSMT4">
                  <p:embed/>
                </p:oleObj>
              </mc:Choice>
              <mc:Fallback>
                <p:oleObj name="Equation" r:id="rId8" imgW="1981080" imgH="660240" progId="Equation.DSMT4">
                  <p:embed/>
                  <p:pic>
                    <p:nvPicPr>
                      <p:cNvPr id="0" name=""/>
                      <p:cNvPicPr/>
                      <p:nvPr/>
                    </p:nvPicPr>
                    <p:blipFill>
                      <a:blip r:embed="rId9"/>
                      <a:stretch>
                        <a:fillRect/>
                      </a:stretch>
                    </p:blipFill>
                    <p:spPr>
                      <a:xfrm>
                        <a:off x="3617913" y="1806540"/>
                        <a:ext cx="1981200" cy="6604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083A6B60-EEC2-49A5-A6A6-ABC1AEFD0AAE}"/>
              </a:ext>
            </a:extLst>
          </p:cNvPr>
          <p:cNvGraphicFramePr>
            <a:graphicFrameLocks noChangeAspect="1"/>
          </p:cNvGraphicFramePr>
          <p:nvPr>
            <p:extLst>
              <p:ext uri="{D42A27DB-BD31-4B8C-83A1-F6EECF244321}">
                <p14:modId xmlns:p14="http://schemas.microsoft.com/office/powerpoint/2010/main" val="1062828669"/>
              </p:ext>
            </p:extLst>
          </p:nvPr>
        </p:nvGraphicFramePr>
        <p:xfrm>
          <a:off x="1169233" y="2482426"/>
          <a:ext cx="1257300" cy="254000"/>
        </p:xfrm>
        <a:graphic>
          <a:graphicData uri="http://schemas.openxmlformats.org/presentationml/2006/ole">
            <mc:AlternateContent xmlns:mc="http://schemas.openxmlformats.org/markup-compatibility/2006">
              <mc:Choice xmlns:v="urn:schemas-microsoft-com:vml" Requires="v">
                <p:oleObj name="Equation" r:id="rId10" imgW="1257120" imgH="253800" progId="Equation.DSMT4">
                  <p:embed/>
                </p:oleObj>
              </mc:Choice>
              <mc:Fallback>
                <p:oleObj name="Equation" r:id="rId10" imgW="1257120" imgH="253800" progId="Equation.DSMT4">
                  <p:embed/>
                  <p:pic>
                    <p:nvPicPr>
                      <p:cNvPr id="0" name=""/>
                      <p:cNvPicPr/>
                      <p:nvPr/>
                    </p:nvPicPr>
                    <p:blipFill>
                      <a:blip r:embed="rId11"/>
                      <a:stretch>
                        <a:fillRect/>
                      </a:stretch>
                    </p:blipFill>
                    <p:spPr>
                      <a:xfrm>
                        <a:off x="1169233" y="2482426"/>
                        <a:ext cx="1257300" cy="2540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E6F10B2D-6089-40A3-A50F-671D76100C77}"/>
              </a:ext>
            </a:extLst>
          </p:cNvPr>
          <p:cNvGraphicFramePr>
            <a:graphicFrameLocks noChangeAspect="1"/>
          </p:cNvGraphicFramePr>
          <p:nvPr>
            <p:extLst>
              <p:ext uri="{D42A27DB-BD31-4B8C-83A1-F6EECF244321}">
                <p14:modId xmlns:p14="http://schemas.microsoft.com/office/powerpoint/2010/main" val="3729715691"/>
              </p:ext>
            </p:extLst>
          </p:nvPr>
        </p:nvGraphicFramePr>
        <p:xfrm>
          <a:off x="3617913" y="2506663"/>
          <a:ext cx="2670175" cy="276225"/>
        </p:xfrm>
        <a:graphic>
          <a:graphicData uri="http://schemas.openxmlformats.org/presentationml/2006/ole">
            <mc:AlternateContent xmlns:mc="http://schemas.openxmlformats.org/markup-compatibility/2006">
              <mc:Choice xmlns:v="urn:schemas-microsoft-com:vml" Requires="v">
                <p:oleObj name="Equation" r:id="rId12" imgW="2933640" imgH="304560" progId="Equation.DSMT4">
                  <p:embed/>
                </p:oleObj>
              </mc:Choice>
              <mc:Fallback>
                <p:oleObj name="Equation" r:id="rId12" imgW="2933640" imgH="304560" progId="Equation.DSMT4">
                  <p:embed/>
                  <p:pic>
                    <p:nvPicPr>
                      <p:cNvPr id="0" name=""/>
                      <p:cNvPicPr/>
                      <p:nvPr/>
                    </p:nvPicPr>
                    <p:blipFill>
                      <a:blip r:embed="rId13"/>
                      <a:stretch>
                        <a:fillRect/>
                      </a:stretch>
                    </p:blipFill>
                    <p:spPr>
                      <a:xfrm>
                        <a:off x="3617913" y="2506663"/>
                        <a:ext cx="2670175" cy="276225"/>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A45FB32-BA86-487A-A705-EB1708E793C0}"/>
              </a:ext>
            </a:extLst>
          </p:cNvPr>
          <p:cNvGraphicFramePr>
            <a:graphicFrameLocks noChangeAspect="1"/>
          </p:cNvGraphicFramePr>
          <p:nvPr>
            <p:extLst>
              <p:ext uri="{D42A27DB-BD31-4B8C-83A1-F6EECF244321}">
                <p14:modId xmlns:p14="http://schemas.microsoft.com/office/powerpoint/2010/main" val="3303172684"/>
              </p:ext>
            </p:extLst>
          </p:nvPr>
        </p:nvGraphicFramePr>
        <p:xfrm>
          <a:off x="1169233" y="2906713"/>
          <a:ext cx="1295400" cy="254000"/>
        </p:xfrm>
        <a:graphic>
          <a:graphicData uri="http://schemas.openxmlformats.org/presentationml/2006/ole">
            <mc:AlternateContent xmlns:mc="http://schemas.openxmlformats.org/markup-compatibility/2006">
              <mc:Choice xmlns:v="urn:schemas-microsoft-com:vml" Requires="v">
                <p:oleObj name="Equation" r:id="rId14" imgW="1295280" imgH="253800" progId="Equation.DSMT4">
                  <p:embed/>
                </p:oleObj>
              </mc:Choice>
              <mc:Fallback>
                <p:oleObj name="Equation" r:id="rId14" imgW="1295280" imgH="253800" progId="Equation.DSMT4">
                  <p:embed/>
                  <p:pic>
                    <p:nvPicPr>
                      <p:cNvPr id="0" name=""/>
                      <p:cNvPicPr/>
                      <p:nvPr/>
                    </p:nvPicPr>
                    <p:blipFill>
                      <a:blip r:embed="rId15"/>
                      <a:stretch>
                        <a:fillRect/>
                      </a:stretch>
                    </p:blipFill>
                    <p:spPr>
                      <a:xfrm>
                        <a:off x="1169233" y="2906713"/>
                        <a:ext cx="1295400" cy="2540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35F0B2EF-AA19-44B5-8A95-EB76D98F45E1}"/>
              </a:ext>
            </a:extLst>
          </p:cNvPr>
          <p:cNvGraphicFramePr>
            <a:graphicFrameLocks noChangeAspect="1"/>
          </p:cNvGraphicFramePr>
          <p:nvPr>
            <p:extLst>
              <p:ext uri="{D42A27DB-BD31-4B8C-83A1-F6EECF244321}">
                <p14:modId xmlns:p14="http://schemas.microsoft.com/office/powerpoint/2010/main" val="3243548636"/>
              </p:ext>
            </p:extLst>
          </p:nvPr>
        </p:nvGraphicFramePr>
        <p:xfrm>
          <a:off x="3604531" y="2909340"/>
          <a:ext cx="2643188" cy="276225"/>
        </p:xfrm>
        <a:graphic>
          <a:graphicData uri="http://schemas.openxmlformats.org/presentationml/2006/ole">
            <mc:AlternateContent xmlns:mc="http://schemas.openxmlformats.org/markup-compatibility/2006">
              <mc:Choice xmlns:v="urn:schemas-microsoft-com:vml" Requires="v">
                <p:oleObj name="Equation" r:id="rId16" imgW="2908080" imgH="304560" progId="Equation.DSMT4">
                  <p:embed/>
                </p:oleObj>
              </mc:Choice>
              <mc:Fallback>
                <p:oleObj name="Equation" r:id="rId16" imgW="2908080" imgH="304560" progId="Equation.DSMT4">
                  <p:embed/>
                  <p:pic>
                    <p:nvPicPr>
                      <p:cNvPr id="9" name="Object 8">
                        <a:extLst>
                          <a:ext uri="{FF2B5EF4-FFF2-40B4-BE49-F238E27FC236}">
                            <a16:creationId xmlns:a16="http://schemas.microsoft.com/office/drawing/2014/main" id="{E6F10B2D-6089-40A3-A50F-671D76100C77}"/>
                          </a:ext>
                        </a:extLst>
                      </p:cNvPr>
                      <p:cNvPicPr/>
                      <p:nvPr/>
                    </p:nvPicPr>
                    <p:blipFill>
                      <a:blip r:embed="rId17"/>
                      <a:stretch>
                        <a:fillRect/>
                      </a:stretch>
                    </p:blipFill>
                    <p:spPr>
                      <a:xfrm>
                        <a:off x="3604531" y="2909340"/>
                        <a:ext cx="2643188" cy="276225"/>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4CE37350-4D0B-4445-8008-FFDE59DE6817}"/>
              </a:ext>
            </a:extLst>
          </p:cNvPr>
          <p:cNvGraphicFramePr>
            <a:graphicFrameLocks noChangeAspect="1"/>
          </p:cNvGraphicFramePr>
          <p:nvPr>
            <p:extLst>
              <p:ext uri="{D42A27DB-BD31-4B8C-83A1-F6EECF244321}">
                <p14:modId xmlns:p14="http://schemas.microsoft.com/office/powerpoint/2010/main" val="2536482540"/>
              </p:ext>
            </p:extLst>
          </p:nvPr>
        </p:nvGraphicFramePr>
        <p:xfrm>
          <a:off x="1198261" y="3293285"/>
          <a:ext cx="863600" cy="254000"/>
        </p:xfrm>
        <a:graphic>
          <a:graphicData uri="http://schemas.openxmlformats.org/presentationml/2006/ole">
            <mc:AlternateContent xmlns:mc="http://schemas.openxmlformats.org/markup-compatibility/2006">
              <mc:Choice xmlns:v="urn:schemas-microsoft-com:vml" Requires="v">
                <p:oleObj name="Equation" r:id="rId18" imgW="863280" imgH="253800" progId="Equation.DSMT4">
                  <p:embed/>
                </p:oleObj>
              </mc:Choice>
              <mc:Fallback>
                <p:oleObj name="Equation" r:id="rId18" imgW="863280" imgH="253800" progId="Equation.DSMT4">
                  <p:embed/>
                  <p:pic>
                    <p:nvPicPr>
                      <p:cNvPr id="0" name=""/>
                      <p:cNvPicPr/>
                      <p:nvPr/>
                    </p:nvPicPr>
                    <p:blipFill>
                      <a:blip r:embed="rId19"/>
                      <a:stretch>
                        <a:fillRect/>
                      </a:stretch>
                    </p:blipFill>
                    <p:spPr>
                      <a:xfrm>
                        <a:off x="1198261" y="3293285"/>
                        <a:ext cx="863600" cy="2540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A17F7DF-1D1A-4B83-BEC0-E86449019E3B}"/>
              </a:ext>
            </a:extLst>
          </p:cNvPr>
          <p:cNvGraphicFramePr>
            <a:graphicFrameLocks noChangeAspect="1"/>
          </p:cNvGraphicFramePr>
          <p:nvPr>
            <p:extLst>
              <p:ext uri="{D42A27DB-BD31-4B8C-83A1-F6EECF244321}">
                <p14:modId xmlns:p14="http://schemas.microsoft.com/office/powerpoint/2010/main" val="2991728035"/>
              </p:ext>
            </p:extLst>
          </p:nvPr>
        </p:nvGraphicFramePr>
        <p:xfrm>
          <a:off x="3606800" y="3328988"/>
          <a:ext cx="4254500" cy="317500"/>
        </p:xfrm>
        <a:graphic>
          <a:graphicData uri="http://schemas.openxmlformats.org/presentationml/2006/ole">
            <mc:AlternateContent xmlns:mc="http://schemas.openxmlformats.org/markup-compatibility/2006">
              <mc:Choice xmlns:v="urn:schemas-microsoft-com:vml" Requires="v">
                <p:oleObj name="Equation" r:id="rId20" imgW="4089240" imgH="304560" progId="Equation.DSMT4">
                  <p:embed/>
                </p:oleObj>
              </mc:Choice>
              <mc:Fallback>
                <p:oleObj name="Equation" r:id="rId20" imgW="4089240" imgH="304560" progId="Equation.DSMT4">
                  <p:embed/>
                  <p:pic>
                    <p:nvPicPr>
                      <p:cNvPr id="0" name=""/>
                      <p:cNvPicPr/>
                      <p:nvPr/>
                    </p:nvPicPr>
                    <p:blipFill>
                      <a:blip r:embed="rId21"/>
                      <a:stretch>
                        <a:fillRect/>
                      </a:stretch>
                    </p:blipFill>
                    <p:spPr>
                      <a:xfrm>
                        <a:off x="3606800" y="3328988"/>
                        <a:ext cx="4254500" cy="3175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92425BD-AF05-487D-94E2-6C7B70A9FFCE}"/>
              </a:ext>
            </a:extLst>
          </p:cNvPr>
          <p:cNvGraphicFramePr>
            <a:graphicFrameLocks noChangeAspect="1"/>
          </p:cNvGraphicFramePr>
          <p:nvPr>
            <p:extLst>
              <p:ext uri="{D42A27DB-BD31-4B8C-83A1-F6EECF244321}">
                <p14:modId xmlns:p14="http://schemas.microsoft.com/office/powerpoint/2010/main" val="2339210199"/>
              </p:ext>
            </p:extLst>
          </p:nvPr>
        </p:nvGraphicFramePr>
        <p:xfrm>
          <a:off x="1199470" y="3714626"/>
          <a:ext cx="622300" cy="241300"/>
        </p:xfrm>
        <a:graphic>
          <a:graphicData uri="http://schemas.openxmlformats.org/presentationml/2006/ole">
            <mc:AlternateContent xmlns:mc="http://schemas.openxmlformats.org/markup-compatibility/2006">
              <mc:Choice xmlns:v="urn:schemas-microsoft-com:vml" Requires="v">
                <p:oleObj name="Equation" r:id="rId22" imgW="622080" imgH="241200" progId="Equation.DSMT4">
                  <p:embed/>
                </p:oleObj>
              </mc:Choice>
              <mc:Fallback>
                <p:oleObj name="Equation" r:id="rId22" imgW="622080" imgH="241200" progId="Equation.DSMT4">
                  <p:embed/>
                  <p:pic>
                    <p:nvPicPr>
                      <p:cNvPr id="0" name=""/>
                      <p:cNvPicPr/>
                      <p:nvPr/>
                    </p:nvPicPr>
                    <p:blipFill>
                      <a:blip r:embed="rId23"/>
                      <a:stretch>
                        <a:fillRect/>
                      </a:stretch>
                    </p:blipFill>
                    <p:spPr>
                      <a:xfrm>
                        <a:off x="1199470" y="3714626"/>
                        <a:ext cx="622300" cy="2413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8D7D2F9C-0AD3-4830-8873-A0D0817C26AA}"/>
              </a:ext>
            </a:extLst>
          </p:cNvPr>
          <p:cNvGraphicFramePr>
            <a:graphicFrameLocks noChangeAspect="1"/>
          </p:cNvGraphicFramePr>
          <p:nvPr>
            <p:extLst>
              <p:ext uri="{D42A27DB-BD31-4B8C-83A1-F6EECF244321}">
                <p14:modId xmlns:p14="http://schemas.microsoft.com/office/powerpoint/2010/main" val="1554955127"/>
              </p:ext>
            </p:extLst>
          </p:nvPr>
        </p:nvGraphicFramePr>
        <p:xfrm>
          <a:off x="3605642" y="3822605"/>
          <a:ext cx="190500" cy="241300"/>
        </p:xfrm>
        <a:graphic>
          <a:graphicData uri="http://schemas.openxmlformats.org/presentationml/2006/ole">
            <mc:AlternateContent xmlns:mc="http://schemas.openxmlformats.org/markup-compatibility/2006">
              <mc:Choice xmlns:v="urn:schemas-microsoft-com:vml" Requires="v">
                <p:oleObj name="Equation" r:id="rId24" imgW="190440" imgH="241200" progId="Equation.DSMT4">
                  <p:embed/>
                </p:oleObj>
              </mc:Choice>
              <mc:Fallback>
                <p:oleObj name="Equation" r:id="rId24" imgW="190440" imgH="241200" progId="Equation.DSMT4">
                  <p:embed/>
                  <p:pic>
                    <p:nvPicPr>
                      <p:cNvPr id="0" name=""/>
                      <p:cNvPicPr/>
                      <p:nvPr/>
                    </p:nvPicPr>
                    <p:blipFill>
                      <a:blip r:embed="rId25"/>
                      <a:stretch>
                        <a:fillRect/>
                      </a:stretch>
                    </p:blipFill>
                    <p:spPr>
                      <a:xfrm>
                        <a:off x="3605642" y="3822605"/>
                        <a:ext cx="190500" cy="2413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E4317693-1B9E-4C36-B82D-24D8AD446E0D}"/>
              </a:ext>
            </a:extLst>
          </p:cNvPr>
          <p:cNvGraphicFramePr>
            <a:graphicFrameLocks noChangeAspect="1"/>
          </p:cNvGraphicFramePr>
          <p:nvPr>
            <p:extLst>
              <p:ext uri="{D42A27DB-BD31-4B8C-83A1-F6EECF244321}">
                <p14:modId xmlns:p14="http://schemas.microsoft.com/office/powerpoint/2010/main" val="3673794841"/>
              </p:ext>
            </p:extLst>
          </p:nvPr>
        </p:nvGraphicFramePr>
        <p:xfrm>
          <a:off x="1228877" y="4229378"/>
          <a:ext cx="1943100" cy="254000"/>
        </p:xfrm>
        <a:graphic>
          <a:graphicData uri="http://schemas.openxmlformats.org/presentationml/2006/ole">
            <mc:AlternateContent xmlns:mc="http://schemas.openxmlformats.org/markup-compatibility/2006">
              <mc:Choice xmlns:v="urn:schemas-microsoft-com:vml" Requires="v">
                <p:oleObj name="Equation" r:id="rId26" imgW="1942920" imgH="253800" progId="Equation.DSMT4">
                  <p:embed/>
                </p:oleObj>
              </mc:Choice>
              <mc:Fallback>
                <p:oleObj name="Equation" r:id="rId26" imgW="1942920" imgH="253800" progId="Equation.DSMT4">
                  <p:embed/>
                  <p:pic>
                    <p:nvPicPr>
                      <p:cNvPr id="0" name=""/>
                      <p:cNvPicPr/>
                      <p:nvPr/>
                    </p:nvPicPr>
                    <p:blipFill>
                      <a:blip r:embed="rId27"/>
                      <a:stretch>
                        <a:fillRect/>
                      </a:stretch>
                    </p:blipFill>
                    <p:spPr>
                      <a:xfrm>
                        <a:off x="1228877" y="4229378"/>
                        <a:ext cx="1943100" cy="2540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627CA7CD-C3A2-4110-B287-ADFFD972EA8F}"/>
              </a:ext>
            </a:extLst>
          </p:cNvPr>
          <p:cNvGraphicFramePr>
            <a:graphicFrameLocks noChangeAspect="1"/>
          </p:cNvGraphicFramePr>
          <p:nvPr>
            <p:extLst>
              <p:ext uri="{D42A27DB-BD31-4B8C-83A1-F6EECF244321}">
                <p14:modId xmlns:p14="http://schemas.microsoft.com/office/powerpoint/2010/main" val="2710864481"/>
              </p:ext>
            </p:extLst>
          </p:nvPr>
        </p:nvGraphicFramePr>
        <p:xfrm>
          <a:off x="3599292" y="4210880"/>
          <a:ext cx="393700" cy="330200"/>
        </p:xfrm>
        <a:graphic>
          <a:graphicData uri="http://schemas.openxmlformats.org/presentationml/2006/ole">
            <mc:AlternateContent xmlns:mc="http://schemas.openxmlformats.org/markup-compatibility/2006">
              <mc:Choice xmlns:v="urn:schemas-microsoft-com:vml" Requires="v">
                <p:oleObj name="Equation" r:id="rId28" imgW="393480" imgH="330120" progId="Equation.DSMT4">
                  <p:embed/>
                </p:oleObj>
              </mc:Choice>
              <mc:Fallback>
                <p:oleObj name="Equation" r:id="rId28" imgW="393480" imgH="330120" progId="Equation.DSMT4">
                  <p:embed/>
                  <p:pic>
                    <p:nvPicPr>
                      <p:cNvPr id="0" name=""/>
                      <p:cNvPicPr/>
                      <p:nvPr/>
                    </p:nvPicPr>
                    <p:blipFill>
                      <a:blip r:embed="rId29"/>
                      <a:stretch>
                        <a:fillRect/>
                      </a:stretch>
                    </p:blipFill>
                    <p:spPr>
                      <a:xfrm>
                        <a:off x="3599292" y="4210880"/>
                        <a:ext cx="393700" cy="3302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F9F44610-8365-45C1-8370-B05C9EA97275}"/>
              </a:ext>
            </a:extLst>
          </p:cNvPr>
          <p:cNvGraphicFramePr>
            <a:graphicFrameLocks noChangeAspect="1"/>
          </p:cNvGraphicFramePr>
          <p:nvPr>
            <p:extLst>
              <p:ext uri="{D42A27DB-BD31-4B8C-83A1-F6EECF244321}">
                <p14:modId xmlns:p14="http://schemas.microsoft.com/office/powerpoint/2010/main" val="2369461844"/>
              </p:ext>
            </p:extLst>
          </p:nvPr>
        </p:nvGraphicFramePr>
        <p:xfrm>
          <a:off x="1221655" y="4842048"/>
          <a:ext cx="1130300" cy="241300"/>
        </p:xfrm>
        <a:graphic>
          <a:graphicData uri="http://schemas.openxmlformats.org/presentationml/2006/ole">
            <mc:AlternateContent xmlns:mc="http://schemas.openxmlformats.org/markup-compatibility/2006">
              <mc:Choice xmlns:v="urn:schemas-microsoft-com:vml" Requires="v">
                <p:oleObj name="Equation" r:id="rId30" imgW="1130040" imgH="241200" progId="Equation.DSMT4">
                  <p:embed/>
                </p:oleObj>
              </mc:Choice>
              <mc:Fallback>
                <p:oleObj name="Equation" r:id="rId30" imgW="1130040" imgH="241200" progId="Equation.DSMT4">
                  <p:embed/>
                  <p:pic>
                    <p:nvPicPr>
                      <p:cNvPr id="0" name=""/>
                      <p:cNvPicPr/>
                      <p:nvPr/>
                    </p:nvPicPr>
                    <p:blipFill>
                      <a:blip r:embed="rId31"/>
                      <a:stretch>
                        <a:fillRect/>
                      </a:stretch>
                    </p:blipFill>
                    <p:spPr>
                      <a:xfrm>
                        <a:off x="1221655" y="4842048"/>
                        <a:ext cx="1130300" cy="2413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794DA267-249A-46D3-AC5F-73EF5A7D456C}"/>
              </a:ext>
            </a:extLst>
          </p:cNvPr>
          <p:cNvGraphicFramePr>
            <a:graphicFrameLocks noChangeAspect="1"/>
          </p:cNvGraphicFramePr>
          <p:nvPr>
            <p:extLst>
              <p:ext uri="{D42A27DB-BD31-4B8C-83A1-F6EECF244321}">
                <p14:modId xmlns:p14="http://schemas.microsoft.com/office/powerpoint/2010/main" val="217028037"/>
              </p:ext>
            </p:extLst>
          </p:nvPr>
        </p:nvGraphicFramePr>
        <p:xfrm>
          <a:off x="3601552" y="4778548"/>
          <a:ext cx="4635500" cy="304800"/>
        </p:xfrm>
        <a:graphic>
          <a:graphicData uri="http://schemas.openxmlformats.org/presentationml/2006/ole">
            <mc:AlternateContent xmlns:mc="http://schemas.openxmlformats.org/markup-compatibility/2006">
              <mc:Choice xmlns:v="urn:schemas-microsoft-com:vml" Requires="v">
                <p:oleObj name="Equation" r:id="rId32" imgW="4635360" imgH="304560" progId="Equation.DSMT4">
                  <p:embed/>
                </p:oleObj>
              </mc:Choice>
              <mc:Fallback>
                <p:oleObj name="Equation" r:id="rId32" imgW="4635360" imgH="304560" progId="Equation.DSMT4">
                  <p:embed/>
                  <p:pic>
                    <p:nvPicPr>
                      <p:cNvPr id="0" name=""/>
                      <p:cNvPicPr/>
                      <p:nvPr/>
                    </p:nvPicPr>
                    <p:blipFill>
                      <a:blip r:embed="rId33"/>
                      <a:stretch>
                        <a:fillRect/>
                      </a:stretch>
                    </p:blipFill>
                    <p:spPr>
                      <a:xfrm>
                        <a:off x="3601552" y="4778548"/>
                        <a:ext cx="4635500" cy="3048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36</a:t>
            </a:fld>
            <a:endParaRPr lang="en-US"/>
          </a:p>
        </p:txBody>
      </p:sp>
    </p:spTree>
    <p:extLst>
      <p:ext uri="{BB962C8B-B14F-4D97-AF65-F5344CB8AC3E}">
        <p14:creationId xmlns:p14="http://schemas.microsoft.com/office/powerpoint/2010/main" val="676083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801859" cy="903231"/>
          </a:xfrm>
        </p:spPr>
        <p:txBody>
          <a:bodyPr>
            <a:normAutofit/>
          </a:bodyPr>
          <a:lstStyle/>
          <a:p>
            <a:r>
              <a:rPr lang="en-US" sz="3600" dirty="0"/>
              <a:t>Example: Coffee Shop Customers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99018" y="94682"/>
            <a:ext cx="430098" cy="1098845"/>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57493"/>
            <a:ext cx="8458200" cy="1096183"/>
          </a:xfrm>
        </p:spPr>
        <p:txBody>
          <a:bodyPr/>
          <a:lstStyle/>
          <a:p>
            <a:pPr marL="292608" indent="-292608">
              <a:buFont typeface="Arial" panose="020B0604020202020204" pitchFamily="34" charset="0"/>
              <a:buChar char="•"/>
            </a:pPr>
            <a:r>
              <a:rPr lang="en-IN" sz="2200" dirty="0"/>
              <a:t>On Thursday morning between 9 a.m. and 10 a.m., customers arrive at a mean rate of 1.7 customers per minute at the campus coffee shop and enter the queue (if any) for a coffee. Using the</a:t>
            </a:r>
            <a:endParaRPr lang="en-US" sz="2200" dirty="0"/>
          </a:p>
        </p:txBody>
      </p:sp>
      <p:sp>
        <p:nvSpPr>
          <p:cNvPr id="7" name="Content Placeholder 6">
            <a:extLst>
              <a:ext uri="{FF2B5EF4-FFF2-40B4-BE49-F238E27FC236}">
                <a16:creationId xmlns:a16="http://schemas.microsoft.com/office/drawing/2014/main" id="{9260851C-923C-457D-8948-F924881537FE}"/>
              </a:ext>
            </a:extLst>
          </p:cNvPr>
          <p:cNvSpPr>
            <a:spLocks noGrp="1"/>
          </p:cNvSpPr>
          <p:nvPr>
            <p:ph sz="quarter" idx="15"/>
          </p:nvPr>
        </p:nvSpPr>
        <p:spPr>
          <a:xfrm>
            <a:off x="342901" y="2319004"/>
            <a:ext cx="3248712" cy="449608"/>
          </a:xfrm>
        </p:spPr>
        <p:txBody>
          <a:bodyPr/>
          <a:lstStyle/>
          <a:p>
            <a:pPr marL="282575"/>
            <a:r>
              <a:rPr lang="en-IN" sz="2200" dirty="0"/>
              <a:t>Poisson formulas with</a:t>
            </a:r>
            <a:endParaRPr lang="en-US" sz="2200" dirty="0"/>
          </a:p>
        </p:txBody>
      </p:sp>
      <p:graphicFrame>
        <p:nvGraphicFramePr>
          <p:cNvPr id="11" name="Object 10">
            <a:extLst>
              <a:ext uri="{FF2B5EF4-FFF2-40B4-BE49-F238E27FC236}">
                <a16:creationId xmlns:a16="http://schemas.microsoft.com/office/drawing/2014/main" id="{585456AC-A833-488E-8623-CDEF06B79DD3}"/>
              </a:ext>
            </a:extLst>
          </p:cNvPr>
          <p:cNvGraphicFramePr>
            <a:graphicFrameLocks noChangeAspect="1"/>
          </p:cNvGraphicFramePr>
          <p:nvPr>
            <p:extLst>
              <p:ext uri="{D42A27DB-BD31-4B8C-83A1-F6EECF244321}">
                <p14:modId xmlns:p14="http://schemas.microsoft.com/office/powerpoint/2010/main" val="4043489716"/>
              </p:ext>
            </p:extLst>
          </p:nvPr>
        </p:nvGraphicFramePr>
        <p:xfrm>
          <a:off x="3504037" y="2417642"/>
          <a:ext cx="884352" cy="309662"/>
        </p:xfrm>
        <a:graphic>
          <a:graphicData uri="http://schemas.openxmlformats.org/presentationml/2006/ole">
            <mc:AlternateContent xmlns:mc="http://schemas.openxmlformats.org/markup-compatibility/2006">
              <mc:Choice xmlns:v="urn:schemas-microsoft-com:vml" Requires="v">
                <p:oleObj name="Equation" r:id="rId2" imgW="799920" imgH="279360" progId="Equation.DSMT4">
                  <p:embed/>
                </p:oleObj>
              </mc:Choice>
              <mc:Fallback>
                <p:oleObj name="Equation" r:id="rId2" imgW="799920" imgH="279360" progId="Equation.DSMT4">
                  <p:embed/>
                  <p:pic>
                    <p:nvPicPr>
                      <p:cNvPr id="0" name=""/>
                      <p:cNvPicPr/>
                      <p:nvPr/>
                    </p:nvPicPr>
                    <p:blipFill>
                      <a:blip r:embed="rId3"/>
                      <a:stretch>
                        <a:fillRect/>
                      </a:stretch>
                    </p:blipFill>
                    <p:spPr>
                      <a:xfrm>
                        <a:off x="3504037" y="2417642"/>
                        <a:ext cx="884352" cy="30966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7EE09A09-D229-4610-9347-BBB3B859B744}"/>
              </a:ext>
            </a:extLst>
          </p:cNvPr>
          <p:cNvSpPr>
            <a:spLocks noGrp="1"/>
          </p:cNvSpPr>
          <p:nvPr>
            <p:ph sz="quarter" idx="16"/>
          </p:nvPr>
        </p:nvSpPr>
        <p:spPr>
          <a:xfrm>
            <a:off x="4388389" y="2319004"/>
            <a:ext cx="4345854" cy="449608"/>
          </a:xfrm>
        </p:spPr>
        <p:txBody>
          <a:bodyPr/>
          <a:lstStyle/>
          <a:p>
            <a:r>
              <a:rPr lang="en-US" sz="2200" dirty="0"/>
              <a:t>the equations for the PDF, mean,</a:t>
            </a:r>
          </a:p>
        </p:txBody>
      </p:sp>
      <p:sp>
        <p:nvSpPr>
          <p:cNvPr id="9" name="Content Placeholder 8">
            <a:extLst>
              <a:ext uri="{FF2B5EF4-FFF2-40B4-BE49-F238E27FC236}">
                <a16:creationId xmlns:a16="http://schemas.microsoft.com/office/drawing/2014/main" id="{3BA7A24D-1AF8-4025-993F-A3F49DB4305B}"/>
              </a:ext>
            </a:extLst>
          </p:cNvPr>
          <p:cNvSpPr>
            <a:spLocks noGrp="1"/>
          </p:cNvSpPr>
          <p:nvPr>
            <p:ph sz="quarter" idx="17"/>
          </p:nvPr>
        </p:nvSpPr>
        <p:spPr>
          <a:xfrm>
            <a:off x="342899" y="2738097"/>
            <a:ext cx="4045489" cy="449608"/>
          </a:xfrm>
        </p:spPr>
        <p:txBody>
          <a:bodyPr/>
          <a:lstStyle/>
          <a:p>
            <a:pPr marL="282575"/>
            <a:r>
              <a:rPr lang="en-US" sz="2200" dirty="0"/>
              <a:t>and standard deviation are:</a:t>
            </a:r>
          </a:p>
        </p:txBody>
      </p:sp>
      <p:graphicFrame>
        <p:nvGraphicFramePr>
          <p:cNvPr id="22" name="Object 21">
            <a:extLst>
              <a:ext uri="{FF2B5EF4-FFF2-40B4-BE49-F238E27FC236}">
                <a16:creationId xmlns:a16="http://schemas.microsoft.com/office/drawing/2014/main" id="{C2290E58-CFA8-4D69-A9BE-FFB3BE4D1B46}"/>
              </a:ext>
            </a:extLst>
          </p:cNvPr>
          <p:cNvGraphicFramePr>
            <a:graphicFrameLocks noChangeAspect="1"/>
          </p:cNvGraphicFramePr>
          <p:nvPr>
            <p:extLst>
              <p:ext uri="{D42A27DB-BD31-4B8C-83A1-F6EECF244321}">
                <p14:modId xmlns:p14="http://schemas.microsoft.com/office/powerpoint/2010/main" val="4185626723"/>
              </p:ext>
            </p:extLst>
          </p:nvPr>
        </p:nvGraphicFramePr>
        <p:xfrm>
          <a:off x="2543175" y="3366982"/>
          <a:ext cx="4151313" cy="711200"/>
        </p:xfrm>
        <a:graphic>
          <a:graphicData uri="http://schemas.openxmlformats.org/presentationml/2006/ole">
            <mc:AlternateContent xmlns:mc="http://schemas.openxmlformats.org/markup-compatibility/2006">
              <mc:Choice xmlns:v="urn:schemas-microsoft-com:vml" Requires="v">
                <p:oleObj name="Equation" r:id="rId4" imgW="3771720" imgH="647640" progId="Equation.DSMT4">
                  <p:embed/>
                </p:oleObj>
              </mc:Choice>
              <mc:Fallback>
                <p:oleObj name="Equation" r:id="rId4" imgW="3771720" imgH="647640" progId="Equation.DSMT4">
                  <p:embed/>
                  <p:pic>
                    <p:nvPicPr>
                      <p:cNvPr id="0" name=""/>
                      <p:cNvPicPr/>
                      <p:nvPr/>
                    </p:nvPicPr>
                    <p:blipFill>
                      <a:blip r:embed="rId5"/>
                      <a:stretch>
                        <a:fillRect/>
                      </a:stretch>
                    </p:blipFill>
                    <p:spPr>
                      <a:xfrm>
                        <a:off x="2543175" y="3366982"/>
                        <a:ext cx="4151313" cy="7112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ADFDECB8-FD2C-4591-B281-3865732EA5E9}"/>
              </a:ext>
            </a:extLst>
          </p:cNvPr>
          <p:cNvGraphicFramePr>
            <a:graphicFrameLocks noChangeAspect="1"/>
          </p:cNvGraphicFramePr>
          <p:nvPr>
            <p:extLst>
              <p:ext uri="{D42A27DB-BD31-4B8C-83A1-F6EECF244321}">
                <p14:modId xmlns:p14="http://schemas.microsoft.com/office/powerpoint/2010/main" val="1248838933"/>
              </p:ext>
            </p:extLst>
          </p:nvPr>
        </p:nvGraphicFramePr>
        <p:xfrm>
          <a:off x="2669119" y="4207151"/>
          <a:ext cx="1820753" cy="300820"/>
        </p:xfrm>
        <a:graphic>
          <a:graphicData uri="http://schemas.openxmlformats.org/presentationml/2006/ole">
            <mc:AlternateContent xmlns:mc="http://schemas.openxmlformats.org/markup-compatibility/2006">
              <mc:Choice xmlns:v="urn:schemas-microsoft-com:vml" Requires="v">
                <p:oleObj name="Equation" r:id="rId6" imgW="1460160" imgH="241200" progId="Equation.DSMT4">
                  <p:embed/>
                </p:oleObj>
              </mc:Choice>
              <mc:Fallback>
                <p:oleObj name="Equation" r:id="rId6" imgW="1460160" imgH="241200" progId="Equation.DSMT4">
                  <p:embed/>
                  <p:pic>
                    <p:nvPicPr>
                      <p:cNvPr id="0" name=""/>
                      <p:cNvPicPr/>
                      <p:nvPr/>
                    </p:nvPicPr>
                    <p:blipFill>
                      <a:blip r:embed="rId7"/>
                      <a:stretch>
                        <a:fillRect/>
                      </a:stretch>
                    </p:blipFill>
                    <p:spPr>
                      <a:xfrm>
                        <a:off x="2669119" y="4207151"/>
                        <a:ext cx="1820753" cy="30082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D9BA71E9-A634-42E0-873C-FC3F55F42FCA}"/>
              </a:ext>
            </a:extLst>
          </p:cNvPr>
          <p:cNvGraphicFramePr>
            <a:graphicFrameLocks noChangeAspect="1"/>
          </p:cNvGraphicFramePr>
          <p:nvPr>
            <p:extLst>
              <p:ext uri="{D42A27DB-BD31-4B8C-83A1-F6EECF244321}">
                <p14:modId xmlns:p14="http://schemas.microsoft.com/office/powerpoint/2010/main" val="1510171536"/>
              </p:ext>
            </p:extLst>
          </p:nvPr>
        </p:nvGraphicFramePr>
        <p:xfrm>
          <a:off x="1170929" y="4669743"/>
          <a:ext cx="5203862" cy="393315"/>
        </p:xfrm>
        <a:graphic>
          <a:graphicData uri="http://schemas.openxmlformats.org/presentationml/2006/ole">
            <mc:AlternateContent xmlns:mc="http://schemas.openxmlformats.org/markup-compatibility/2006">
              <mc:Choice xmlns:v="urn:schemas-microsoft-com:vml" Requires="v">
                <p:oleObj name="Equation" r:id="rId8" imgW="4368600" imgH="330120" progId="Equation.DSMT4">
                  <p:embed/>
                </p:oleObj>
              </mc:Choice>
              <mc:Fallback>
                <p:oleObj name="Equation" r:id="rId8" imgW="4368600" imgH="330120" progId="Equation.DSMT4">
                  <p:embed/>
                  <p:pic>
                    <p:nvPicPr>
                      <p:cNvPr id="0" name=""/>
                      <p:cNvPicPr/>
                      <p:nvPr/>
                    </p:nvPicPr>
                    <p:blipFill>
                      <a:blip r:embed="rId9"/>
                      <a:stretch>
                        <a:fillRect/>
                      </a:stretch>
                    </p:blipFill>
                    <p:spPr>
                      <a:xfrm>
                        <a:off x="1170929" y="4669743"/>
                        <a:ext cx="5203862" cy="39331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37</a:t>
            </a:fld>
            <a:endParaRPr lang="en-US"/>
          </a:p>
        </p:txBody>
      </p:sp>
    </p:spTree>
    <p:extLst>
      <p:ext uri="{BB962C8B-B14F-4D97-AF65-F5344CB8AC3E}">
        <p14:creationId xmlns:p14="http://schemas.microsoft.com/office/powerpoint/2010/main" val="1990891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59271" cy="903231"/>
          </a:xfrm>
        </p:spPr>
        <p:txBody>
          <a:bodyPr>
            <a:normAutofit fontScale="90000"/>
          </a:bodyPr>
          <a:lstStyle/>
          <a:p>
            <a:r>
              <a:rPr lang="en-US" dirty="0"/>
              <a:t>Example: Credit Union Customers </a:t>
            </a:r>
            <a:r>
              <a:rPr lang="en-US" sz="11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11552" cy="1263290"/>
          </a:xfrm>
        </p:spPr>
        <p:txBody>
          <a:bodyPr/>
          <a:lstStyle/>
          <a:p>
            <a:pPr marL="292608" indent="-292608">
              <a:buFont typeface="Arial" panose="020B0604020202020204" pitchFamily="34" charset="0"/>
              <a:buChar char="•"/>
            </a:pPr>
            <a:r>
              <a:rPr lang="en-US" dirty="0"/>
              <a:t>Suppose we would like to know the probability that exactly 3 customers will enter the queue for a coffee in a minute. Using </a:t>
            </a:r>
            <a:r>
              <a:rPr lang="el-GR" i="1" dirty="0"/>
              <a:t>λ</a:t>
            </a:r>
            <a:r>
              <a:rPr lang="en-US" i="1" dirty="0"/>
              <a:t> </a:t>
            </a:r>
            <a:r>
              <a:rPr lang="en-US" dirty="0"/>
              <a:t>= 1.7 and </a:t>
            </a:r>
            <a:r>
              <a:rPr lang="en-US" i="1" dirty="0"/>
              <a:t>x </a:t>
            </a:r>
            <a:r>
              <a:rPr lang="en-US" dirty="0"/>
              <a:t>= 3:</a:t>
            </a:r>
          </a:p>
        </p:txBody>
      </p:sp>
      <p:graphicFrame>
        <p:nvGraphicFramePr>
          <p:cNvPr id="36" name="Object 35">
            <a:extLst>
              <a:ext uri="{FF2B5EF4-FFF2-40B4-BE49-F238E27FC236}">
                <a16:creationId xmlns:a16="http://schemas.microsoft.com/office/drawing/2014/main" id="{051C22CD-26F8-45A7-B7C6-958D34CD1270}"/>
              </a:ext>
            </a:extLst>
          </p:cNvPr>
          <p:cNvGraphicFramePr>
            <a:graphicFrameLocks noChangeAspect="1"/>
          </p:cNvGraphicFramePr>
          <p:nvPr>
            <p:extLst>
              <p:ext uri="{D42A27DB-BD31-4B8C-83A1-F6EECF244321}">
                <p14:modId xmlns:p14="http://schemas.microsoft.com/office/powerpoint/2010/main" val="4217747523"/>
              </p:ext>
            </p:extLst>
          </p:nvPr>
        </p:nvGraphicFramePr>
        <p:xfrm>
          <a:off x="2771775" y="3021013"/>
          <a:ext cx="3252788" cy="712787"/>
        </p:xfrm>
        <a:graphic>
          <a:graphicData uri="http://schemas.openxmlformats.org/presentationml/2006/ole">
            <mc:AlternateContent xmlns:mc="http://schemas.openxmlformats.org/markup-compatibility/2006">
              <mc:Choice xmlns:v="urn:schemas-microsoft-com:vml" Requires="v">
                <p:oleObj name="Equation" r:id="rId2" imgW="2958840" imgH="647640" progId="Equation.DSMT4">
                  <p:embed/>
                </p:oleObj>
              </mc:Choice>
              <mc:Fallback>
                <p:oleObj name="Equation" r:id="rId2" imgW="2958840" imgH="647640" progId="Equation.DSMT4">
                  <p:embed/>
                  <p:pic>
                    <p:nvPicPr>
                      <p:cNvPr id="0" name=""/>
                      <p:cNvPicPr/>
                      <p:nvPr/>
                    </p:nvPicPr>
                    <p:blipFill>
                      <a:blip r:embed="rId3"/>
                      <a:stretch>
                        <a:fillRect/>
                      </a:stretch>
                    </p:blipFill>
                    <p:spPr>
                      <a:xfrm>
                        <a:off x="2771775" y="3021013"/>
                        <a:ext cx="3252788" cy="71278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4271920"/>
            <a:ext cx="7691828" cy="1124539"/>
          </a:xfrm>
        </p:spPr>
        <p:txBody>
          <a:bodyPr tIns="0"/>
          <a:lstStyle/>
          <a:p>
            <a:pPr marL="292608" indent="-292608">
              <a:buFont typeface="Arial" panose="020B0604020202020204" pitchFamily="34" charset="0"/>
              <a:buChar char="•"/>
            </a:pPr>
            <a:r>
              <a:rPr lang="en-US" dirty="0"/>
              <a:t>Alternatively, we could have calculated this using the Excel function =POISSON.DIST (3, 1.7, 0). The third parameter, 0, means that we want Excel to calculate</a:t>
            </a:r>
          </a:p>
        </p:txBody>
      </p:sp>
      <p:graphicFrame>
        <p:nvGraphicFramePr>
          <p:cNvPr id="14" name="Object 13">
            <a:extLst>
              <a:ext uri="{FF2B5EF4-FFF2-40B4-BE49-F238E27FC236}">
                <a16:creationId xmlns:a16="http://schemas.microsoft.com/office/drawing/2014/main" id="{535705C7-C595-4BBF-8B37-C15A75D9767F}"/>
              </a:ext>
            </a:extLst>
          </p:cNvPr>
          <p:cNvGraphicFramePr>
            <a:graphicFrameLocks noChangeAspect="1"/>
          </p:cNvGraphicFramePr>
          <p:nvPr>
            <p:extLst>
              <p:ext uri="{D42A27DB-BD31-4B8C-83A1-F6EECF244321}">
                <p14:modId xmlns:p14="http://schemas.microsoft.com/office/powerpoint/2010/main" val="3109186147"/>
              </p:ext>
            </p:extLst>
          </p:nvPr>
        </p:nvGraphicFramePr>
        <p:xfrm>
          <a:off x="645275" y="5452520"/>
          <a:ext cx="4092855" cy="377443"/>
        </p:xfrm>
        <a:graphic>
          <a:graphicData uri="http://schemas.openxmlformats.org/presentationml/2006/ole">
            <mc:AlternateContent xmlns:mc="http://schemas.openxmlformats.org/markup-compatibility/2006">
              <mc:Choice xmlns:v="urn:schemas-microsoft-com:vml" Requires="v">
                <p:oleObj name="Equation" r:id="rId4" imgW="3301920" imgH="304560" progId="Equation.DSMT4">
                  <p:embed/>
                </p:oleObj>
              </mc:Choice>
              <mc:Fallback>
                <p:oleObj name="Equation" r:id="rId4" imgW="3301920" imgH="304560" progId="Equation.DSMT4">
                  <p:embed/>
                  <p:pic>
                    <p:nvPicPr>
                      <p:cNvPr id="0" name=""/>
                      <p:cNvPicPr/>
                      <p:nvPr/>
                    </p:nvPicPr>
                    <p:blipFill>
                      <a:blip r:embed="rId5"/>
                      <a:stretch>
                        <a:fillRect/>
                      </a:stretch>
                    </p:blipFill>
                    <p:spPr>
                      <a:xfrm>
                        <a:off x="645275" y="5452520"/>
                        <a:ext cx="4092855" cy="377443"/>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38</a:t>
            </a:fld>
            <a:endParaRPr lang="en-US"/>
          </a:p>
        </p:txBody>
      </p:sp>
    </p:spTree>
    <p:extLst>
      <p:ext uri="{BB962C8B-B14F-4D97-AF65-F5344CB8AC3E}">
        <p14:creationId xmlns:p14="http://schemas.microsoft.com/office/powerpoint/2010/main" val="1667248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051592" cy="903231"/>
          </a:xfrm>
        </p:spPr>
        <p:txBody>
          <a:bodyPr>
            <a:normAutofit fontScale="90000"/>
          </a:bodyPr>
          <a:lstStyle/>
          <a:p>
            <a:r>
              <a:rPr lang="en-US" dirty="0"/>
              <a:t>Recognizing Poisson Applications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2600372"/>
          </a:xfrm>
        </p:spPr>
        <p:txBody>
          <a:bodyPr/>
          <a:lstStyle/>
          <a:p>
            <a:r>
              <a:rPr lang="en-US" sz="2200" dirty="0"/>
              <a:t>The Poisson distribution has four main characteristics.</a:t>
            </a:r>
          </a:p>
          <a:p>
            <a:pPr lvl="1"/>
            <a:r>
              <a:rPr lang="en-US" sz="2200" dirty="0"/>
              <a:t>An event of interest occurs randomly over time or space.</a:t>
            </a:r>
          </a:p>
          <a:p>
            <a:pPr marL="292608" indent="-292608">
              <a:buFont typeface="Arial" panose="020B0604020202020204" pitchFamily="34" charset="0"/>
              <a:buChar char="•"/>
            </a:pPr>
            <a:r>
              <a:rPr lang="en-US" sz="2200" dirty="0"/>
              <a:t>The average arrival rate (</a:t>
            </a:r>
            <a:r>
              <a:rPr lang="el-GR" sz="2200" i="1" dirty="0"/>
              <a:t>λ</a:t>
            </a:r>
            <a:r>
              <a:rPr lang="en-US" sz="2200" dirty="0"/>
              <a:t>) remains constant.</a:t>
            </a:r>
          </a:p>
          <a:p>
            <a:pPr lvl="1"/>
            <a:r>
              <a:rPr lang="en-US" sz="2200" dirty="0"/>
              <a:t>The arrivals are independent of each other.</a:t>
            </a:r>
          </a:p>
          <a:p>
            <a:pPr lvl="1"/>
            <a:r>
              <a:rPr lang="en-US" sz="2200" dirty="0"/>
              <a:t>The random variable (</a:t>
            </a:r>
            <a:r>
              <a:rPr lang="en-US" sz="2200" i="1" dirty="0"/>
              <a:t>X</a:t>
            </a:r>
            <a:r>
              <a:rPr lang="en-US" sz="2200" dirty="0"/>
              <a:t>) is the number of events within an observed time interval.</a:t>
            </a:r>
          </a:p>
        </p:txBody>
      </p:sp>
      <p:pic>
        <p:nvPicPr>
          <p:cNvPr id="8" name="Picture 7" descr="3 Histograms show the changes in skewness as lambda increases.">
            <a:extLst>
              <a:ext uri="{FF2B5EF4-FFF2-40B4-BE49-F238E27FC236}">
                <a16:creationId xmlns:a16="http://schemas.microsoft.com/office/drawing/2014/main" id="{5CA68207-8FF5-44B7-8DA0-2DDCEAA917A9}"/>
              </a:ext>
            </a:extLst>
          </p:cNvPr>
          <p:cNvPicPr>
            <a:picLocks noChangeAspect="1"/>
          </p:cNvPicPr>
          <p:nvPr/>
        </p:nvPicPr>
        <p:blipFill>
          <a:blip r:embed="rId2"/>
          <a:stretch>
            <a:fillRect/>
          </a:stretch>
        </p:blipFill>
        <p:spPr>
          <a:xfrm>
            <a:off x="1686301" y="4124655"/>
            <a:ext cx="5974598" cy="1993565"/>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39</a:t>
            </a:fld>
            <a:endParaRPr lang="en-US"/>
          </a:p>
        </p:txBody>
      </p:sp>
    </p:spTree>
    <p:extLst>
      <p:ext uri="{BB962C8B-B14F-4D97-AF65-F5344CB8AC3E}">
        <p14:creationId xmlns:p14="http://schemas.microsoft.com/office/powerpoint/2010/main" val="2668368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66779" cy="903231"/>
          </a:xfrm>
        </p:spPr>
        <p:txBody>
          <a:bodyPr>
            <a:normAutofit/>
          </a:bodyPr>
          <a:lstStyle/>
          <a:p>
            <a:r>
              <a:rPr lang="en-US" sz="3600" dirty="0"/>
              <a:t>Compound Events </a:t>
            </a:r>
            <a:r>
              <a:rPr lang="en-US" sz="1000" b="0" baseline="0" dirty="0"/>
              <a:t>5</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11552" cy="2054884"/>
          </a:xfrm>
        </p:spPr>
        <p:txBody>
          <a:bodyPr/>
          <a:lstStyle/>
          <a:p>
            <a:pPr marL="292608" indent="-292608">
              <a:buFont typeface="Arial" panose="020B0604020202020204" pitchFamily="34" charset="0"/>
              <a:buChar char="•"/>
            </a:pPr>
            <a:r>
              <a:rPr lang="en-US" dirty="0"/>
              <a:t>Cumulative probabilities can be evaluated by summing individual </a:t>
            </a:r>
            <a:r>
              <a:rPr lang="en-US" i="1" dirty="0"/>
              <a:t>X </a:t>
            </a:r>
            <a:r>
              <a:rPr lang="en-US" dirty="0"/>
              <a:t>probabilities.</a:t>
            </a:r>
          </a:p>
          <a:p>
            <a:pPr marL="292608" indent="-292608">
              <a:buFont typeface="Arial" panose="020B0604020202020204" pitchFamily="34" charset="0"/>
              <a:buChar char="•"/>
            </a:pPr>
            <a:r>
              <a:rPr lang="en-US" dirty="0"/>
              <a:t>the probability that </a:t>
            </a:r>
            <a:r>
              <a:rPr lang="en-US" i="1" dirty="0"/>
              <a:t>at most </a:t>
            </a:r>
            <a:r>
              <a:rPr lang="en-US" dirty="0"/>
              <a:t>two customers will arrive in a given minute is the sum of probabilities for several events:</a:t>
            </a:r>
          </a:p>
        </p:txBody>
      </p:sp>
      <p:graphicFrame>
        <p:nvGraphicFramePr>
          <p:cNvPr id="15" name="Object 14">
            <a:extLst>
              <a:ext uri="{FF2B5EF4-FFF2-40B4-BE49-F238E27FC236}">
                <a16:creationId xmlns:a16="http://schemas.microsoft.com/office/drawing/2014/main" id="{3D2F070D-D9DB-4E28-945C-17AF3B4FEFAF}"/>
              </a:ext>
            </a:extLst>
          </p:cNvPr>
          <p:cNvGraphicFramePr>
            <a:graphicFrameLocks noChangeAspect="1"/>
          </p:cNvGraphicFramePr>
          <p:nvPr>
            <p:extLst>
              <p:ext uri="{D42A27DB-BD31-4B8C-83A1-F6EECF244321}">
                <p14:modId xmlns:p14="http://schemas.microsoft.com/office/powerpoint/2010/main" val="1075967550"/>
              </p:ext>
            </p:extLst>
          </p:nvPr>
        </p:nvGraphicFramePr>
        <p:xfrm>
          <a:off x="590550" y="3865563"/>
          <a:ext cx="7962900" cy="304800"/>
        </p:xfrm>
        <a:graphic>
          <a:graphicData uri="http://schemas.openxmlformats.org/presentationml/2006/ole">
            <mc:AlternateContent xmlns:mc="http://schemas.openxmlformats.org/markup-compatibility/2006">
              <mc:Choice xmlns:v="urn:schemas-microsoft-com:vml" Requires="v">
                <p:oleObj name="Equation" r:id="rId2" imgW="7962840" imgH="304560" progId="Equation.DSMT4">
                  <p:embed/>
                </p:oleObj>
              </mc:Choice>
              <mc:Fallback>
                <p:oleObj name="Equation" r:id="rId2" imgW="7962840" imgH="304560" progId="Equation.DSMT4">
                  <p:embed/>
                  <p:pic>
                    <p:nvPicPr>
                      <p:cNvPr id="9" name="Object 8">
                        <a:extLst>
                          <a:ext uri="{FF2B5EF4-FFF2-40B4-BE49-F238E27FC236}">
                            <a16:creationId xmlns:a16="http://schemas.microsoft.com/office/drawing/2014/main" id="{2B22E418-8C0F-4AB2-A3EC-72647F297578}"/>
                          </a:ext>
                        </a:extLst>
                      </p:cNvPr>
                      <p:cNvPicPr/>
                      <p:nvPr/>
                    </p:nvPicPr>
                    <p:blipFill>
                      <a:blip r:embed="rId3"/>
                      <a:stretch>
                        <a:fillRect/>
                      </a:stretch>
                    </p:blipFill>
                    <p:spPr>
                      <a:xfrm>
                        <a:off x="590550" y="3865563"/>
                        <a:ext cx="7962900" cy="3048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4445539"/>
            <a:ext cx="8111552" cy="860608"/>
          </a:xfrm>
        </p:spPr>
        <p:txBody>
          <a:bodyPr tIns="0"/>
          <a:lstStyle/>
          <a:p>
            <a:pPr marL="292608" indent="-292608">
              <a:spcBef>
                <a:spcPts val="0"/>
              </a:spcBef>
              <a:buFont typeface="Arial" panose="020B0604020202020204" pitchFamily="34" charset="0"/>
              <a:buChar char="•"/>
            </a:pPr>
            <a:r>
              <a:rPr lang="en-IN" dirty="0"/>
              <a:t>we could calculate this probability using Excel’s C</a:t>
            </a:r>
            <a:r>
              <a:rPr lang="en-IN" sz="100" dirty="0"/>
              <a:t> </a:t>
            </a:r>
            <a:r>
              <a:rPr lang="en-IN" dirty="0"/>
              <a:t>D</a:t>
            </a:r>
            <a:r>
              <a:rPr lang="en-IN" sz="100" dirty="0"/>
              <a:t> </a:t>
            </a:r>
            <a:r>
              <a:rPr lang="en-IN" dirty="0"/>
              <a:t>F function:</a:t>
            </a:r>
          </a:p>
        </p:txBody>
      </p:sp>
      <p:graphicFrame>
        <p:nvGraphicFramePr>
          <p:cNvPr id="16" name="Object 15">
            <a:extLst>
              <a:ext uri="{FF2B5EF4-FFF2-40B4-BE49-F238E27FC236}">
                <a16:creationId xmlns:a16="http://schemas.microsoft.com/office/drawing/2014/main" id="{D969E8BE-DEE3-4B3D-9C34-1017DFE8055A}"/>
              </a:ext>
            </a:extLst>
          </p:cNvPr>
          <p:cNvGraphicFramePr>
            <a:graphicFrameLocks noChangeAspect="1"/>
          </p:cNvGraphicFramePr>
          <p:nvPr>
            <p:extLst>
              <p:ext uri="{D42A27DB-BD31-4B8C-83A1-F6EECF244321}">
                <p14:modId xmlns:p14="http://schemas.microsoft.com/office/powerpoint/2010/main" val="2487811291"/>
              </p:ext>
            </p:extLst>
          </p:nvPr>
        </p:nvGraphicFramePr>
        <p:xfrm>
          <a:off x="1974850" y="5461000"/>
          <a:ext cx="5195888" cy="334963"/>
        </p:xfrm>
        <a:graphic>
          <a:graphicData uri="http://schemas.openxmlformats.org/presentationml/2006/ole">
            <mc:AlternateContent xmlns:mc="http://schemas.openxmlformats.org/markup-compatibility/2006">
              <mc:Choice xmlns:v="urn:schemas-microsoft-com:vml" Requires="v">
                <p:oleObj name="Equation" r:id="rId4" imgW="4724280" imgH="304560" progId="Equation.DSMT4">
                  <p:embed/>
                </p:oleObj>
              </mc:Choice>
              <mc:Fallback>
                <p:oleObj name="Equation" r:id="rId4" imgW="4724280" imgH="304560" progId="Equation.DSMT4">
                  <p:embed/>
                  <p:pic>
                    <p:nvPicPr>
                      <p:cNvPr id="10" name="Object 9">
                        <a:extLst>
                          <a:ext uri="{FF2B5EF4-FFF2-40B4-BE49-F238E27FC236}">
                            <a16:creationId xmlns:a16="http://schemas.microsoft.com/office/drawing/2014/main" id="{147229B3-271D-41D8-A59E-E2839EFD33F4}"/>
                          </a:ext>
                        </a:extLst>
                      </p:cNvPr>
                      <p:cNvPicPr/>
                      <p:nvPr/>
                    </p:nvPicPr>
                    <p:blipFill>
                      <a:blip r:embed="rId5"/>
                      <a:stretch>
                        <a:fillRect/>
                      </a:stretch>
                    </p:blipFill>
                    <p:spPr>
                      <a:xfrm>
                        <a:off x="1974850" y="5461000"/>
                        <a:ext cx="5195888" cy="334963"/>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40</a:t>
            </a:fld>
            <a:endParaRPr lang="en-US"/>
          </a:p>
        </p:txBody>
      </p:sp>
    </p:spTree>
    <p:extLst>
      <p:ext uri="{BB962C8B-B14F-4D97-AF65-F5344CB8AC3E}">
        <p14:creationId xmlns:p14="http://schemas.microsoft.com/office/powerpoint/2010/main" val="466093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101304" cy="903231"/>
          </a:xfrm>
        </p:spPr>
        <p:txBody>
          <a:bodyPr>
            <a:normAutofit/>
          </a:bodyPr>
          <a:lstStyle/>
          <a:p>
            <a:r>
              <a:rPr lang="en-US" sz="3600" dirty="0"/>
              <a:t>Compound Events </a:t>
            </a:r>
            <a:r>
              <a:rPr lang="en-US" sz="1000" b="0" baseline="0" dirty="0"/>
              <a:t>6</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80664" y="129141"/>
            <a:ext cx="440871" cy="1029928"/>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899" y="1257865"/>
            <a:ext cx="8237765" cy="649138"/>
          </a:xfrm>
        </p:spPr>
        <p:txBody>
          <a:bodyPr/>
          <a:lstStyle/>
          <a:p>
            <a:pPr marL="292608" indent="-292608">
              <a:buFont typeface="Arial" panose="020B0604020202020204" pitchFamily="34" charset="0"/>
              <a:buChar char="•"/>
            </a:pPr>
            <a:r>
              <a:rPr lang="en-US" sz="2000" dirty="0"/>
              <a:t>We could then calculate the probability of </a:t>
            </a:r>
            <a:r>
              <a:rPr lang="en-US" sz="2000" i="1" dirty="0"/>
              <a:t>at least </a:t>
            </a:r>
            <a:r>
              <a:rPr lang="en-US" sz="2000" dirty="0"/>
              <a:t>three customers (the complementary event):</a:t>
            </a:r>
          </a:p>
        </p:txBody>
      </p:sp>
      <p:graphicFrame>
        <p:nvGraphicFramePr>
          <p:cNvPr id="24" name="Object 23">
            <a:extLst>
              <a:ext uri="{FF2B5EF4-FFF2-40B4-BE49-F238E27FC236}">
                <a16:creationId xmlns:a16="http://schemas.microsoft.com/office/drawing/2014/main" id="{069A2E5D-8C74-4E7F-88BA-E5DAF3F40B46}"/>
              </a:ext>
            </a:extLst>
          </p:cNvPr>
          <p:cNvGraphicFramePr>
            <a:graphicFrameLocks noChangeAspect="1"/>
          </p:cNvGraphicFramePr>
          <p:nvPr>
            <p:extLst>
              <p:ext uri="{D42A27DB-BD31-4B8C-83A1-F6EECF244321}">
                <p14:modId xmlns:p14="http://schemas.microsoft.com/office/powerpoint/2010/main" val="1501487663"/>
              </p:ext>
            </p:extLst>
          </p:nvPr>
        </p:nvGraphicFramePr>
        <p:xfrm>
          <a:off x="863600" y="2306638"/>
          <a:ext cx="7696200" cy="304800"/>
        </p:xfrm>
        <a:graphic>
          <a:graphicData uri="http://schemas.openxmlformats.org/presentationml/2006/ole">
            <mc:AlternateContent xmlns:mc="http://schemas.openxmlformats.org/markup-compatibility/2006">
              <mc:Choice xmlns:v="urn:schemas-microsoft-com:vml" Requires="v">
                <p:oleObj name="Equation" r:id="rId2" imgW="7696080" imgH="304560" progId="Equation.DSMT4">
                  <p:embed/>
                </p:oleObj>
              </mc:Choice>
              <mc:Fallback>
                <p:oleObj name="Equation" r:id="rId2" imgW="7696080" imgH="304560" progId="Equation.DSMT4">
                  <p:embed/>
                  <p:pic>
                    <p:nvPicPr>
                      <p:cNvPr id="0" name=""/>
                      <p:cNvPicPr/>
                      <p:nvPr/>
                    </p:nvPicPr>
                    <p:blipFill>
                      <a:blip r:embed="rId3"/>
                      <a:stretch>
                        <a:fillRect/>
                      </a:stretch>
                    </p:blipFill>
                    <p:spPr>
                      <a:xfrm>
                        <a:off x="863600" y="2306638"/>
                        <a:ext cx="7696200" cy="3048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899" y="3148213"/>
            <a:ext cx="3286708" cy="1876330"/>
          </a:xfrm>
        </p:spPr>
        <p:txBody>
          <a:bodyPr tIns="0"/>
          <a:lstStyle/>
          <a:p>
            <a:pPr marL="292608" indent="-292608">
              <a:buFont typeface="Arial" panose="020B0604020202020204" pitchFamily="34" charset="0"/>
              <a:buChar char="•"/>
            </a:pPr>
            <a:r>
              <a:rPr lang="en-US" sz="2000" dirty="0"/>
              <a:t>Appendix B facilitates Poisson calculations. In this figure the highlighted probabilities are for the terms in the sum for</a:t>
            </a:r>
          </a:p>
        </p:txBody>
      </p:sp>
      <p:graphicFrame>
        <p:nvGraphicFramePr>
          <p:cNvPr id="13" name="Object 12">
            <a:extLst>
              <a:ext uri="{FF2B5EF4-FFF2-40B4-BE49-F238E27FC236}">
                <a16:creationId xmlns:a16="http://schemas.microsoft.com/office/drawing/2014/main" id="{AF82B7D2-52BA-4298-8EAE-0F9DB791BD73}"/>
              </a:ext>
            </a:extLst>
          </p:cNvPr>
          <p:cNvGraphicFramePr>
            <a:graphicFrameLocks noChangeAspect="1"/>
          </p:cNvGraphicFramePr>
          <p:nvPr>
            <p:extLst>
              <p:ext uri="{D42A27DB-BD31-4B8C-83A1-F6EECF244321}">
                <p14:modId xmlns:p14="http://schemas.microsoft.com/office/powerpoint/2010/main" val="4018959518"/>
              </p:ext>
            </p:extLst>
          </p:nvPr>
        </p:nvGraphicFramePr>
        <p:xfrm>
          <a:off x="1663927" y="4668089"/>
          <a:ext cx="1079500" cy="381000"/>
        </p:xfrm>
        <a:graphic>
          <a:graphicData uri="http://schemas.openxmlformats.org/presentationml/2006/ole">
            <mc:AlternateContent xmlns:mc="http://schemas.openxmlformats.org/markup-compatibility/2006">
              <mc:Choice xmlns:v="urn:schemas-microsoft-com:vml" Requires="v">
                <p:oleObj name="Equation" r:id="rId4" imgW="1079280" imgH="380880" progId="Equation.DSMT4">
                  <p:embed/>
                </p:oleObj>
              </mc:Choice>
              <mc:Fallback>
                <p:oleObj name="Equation" r:id="rId4" imgW="1079280" imgH="380880" progId="Equation.DSMT4">
                  <p:embed/>
                  <p:pic>
                    <p:nvPicPr>
                      <p:cNvPr id="0" name=""/>
                      <p:cNvPicPr/>
                      <p:nvPr/>
                    </p:nvPicPr>
                    <p:blipFill>
                      <a:blip r:embed="rId5"/>
                      <a:stretch>
                        <a:fillRect/>
                      </a:stretch>
                    </p:blipFill>
                    <p:spPr>
                      <a:xfrm>
                        <a:off x="1663927" y="4668089"/>
                        <a:ext cx="1079500" cy="3810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05B54AE0-733B-47BD-AC8A-CA934F05396D}"/>
              </a:ext>
            </a:extLst>
          </p:cNvPr>
          <p:cNvSpPr>
            <a:spLocks noGrp="1"/>
          </p:cNvSpPr>
          <p:nvPr>
            <p:ph sz="quarter" idx="16"/>
          </p:nvPr>
        </p:nvSpPr>
        <p:spPr>
          <a:xfrm>
            <a:off x="5916372" y="2740118"/>
            <a:ext cx="328442" cy="359446"/>
          </a:xfrm>
        </p:spPr>
        <p:txBody>
          <a:bodyPr/>
          <a:lstStyle/>
          <a:p>
            <a:r>
              <a:rPr lang="el-GR" sz="2000" i="1" dirty="0"/>
              <a:t>λ</a:t>
            </a:r>
            <a:endParaRPr lang="en-US" sz="2000" i="1" dirty="0"/>
          </a:p>
        </p:txBody>
      </p:sp>
      <p:graphicFrame>
        <p:nvGraphicFramePr>
          <p:cNvPr id="16" name="Table 17">
            <a:extLst>
              <a:ext uri="{FF2B5EF4-FFF2-40B4-BE49-F238E27FC236}">
                <a16:creationId xmlns:a16="http://schemas.microsoft.com/office/drawing/2014/main" id="{92323547-A02E-4EC6-AF05-74C03B784752}"/>
              </a:ext>
            </a:extLst>
          </p:cNvPr>
          <p:cNvGraphicFramePr>
            <a:graphicFrameLocks noGrp="1"/>
          </p:cNvGraphicFramePr>
          <p:nvPr>
            <p:extLst>
              <p:ext uri="{D42A27DB-BD31-4B8C-83A1-F6EECF244321}">
                <p14:modId xmlns:p14="http://schemas.microsoft.com/office/powerpoint/2010/main" val="2260797346"/>
              </p:ext>
            </p:extLst>
          </p:nvPr>
        </p:nvGraphicFramePr>
        <p:xfrm>
          <a:off x="3754034" y="3148213"/>
          <a:ext cx="4946480" cy="3366038"/>
        </p:xfrm>
        <a:graphic>
          <a:graphicData uri="http://schemas.openxmlformats.org/drawingml/2006/table">
            <a:tbl>
              <a:tblPr firstRow="1" bandRow="1">
                <a:tableStyleId>{5C22544A-7EE6-4342-B048-85BDC9FD1C3A}</a:tableStyleId>
              </a:tblPr>
              <a:tblGrid>
                <a:gridCol w="643138">
                  <a:extLst>
                    <a:ext uri="{9D8B030D-6E8A-4147-A177-3AD203B41FA5}">
                      <a16:colId xmlns:a16="http://schemas.microsoft.com/office/drawing/2014/main" val="4237801651"/>
                    </a:ext>
                  </a:extLst>
                </a:gridCol>
                <a:gridCol w="770142">
                  <a:extLst>
                    <a:ext uri="{9D8B030D-6E8A-4147-A177-3AD203B41FA5}">
                      <a16:colId xmlns:a16="http://schemas.microsoft.com/office/drawing/2014/main" val="34530760"/>
                    </a:ext>
                  </a:extLst>
                </a:gridCol>
                <a:gridCol w="706640">
                  <a:extLst>
                    <a:ext uri="{9D8B030D-6E8A-4147-A177-3AD203B41FA5}">
                      <a16:colId xmlns:a16="http://schemas.microsoft.com/office/drawing/2014/main" val="240128654"/>
                    </a:ext>
                  </a:extLst>
                </a:gridCol>
                <a:gridCol w="706640">
                  <a:extLst>
                    <a:ext uri="{9D8B030D-6E8A-4147-A177-3AD203B41FA5}">
                      <a16:colId xmlns:a16="http://schemas.microsoft.com/office/drawing/2014/main" val="3252876966"/>
                    </a:ext>
                  </a:extLst>
                </a:gridCol>
                <a:gridCol w="706640">
                  <a:extLst>
                    <a:ext uri="{9D8B030D-6E8A-4147-A177-3AD203B41FA5}">
                      <a16:colId xmlns:a16="http://schemas.microsoft.com/office/drawing/2014/main" val="4022040441"/>
                    </a:ext>
                  </a:extLst>
                </a:gridCol>
                <a:gridCol w="706640">
                  <a:extLst>
                    <a:ext uri="{9D8B030D-6E8A-4147-A177-3AD203B41FA5}">
                      <a16:colId xmlns:a16="http://schemas.microsoft.com/office/drawing/2014/main" val="3085413222"/>
                    </a:ext>
                  </a:extLst>
                </a:gridCol>
                <a:gridCol w="706640">
                  <a:extLst>
                    <a:ext uri="{9D8B030D-6E8A-4147-A177-3AD203B41FA5}">
                      <a16:colId xmlns:a16="http://schemas.microsoft.com/office/drawing/2014/main" val="2233843910"/>
                    </a:ext>
                  </a:extLst>
                </a:gridCol>
              </a:tblGrid>
              <a:tr h="256814">
                <a:tc>
                  <a:txBody>
                    <a:bodyPr/>
                    <a:lstStyle/>
                    <a:p>
                      <a:pPr algn="ctr" fontAlgn="t"/>
                      <a:r>
                        <a:rPr lang="en-US" sz="1400" b="1" i="1" u="none" strike="noStrike" dirty="0">
                          <a:effectLst/>
                          <a:latin typeface="+mn-lt"/>
                          <a:cs typeface="Times New Roman" panose="02020603050405020304" pitchFamily="18" charset="0"/>
                        </a:rPr>
                        <a:t>X</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1.6</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1.7</a:t>
                      </a:r>
                    </a:p>
                  </a:txBody>
                  <a:tcPr marL="74198" marR="74198" marT="22783" marB="22783"/>
                </a:tc>
                <a:tc>
                  <a:txBody>
                    <a:bodyPr/>
                    <a:lstStyle/>
                    <a:p>
                      <a:pPr algn="ctr" fontAlgn="t"/>
                      <a:r>
                        <a:rPr lang="en-US" sz="1400" b="1" i="0" u="none" strike="noStrike">
                          <a:effectLst/>
                          <a:latin typeface="+mn-lt"/>
                          <a:cs typeface="Times New Roman" panose="02020603050405020304" pitchFamily="18" charset="0"/>
                        </a:rPr>
                        <a:t>1.8</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1.9</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2.0</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2.1</a:t>
                      </a:r>
                    </a:p>
                  </a:txBody>
                  <a:tcPr marL="74198" marR="74198" marT="22783" marB="22783"/>
                </a:tc>
                <a:extLst>
                  <a:ext uri="{0D108BD9-81ED-4DB2-BD59-A6C34878D82A}">
                    <a16:rowId xmlns:a16="http://schemas.microsoft.com/office/drawing/2014/main" val="3784804864"/>
                  </a:ext>
                </a:extLst>
              </a:tr>
              <a:tr h="256814">
                <a:tc>
                  <a:txBody>
                    <a:bodyPr/>
                    <a:lstStyle/>
                    <a:p>
                      <a:pPr algn="ctr" fontAlgn="t"/>
                      <a:r>
                        <a:rPr lang="en-US" sz="1400" b="0" i="0" u="none" strike="noStrike" dirty="0">
                          <a:effectLst/>
                          <a:latin typeface="+mn-lt"/>
                          <a:cs typeface="Times New Roman" panose="02020603050405020304" pitchFamily="18" charset="0"/>
                        </a:rPr>
                        <a:t>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.2019</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.1827</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.1653</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.1496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.1353</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.1225</a:t>
                      </a:r>
                    </a:p>
                  </a:txBody>
                  <a:tcPr marL="74198" marR="74198" marT="22783" marB="22783"/>
                </a:tc>
                <a:extLst>
                  <a:ext uri="{0D108BD9-81ED-4DB2-BD59-A6C34878D82A}">
                    <a16:rowId xmlns:a16="http://schemas.microsoft.com/office/drawing/2014/main" val="3636311110"/>
                  </a:ext>
                </a:extLst>
              </a:tr>
              <a:tr h="256814">
                <a:tc>
                  <a:txBody>
                    <a:bodyPr/>
                    <a:lstStyle/>
                    <a:p>
                      <a:pPr algn="ctr" fontAlgn="t"/>
                      <a:r>
                        <a:rPr lang="en-US" sz="1400" b="0" i="0" u="none" strike="noStrike">
                          <a:effectLst/>
                          <a:latin typeface="+mn-lt"/>
                          <a:cs typeface="Times New Roman" panose="02020603050405020304" pitchFamily="18" charset="0"/>
                        </a:rPr>
                        <a:t>1</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.3230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.3106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.2975</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.2842</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.2707</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.2572</a:t>
                      </a:r>
                    </a:p>
                  </a:txBody>
                  <a:tcPr marL="74198" marR="74198" marT="22783" marB="22783"/>
                </a:tc>
                <a:extLst>
                  <a:ext uri="{0D108BD9-81ED-4DB2-BD59-A6C34878D82A}">
                    <a16:rowId xmlns:a16="http://schemas.microsoft.com/office/drawing/2014/main" val="1050283002"/>
                  </a:ext>
                </a:extLst>
              </a:tr>
              <a:tr h="256814">
                <a:tc>
                  <a:txBody>
                    <a:bodyPr/>
                    <a:lstStyle/>
                    <a:p>
                      <a:pPr algn="ctr" fontAlgn="t"/>
                      <a:r>
                        <a:rPr lang="en-US" sz="1400" b="0" i="0" u="none" strike="noStrike">
                          <a:effectLst/>
                          <a:latin typeface="+mn-lt"/>
                          <a:cs typeface="Times New Roman" panose="02020603050405020304" pitchFamily="18" charset="0"/>
                        </a:rPr>
                        <a:t>2</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.2584</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.2640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.2678</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.2700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.2707</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.2700</a:t>
                      </a:r>
                    </a:p>
                  </a:txBody>
                  <a:tcPr marL="74198" marR="74198" marT="22783" marB="22783"/>
                </a:tc>
                <a:extLst>
                  <a:ext uri="{0D108BD9-81ED-4DB2-BD59-A6C34878D82A}">
                    <a16:rowId xmlns:a16="http://schemas.microsoft.com/office/drawing/2014/main" val="783475916"/>
                  </a:ext>
                </a:extLst>
              </a:tr>
              <a:tr h="256814">
                <a:tc>
                  <a:txBody>
                    <a:bodyPr/>
                    <a:lstStyle/>
                    <a:p>
                      <a:pPr algn="ctr" fontAlgn="t"/>
                      <a:r>
                        <a:rPr lang="en-US" sz="1400" b="1" i="0" u="none" strike="noStrike" dirty="0">
                          <a:effectLst/>
                          <a:latin typeface="+mn-lt"/>
                          <a:cs typeface="Times New Roman" panose="02020603050405020304" pitchFamily="18" charset="0"/>
                        </a:rPr>
                        <a:t>3</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.1378</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.1496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.1607</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.1710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.1804</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.1890</a:t>
                      </a:r>
                    </a:p>
                  </a:txBody>
                  <a:tcPr marL="74198" marR="74198" marT="22783" marB="22783"/>
                </a:tc>
                <a:extLst>
                  <a:ext uri="{0D108BD9-81ED-4DB2-BD59-A6C34878D82A}">
                    <a16:rowId xmlns:a16="http://schemas.microsoft.com/office/drawing/2014/main" val="2730386971"/>
                  </a:ext>
                </a:extLst>
              </a:tr>
              <a:tr h="256814">
                <a:tc>
                  <a:txBody>
                    <a:bodyPr/>
                    <a:lstStyle/>
                    <a:p>
                      <a:pPr algn="ctr" fontAlgn="t"/>
                      <a:r>
                        <a:rPr lang="en-US" sz="1400" b="1" i="0" u="none" strike="noStrike" dirty="0">
                          <a:effectLst/>
                          <a:latin typeface="+mn-lt"/>
                          <a:cs typeface="Times New Roman" panose="02020603050405020304" pitchFamily="18" charset="0"/>
                        </a:rPr>
                        <a:t>4</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.0551</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.0636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.0723</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.0812</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.0902</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.0992</a:t>
                      </a:r>
                    </a:p>
                  </a:txBody>
                  <a:tcPr marL="74198" marR="74198" marT="22783" marB="22783"/>
                </a:tc>
                <a:extLst>
                  <a:ext uri="{0D108BD9-81ED-4DB2-BD59-A6C34878D82A}">
                    <a16:rowId xmlns:a16="http://schemas.microsoft.com/office/drawing/2014/main" val="2916232053"/>
                  </a:ext>
                </a:extLst>
              </a:tr>
              <a:tr h="256814">
                <a:tc>
                  <a:txBody>
                    <a:bodyPr/>
                    <a:lstStyle/>
                    <a:p>
                      <a:pPr algn="ctr" fontAlgn="t"/>
                      <a:r>
                        <a:rPr lang="en-US" sz="1400" b="1" i="0" u="none" strike="noStrike" dirty="0">
                          <a:effectLst/>
                          <a:latin typeface="+mn-lt"/>
                          <a:cs typeface="Times New Roman" panose="02020603050405020304" pitchFamily="18" charset="0"/>
                        </a:rPr>
                        <a:t>5</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.0176</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.0216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.0260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.0309</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.0361</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.0417</a:t>
                      </a:r>
                    </a:p>
                  </a:txBody>
                  <a:tcPr marL="74198" marR="74198" marT="22783" marB="22783"/>
                </a:tc>
                <a:extLst>
                  <a:ext uri="{0D108BD9-81ED-4DB2-BD59-A6C34878D82A}">
                    <a16:rowId xmlns:a16="http://schemas.microsoft.com/office/drawing/2014/main" val="3768610606"/>
                  </a:ext>
                </a:extLst>
              </a:tr>
              <a:tr h="256814">
                <a:tc>
                  <a:txBody>
                    <a:bodyPr/>
                    <a:lstStyle/>
                    <a:p>
                      <a:pPr algn="ctr" fontAlgn="t"/>
                      <a:r>
                        <a:rPr lang="en-US" sz="1400" b="1" i="0" u="none" strike="noStrike" dirty="0">
                          <a:effectLst/>
                          <a:latin typeface="+mn-lt"/>
                          <a:cs typeface="Times New Roman" panose="02020603050405020304" pitchFamily="18" charset="0"/>
                        </a:rPr>
                        <a:t>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.0047</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.0061</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.0078</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.0098</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.0120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.0146</a:t>
                      </a:r>
                    </a:p>
                  </a:txBody>
                  <a:tcPr marL="74198" marR="74198" marT="22783" marB="22783"/>
                </a:tc>
                <a:extLst>
                  <a:ext uri="{0D108BD9-81ED-4DB2-BD59-A6C34878D82A}">
                    <a16:rowId xmlns:a16="http://schemas.microsoft.com/office/drawing/2014/main" val="1790316994"/>
                  </a:ext>
                </a:extLst>
              </a:tr>
              <a:tr h="256814">
                <a:tc>
                  <a:txBody>
                    <a:bodyPr/>
                    <a:lstStyle/>
                    <a:p>
                      <a:pPr algn="ctr" fontAlgn="t"/>
                      <a:r>
                        <a:rPr lang="en-US" sz="1400" b="1" i="0" u="none" strike="noStrike" dirty="0">
                          <a:effectLst/>
                          <a:latin typeface="+mn-lt"/>
                          <a:cs typeface="Times New Roman" panose="02020603050405020304" pitchFamily="18" charset="0"/>
                        </a:rPr>
                        <a:t>7</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.0011</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.0015</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.0020</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.0027</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.0034</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.0044</a:t>
                      </a:r>
                    </a:p>
                  </a:txBody>
                  <a:tcPr marL="74198" marR="74198" marT="22783" marB="22783"/>
                </a:tc>
                <a:extLst>
                  <a:ext uri="{0D108BD9-81ED-4DB2-BD59-A6C34878D82A}">
                    <a16:rowId xmlns:a16="http://schemas.microsoft.com/office/drawing/2014/main" val="2525883393"/>
                  </a:ext>
                </a:extLst>
              </a:tr>
              <a:tr h="256814">
                <a:tc>
                  <a:txBody>
                    <a:bodyPr/>
                    <a:lstStyle/>
                    <a:p>
                      <a:pPr algn="ctr" fontAlgn="t"/>
                      <a:r>
                        <a:rPr lang="en-US" sz="1400" b="1" i="0" u="none" strike="noStrike" dirty="0">
                          <a:effectLst/>
                          <a:latin typeface="+mn-lt"/>
                          <a:cs typeface="Times New Roman" panose="02020603050405020304" pitchFamily="18" charset="0"/>
                        </a:rPr>
                        <a:t>8</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.0002</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.0003</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.0005</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.0006</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.0009</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.0011</a:t>
                      </a:r>
                    </a:p>
                  </a:txBody>
                  <a:tcPr marL="74198" marR="74198" marT="22783" marB="22783"/>
                </a:tc>
                <a:extLst>
                  <a:ext uri="{0D108BD9-81ED-4DB2-BD59-A6C34878D82A}">
                    <a16:rowId xmlns:a16="http://schemas.microsoft.com/office/drawing/2014/main" val="2377157426"/>
                  </a:ext>
                </a:extLst>
              </a:tr>
              <a:tr h="256814">
                <a:tc>
                  <a:txBody>
                    <a:bodyPr/>
                    <a:lstStyle/>
                    <a:p>
                      <a:pPr algn="ctr" fontAlgn="t"/>
                      <a:r>
                        <a:rPr lang="en-US" sz="1400" b="1" i="0" u="none" strike="noStrike" dirty="0">
                          <a:effectLst/>
                          <a:latin typeface="+mn-lt"/>
                          <a:cs typeface="Times New Roman" panose="02020603050405020304" pitchFamily="18" charset="0"/>
                        </a:rPr>
                        <a:t>9</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1" i="0" u="none" strike="noStrike" dirty="0">
                          <a:effectLst/>
                          <a:latin typeface="+mn-lt"/>
                          <a:cs typeface="Times New Roman" panose="02020603050405020304" pitchFamily="18" charset="0"/>
                        </a:rPr>
                        <a:t>.0001</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.0001</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.0001</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.0002</a:t>
                      </a:r>
                    </a:p>
                  </a:txBody>
                  <a:tcPr marL="74198" marR="74198" marT="22783" marB="22783"/>
                </a:tc>
                <a:tc>
                  <a:txBody>
                    <a:bodyPr/>
                    <a:lstStyle/>
                    <a:p>
                      <a:pPr algn="ctr" fontAlgn="t"/>
                      <a:r>
                        <a:rPr lang="en-US" sz="1400" b="0" i="0" u="none" strike="noStrike">
                          <a:effectLst/>
                          <a:latin typeface="+mn-lt"/>
                          <a:cs typeface="Times New Roman" panose="02020603050405020304" pitchFamily="18" charset="0"/>
                        </a:rPr>
                        <a:t>.0003</a:t>
                      </a:r>
                    </a:p>
                  </a:txBody>
                  <a:tcPr marL="74198" marR="74198" marT="22783" marB="22783"/>
                </a:tc>
                <a:extLst>
                  <a:ext uri="{0D108BD9-81ED-4DB2-BD59-A6C34878D82A}">
                    <a16:rowId xmlns:a16="http://schemas.microsoft.com/office/drawing/2014/main" val="3858875000"/>
                  </a:ext>
                </a:extLst>
              </a:tr>
              <a:tr h="256814">
                <a:tc>
                  <a:txBody>
                    <a:bodyPr/>
                    <a:lstStyle/>
                    <a:p>
                      <a:pPr algn="ctr" fontAlgn="t"/>
                      <a:r>
                        <a:rPr lang="en-US" sz="1400" b="0" i="0" u="none" strike="noStrike">
                          <a:effectLst/>
                          <a:latin typeface="+mn-lt"/>
                          <a:cs typeface="Times New Roman" panose="02020603050405020304" pitchFamily="18" charset="0"/>
                        </a:rPr>
                        <a:t>10</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.0001</a:t>
                      </a:r>
                    </a:p>
                  </a:txBody>
                  <a:tcPr marL="74198" marR="74198" marT="22783" marB="22783"/>
                </a:tc>
                <a:extLst>
                  <a:ext uri="{0D108BD9-81ED-4DB2-BD59-A6C34878D82A}">
                    <a16:rowId xmlns:a16="http://schemas.microsoft.com/office/drawing/2014/main" val="334770987"/>
                  </a:ext>
                </a:extLst>
              </a:tr>
              <a:tr h="256814">
                <a:tc>
                  <a:txBody>
                    <a:bodyPr/>
                    <a:lstStyle/>
                    <a:p>
                      <a:pPr algn="ctr" fontAlgn="t"/>
                      <a:r>
                        <a:rPr lang="en-US" sz="1400" b="0" i="0" u="none" strike="noStrike">
                          <a:effectLst/>
                          <a:latin typeface="+mn-lt"/>
                          <a:cs typeface="Times New Roman" panose="02020603050405020304" pitchFamily="18" charset="0"/>
                        </a:rPr>
                        <a:t>11</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tc>
                  <a:txBody>
                    <a:bodyPr/>
                    <a:lstStyle/>
                    <a:p>
                      <a:pPr algn="ctr" fontAlgn="t"/>
                      <a:r>
                        <a:rPr lang="en-US" sz="1400" b="0" i="0" u="none" strike="noStrike" dirty="0">
                          <a:effectLst/>
                          <a:latin typeface="+mn-lt"/>
                          <a:cs typeface="Times New Roman" panose="02020603050405020304" pitchFamily="18" charset="0"/>
                        </a:rPr>
                        <a:t>-</a:t>
                      </a:r>
                    </a:p>
                  </a:txBody>
                  <a:tcPr marL="74198" marR="74198" marT="22783" marB="22783"/>
                </a:tc>
                <a:extLst>
                  <a:ext uri="{0D108BD9-81ED-4DB2-BD59-A6C34878D82A}">
                    <a16:rowId xmlns:a16="http://schemas.microsoft.com/office/drawing/2014/main" val="3194869216"/>
                  </a:ext>
                </a:extLst>
              </a:tr>
            </a:tbl>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41</a:t>
            </a:fld>
            <a:endParaRPr lang="en-US"/>
          </a:p>
        </p:txBody>
      </p:sp>
    </p:spTree>
    <p:extLst>
      <p:ext uri="{BB962C8B-B14F-4D97-AF65-F5344CB8AC3E}">
        <p14:creationId xmlns:p14="http://schemas.microsoft.com/office/powerpoint/2010/main" val="2754328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Finding Poisson Probabilities</a:t>
            </a:r>
            <a:endParaRPr lang="en-US" sz="3600" b="0" dirty="0"/>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50224" y="52594"/>
            <a:ext cx="457200" cy="1261872"/>
          </a:xfrm>
        </p:spPr>
        <p:txBody>
          <a:bodyPr vert="vert" rIns="0"/>
          <a:lstStyle/>
          <a:p>
            <a:pPr marL="1025525" indent="-1025525"/>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1"/>
            <a:ext cx="8460137" cy="5287147"/>
          </a:xfrm>
        </p:spPr>
        <p:txBody>
          <a:bodyPr/>
          <a:lstStyle/>
          <a:p>
            <a:pPr marL="292608" indent="-292608">
              <a:buFont typeface="Arial" panose="020B0604020202020204" pitchFamily="34" charset="0"/>
              <a:buChar char="•"/>
            </a:pPr>
            <a:r>
              <a:rPr lang="en-IN" dirty="0"/>
              <a:t>One can use the Poisson distribution formula.</a:t>
            </a:r>
          </a:p>
          <a:p>
            <a:pPr marL="292608" indent="-292608">
              <a:buFont typeface="Arial" panose="020B0604020202020204" pitchFamily="34" charset="0"/>
              <a:buChar char="•"/>
            </a:pPr>
            <a:r>
              <a:rPr lang="en-IN" dirty="0"/>
              <a:t>One can use the Poisson tables in the appendix of the text.</a:t>
            </a:r>
          </a:p>
          <a:p>
            <a:pPr marL="292608" indent="-292608">
              <a:buFont typeface="Arial" panose="020B0604020202020204" pitchFamily="34" charset="0"/>
              <a:buChar char="•"/>
            </a:pPr>
            <a:r>
              <a:rPr lang="en-IN" dirty="0"/>
              <a:t>Once can use technology such as Excel. (Other technologies include some scientific calculators, </a:t>
            </a:r>
            <a:r>
              <a:rPr lang="en-IN" dirty="0" err="1"/>
              <a:t>MegaStat</a:t>
            </a:r>
            <a:r>
              <a:rPr lang="en-IN" dirty="0"/>
              <a:t>, Minitab, Python, etc.).</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42</a:t>
            </a:fld>
            <a:endParaRPr lang="en-US"/>
          </a:p>
        </p:txBody>
      </p:sp>
    </p:spTree>
    <p:extLst>
      <p:ext uri="{BB962C8B-B14F-4D97-AF65-F5344CB8AC3E}">
        <p14:creationId xmlns:p14="http://schemas.microsoft.com/office/powerpoint/2010/main" val="1851217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Autofit/>
          </a:bodyPr>
          <a:lstStyle/>
          <a:p>
            <a:r>
              <a:rPr lang="en-US" sz="3200" dirty="0"/>
              <a:t>Poisson Approximation to Binomial</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6.6</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3478032"/>
          </a:xfrm>
        </p:spPr>
        <p:txBody>
          <a:bodyPr/>
          <a:lstStyle/>
          <a:p>
            <a:pPr marL="292608" indent="-292608">
              <a:buFont typeface="Arial" panose="020B0604020202020204" pitchFamily="34" charset="0"/>
              <a:buChar char="•"/>
            </a:pPr>
            <a:r>
              <a:rPr lang="en-US" dirty="0"/>
              <a:t>The Poisson distribution may be used to approximate a binomial by setting </a:t>
            </a:r>
            <a:r>
              <a:rPr lang="el-GR" i="1" dirty="0"/>
              <a:t>λ</a:t>
            </a:r>
            <a:r>
              <a:rPr lang="en-US" dirty="0"/>
              <a:t> = </a:t>
            </a:r>
            <a:r>
              <a:rPr lang="en-US" i="1" dirty="0"/>
              <a:t>n</a:t>
            </a:r>
            <a:r>
              <a:rPr lang="el-GR" i="1" dirty="0"/>
              <a:t>π</a:t>
            </a:r>
            <a:r>
              <a:rPr lang="en-US" i="1" dirty="0"/>
              <a:t>. </a:t>
            </a:r>
            <a:r>
              <a:rPr lang="en-US" dirty="0"/>
              <a:t>This approximation is helpful when the binomial calculation is difficult (for example, when </a:t>
            </a:r>
            <a:r>
              <a:rPr lang="en-US" i="1" dirty="0"/>
              <a:t>n</a:t>
            </a:r>
            <a:r>
              <a:rPr lang="en-US" dirty="0"/>
              <a:t> is large).</a:t>
            </a:r>
          </a:p>
          <a:p>
            <a:pPr marL="292608" indent="-292608">
              <a:buFont typeface="Arial" panose="020B0604020202020204" pitchFamily="34" charset="0"/>
              <a:buChar char="•"/>
            </a:pPr>
            <a:r>
              <a:rPr lang="en-US" dirty="0"/>
              <a:t>The general rule for a good approximation is that </a:t>
            </a:r>
            <a:r>
              <a:rPr lang="en-US" i="1" dirty="0"/>
              <a:t>n</a:t>
            </a:r>
            <a:r>
              <a:rPr lang="en-US" dirty="0"/>
              <a:t> should be “large” and </a:t>
            </a:r>
            <a:r>
              <a:rPr lang="el-GR" i="1" dirty="0"/>
              <a:t>π</a:t>
            </a:r>
            <a:r>
              <a:rPr lang="en-US" i="1" dirty="0"/>
              <a:t> </a:t>
            </a:r>
            <a:r>
              <a:rPr lang="en-US" dirty="0"/>
              <a:t>should be “small.”</a:t>
            </a:r>
          </a:p>
          <a:p>
            <a:pPr marL="292608" indent="-292608">
              <a:buFont typeface="Arial" panose="020B0604020202020204" pitchFamily="34" charset="0"/>
              <a:buChar char="•"/>
            </a:pPr>
            <a:r>
              <a:rPr lang="en-US" dirty="0"/>
              <a:t>A common rule of thumb says the approximation is adequate if </a:t>
            </a:r>
            <a:r>
              <a:rPr lang="en-US" i="1" dirty="0"/>
              <a:t>n</a:t>
            </a:r>
            <a:r>
              <a:rPr lang="en-US" dirty="0"/>
              <a:t> </a:t>
            </a:r>
            <a:r>
              <a:rPr lang="en-US" dirty="0">
                <a:cs typeface="Times New Roman" panose="02020603050405020304" pitchFamily="18" charset="0"/>
              </a:rPr>
              <a:t>≥ 20 and </a:t>
            </a:r>
            <a:r>
              <a:rPr lang="el-GR" i="1" dirty="0"/>
              <a:t>π</a:t>
            </a:r>
            <a:r>
              <a:rPr lang="en-US" i="1" dirty="0"/>
              <a:t> </a:t>
            </a:r>
            <a:r>
              <a:rPr lang="en-US" dirty="0">
                <a:cs typeface="Times New Roman" panose="02020603050405020304" pitchFamily="18" charset="0"/>
              </a:rPr>
              <a:t>≤ .05.</a:t>
            </a:r>
            <a:endParaRPr lang="en-US" dirty="0"/>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43</a:t>
            </a:fld>
            <a:endParaRPr lang="en-US"/>
          </a:p>
        </p:txBody>
      </p:sp>
    </p:spTree>
    <p:extLst>
      <p:ext uri="{BB962C8B-B14F-4D97-AF65-F5344CB8AC3E}">
        <p14:creationId xmlns:p14="http://schemas.microsoft.com/office/powerpoint/2010/main" val="2229611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24F72-99E4-4F83-850A-64DEBBB6559A}"/>
              </a:ext>
            </a:extLst>
          </p:cNvPr>
          <p:cNvSpPr>
            <a:spLocks noGrp="1"/>
          </p:cNvSpPr>
          <p:nvPr>
            <p:ph type="title"/>
          </p:nvPr>
        </p:nvSpPr>
        <p:spPr>
          <a:xfrm>
            <a:off x="342900" y="192490"/>
            <a:ext cx="7610929" cy="903231"/>
          </a:xfrm>
        </p:spPr>
        <p:txBody>
          <a:bodyPr>
            <a:normAutofit/>
          </a:bodyPr>
          <a:lstStyle/>
          <a:p>
            <a:r>
              <a:rPr lang="en-US" sz="3600" dirty="0"/>
              <a:t>Hypergeometric Distribution</a:t>
            </a:r>
          </a:p>
        </p:txBody>
      </p:sp>
      <p:sp>
        <p:nvSpPr>
          <p:cNvPr id="3" name="Content Placeholder 2">
            <a:extLst>
              <a:ext uri="{FF2B5EF4-FFF2-40B4-BE49-F238E27FC236}">
                <a16:creationId xmlns:a16="http://schemas.microsoft.com/office/drawing/2014/main" id="{D9DE0124-7900-4DFC-96FC-262294ED0393}"/>
              </a:ext>
            </a:extLst>
          </p:cNvPr>
          <p:cNvSpPr>
            <a:spLocks noGrp="1"/>
          </p:cNvSpPr>
          <p:nvPr>
            <p:ph sz="quarter" idx="11"/>
          </p:nvPr>
        </p:nvSpPr>
        <p:spPr>
          <a:xfrm>
            <a:off x="8650224" y="57509"/>
            <a:ext cx="457200" cy="1261872"/>
          </a:xfrm>
        </p:spPr>
        <p:txBody>
          <a:bodyPr vert="vert" rIns="0"/>
          <a:lstStyle/>
          <a:p>
            <a:r>
              <a:rPr lang="en-US" b="1" dirty="0"/>
              <a:t>L</a:t>
            </a:r>
            <a:r>
              <a:rPr lang="en-US" sz="100" b="1" dirty="0"/>
              <a:t> </a:t>
            </a:r>
            <a:r>
              <a:rPr lang="en-US" b="1" dirty="0"/>
              <a:t>O 6.7</a:t>
            </a:r>
            <a:endParaRPr lang="en-IN" b="1" dirty="0"/>
          </a:p>
        </p:txBody>
      </p:sp>
      <p:sp>
        <p:nvSpPr>
          <p:cNvPr id="4" name="Content Placeholder 3">
            <a:extLst>
              <a:ext uri="{FF2B5EF4-FFF2-40B4-BE49-F238E27FC236}">
                <a16:creationId xmlns:a16="http://schemas.microsoft.com/office/drawing/2014/main" id="{F3814C44-E1D5-475E-A78A-886B4896F080}"/>
              </a:ext>
            </a:extLst>
          </p:cNvPr>
          <p:cNvSpPr>
            <a:spLocks noGrp="1"/>
          </p:cNvSpPr>
          <p:nvPr>
            <p:ph sz="quarter" idx="14"/>
          </p:nvPr>
        </p:nvSpPr>
        <p:spPr>
          <a:xfrm>
            <a:off x="342900" y="1248229"/>
            <a:ext cx="7959271" cy="3511863"/>
          </a:xfrm>
        </p:spPr>
        <p:txBody>
          <a:bodyPr/>
          <a:lstStyle/>
          <a:p>
            <a:r>
              <a:rPr lang="en-US" sz="2000" dirty="0"/>
              <a:t>The </a:t>
            </a:r>
            <a:r>
              <a:rPr lang="en-US" sz="2000" b="1" dirty="0"/>
              <a:t>hypergeometric distribution </a:t>
            </a:r>
            <a:r>
              <a:rPr lang="en-US" sz="2000" dirty="0"/>
              <a:t>is similar to the binomial except that sampling is </a:t>
            </a:r>
            <a:r>
              <a:rPr lang="en-US" sz="2000" i="1" dirty="0"/>
              <a:t>without replacement </a:t>
            </a:r>
            <a:r>
              <a:rPr lang="en-US" sz="2000" dirty="0"/>
              <a:t>from a finite population of </a:t>
            </a:r>
            <a:r>
              <a:rPr lang="en-US" sz="2000" i="1" dirty="0"/>
              <a:t>N </a:t>
            </a:r>
            <a:r>
              <a:rPr lang="en-US" sz="2000" dirty="0"/>
              <a:t>items.</a:t>
            </a:r>
          </a:p>
          <a:p>
            <a:r>
              <a:rPr lang="en-US" sz="2000" dirty="0"/>
              <a:t>The trials are not independent and the probability of success is </a:t>
            </a:r>
            <a:r>
              <a:rPr lang="en-US" sz="2000" i="1" dirty="0"/>
              <a:t>not </a:t>
            </a:r>
            <a:r>
              <a:rPr lang="en-US" sz="2000" dirty="0"/>
              <a:t>constant from trial to trial.</a:t>
            </a:r>
          </a:p>
          <a:p>
            <a:r>
              <a:rPr lang="en-US" sz="2000" dirty="0"/>
              <a:t>The hypergeometric distribution has three parameters:</a:t>
            </a:r>
          </a:p>
          <a:p>
            <a:pPr lvl="1"/>
            <a:r>
              <a:rPr lang="en-US" sz="2000" i="1" dirty="0"/>
              <a:t>N </a:t>
            </a:r>
            <a:r>
              <a:rPr lang="en-US" sz="2000" dirty="0"/>
              <a:t>(the number of items in the population).</a:t>
            </a:r>
          </a:p>
          <a:p>
            <a:pPr lvl="1"/>
            <a:r>
              <a:rPr lang="en-US" sz="2000" i="1" dirty="0"/>
              <a:t>n </a:t>
            </a:r>
            <a:r>
              <a:rPr lang="en-US" sz="2000" dirty="0"/>
              <a:t>(the number of items in the sample).</a:t>
            </a:r>
          </a:p>
          <a:p>
            <a:pPr lvl="1"/>
            <a:r>
              <a:rPr lang="en-US" sz="2000" i="1" dirty="0"/>
              <a:t>s </a:t>
            </a:r>
            <a:r>
              <a:rPr lang="en-US" sz="2000" dirty="0"/>
              <a:t>(the number of successes in the population).</a:t>
            </a:r>
          </a:p>
        </p:txBody>
      </p:sp>
      <p:sp>
        <p:nvSpPr>
          <p:cNvPr id="5" name="Content Placeholder 4">
            <a:extLst>
              <a:ext uri="{FF2B5EF4-FFF2-40B4-BE49-F238E27FC236}">
                <a16:creationId xmlns:a16="http://schemas.microsoft.com/office/drawing/2014/main" id="{4B5FD66F-4BE7-4D6C-BEFA-6D0E7DF01ADF}"/>
              </a:ext>
            </a:extLst>
          </p:cNvPr>
          <p:cNvSpPr>
            <a:spLocks noGrp="1"/>
          </p:cNvSpPr>
          <p:nvPr>
            <p:ph sz="quarter" idx="15"/>
          </p:nvPr>
        </p:nvSpPr>
        <p:spPr>
          <a:xfrm>
            <a:off x="342900" y="4912600"/>
            <a:ext cx="8458200" cy="426342"/>
          </a:xfrm>
        </p:spPr>
        <p:txBody>
          <a:bodyPr/>
          <a:lstStyle/>
          <a:p>
            <a:r>
              <a:rPr lang="en-US" sz="2000" dirty="0"/>
              <a:t>The hypergeometric distribution may be skewed right or left and</a:t>
            </a:r>
          </a:p>
        </p:txBody>
      </p:sp>
      <p:sp>
        <p:nvSpPr>
          <p:cNvPr id="6" name="Content Placeholder 5">
            <a:extLst>
              <a:ext uri="{FF2B5EF4-FFF2-40B4-BE49-F238E27FC236}">
                <a16:creationId xmlns:a16="http://schemas.microsoft.com/office/drawing/2014/main" id="{06C1404F-3C9E-49D7-9AB7-6E83D44F97BB}"/>
              </a:ext>
            </a:extLst>
          </p:cNvPr>
          <p:cNvSpPr>
            <a:spLocks noGrp="1"/>
          </p:cNvSpPr>
          <p:nvPr>
            <p:ph sz="quarter" idx="16"/>
          </p:nvPr>
        </p:nvSpPr>
        <p:spPr>
          <a:xfrm>
            <a:off x="342900" y="5392744"/>
            <a:ext cx="2603500" cy="358441"/>
          </a:xfrm>
        </p:spPr>
        <p:txBody>
          <a:bodyPr tIns="0"/>
          <a:lstStyle/>
          <a:p>
            <a:r>
              <a:rPr lang="en-US" sz="2000" dirty="0"/>
              <a:t>is symmetric only if</a:t>
            </a:r>
          </a:p>
        </p:txBody>
      </p:sp>
      <p:graphicFrame>
        <p:nvGraphicFramePr>
          <p:cNvPr id="12" name="Object 11">
            <a:extLst>
              <a:ext uri="{FF2B5EF4-FFF2-40B4-BE49-F238E27FC236}">
                <a16:creationId xmlns:a16="http://schemas.microsoft.com/office/drawing/2014/main" id="{FAC41478-3388-4AC2-BF93-597255228A92}"/>
              </a:ext>
            </a:extLst>
          </p:cNvPr>
          <p:cNvGraphicFramePr>
            <a:graphicFrameLocks noChangeAspect="1"/>
          </p:cNvGraphicFramePr>
          <p:nvPr>
            <p:extLst>
              <p:ext uri="{D42A27DB-BD31-4B8C-83A1-F6EECF244321}">
                <p14:modId xmlns:p14="http://schemas.microsoft.com/office/powerpoint/2010/main" val="2042317297"/>
              </p:ext>
            </p:extLst>
          </p:nvPr>
        </p:nvGraphicFramePr>
        <p:xfrm>
          <a:off x="2705110" y="5373437"/>
          <a:ext cx="1321562" cy="307340"/>
        </p:xfrm>
        <a:graphic>
          <a:graphicData uri="http://schemas.openxmlformats.org/presentationml/2006/ole">
            <mc:AlternateContent xmlns:mc="http://schemas.openxmlformats.org/markup-compatibility/2006">
              <mc:Choice xmlns:v="urn:schemas-microsoft-com:vml" Requires="v">
                <p:oleObj name="Equation" r:id="rId2" imgW="1091880" imgH="253800" progId="Equation.DSMT4">
                  <p:embed/>
                </p:oleObj>
              </mc:Choice>
              <mc:Fallback>
                <p:oleObj name="Equation" r:id="rId2" imgW="1091880" imgH="253800" progId="Equation.DSMT4">
                  <p:embed/>
                  <p:pic>
                    <p:nvPicPr>
                      <p:cNvPr id="0" name=""/>
                      <p:cNvPicPr/>
                      <p:nvPr/>
                    </p:nvPicPr>
                    <p:blipFill>
                      <a:blip r:embed="rId3"/>
                      <a:stretch>
                        <a:fillRect/>
                      </a:stretch>
                    </p:blipFill>
                    <p:spPr>
                      <a:xfrm>
                        <a:off x="2705110" y="5373437"/>
                        <a:ext cx="1321562" cy="30734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5C07C19-4DA6-4638-90A5-F253A6F93FE5}"/>
              </a:ext>
            </a:extLst>
          </p:cNvPr>
          <p:cNvSpPr>
            <a:spLocks noGrp="1"/>
          </p:cNvSpPr>
          <p:nvPr>
            <p:ph sz="quarter" idx="17"/>
          </p:nvPr>
        </p:nvSpPr>
        <p:spPr>
          <a:xfrm>
            <a:off x="342900" y="5804691"/>
            <a:ext cx="8458200" cy="394285"/>
          </a:xfrm>
        </p:spPr>
        <p:txBody>
          <a:bodyPr/>
          <a:lstStyle/>
          <a:p>
            <a:pPr marL="292608" indent="-292608">
              <a:buFont typeface="Arial" panose="020B0604020202020204" pitchFamily="34" charset="0"/>
              <a:buChar char="•"/>
            </a:pPr>
            <a:r>
              <a:rPr lang="en-US" sz="2000" dirty="0"/>
              <a:t>If the proportion of successes in the population is 50 percent.</a:t>
            </a:r>
          </a:p>
        </p:txBody>
      </p:sp>
      <p:sp>
        <p:nvSpPr>
          <p:cNvPr id="11" name="Slide Number Placeholder 10">
            <a:extLst>
              <a:ext uri="{FF2B5EF4-FFF2-40B4-BE49-F238E27FC236}">
                <a16:creationId xmlns:a16="http://schemas.microsoft.com/office/drawing/2014/main" id="{C183C169-8F55-47B8-A3C4-1401AD9AA62D}"/>
              </a:ext>
            </a:extLst>
          </p:cNvPr>
          <p:cNvSpPr>
            <a:spLocks noGrp="1"/>
          </p:cNvSpPr>
          <p:nvPr>
            <p:ph type="sldNum" sz="quarter" idx="10"/>
          </p:nvPr>
        </p:nvSpPr>
        <p:spPr/>
        <p:txBody>
          <a:bodyPr/>
          <a:lstStyle/>
          <a:p>
            <a:fld id="{68151E55-6873-49E2-B8D5-2F265E6F1973}" type="slidenum">
              <a:rPr lang="en-US" smtClean="0"/>
              <a:t>44</a:t>
            </a:fld>
            <a:endParaRPr lang="en-US" dirty="0"/>
          </a:p>
        </p:txBody>
      </p:sp>
    </p:spTree>
    <p:extLst>
      <p:ext uri="{BB962C8B-B14F-4D97-AF65-F5344CB8AC3E}">
        <p14:creationId xmlns:p14="http://schemas.microsoft.com/office/powerpoint/2010/main" val="3751010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Autofit/>
          </a:bodyPr>
          <a:lstStyle/>
          <a:p>
            <a:r>
              <a:rPr lang="en-US" sz="3200" dirty="0"/>
              <a:t>Characteristics of the Hypergeometric Distribution</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6.7</a:t>
            </a:r>
            <a:endParaRPr lang="en-IN" b="1" dirty="0"/>
          </a:p>
        </p:txBody>
      </p:sp>
      <p:graphicFrame>
        <p:nvGraphicFramePr>
          <p:cNvPr id="11" name="Table 5">
            <a:extLst>
              <a:ext uri="{FF2B5EF4-FFF2-40B4-BE49-F238E27FC236}">
                <a16:creationId xmlns:a16="http://schemas.microsoft.com/office/drawing/2014/main" id="{6587410D-2F46-4231-92EF-7C936A9629EA}"/>
              </a:ext>
            </a:extLst>
          </p:cNvPr>
          <p:cNvGraphicFramePr>
            <a:graphicFrameLocks noGrp="1"/>
          </p:cNvGraphicFramePr>
          <p:nvPr>
            <p:extLst>
              <p:ext uri="{D42A27DB-BD31-4B8C-83A1-F6EECF244321}">
                <p14:modId xmlns:p14="http://schemas.microsoft.com/office/powerpoint/2010/main" val="1183968072"/>
              </p:ext>
            </p:extLst>
          </p:nvPr>
        </p:nvGraphicFramePr>
        <p:xfrm>
          <a:off x="342900" y="1397000"/>
          <a:ext cx="7901690" cy="4960257"/>
        </p:xfrm>
        <a:graphic>
          <a:graphicData uri="http://schemas.openxmlformats.org/drawingml/2006/table">
            <a:tbl>
              <a:tblPr firstRow="1" bandRow="1">
                <a:tableStyleId>{5C22544A-7EE6-4342-B048-85BDC9FD1C3A}</a:tableStyleId>
              </a:tblPr>
              <a:tblGrid>
                <a:gridCol w="2228850">
                  <a:extLst>
                    <a:ext uri="{9D8B030D-6E8A-4147-A177-3AD203B41FA5}">
                      <a16:colId xmlns:a16="http://schemas.microsoft.com/office/drawing/2014/main" val="577382237"/>
                    </a:ext>
                  </a:extLst>
                </a:gridCol>
                <a:gridCol w="5672840">
                  <a:extLst>
                    <a:ext uri="{9D8B030D-6E8A-4147-A177-3AD203B41FA5}">
                      <a16:colId xmlns:a16="http://schemas.microsoft.com/office/drawing/2014/main" val="1076989983"/>
                    </a:ext>
                  </a:extLst>
                </a:gridCol>
              </a:tblGrid>
              <a:tr h="867229">
                <a:tc>
                  <a:txBody>
                    <a:bodyPr/>
                    <a:lstStyle/>
                    <a:p>
                      <a:endParaRPr lang="en-IN" sz="1600" b="0" dirty="0">
                        <a:solidFill>
                          <a:schemeClr val="tx1"/>
                        </a:solidFill>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rtl="0"/>
                      <a:endParaRPr lang="en-IN" sz="1600" b="0" i="0" u="none" strike="noStrike" kern="1200" baseline="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985484453"/>
                  </a:ext>
                </a:extLst>
              </a:tr>
              <a:tr h="77851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2943719792"/>
                  </a:ext>
                </a:extLst>
              </a:tr>
              <a:tr h="36195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2393884304"/>
                  </a:ext>
                </a:extLst>
              </a:tr>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0" dirty="0">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endParaRPr>
                    </a:p>
                  </a:txBody>
                  <a:tcPr>
                    <a:solidFill>
                      <a:schemeClr val="bg1"/>
                    </a:solidFill>
                  </a:tcPr>
                </a:tc>
                <a:extLst>
                  <a:ext uri="{0D108BD9-81ED-4DB2-BD59-A6C34878D82A}">
                    <a16:rowId xmlns:a16="http://schemas.microsoft.com/office/drawing/2014/main" val="2912444035"/>
                  </a:ext>
                </a:extLst>
              </a:tr>
              <a:tr h="36195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405851121"/>
                  </a:ext>
                </a:extLst>
              </a:tr>
              <a:tr h="62484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428858547"/>
                  </a:ext>
                </a:extLst>
              </a:tr>
              <a:tr h="590550">
                <a:tc>
                  <a:txBody>
                    <a:bodyPr/>
                    <a:lstStyle/>
                    <a:p>
                      <a:endParaRPr lang="en-IN" sz="1600" b="0" dirty="0">
                        <a:solidFill>
                          <a:schemeClr val="tx1"/>
                        </a:solidFill>
                      </a:endParaRPr>
                    </a:p>
                  </a:txBody>
                  <a:tcPr>
                    <a:solidFill>
                      <a:schemeClr val="bg1"/>
                    </a:solidFill>
                  </a:tcPr>
                </a:tc>
                <a:tc>
                  <a:txBody>
                    <a:bodyPr/>
                    <a:lstStyle/>
                    <a:p>
                      <a:endParaRPr lang="en-US" sz="1600" b="0">
                        <a:solidFill>
                          <a:schemeClr val="tx1"/>
                        </a:solidFill>
                      </a:endParaRPr>
                    </a:p>
                  </a:txBody>
                  <a:tcPr>
                    <a:solidFill>
                      <a:schemeClr val="bg1"/>
                    </a:solidFill>
                  </a:tcPr>
                </a:tc>
                <a:extLst>
                  <a:ext uri="{0D108BD9-81ED-4DB2-BD59-A6C34878D82A}">
                    <a16:rowId xmlns:a16="http://schemas.microsoft.com/office/drawing/2014/main" val="3834837222"/>
                  </a:ext>
                </a:extLst>
              </a:tr>
              <a:tr h="940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rtl="0"/>
                      <a:endParaRPr lang="en-IN" sz="1600" b="0" i="0" u="none" strike="noStrike" kern="1200" baseline="0" dirty="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135061"/>
                  </a:ext>
                </a:extLst>
              </a:tr>
            </a:tbl>
          </a:graphicData>
        </a:graphic>
      </p:graphicFrame>
      <p:graphicFrame>
        <p:nvGraphicFramePr>
          <p:cNvPr id="4" name="Object 3">
            <a:extLst>
              <a:ext uri="{FF2B5EF4-FFF2-40B4-BE49-F238E27FC236}">
                <a16:creationId xmlns:a16="http://schemas.microsoft.com/office/drawing/2014/main" id="{A652205F-D9B8-474A-8EE7-695EC7BEDBC7}"/>
              </a:ext>
            </a:extLst>
          </p:cNvPr>
          <p:cNvGraphicFramePr>
            <a:graphicFrameLocks noChangeAspect="1"/>
          </p:cNvGraphicFramePr>
          <p:nvPr>
            <p:extLst>
              <p:ext uri="{D42A27DB-BD31-4B8C-83A1-F6EECF244321}">
                <p14:modId xmlns:p14="http://schemas.microsoft.com/office/powerpoint/2010/main" val="692430823"/>
              </p:ext>
            </p:extLst>
          </p:nvPr>
        </p:nvGraphicFramePr>
        <p:xfrm>
          <a:off x="342900" y="1489529"/>
          <a:ext cx="1168400" cy="241300"/>
        </p:xfrm>
        <a:graphic>
          <a:graphicData uri="http://schemas.openxmlformats.org/presentationml/2006/ole">
            <mc:AlternateContent xmlns:mc="http://schemas.openxmlformats.org/markup-compatibility/2006">
              <mc:Choice xmlns:v="urn:schemas-microsoft-com:vml" Requires="v">
                <p:oleObj name="Equation" r:id="rId2" imgW="1168200" imgH="241200" progId="Equation.DSMT4">
                  <p:embed/>
                </p:oleObj>
              </mc:Choice>
              <mc:Fallback>
                <p:oleObj name="Equation" r:id="rId2" imgW="1168200" imgH="241200" progId="Equation.DSMT4">
                  <p:embed/>
                  <p:pic>
                    <p:nvPicPr>
                      <p:cNvPr id="0" name=""/>
                      <p:cNvPicPr/>
                      <p:nvPr/>
                    </p:nvPicPr>
                    <p:blipFill>
                      <a:blip r:embed="rId3"/>
                      <a:stretch>
                        <a:fillRect/>
                      </a:stretch>
                    </p:blipFill>
                    <p:spPr>
                      <a:xfrm>
                        <a:off x="342900" y="1489529"/>
                        <a:ext cx="1168400" cy="2413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AF96CD3-0EDD-4FDC-BE67-ED79164CD08F}"/>
              </a:ext>
            </a:extLst>
          </p:cNvPr>
          <p:cNvGraphicFramePr>
            <a:graphicFrameLocks noChangeAspect="1"/>
          </p:cNvGraphicFramePr>
          <p:nvPr>
            <p:extLst>
              <p:ext uri="{D42A27DB-BD31-4B8C-83A1-F6EECF244321}">
                <p14:modId xmlns:p14="http://schemas.microsoft.com/office/powerpoint/2010/main" val="3567832414"/>
              </p:ext>
            </p:extLst>
          </p:nvPr>
        </p:nvGraphicFramePr>
        <p:xfrm>
          <a:off x="2624646" y="1426908"/>
          <a:ext cx="3343173" cy="258425"/>
        </p:xfrm>
        <a:graphic>
          <a:graphicData uri="http://schemas.openxmlformats.org/presentationml/2006/ole">
            <mc:AlternateContent xmlns:mc="http://schemas.openxmlformats.org/markup-compatibility/2006">
              <mc:Choice xmlns:v="urn:schemas-microsoft-com:vml" Requires="v">
                <p:oleObj name="Equation" r:id="rId4" imgW="3949560" imgH="304560" progId="Equation.DSMT4">
                  <p:embed/>
                </p:oleObj>
              </mc:Choice>
              <mc:Fallback>
                <p:oleObj name="Equation" r:id="rId4" imgW="3949560" imgH="304560" progId="Equation.DSMT4">
                  <p:embed/>
                  <p:pic>
                    <p:nvPicPr>
                      <p:cNvPr id="0" name=""/>
                      <p:cNvPicPr/>
                      <p:nvPr/>
                    </p:nvPicPr>
                    <p:blipFill>
                      <a:blip r:embed="rId5"/>
                      <a:stretch>
                        <a:fillRect/>
                      </a:stretch>
                    </p:blipFill>
                    <p:spPr>
                      <a:xfrm>
                        <a:off x="2624646" y="1426908"/>
                        <a:ext cx="3343173" cy="25842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38BE90D2-1CC0-403F-94B9-AFFFAAC77546}"/>
              </a:ext>
            </a:extLst>
          </p:cNvPr>
          <p:cNvGraphicFramePr>
            <a:graphicFrameLocks noChangeAspect="1"/>
          </p:cNvGraphicFramePr>
          <p:nvPr>
            <p:extLst>
              <p:ext uri="{D42A27DB-BD31-4B8C-83A1-F6EECF244321}">
                <p14:modId xmlns:p14="http://schemas.microsoft.com/office/powerpoint/2010/main" val="2840863019"/>
              </p:ext>
            </p:extLst>
          </p:nvPr>
        </p:nvGraphicFramePr>
        <p:xfrm>
          <a:off x="2636381" y="1744563"/>
          <a:ext cx="1367392" cy="262540"/>
        </p:xfrm>
        <a:graphic>
          <a:graphicData uri="http://schemas.openxmlformats.org/presentationml/2006/ole">
            <mc:AlternateContent xmlns:mc="http://schemas.openxmlformats.org/markup-compatibility/2006">
              <mc:Choice xmlns:v="urn:schemas-microsoft-com:vml" Requires="v">
                <p:oleObj name="Equation" r:id="rId6" imgW="1587240" imgH="304560" progId="Equation.DSMT4">
                  <p:embed/>
                </p:oleObj>
              </mc:Choice>
              <mc:Fallback>
                <p:oleObj name="Equation" r:id="rId6" imgW="1587240" imgH="304560" progId="Equation.DSMT4">
                  <p:embed/>
                  <p:pic>
                    <p:nvPicPr>
                      <p:cNvPr id="0" name=""/>
                      <p:cNvPicPr/>
                      <p:nvPr/>
                    </p:nvPicPr>
                    <p:blipFill>
                      <a:blip r:embed="rId7"/>
                      <a:stretch>
                        <a:fillRect/>
                      </a:stretch>
                    </p:blipFill>
                    <p:spPr>
                      <a:xfrm>
                        <a:off x="2636381" y="1744563"/>
                        <a:ext cx="1367392" cy="26254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2317EEA8-CCEE-4A50-BE77-68A614E7FAFF}"/>
              </a:ext>
            </a:extLst>
          </p:cNvPr>
          <p:cNvGraphicFramePr>
            <a:graphicFrameLocks noChangeAspect="1"/>
          </p:cNvGraphicFramePr>
          <p:nvPr>
            <p:extLst>
              <p:ext uri="{D42A27DB-BD31-4B8C-83A1-F6EECF244321}">
                <p14:modId xmlns:p14="http://schemas.microsoft.com/office/powerpoint/2010/main" val="946817108"/>
              </p:ext>
            </p:extLst>
          </p:nvPr>
        </p:nvGraphicFramePr>
        <p:xfrm>
          <a:off x="2624646" y="2049041"/>
          <a:ext cx="3600568" cy="281478"/>
        </p:xfrm>
        <a:graphic>
          <a:graphicData uri="http://schemas.openxmlformats.org/presentationml/2006/ole">
            <mc:AlternateContent xmlns:mc="http://schemas.openxmlformats.org/markup-compatibility/2006">
              <mc:Choice xmlns:v="urn:schemas-microsoft-com:vml" Requires="v">
                <p:oleObj name="Equation" r:id="rId8" imgW="3898800" imgH="304560" progId="Equation.DSMT4">
                  <p:embed/>
                </p:oleObj>
              </mc:Choice>
              <mc:Fallback>
                <p:oleObj name="Equation" r:id="rId8" imgW="3898800" imgH="304560" progId="Equation.DSMT4">
                  <p:embed/>
                  <p:pic>
                    <p:nvPicPr>
                      <p:cNvPr id="0" name=""/>
                      <p:cNvPicPr/>
                      <p:nvPr/>
                    </p:nvPicPr>
                    <p:blipFill>
                      <a:blip r:embed="rId9"/>
                      <a:stretch>
                        <a:fillRect/>
                      </a:stretch>
                    </p:blipFill>
                    <p:spPr>
                      <a:xfrm>
                        <a:off x="2624646" y="2049041"/>
                        <a:ext cx="3600568" cy="281478"/>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595A069-45D0-4FCE-A110-798A5236CDAD}"/>
              </a:ext>
            </a:extLst>
          </p:cNvPr>
          <p:cNvGraphicFramePr>
            <a:graphicFrameLocks noChangeAspect="1"/>
          </p:cNvGraphicFramePr>
          <p:nvPr>
            <p:extLst>
              <p:ext uri="{D42A27DB-BD31-4B8C-83A1-F6EECF244321}">
                <p14:modId xmlns:p14="http://schemas.microsoft.com/office/powerpoint/2010/main" val="1999890779"/>
              </p:ext>
            </p:extLst>
          </p:nvPr>
        </p:nvGraphicFramePr>
        <p:xfrm>
          <a:off x="342900" y="2389607"/>
          <a:ext cx="508000" cy="228600"/>
        </p:xfrm>
        <a:graphic>
          <a:graphicData uri="http://schemas.openxmlformats.org/presentationml/2006/ole">
            <mc:AlternateContent xmlns:mc="http://schemas.openxmlformats.org/markup-compatibility/2006">
              <mc:Choice xmlns:v="urn:schemas-microsoft-com:vml" Requires="v">
                <p:oleObj name="Equation" r:id="rId10" imgW="507960" imgH="228600" progId="Equation.DSMT4">
                  <p:embed/>
                </p:oleObj>
              </mc:Choice>
              <mc:Fallback>
                <p:oleObj name="Equation" r:id="rId10" imgW="507960" imgH="228600" progId="Equation.DSMT4">
                  <p:embed/>
                  <p:pic>
                    <p:nvPicPr>
                      <p:cNvPr id="0" name=""/>
                      <p:cNvPicPr/>
                      <p:nvPr/>
                    </p:nvPicPr>
                    <p:blipFill>
                      <a:blip r:embed="rId11"/>
                      <a:stretch>
                        <a:fillRect/>
                      </a:stretch>
                    </p:blipFill>
                    <p:spPr>
                      <a:xfrm>
                        <a:off x="342900" y="2389607"/>
                        <a:ext cx="508000" cy="2286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B3C6D788-DF66-4095-A902-CDB5FF8CB51A}"/>
              </a:ext>
            </a:extLst>
          </p:cNvPr>
          <p:cNvGraphicFramePr>
            <a:graphicFrameLocks noChangeAspect="1"/>
          </p:cNvGraphicFramePr>
          <p:nvPr>
            <p:extLst>
              <p:ext uri="{D42A27DB-BD31-4B8C-83A1-F6EECF244321}">
                <p14:modId xmlns:p14="http://schemas.microsoft.com/office/powerpoint/2010/main" val="1438300905"/>
              </p:ext>
            </p:extLst>
          </p:nvPr>
        </p:nvGraphicFramePr>
        <p:xfrm>
          <a:off x="2686050" y="2328863"/>
          <a:ext cx="2193925" cy="642937"/>
        </p:xfrm>
        <a:graphic>
          <a:graphicData uri="http://schemas.openxmlformats.org/presentationml/2006/ole">
            <mc:AlternateContent xmlns:mc="http://schemas.openxmlformats.org/markup-compatibility/2006">
              <mc:Choice xmlns:v="urn:schemas-microsoft-com:vml" Requires="v">
                <p:oleObj name="Equation" r:id="rId12" imgW="2425680" imgH="711000" progId="Equation.DSMT4">
                  <p:embed/>
                </p:oleObj>
              </mc:Choice>
              <mc:Fallback>
                <p:oleObj name="Equation" r:id="rId12" imgW="2425680" imgH="711000" progId="Equation.DSMT4">
                  <p:embed/>
                  <p:pic>
                    <p:nvPicPr>
                      <p:cNvPr id="0" name=""/>
                      <p:cNvPicPr/>
                      <p:nvPr/>
                    </p:nvPicPr>
                    <p:blipFill>
                      <a:blip r:embed="rId13"/>
                      <a:stretch>
                        <a:fillRect/>
                      </a:stretch>
                    </p:blipFill>
                    <p:spPr>
                      <a:xfrm>
                        <a:off x="2686050" y="2328863"/>
                        <a:ext cx="2193925" cy="642937"/>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63307342-3331-4982-A4C2-B6639F9FB2FE}"/>
              </a:ext>
            </a:extLst>
          </p:cNvPr>
          <p:cNvGraphicFramePr>
            <a:graphicFrameLocks noChangeAspect="1"/>
          </p:cNvGraphicFramePr>
          <p:nvPr>
            <p:extLst>
              <p:ext uri="{D42A27DB-BD31-4B8C-83A1-F6EECF244321}">
                <p14:modId xmlns:p14="http://schemas.microsoft.com/office/powerpoint/2010/main" val="2481215120"/>
              </p:ext>
            </p:extLst>
          </p:nvPr>
        </p:nvGraphicFramePr>
        <p:xfrm>
          <a:off x="341993" y="2960370"/>
          <a:ext cx="1257300" cy="254000"/>
        </p:xfrm>
        <a:graphic>
          <a:graphicData uri="http://schemas.openxmlformats.org/presentationml/2006/ole">
            <mc:AlternateContent xmlns:mc="http://schemas.openxmlformats.org/markup-compatibility/2006">
              <mc:Choice xmlns:v="urn:schemas-microsoft-com:vml" Requires="v">
                <p:oleObj name="Equation" r:id="rId14" imgW="1257120" imgH="253800" progId="Equation.DSMT4">
                  <p:embed/>
                </p:oleObj>
              </mc:Choice>
              <mc:Fallback>
                <p:oleObj name="Equation" r:id="rId14" imgW="1257120" imgH="253800" progId="Equation.DSMT4">
                  <p:embed/>
                  <p:pic>
                    <p:nvPicPr>
                      <p:cNvPr id="11" name="Object 10">
                        <a:extLst>
                          <a:ext uri="{FF2B5EF4-FFF2-40B4-BE49-F238E27FC236}">
                            <a16:creationId xmlns:a16="http://schemas.microsoft.com/office/drawing/2014/main" id="{083A6B60-EEC2-49A5-A6A6-ABC1AEFD0AAE}"/>
                          </a:ext>
                        </a:extLst>
                      </p:cNvPr>
                      <p:cNvPicPr/>
                      <p:nvPr/>
                    </p:nvPicPr>
                    <p:blipFill>
                      <a:blip r:embed="rId15"/>
                      <a:stretch>
                        <a:fillRect/>
                      </a:stretch>
                    </p:blipFill>
                    <p:spPr>
                      <a:xfrm>
                        <a:off x="341993" y="2960370"/>
                        <a:ext cx="1257300" cy="254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24C40A5-B1C6-4F39-9BDC-03A0D4EA0722}"/>
              </a:ext>
            </a:extLst>
          </p:cNvPr>
          <p:cNvGraphicFramePr>
            <a:graphicFrameLocks noChangeAspect="1"/>
          </p:cNvGraphicFramePr>
          <p:nvPr>
            <p:extLst>
              <p:ext uri="{D42A27DB-BD31-4B8C-83A1-F6EECF244321}">
                <p14:modId xmlns:p14="http://schemas.microsoft.com/office/powerpoint/2010/main" val="3848680071"/>
              </p:ext>
            </p:extLst>
          </p:nvPr>
        </p:nvGraphicFramePr>
        <p:xfrm>
          <a:off x="2616200" y="2995613"/>
          <a:ext cx="3001963" cy="252412"/>
        </p:xfrm>
        <a:graphic>
          <a:graphicData uri="http://schemas.openxmlformats.org/presentationml/2006/ole">
            <mc:AlternateContent xmlns:mc="http://schemas.openxmlformats.org/markup-compatibility/2006">
              <mc:Choice xmlns:v="urn:schemas-microsoft-com:vml" Requires="v">
                <p:oleObj name="Equation" r:id="rId16" imgW="3632040" imgH="304560" progId="Equation.DSMT4">
                  <p:embed/>
                </p:oleObj>
              </mc:Choice>
              <mc:Fallback>
                <p:oleObj name="Equation" r:id="rId16" imgW="3632040" imgH="304560" progId="Equation.DSMT4">
                  <p:embed/>
                  <p:pic>
                    <p:nvPicPr>
                      <p:cNvPr id="0" name=""/>
                      <p:cNvPicPr/>
                      <p:nvPr/>
                    </p:nvPicPr>
                    <p:blipFill>
                      <a:blip r:embed="rId17"/>
                      <a:stretch>
                        <a:fillRect/>
                      </a:stretch>
                    </p:blipFill>
                    <p:spPr>
                      <a:xfrm>
                        <a:off x="2616200" y="2995613"/>
                        <a:ext cx="3001963" cy="252412"/>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FEE739F3-1FCD-49BB-B5D0-DCBA418B9197}"/>
              </a:ext>
            </a:extLst>
          </p:cNvPr>
          <p:cNvGraphicFramePr>
            <a:graphicFrameLocks noChangeAspect="1"/>
          </p:cNvGraphicFramePr>
          <p:nvPr>
            <p:extLst>
              <p:ext uri="{D42A27DB-BD31-4B8C-83A1-F6EECF244321}">
                <p14:modId xmlns:p14="http://schemas.microsoft.com/office/powerpoint/2010/main" val="2343520849"/>
              </p:ext>
            </p:extLst>
          </p:nvPr>
        </p:nvGraphicFramePr>
        <p:xfrm>
          <a:off x="331107" y="3387900"/>
          <a:ext cx="1295400" cy="254000"/>
        </p:xfrm>
        <a:graphic>
          <a:graphicData uri="http://schemas.openxmlformats.org/presentationml/2006/ole">
            <mc:AlternateContent xmlns:mc="http://schemas.openxmlformats.org/markup-compatibility/2006">
              <mc:Choice xmlns:v="urn:schemas-microsoft-com:vml" Requires="v">
                <p:oleObj name="Equation" r:id="rId18" imgW="1295280" imgH="253800" progId="Equation.DSMT4">
                  <p:embed/>
                </p:oleObj>
              </mc:Choice>
              <mc:Fallback>
                <p:oleObj name="Equation" r:id="rId18" imgW="1295280" imgH="253800" progId="Equation.DSMT4">
                  <p:embed/>
                  <p:pic>
                    <p:nvPicPr>
                      <p:cNvPr id="12" name="Object 11">
                        <a:extLst>
                          <a:ext uri="{FF2B5EF4-FFF2-40B4-BE49-F238E27FC236}">
                            <a16:creationId xmlns:a16="http://schemas.microsoft.com/office/drawing/2014/main" id="{7A45FB32-BA86-487A-A705-EB1708E793C0}"/>
                          </a:ext>
                        </a:extLst>
                      </p:cNvPr>
                      <p:cNvPicPr/>
                      <p:nvPr/>
                    </p:nvPicPr>
                    <p:blipFill>
                      <a:blip r:embed="rId19"/>
                      <a:stretch>
                        <a:fillRect/>
                      </a:stretch>
                    </p:blipFill>
                    <p:spPr>
                      <a:xfrm>
                        <a:off x="331107" y="3387900"/>
                        <a:ext cx="1295400" cy="2540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9D84E4DB-6CA9-4749-962F-00B4EE889BD4}"/>
              </a:ext>
            </a:extLst>
          </p:cNvPr>
          <p:cNvGraphicFramePr>
            <a:graphicFrameLocks noChangeAspect="1"/>
          </p:cNvGraphicFramePr>
          <p:nvPr>
            <p:extLst>
              <p:ext uri="{D42A27DB-BD31-4B8C-83A1-F6EECF244321}">
                <p14:modId xmlns:p14="http://schemas.microsoft.com/office/powerpoint/2010/main" val="1934580145"/>
              </p:ext>
            </p:extLst>
          </p:nvPr>
        </p:nvGraphicFramePr>
        <p:xfrm>
          <a:off x="2616200" y="3386138"/>
          <a:ext cx="2971800" cy="252412"/>
        </p:xfrm>
        <a:graphic>
          <a:graphicData uri="http://schemas.openxmlformats.org/presentationml/2006/ole">
            <mc:AlternateContent xmlns:mc="http://schemas.openxmlformats.org/markup-compatibility/2006">
              <mc:Choice xmlns:v="urn:schemas-microsoft-com:vml" Requires="v">
                <p:oleObj name="Equation" r:id="rId20" imgW="3593880" imgH="304560" progId="Equation.DSMT4">
                  <p:embed/>
                </p:oleObj>
              </mc:Choice>
              <mc:Fallback>
                <p:oleObj name="Equation" r:id="rId20" imgW="3593880" imgH="304560" progId="Equation.DSMT4">
                  <p:embed/>
                  <p:pic>
                    <p:nvPicPr>
                      <p:cNvPr id="0" name=""/>
                      <p:cNvPicPr/>
                      <p:nvPr/>
                    </p:nvPicPr>
                    <p:blipFill>
                      <a:blip r:embed="rId21"/>
                      <a:stretch>
                        <a:fillRect/>
                      </a:stretch>
                    </p:blipFill>
                    <p:spPr>
                      <a:xfrm>
                        <a:off x="2616200" y="3386138"/>
                        <a:ext cx="2971800" cy="25241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BA52A6C6-127D-47D2-BD02-A5BC20AD1378}"/>
              </a:ext>
            </a:extLst>
          </p:cNvPr>
          <p:cNvGraphicFramePr>
            <a:graphicFrameLocks noChangeAspect="1"/>
          </p:cNvGraphicFramePr>
          <p:nvPr>
            <p:extLst>
              <p:ext uri="{D42A27DB-BD31-4B8C-83A1-F6EECF244321}">
                <p14:modId xmlns:p14="http://schemas.microsoft.com/office/powerpoint/2010/main" val="3246629878"/>
              </p:ext>
            </p:extLst>
          </p:nvPr>
        </p:nvGraphicFramePr>
        <p:xfrm>
          <a:off x="361950" y="3815430"/>
          <a:ext cx="863600" cy="254000"/>
        </p:xfrm>
        <a:graphic>
          <a:graphicData uri="http://schemas.openxmlformats.org/presentationml/2006/ole">
            <mc:AlternateContent xmlns:mc="http://schemas.openxmlformats.org/markup-compatibility/2006">
              <mc:Choice xmlns:v="urn:schemas-microsoft-com:vml" Requires="v">
                <p:oleObj name="Equation" r:id="rId22" imgW="863280" imgH="253800" progId="Equation.DSMT4">
                  <p:embed/>
                </p:oleObj>
              </mc:Choice>
              <mc:Fallback>
                <p:oleObj name="Equation" r:id="rId22" imgW="863280" imgH="253800" progId="Equation.DSMT4">
                  <p:embed/>
                  <p:pic>
                    <p:nvPicPr>
                      <p:cNvPr id="13" name="Object 12">
                        <a:extLst>
                          <a:ext uri="{FF2B5EF4-FFF2-40B4-BE49-F238E27FC236}">
                            <a16:creationId xmlns:a16="http://schemas.microsoft.com/office/drawing/2014/main" id="{4CE37350-4D0B-4445-8008-FFDE59DE6817}"/>
                          </a:ext>
                        </a:extLst>
                      </p:cNvPr>
                      <p:cNvPicPr/>
                      <p:nvPr/>
                    </p:nvPicPr>
                    <p:blipFill>
                      <a:blip r:embed="rId23"/>
                      <a:stretch>
                        <a:fillRect/>
                      </a:stretch>
                    </p:blipFill>
                    <p:spPr>
                      <a:xfrm>
                        <a:off x="361950" y="3815430"/>
                        <a:ext cx="863600" cy="254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633AA98F-75D4-4698-ABD5-F77CE46FD8D0}"/>
              </a:ext>
            </a:extLst>
          </p:cNvPr>
          <p:cNvGraphicFramePr>
            <a:graphicFrameLocks noChangeAspect="1"/>
          </p:cNvGraphicFramePr>
          <p:nvPr>
            <p:extLst>
              <p:ext uri="{D42A27DB-BD31-4B8C-83A1-F6EECF244321}">
                <p14:modId xmlns:p14="http://schemas.microsoft.com/office/powerpoint/2010/main" val="298839317"/>
              </p:ext>
            </p:extLst>
          </p:nvPr>
        </p:nvGraphicFramePr>
        <p:xfrm>
          <a:off x="2660650" y="3829050"/>
          <a:ext cx="3733800" cy="304800"/>
        </p:xfrm>
        <a:graphic>
          <a:graphicData uri="http://schemas.openxmlformats.org/presentationml/2006/ole">
            <mc:AlternateContent xmlns:mc="http://schemas.openxmlformats.org/markup-compatibility/2006">
              <mc:Choice xmlns:v="urn:schemas-microsoft-com:vml" Requires="v">
                <p:oleObj name="Equation" r:id="rId24" imgW="3733560" imgH="304560" progId="Equation.DSMT4">
                  <p:embed/>
                </p:oleObj>
              </mc:Choice>
              <mc:Fallback>
                <p:oleObj name="Equation" r:id="rId24" imgW="3733560" imgH="304560" progId="Equation.DSMT4">
                  <p:embed/>
                  <p:pic>
                    <p:nvPicPr>
                      <p:cNvPr id="0" name=""/>
                      <p:cNvPicPr/>
                      <p:nvPr/>
                    </p:nvPicPr>
                    <p:blipFill>
                      <a:blip r:embed="rId25"/>
                      <a:stretch>
                        <a:fillRect/>
                      </a:stretch>
                    </p:blipFill>
                    <p:spPr>
                      <a:xfrm>
                        <a:off x="2660650" y="3829050"/>
                        <a:ext cx="3733800" cy="3048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F2EB591C-E0A6-4168-9B74-8278EC218D3E}"/>
              </a:ext>
            </a:extLst>
          </p:cNvPr>
          <p:cNvGraphicFramePr>
            <a:graphicFrameLocks noChangeAspect="1"/>
          </p:cNvGraphicFramePr>
          <p:nvPr>
            <p:extLst>
              <p:ext uri="{D42A27DB-BD31-4B8C-83A1-F6EECF244321}">
                <p14:modId xmlns:p14="http://schemas.microsoft.com/office/powerpoint/2010/main" val="3196564420"/>
              </p:ext>
            </p:extLst>
          </p:nvPr>
        </p:nvGraphicFramePr>
        <p:xfrm>
          <a:off x="331107" y="4352566"/>
          <a:ext cx="622300" cy="241300"/>
        </p:xfrm>
        <a:graphic>
          <a:graphicData uri="http://schemas.openxmlformats.org/presentationml/2006/ole">
            <mc:AlternateContent xmlns:mc="http://schemas.openxmlformats.org/markup-compatibility/2006">
              <mc:Choice xmlns:v="urn:schemas-microsoft-com:vml" Requires="v">
                <p:oleObj name="Equation" r:id="rId26" imgW="622080" imgH="241200" progId="Equation.DSMT4">
                  <p:embed/>
                </p:oleObj>
              </mc:Choice>
              <mc:Fallback>
                <p:oleObj name="Equation" r:id="rId26" imgW="622080" imgH="241200" progId="Equation.DSMT4">
                  <p:embed/>
                  <p:pic>
                    <p:nvPicPr>
                      <p:cNvPr id="14" name="Object 13">
                        <a:extLst>
                          <a:ext uri="{FF2B5EF4-FFF2-40B4-BE49-F238E27FC236}">
                            <a16:creationId xmlns:a16="http://schemas.microsoft.com/office/drawing/2014/main" id="{B92425BD-AF05-487D-94E2-6C7B70A9FFCE}"/>
                          </a:ext>
                        </a:extLst>
                      </p:cNvPr>
                      <p:cNvPicPr/>
                      <p:nvPr/>
                    </p:nvPicPr>
                    <p:blipFill>
                      <a:blip r:embed="rId27"/>
                      <a:stretch>
                        <a:fillRect/>
                      </a:stretch>
                    </p:blipFill>
                    <p:spPr>
                      <a:xfrm>
                        <a:off x="331107" y="4352566"/>
                        <a:ext cx="622300" cy="2413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8614972-5427-438A-AD03-86219D9073A0}"/>
              </a:ext>
            </a:extLst>
          </p:cNvPr>
          <p:cNvGraphicFramePr>
            <a:graphicFrameLocks noChangeAspect="1"/>
          </p:cNvGraphicFramePr>
          <p:nvPr>
            <p:extLst>
              <p:ext uri="{D42A27DB-BD31-4B8C-83A1-F6EECF244321}">
                <p14:modId xmlns:p14="http://schemas.microsoft.com/office/powerpoint/2010/main" val="3671006325"/>
              </p:ext>
            </p:extLst>
          </p:nvPr>
        </p:nvGraphicFramePr>
        <p:xfrm>
          <a:off x="2655437" y="4258680"/>
          <a:ext cx="2070100" cy="292100"/>
        </p:xfrm>
        <a:graphic>
          <a:graphicData uri="http://schemas.openxmlformats.org/presentationml/2006/ole">
            <mc:AlternateContent xmlns:mc="http://schemas.openxmlformats.org/markup-compatibility/2006">
              <mc:Choice xmlns:v="urn:schemas-microsoft-com:vml" Requires="v">
                <p:oleObj name="Equation" r:id="rId28" imgW="2070000" imgH="291960" progId="Equation.DSMT4">
                  <p:embed/>
                </p:oleObj>
              </mc:Choice>
              <mc:Fallback>
                <p:oleObj name="Equation" r:id="rId28" imgW="2070000" imgH="291960" progId="Equation.DSMT4">
                  <p:embed/>
                  <p:pic>
                    <p:nvPicPr>
                      <p:cNvPr id="0" name=""/>
                      <p:cNvPicPr/>
                      <p:nvPr/>
                    </p:nvPicPr>
                    <p:blipFill>
                      <a:blip r:embed="rId29"/>
                      <a:stretch>
                        <a:fillRect/>
                      </a:stretch>
                    </p:blipFill>
                    <p:spPr>
                      <a:xfrm>
                        <a:off x="2655437" y="4258680"/>
                        <a:ext cx="2070100" cy="2921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86F2EF3A-466B-4B36-8492-2B9F9D82655A}"/>
              </a:ext>
            </a:extLst>
          </p:cNvPr>
          <p:cNvGraphicFramePr>
            <a:graphicFrameLocks noChangeAspect="1"/>
          </p:cNvGraphicFramePr>
          <p:nvPr>
            <p:extLst>
              <p:ext uri="{D42A27DB-BD31-4B8C-83A1-F6EECF244321}">
                <p14:modId xmlns:p14="http://schemas.microsoft.com/office/powerpoint/2010/main" val="3997953797"/>
              </p:ext>
            </p:extLst>
          </p:nvPr>
        </p:nvGraphicFramePr>
        <p:xfrm>
          <a:off x="361950" y="4940927"/>
          <a:ext cx="1943100" cy="254000"/>
        </p:xfrm>
        <a:graphic>
          <a:graphicData uri="http://schemas.openxmlformats.org/presentationml/2006/ole">
            <mc:AlternateContent xmlns:mc="http://schemas.openxmlformats.org/markup-compatibility/2006">
              <mc:Choice xmlns:v="urn:schemas-microsoft-com:vml" Requires="v">
                <p:oleObj name="Equation" r:id="rId30" imgW="1942920" imgH="253800" progId="Equation.DSMT4">
                  <p:embed/>
                </p:oleObj>
              </mc:Choice>
              <mc:Fallback>
                <p:oleObj name="Equation" r:id="rId30" imgW="1942920" imgH="253800" progId="Equation.DSMT4">
                  <p:embed/>
                  <p:pic>
                    <p:nvPicPr>
                      <p:cNvPr id="15" name="Object 14">
                        <a:extLst>
                          <a:ext uri="{FF2B5EF4-FFF2-40B4-BE49-F238E27FC236}">
                            <a16:creationId xmlns:a16="http://schemas.microsoft.com/office/drawing/2014/main" id="{E4317693-1B9E-4C36-B82D-24D8AD446E0D}"/>
                          </a:ext>
                        </a:extLst>
                      </p:cNvPr>
                      <p:cNvPicPr/>
                      <p:nvPr/>
                    </p:nvPicPr>
                    <p:blipFill>
                      <a:blip r:embed="rId31"/>
                      <a:stretch>
                        <a:fillRect/>
                      </a:stretch>
                    </p:blipFill>
                    <p:spPr>
                      <a:xfrm>
                        <a:off x="361950" y="4940927"/>
                        <a:ext cx="1943100" cy="2540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97C1E67C-83F7-4952-B7F6-88E1CB19D2B3}"/>
              </a:ext>
            </a:extLst>
          </p:cNvPr>
          <p:cNvGraphicFramePr>
            <a:graphicFrameLocks noChangeAspect="1"/>
          </p:cNvGraphicFramePr>
          <p:nvPr>
            <p:extLst>
              <p:ext uri="{D42A27DB-BD31-4B8C-83A1-F6EECF244321}">
                <p14:modId xmlns:p14="http://schemas.microsoft.com/office/powerpoint/2010/main" val="1116578676"/>
              </p:ext>
            </p:extLst>
          </p:nvPr>
        </p:nvGraphicFramePr>
        <p:xfrm>
          <a:off x="2675241" y="4592959"/>
          <a:ext cx="2019300" cy="698500"/>
        </p:xfrm>
        <a:graphic>
          <a:graphicData uri="http://schemas.openxmlformats.org/presentationml/2006/ole">
            <mc:AlternateContent xmlns:mc="http://schemas.openxmlformats.org/markup-compatibility/2006">
              <mc:Choice xmlns:v="urn:schemas-microsoft-com:vml" Requires="v">
                <p:oleObj name="Equation" r:id="rId32" imgW="2019240" imgH="698400" progId="Equation.DSMT4">
                  <p:embed/>
                </p:oleObj>
              </mc:Choice>
              <mc:Fallback>
                <p:oleObj name="Equation" r:id="rId32" imgW="2019240" imgH="698400" progId="Equation.DSMT4">
                  <p:embed/>
                  <p:pic>
                    <p:nvPicPr>
                      <p:cNvPr id="0" name=""/>
                      <p:cNvPicPr/>
                      <p:nvPr/>
                    </p:nvPicPr>
                    <p:blipFill>
                      <a:blip r:embed="rId33"/>
                      <a:stretch>
                        <a:fillRect/>
                      </a:stretch>
                    </p:blipFill>
                    <p:spPr>
                      <a:xfrm>
                        <a:off x="2675241" y="4592959"/>
                        <a:ext cx="2019300" cy="6985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0EDFCB72-1028-4105-AC78-846D3E354BDD}"/>
              </a:ext>
            </a:extLst>
          </p:cNvPr>
          <p:cNvGraphicFramePr>
            <a:graphicFrameLocks noChangeAspect="1"/>
          </p:cNvGraphicFramePr>
          <p:nvPr>
            <p:extLst>
              <p:ext uri="{D42A27DB-BD31-4B8C-83A1-F6EECF244321}">
                <p14:modId xmlns:p14="http://schemas.microsoft.com/office/powerpoint/2010/main" val="1881090084"/>
              </p:ext>
            </p:extLst>
          </p:nvPr>
        </p:nvGraphicFramePr>
        <p:xfrm>
          <a:off x="361950" y="5672243"/>
          <a:ext cx="1130300" cy="241300"/>
        </p:xfrm>
        <a:graphic>
          <a:graphicData uri="http://schemas.openxmlformats.org/presentationml/2006/ole">
            <mc:AlternateContent xmlns:mc="http://schemas.openxmlformats.org/markup-compatibility/2006">
              <mc:Choice xmlns:v="urn:schemas-microsoft-com:vml" Requires="v">
                <p:oleObj name="Equation" r:id="rId34" imgW="1130040" imgH="241200" progId="Equation.DSMT4">
                  <p:embed/>
                </p:oleObj>
              </mc:Choice>
              <mc:Fallback>
                <p:oleObj name="Equation" r:id="rId34" imgW="1130040" imgH="241200" progId="Equation.DSMT4">
                  <p:embed/>
                  <p:pic>
                    <p:nvPicPr>
                      <p:cNvPr id="16" name="Object 15">
                        <a:extLst>
                          <a:ext uri="{FF2B5EF4-FFF2-40B4-BE49-F238E27FC236}">
                            <a16:creationId xmlns:a16="http://schemas.microsoft.com/office/drawing/2014/main" id="{F9F44610-8365-45C1-8370-B05C9EA97275}"/>
                          </a:ext>
                        </a:extLst>
                      </p:cNvPr>
                      <p:cNvPicPr/>
                      <p:nvPr/>
                    </p:nvPicPr>
                    <p:blipFill>
                      <a:blip r:embed="rId35"/>
                      <a:stretch>
                        <a:fillRect/>
                      </a:stretch>
                    </p:blipFill>
                    <p:spPr>
                      <a:xfrm>
                        <a:off x="361950" y="5672243"/>
                        <a:ext cx="1130300" cy="2413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866E052-8300-4A8F-BA8D-24292905C0E9}"/>
              </a:ext>
            </a:extLst>
          </p:cNvPr>
          <p:cNvGraphicFramePr>
            <a:graphicFrameLocks noChangeAspect="1"/>
          </p:cNvGraphicFramePr>
          <p:nvPr>
            <p:extLst>
              <p:ext uri="{D42A27DB-BD31-4B8C-83A1-F6EECF244321}">
                <p14:modId xmlns:p14="http://schemas.microsoft.com/office/powerpoint/2010/main" val="3411957206"/>
              </p:ext>
            </p:extLst>
          </p:nvPr>
        </p:nvGraphicFramePr>
        <p:xfrm>
          <a:off x="2655888" y="5472955"/>
          <a:ext cx="5405437" cy="252412"/>
        </p:xfrm>
        <a:graphic>
          <a:graphicData uri="http://schemas.openxmlformats.org/presentationml/2006/ole">
            <mc:AlternateContent xmlns:mc="http://schemas.openxmlformats.org/markup-compatibility/2006">
              <mc:Choice xmlns:v="urn:schemas-microsoft-com:vml" Requires="v">
                <p:oleObj name="Equation" r:id="rId36" imgW="6540480" imgH="304560" progId="Equation.DSMT4">
                  <p:embed/>
                </p:oleObj>
              </mc:Choice>
              <mc:Fallback>
                <p:oleObj name="Equation" r:id="rId36" imgW="6540480" imgH="304560" progId="Equation.DSMT4">
                  <p:embed/>
                  <p:pic>
                    <p:nvPicPr>
                      <p:cNvPr id="0" name=""/>
                      <p:cNvPicPr/>
                      <p:nvPr/>
                    </p:nvPicPr>
                    <p:blipFill>
                      <a:blip r:embed="rId37"/>
                      <a:stretch>
                        <a:fillRect/>
                      </a:stretch>
                    </p:blipFill>
                    <p:spPr>
                      <a:xfrm>
                        <a:off x="2655888" y="5472955"/>
                        <a:ext cx="5405437" cy="252412"/>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609BDB87-BBF8-42D2-B924-00CFE2105724}"/>
              </a:ext>
            </a:extLst>
          </p:cNvPr>
          <p:cNvGraphicFramePr>
            <a:graphicFrameLocks noChangeAspect="1"/>
          </p:cNvGraphicFramePr>
          <p:nvPr>
            <p:extLst>
              <p:ext uri="{D42A27DB-BD31-4B8C-83A1-F6EECF244321}">
                <p14:modId xmlns:p14="http://schemas.microsoft.com/office/powerpoint/2010/main" val="2016559123"/>
              </p:ext>
            </p:extLst>
          </p:nvPr>
        </p:nvGraphicFramePr>
        <p:xfrm>
          <a:off x="2673807" y="5761288"/>
          <a:ext cx="4841011" cy="240050"/>
        </p:xfrm>
        <a:graphic>
          <a:graphicData uri="http://schemas.openxmlformats.org/presentationml/2006/ole">
            <mc:AlternateContent xmlns:mc="http://schemas.openxmlformats.org/markup-compatibility/2006">
              <mc:Choice xmlns:v="urn:schemas-microsoft-com:vml" Requires="v">
                <p:oleObj name="Equation" r:id="rId38" imgW="6146640" imgH="304560" progId="Equation.DSMT4">
                  <p:embed/>
                </p:oleObj>
              </mc:Choice>
              <mc:Fallback>
                <p:oleObj name="Equation" r:id="rId38" imgW="6146640" imgH="304560" progId="Equation.DSMT4">
                  <p:embed/>
                  <p:pic>
                    <p:nvPicPr>
                      <p:cNvPr id="0" name=""/>
                      <p:cNvPicPr/>
                      <p:nvPr/>
                    </p:nvPicPr>
                    <p:blipFill>
                      <a:blip r:embed="rId39"/>
                      <a:stretch>
                        <a:fillRect/>
                      </a:stretch>
                    </p:blipFill>
                    <p:spPr>
                      <a:xfrm>
                        <a:off x="2673807" y="5761288"/>
                        <a:ext cx="4841011" cy="24005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3D2F1D2E-0AE2-4D08-BEEA-5C0A32172A1F}"/>
              </a:ext>
            </a:extLst>
          </p:cNvPr>
          <p:cNvGraphicFramePr>
            <a:graphicFrameLocks noChangeAspect="1"/>
          </p:cNvGraphicFramePr>
          <p:nvPr>
            <p:extLst>
              <p:ext uri="{D42A27DB-BD31-4B8C-83A1-F6EECF244321}">
                <p14:modId xmlns:p14="http://schemas.microsoft.com/office/powerpoint/2010/main" val="2311308803"/>
              </p:ext>
            </p:extLst>
          </p:nvPr>
        </p:nvGraphicFramePr>
        <p:xfrm>
          <a:off x="2676467" y="6037986"/>
          <a:ext cx="4635924" cy="252296"/>
        </p:xfrm>
        <a:graphic>
          <a:graphicData uri="http://schemas.openxmlformats.org/presentationml/2006/ole">
            <mc:AlternateContent xmlns:mc="http://schemas.openxmlformats.org/markup-compatibility/2006">
              <mc:Choice xmlns:v="urn:schemas-microsoft-com:vml" Requires="v">
                <p:oleObj name="Equation" r:id="rId40" imgW="5600520" imgH="304560" progId="Equation.DSMT4">
                  <p:embed/>
                </p:oleObj>
              </mc:Choice>
              <mc:Fallback>
                <p:oleObj name="Equation" r:id="rId40" imgW="5600520" imgH="304560" progId="Equation.DSMT4">
                  <p:embed/>
                  <p:pic>
                    <p:nvPicPr>
                      <p:cNvPr id="0" name=""/>
                      <p:cNvPicPr/>
                      <p:nvPr/>
                    </p:nvPicPr>
                    <p:blipFill>
                      <a:blip r:embed="rId41"/>
                      <a:stretch>
                        <a:fillRect/>
                      </a:stretch>
                    </p:blipFill>
                    <p:spPr>
                      <a:xfrm>
                        <a:off x="2676467" y="6037986"/>
                        <a:ext cx="4635924" cy="252296"/>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45</a:t>
            </a:fld>
            <a:endParaRPr lang="en-US"/>
          </a:p>
        </p:txBody>
      </p:sp>
    </p:spTree>
    <p:extLst>
      <p:ext uri="{BB962C8B-B14F-4D97-AF65-F5344CB8AC3E}">
        <p14:creationId xmlns:p14="http://schemas.microsoft.com/office/powerpoint/2010/main" val="14298910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Example: Damaged iPads </a:t>
            </a:r>
            <a:r>
              <a:rPr lang="en-US" sz="1000" b="0" baseline="0" dirty="0"/>
              <a:t>1</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50224" y="52594"/>
            <a:ext cx="457200" cy="1261872"/>
          </a:xfrm>
        </p:spPr>
        <p:txBody>
          <a:bodyPr vert="vert" rIns="0"/>
          <a:lstStyle/>
          <a:p>
            <a:pPr marL="1025525" indent="-1025525"/>
            <a:r>
              <a:rPr lang="en-US" b="1" dirty="0"/>
              <a:t>L</a:t>
            </a:r>
            <a:r>
              <a:rPr lang="en-US" sz="100" b="1" dirty="0"/>
              <a:t> </a:t>
            </a:r>
            <a:r>
              <a:rPr lang="en-US" b="1" dirty="0"/>
              <a:t>O 6.7</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1"/>
            <a:ext cx="8137423" cy="5335875"/>
          </a:xfrm>
        </p:spPr>
        <p:txBody>
          <a:bodyPr/>
          <a:lstStyle/>
          <a:p>
            <a:r>
              <a:rPr lang="en-US" sz="2200" dirty="0"/>
              <a:t>In a shipment of 10 iPads, 2 are damaged and 8 are good. The receiving department at Best Buy tests a sample of 3 iPads at random to see if they are defective. The number of damaged iPads in the sample is a random variable </a:t>
            </a:r>
            <a:r>
              <a:rPr lang="en-US" sz="2200" i="1" dirty="0"/>
              <a:t>X. </a:t>
            </a:r>
            <a:r>
              <a:rPr lang="en-US" sz="2200" dirty="0"/>
              <a:t>The problem description is,</a:t>
            </a:r>
          </a:p>
          <a:p>
            <a:pPr lvl="1"/>
            <a:r>
              <a:rPr lang="en-US" sz="2200" i="1" dirty="0"/>
              <a:t>N </a:t>
            </a:r>
            <a:r>
              <a:rPr lang="en-US" sz="2200" dirty="0"/>
              <a:t>= 10 (number of iPads in the shipment).</a:t>
            </a:r>
          </a:p>
          <a:p>
            <a:pPr lvl="1"/>
            <a:r>
              <a:rPr lang="en-US" sz="2200" i="1" dirty="0"/>
              <a:t>n </a:t>
            </a:r>
            <a:r>
              <a:rPr lang="en-US" sz="2200" dirty="0"/>
              <a:t>= 3 (sample size drawn from the shipment).</a:t>
            </a:r>
          </a:p>
          <a:p>
            <a:pPr lvl="1"/>
            <a:r>
              <a:rPr lang="en-US" sz="2200" i="1" dirty="0"/>
              <a:t>s </a:t>
            </a:r>
            <a:r>
              <a:rPr lang="en-US" sz="2200" dirty="0"/>
              <a:t>= 2 (number of damaged iPads in the shipment, that is, population “successes”).</a:t>
            </a:r>
          </a:p>
          <a:p>
            <a:pPr lvl="1"/>
            <a:r>
              <a:rPr lang="en-US" sz="2200" i="1" dirty="0"/>
              <a:t>N </a:t>
            </a:r>
            <a:r>
              <a:rPr lang="en-US" sz="2200" dirty="0"/>
              <a:t>− </a:t>
            </a:r>
            <a:r>
              <a:rPr lang="en-US" sz="2200" i="1" dirty="0"/>
              <a:t>s </a:t>
            </a:r>
            <a:r>
              <a:rPr lang="en-US" sz="2200" dirty="0"/>
              <a:t>= 8 (number of nondamaged iPads in the shipment).</a:t>
            </a:r>
          </a:p>
          <a:p>
            <a:pPr lvl="1"/>
            <a:r>
              <a:rPr lang="en-US" sz="2200" i="1" dirty="0"/>
              <a:t>x </a:t>
            </a:r>
            <a:r>
              <a:rPr lang="en-US" sz="2200" dirty="0"/>
              <a:t>= ? (number of damaged iPads in the sample, that is, sample “successes”).</a:t>
            </a:r>
          </a:p>
          <a:p>
            <a:pPr lvl="1"/>
            <a:r>
              <a:rPr lang="en-US" sz="2200" i="1" dirty="0"/>
              <a:t>n </a:t>
            </a:r>
            <a:r>
              <a:rPr lang="en-US" sz="2200" dirty="0"/>
              <a:t>− </a:t>
            </a:r>
            <a:r>
              <a:rPr lang="en-US" sz="2200" i="1" dirty="0"/>
              <a:t>x </a:t>
            </a:r>
            <a:r>
              <a:rPr lang="en-US" sz="2200" dirty="0"/>
              <a:t>= ? (number of nondamaged iPads in the sample).</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46</a:t>
            </a:fld>
            <a:endParaRPr lang="en-US"/>
          </a:p>
        </p:txBody>
      </p:sp>
    </p:spTree>
    <p:extLst>
      <p:ext uri="{BB962C8B-B14F-4D97-AF65-F5344CB8AC3E}">
        <p14:creationId xmlns:p14="http://schemas.microsoft.com/office/powerpoint/2010/main" val="1473741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103516" cy="903231"/>
          </a:xfrm>
        </p:spPr>
        <p:txBody>
          <a:bodyPr>
            <a:normAutofit/>
          </a:bodyPr>
          <a:lstStyle/>
          <a:p>
            <a:r>
              <a:rPr lang="en-US" sz="3600" dirty="0"/>
              <a:t>Example: Damaged iPads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21436" y="68585"/>
            <a:ext cx="449672" cy="1151040"/>
          </a:xfrm>
        </p:spPr>
        <p:txBody>
          <a:bodyPr vert="vert" rIns="0"/>
          <a:lstStyle/>
          <a:p>
            <a:pPr marL="1025525" indent="-1025525"/>
            <a:r>
              <a:rPr lang="en-US" b="1" dirty="0"/>
              <a:t>L</a:t>
            </a:r>
            <a:r>
              <a:rPr lang="en-US" sz="100" b="1" dirty="0"/>
              <a:t> </a:t>
            </a:r>
            <a:r>
              <a:rPr lang="en-US" b="1" dirty="0"/>
              <a:t>O 6.7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34487"/>
            <a:ext cx="5058659" cy="425120"/>
          </a:xfrm>
        </p:spPr>
        <p:txBody>
          <a:bodyPr/>
          <a:lstStyle/>
          <a:p>
            <a:r>
              <a:rPr lang="en-US" sz="2200" dirty="0"/>
              <a:t>This is not a binomial problem because</a:t>
            </a:r>
          </a:p>
        </p:txBody>
      </p:sp>
      <p:graphicFrame>
        <p:nvGraphicFramePr>
          <p:cNvPr id="24" name="Object 23">
            <a:extLst>
              <a:ext uri="{FF2B5EF4-FFF2-40B4-BE49-F238E27FC236}">
                <a16:creationId xmlns:a16="http://schemas.microsoft.com/office/drawing/2014/main" id="{9DFB1A19-B85E-49EF-8DEE-423813C37DE7}"/>
              </a:ext>
            </a:extLst>
          </p:cNvPr>
          <p:cNvGraphicFramePr>
            <a:graphicFrameLocks noChangeAspect="1"/>
          </p:cNvGraphicFramePr>
          <p:nvPr>
            <p:extLst>
              <p:ext uri="{D42A27DB-BD31-4B8C-83A1-F6EECF244321}">
                <p14:modId xmlns:p14="http://schemas.microsoft.com/office/powerpoint/2010/main" val="1879994796"/>
              </p:ext>
            </p:extLst>
          </p:nvPr>
        </p:nvGraphicFramePr>
        <p:xfrm>
          <a:off x="5394156" y="1367915"/>
          <a:ext cx="255458" cy="239488"/>
        </p:xfrm>
        <a:graphic>
          <a:graphicData uri="http://schemas.openxmlformats.org/presentationml/2006/ole">
            <mc:AlternateContent xmlns:mc="http://schemas.openxmlformats.org/markup-compatibility/2006">
              <mc:Choice xmlns:v="urn:schemas-microsoft-com:vml" Requires="v">
                <p:oleObj name="Equation" r:id="rId2" imgW="203040" imgH="190440" progId="Equation.DSMT4">
                  <p:embed/>
                </p:oleObj>
              </mc:Choice>
              <mc:Fallback>
                <p:oleObj name="Equation" r:id="rId2" imgW="203040" imgH="190440" progId="Equation.DSMT4">
                  <p:embed/>
                  <p:pic>
                    <p:nvPicPr>
                      <p:cNvPr id="0" name=""/>
                      <p:cNvPicPr/>
                      <p:nvPr/>
                    </p:nvPicPr>
                    <p:blipFill>
                      <a:blip r:embed="rId3"/>
                      <a:stretch>
                        <a:fillRect/>
                      </a:stretch>
                    </p:blipFill>
                    <p:spPr>
                      <a:xfrm>
                        <a:off x="5394156" y="1367915"/>
                        <a:ext cx="255458" cy="239488"/>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B0EBEBA6-0CFA-4C81-B53C-90566C5A8355}"/>
              </a:ext>
            </a:extLst>
          </p:cNvPr>
          <p:cNvSpPr>
            <a:spLocks noGrp="1"/>
          </p:cNvSpPr>
          <p:nvPr>
            <p:ph sz="quarter" idx="24"/>
          </p:nvPr>
        </p:nvSpPr>
        <p:spPr>
          <a:xfrm>
            <a:off x="5689862" y="1243914"/>
            <a:ext cx="2088038" cy="425120"/>
          </a:xfrm>
        </p:spPr>
        <p:txBody>
          <a:bodyPr/>
          <a:lstStyle/>
          <a:p>
            <a:r>
              <a:rPr lang="en-US" sz="2200" dirty="0"/>
              <a:t>is not constant.</a:t>
            </a:r>
          </a:p>
        </p:txBody>
      </p:sp>
      <p:sp>
        <p:nvSpPr>
          <p:cNvPr id="22" name="Content Placeholder 21">
            <a:extLst>
              <a:ext uri="{FF2B5EF4-FFF2-40B4-BE49-F238E27FC236}">
                <a16:creationId xmlns:a16="http://schemas.microsoft.com/office/drawing/2014/main" id="{21C87C22-0055-46EC-9CD5-7FB4365AAEE5}"/>
              </a:ext>
            </a:extLst>
          </p:cNvPr>
          <p:cNvSpPr>
            <a:spLocks noGrp="1"/>
          </p:cNvSpPr>
          <p:nvPr>
            <p:ph sz="quarter" idx="23"/>
          </p:nvPr>
        </p:nvSpPr>
        <p:spPr>
          <a:xfrm>
            <a:off x="342900" y="1707999"/>
            <a:ext cx="8103516" cy="789034"/>
          </a:xfrm>
        </p:spPr>
        <p:txBody>
          <a:bodyPr/>
          <a:lstStyle/>
          <a:p>
            <a:r>
              <a:rPr lang="en-US" sz="2200" dirty="0"/>
              <a:t>What is the probability of getting a damaged iPod on the first draw from the sample?</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553338"/>
            <a:ext cx="266701" cy="363220"/>
          </a:xfrm>
        </p:spPr>
        <p:txBody>
          <a:bodyPr tIns="0"/>
          <a:lstStyle/>
          <a:p>
            <a:pPr>
              <a:buFont typeface="Arial" panose="020B0604020202020204" pitchFamily="34" charset="0"/>
              <a:buChar char="•"/>
            </a:pPr>
            <a:r>
              <a:rPr lang="en-US" sz="2000" dirty="0"/>
              <a:t> </a:t>
            </a:r>
          </a:p>
        </p:txBody>
      </p:sp>
      <p:graphicFrame>
        <p:nvGraphicFramePr>
          <p:cNvPr id="13" name="Object 12">
            <a:extLst>
              <a:ext uri="{FF2B5EF4-FFF2-40B4-BE49-F238E27FC236}">
                <a16:creationId xmlns:a16="http://schemas.microsoft.com/office/drawing/2014/main" id="{CB101DB1-EA91-4B9A-99F5-5029454F1D08}"/>
              </a:ext>
            </a:extLst>
          </p:cNvPr>
          <p:cNvGraphicFramePr>
            <a:graphicFrameLocks noChangeAspect="1"/>
          </p:cNvGraphicFramePr>
          <p:nvPr>
            <p:extLst>
              <p:ext uri="{D42A27DB-BD31-4B8C-83A1-F6EECF244321}">
                <p14:modId xmlns:p14="http://schemas.microsoft.com/office/powerpoint/2010/main" val="4293404076"/>
              </p:ext>
            </p:extLst>
          </p:nvPr>
        </p:nvGraphicFramePr>
        <p:xfrm>
          <a:off x="704067" y="2553338"/>
          <a:ext cx="1215390" cy="363220"/>
        </p:xfrm>
        <a:graphic>
          <a:graphicData uri="http://schemas.openxmlformats.org/presentationml/2006/ole">
            <mc:AlternateContent xmlns:mc="http://schemas.openxmlformats.org/markup-compatibility/2006">
              <mc:Choice xmlns:v="urn:schemas-microsoft-com:vml" Requires="v">
                <p:oleObj name="Equation" r:id="rId4" imgW="1104840" imgH="330120" progId="Equation.DSMT4">
                  <p:embed/>
                </p:oleObj>
              </mc:Choice>
              <mc:Fallback>
                <p:oleObj name="Equation" r:id="rId4" imgW="1104840" imgH="330120" progId="Equation.DSMT4">
                  <p:embed/>
                  <p:pic>
                    <p:nvPicPr>
                      <p:cNvPr id="13" name="Object 12">
                        <a:extLst>
                          <a:ext uri="{FF2B5EF4-FFF2-40B4-BE49-F238E27FC236}">
                            <a16:creationId xmlns:a16="http://schemas.microsoft.com/office/drawing/2014/main" id="{CB101DB1-EA91-4B9A-99F5-5029454F1D08}"/>
                          </a:ext>
                        </a:extLst>
                      </p:cNvPr>
                      <p:cNvPicPr/>
                      <p:nvPr/>
                    </p:nvPicPr>
                    <p:blipFill>
                      <a:blip r:embed="rId5"/>
                      <a:stretch>
                        <a:fillRect/>
                      </a:stretch>
                    </p:blipFill>
                    <p:spPr>
                      <a:xfrm>
                        <a:off x="704067" y="2553338"/>
                        <a:ext cx="1215390" cy="36322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899" y="3006658"/>
            <a:ext cx="8103516" cy="698500"/>
          </a:xfrm>
        </p:spPr>
        <p:txBody>
          <a:bodyPr tIns="0"/>
          <a:lstStyle/>
          <a:p>
            <a:r>
              <a:rPr lang="en-US" sz="2200" dirty="0"/>
              <a:t>What is the probability of getting a damaged iPod on the second draw?</a:t>
            </a:r>
          </a:p>
        </p:txBody>
      </p:sp>
      <p:sp>
        <p:nvSpPr>
          <p:cNvPr id="11" name="Content Placeholder 10">
            <a:extLst>
              <a:ext uri="{FF2B5EF4-FFF2-40B4-BE49-F238E27FC236}">
                <a16:creationId xmlns:a16="http://schemas.microsoft.com/office/drawing/2014/main" id="{C63A1DAD-218E-46D3-96C0-3F4CCC5E3D68}"/>
              </a:ext>
            </a:extLst>
          </p:cNvPr>
          <p:cNvSpPr>
            <a:spLocks noGrp="1"/>
          </p:cNvSpPr>
          <p:nvPr>
            <p:ph sz="quarter" idx="21"/>
          </p:nvPr>
        </p:nvSpPr>
        <p:spPr>
          <a:xfrm>
            <a:off x="342899" y="3822876"/>
            <a:ext cx="266702" cy="363220"/>
          </a:xfrm>
        </p:spPr>
        <p:txBody>
          <a:bodyPr tIns="0"/>
          <a:lstStyle/>
          <a:p>
            <a:pPr>
              <a:buFont typeface="Arial" panose="020B0604020202020204" pitchFamily="34" charset="0"/>
              <a:buChar char="•"/>
            </a:pPr>
            <a:r>
              <a:rPr lang="en-US" sz="2000" dirty="0"/>
              <a:t> </a:t>
            </a:r>
          </a:p>
        </p:txBody>
      </p:sp>
      <p:graphicFrame>
        <p:nvGraphicFramePr>
          <p:cNvPr id="14" name="Object 13">
            <a:extLst>
              <a:ext uri="{FF2B5EF4-FFF2-40B4-BE49-F238E27FC236}">
                <a16:creationId xmlns:a16="http://schemas.microsoft.com/office/drawing/2014/main" id="{01B0F535-B184-4620-8599-BCD9F0720096}"/>
              </a:ext>
            </a:extLst>
          </p:cNvPr>
          <p:cNvGraphicFramePr>
            <a:graphicFrameLocks noChangeAspect="1"/>
          </p:cNvGraphicFramePr>
          <p:nvPr>
            <p:extLst>
              <p:ext uri="{D42A27DB-BD31-4B8C-83A1-F6EECF244321}">
                <p14:modId xmlns:p14="http://schemas.microsoft.com/office/powerpoint/2010/main" val="3601209972"/>
              </p:ext>
            </p:extLst>
          </p:nvPr>
        </p:nvGraphicFramePr>
        <p:xfrm>
          <a:off x="738777" y="3813290"/>
          <a:ext cx="1004888" cy="363538"/>
        </p:xfrm>
        <a:graphic>
          <a:graphicData uri="http://schemas.openxmlformats.org/presentationml/2006/ole">
            <mc:AlternateContent xmlns:mc="http://schemas.openxmlformats.org/markup-compatibility/2006">
              <mc:Choice xmlns:v="urn:schemas-microsoft-com:vml" Requires="v">
                <p:oleObj name="Equation" r:id="rId6" imgW="914400" imgH="330120" progId="Equation.DSMT4">
                  <p:embed/>
                </p:oleObj>
              </mc:Choice>
              <mc:Fallback>
                <p:oleObj name="Equation" r:id="rId6" imgW="914400" imgH="330120" progId="Equation.DSMT4">
                  <p:embed/>
                  <p:pic>
                    <p:nvPicPr>
                      <p:cNvPr id="14" name="Object 13">
                        <a:extLst>
                          <a:ext uri="{FF2B5EF4-FFF2-40B4-BE49-F238E27FC236}">
                            <a16:creationId xmlns:a16="http://schemas.microsoft.com/office/drawing/2014/main" id="{01B0F535-B184-4620-8599-BCD9F0720096}"/>
                          </a:ext>
                        </a:extLst>
                      </p:cNvPr>
                      <p:cNvPicPr/>
                      <p:nvPr/>
                    </p:nvPicPr>
                    <p:blipFill>
                      <a:blip r:embed="rId7"/>
                      <a:stretch>
                        <a:fillRect/>
                      </a:stretch>
                    </p:blipFill>
                    <p:spPr>
                      <a:xfrm>
                        <a:off x="738777" y="3813290"/>
                        <a:ext cx="1004888" cy="363538"/>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1803638" y="3794217"/>
            <a:ext cx="4647349" cy="387171"/>
          </a:xfrm>
        </p:spPr>
        <p:txBody>
          <a:bodyPr lIns="91440" tIns="0" rIns="0" bIns="0"/>
          <a:lstStyle/>
          <a:p>
            <a:pPr marL="0" lvl="1" indent="0">
              <a:buNone/>
            </a:pPr>
            <a:r>
              <a:rPr lang="en-US" sz="2200" dirty="0"/>
              <a:t>(if the first iPod was undamaged).</a:t>
            </a:r>
          </a:p>
        </p:txBody>
      </p:sp>
      <p:graphicFrame>
        <p:nvGraphicFramePr>
          <p:cNvPr id="15" name="Object 14">
            <a:extLst>
              <a:ext uri="{FF2B5EF4-FFF2-40B4-BE49-F238E27FC236}">
                <a16:creationId xmlns:a16="http://schemas.microsoft.com/office/drawing/2014/main" id="{DC8CCF62-B225-4483-AA3D-F1EC0F7C067E}"/>
              </a:ext>
            </a:extLst>
          </p:cNvPr>
          <p:cNvGraphicFramePr>
            <a:graphicFrameLocks noChangeAspect="1"/>
          </p:cNvGraphicFramePr>
          <p:nvPr>
            <p:extLst>
              <p:ext uri="{D42A27DB-BD31-4B8C-83A1-F6EECF244321}">
                <p14:modId xmlns:p14="http://schemas.microsoft.com/office/powerpoint/2010/main" val="788780240"/>
              </p:ext>
            </p:extLst>
          </p:nvPr>
        </p:nvGraphicFramePr>
        <p:xfrm>
          <a:off x="1088520" y="4303814"/>
          <a:ext cx="715118" cy="275045"/>
        </p:xfrm>
        <a:graphic>
          <a:graphicData uri="http://schemas.openxmlformats.org/presentationml/2006/ole">
            <mc:AlternateContent xmlns:mc="http://schemas.openxmlformats.org/markup-compatibility/2006">
              <mc:Choice xmlns:v="urn:schemas-microsoft-com:vml" Requires="v">
                <p:oleObj name="Equation" r:id="rId8" imgW="660240" imgH="253800" progId="Equation.DSMT4">
                  <p:embed/>
                </p:oleObj>
              </mc:Choice>
              <mc:Fallback>
                <p:oleObj name="Equation" r:id="rId8" imgW="660240" imgH="253800" progId="Equation.DSMT4">
                  <p:embed/>
                  <p:pic>
                    <p:nvPicPr>
                      <p:cNvPr id="15" name="Object 14">
                        <a:extLst>
                          <a:ext uri="{FF2B5EF4-FFF2-40B4-BE49-F238E27FC236}">
                            <a16:creationId xmlns:a16="http://schemas.microsoft.com/office/drawing/2014/main" id="{DC8CCF62-B225-4483-AA3D-F1EC0F7C067E}"/>
                          </a:ext>
                        </a:extLst>
                      </p:cNvPr>
                      <p:cNvPicPr/>
                      <p:nvPr/>
                    </p:nvPicPr>
                    <p:blipFill>
                      <a:blip r:embed="rId9"/>
                      <a:stretch>
                        <a:fillRect/>
                      </a:stretch>
                    </p:blipFill>
                    <p:spPr>
                      <a:xfrm>
                        <a:off x="1088520" y="4303814"/>
                        <a:ext cx="715118" cy="27504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1863414" y="4233558"/>
            <a:ext cx="4368792" cy="415556"/>
          </a:xfrm>
        </p:spPr>
        <p:txBody>
          <a:bodyPr lIns="0" tIns="0"/>
          <a:lstStyle/>
          <a:p>
            <a:r>
              <a:rPr lang="en-US" sz="2200" dirty="0"/>
              <a:t>(if the first iPod was damaged) or</a:t>
            </a:r>
          </a:p>
        </p:txBody>
      </p:sp>
      <p:sp>
        <p:nvSpPr>
          <p:cNvPr id="10" name="Content Placeholder 9">
            <a:extLst>
              <a:ext uri="{FF2B5EF4-FFF2-40B4-BE49-F238E27FC236}">
                <a16:creationId xmlns:a16="http://schemas.microsoft.com/office/drawing/2014/main" id="{5718138D-5B22-4D5A-8828-3E984AB9FC27}"/>
              </a:ext>
            </a:extLst>
          </p:cNvPr>
          <p:cNvSpPr>
            <a:spLocks noGrp="1"/>
          </p:cNvSpPr>
          <p:nvPr>
            <p:ph sz="quarter" idx="20"/>
          </p:nvPr>
        </p:nvSpPr>
        <p:spPr>
          <a:xfrm>
            <a:off x="342899" y="4755636"/>
            <a:ext cx="3915201" cy="431105"/>
          </a:xfrm>
        </p:spPr>
        <p:txBody>
          <a:bodyPr lIns="91440" tIns="0" rIns="0" bIns="0"/>
          <a:lstStyle/>
          <a:p>
            <a:r>
              <a:rPr lang="en-US" sz="2200" dirty="0"/>
              <a:t>What about on the third draw?</a:t>
            </a:r>
          </a:p>
        </p:txBody>
      </p:sp>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0" y="5278372"/>
            <a:ext cx="266701" cy="267333"/>
          </a:xfrm>
        </p:spPr>
        <p:txBody>
          <a:bodyPr lIns="91440" tIns="0" rIns="0" bIns="0"/>
          <a:lstStyle/>
          <a:p>
            <a:pPr>
              <a:buFont typeface="Arial" panose="020B0604020202020204" pitchFamily="34" charset="0"/>
              <a:buChar char="•"/>
            </a:pPr>
            <a:r>
              <a:rPr lang="en-US" sz="2000" dirty="0"/>
              <a:t> </a:t>
            </a:r>
          </a:p>
        </p:txBody>
      </p:sp>
      <p:graphicFrame>
        <p:nvGraphicFramePr>
          <p:cNvPr id="16" name="Object 15">
            <a:extLst>
              <a:ext uri="{FF2B5EF4-FFF2-40B4-BE49-F238E27FC236}">
                <a16:creationId xmlns:a16="http://schemas.microsoft.com/office/drawing/2014/main" id="{CF5879FD-4162-4E83-8B56-71A56A8BFB6C}"/>
              </a:ext>
            </a:extLst>
          </p:cNvPr>
          <p:cNvGraphicFramePr>
            <a:graphicFrameLocks noChangeAspect="1"/>
          </p:cNvGraphicFramePr>
          <p:nvPr>
            <p:extLst>
              <p:ext uri="{D42A27DB-BD31-4B8C-83A1-F6EECF244321}">
                <p14:modId xmlns:p14="http://schemas.microsoft.com/office/powerpoint/2010/main" val="2813177079"/>
              </p:ext>
            </p:extLst>
          </p:nvPr>
        </p:nvGraphicFramePr>
        <p:xfrm>
          <a:off x="728663" y="5278438"/>
          <a:ext cx="1355725" cy="363537"/>
        </p:xfrm>
        <a:graphic>
          <a:graphicData uri="http://schemas.openxmlformats.org/presentationml/2006/ole">
            <mc:AlternateContent xmlns:mc="http://schemas.openxmlformats.org/markup-compatibility/2006">
              <mc:Choice xmlns:v="urn:schemas-microsoft-com:vml" Requires="v">
                <p:oleObj name="Equation" r:id="rId10" imgW="1231560" imgH="330120" progId="Equation.DSMT4">
                  <p:embed/>
                </p:oleObj>
              </mc:Choice>
              <mc:Fallback>
                <p:oleObj name="Equation" r:id="rId10" imgW="1231560" imgH="330120" progId="Equation.DSMT4">
                  <p:embed/>
                  <p:pic>
                    <p:nvPicPr>
                      <p:cNvPr id="16" name="Object 15">
                        <a:extLst>
                          <a:ext uri="{FF2B5EF4-FFF2-40B4-BE49-F238E27FC236}">
                            <a16:creationId xmlns:a16="http://schemas.microsoft.com/office/drawing/2014/main" id="{CF5879FD-4162-4E83-8B56-71A56A8BFB6C}"/>
                          </a:ext>
                        </a:extLst>
                      </p:cNvPr>
                      <p:cNvPicPr/>
                      <p:nvPr/>
                    </p:nvPicPr>
                    <p:blipFill>
                      <a:blip r:embed="rId11"/>
                      <a:stretch>
                        <a:fillRect/>
                      </a:stretch>
                    </p:blipFill>
                    <p:spPr>
                      <a:xfrm>
                        <a:off x="728663" y="5278438"/>
                        <a:ext cx="1355725" cy="363537"/>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62405E65-5D6D-483A-8181-ACFE22840A42}"/>
              </a:ext>
            </a:extLst>
          </p:cNvPr>
          <p:cNvGraphicFramePr>
            <a:graphicFrameLocks noChangeAspect="1"/>
          </p:cNvGraphicFramePr>
          <p:nvPr>
            <p:extLst>
              <p:ext uri="{D42A27DB-BD31-4B8C-83A1-F6EECF244321}">
                <p14:modId xmlns:p14="http://schemas.microsoft.com/office/powerpoint/2010/main" val="3490538009"/>
              </p:ext>
            </p:extLst>
          </p:nvPr>
        </p:nvGraphicFramePr>
        <p:xfrm>
          <a:off x="1066824" y="5683516"/>
          <a:ext cx="890156" cy="273895"/>
        </p:xfrm>
        <a:graphic>
          <a:graphicData uri="http://schemas.openxmlformats.org/presentationml/2006/ole">
            <mc:AlternateContent xmlns:mc="http://schemas.openxmlformats.org/markup-compatibility/2006">
              <mc:Choice xmlns:v="urn:schemas-microsoft-com:vml" Requires="v">
                <p:oleObj name="Equation" r:id="rId12" imgW="825480" imgH="253800" progId="Equation.DSMT4">
                  <p:embed/>
                </p:oleObj>
              </mc:Choice>
              <mc:Fallback>
                <p:oleObj name="Equation" r:id="rId12" imgW="825480" imgH="253800" progId="Equation.DSMT4">
                  <p:embed/>
                  <p:pic>
                    <p:nvPicPr>
                      <p:cNvPr id="18" name="Object 17">
                        <a:extLst>
                          <a:ext uri="{FF2B5EF4-FFF2-40B4-BE49-F238E27FC236}">
                            <a16:creationId xmlns:a16="http://schemas.microsoft.com/office/drawing/2014/main" id="{62405E65-5D6D-483A-8181-ACFE22840A42}"/>
                          </a:ext>
                        </a:extLst>
                      </p:cNvPr>
                      <p:cNvPicPr/>
                      <p:nvPr/>
                    </p:nvPicPr>
                    <p:blipFill>
                      <a:blip r:embed="rId13"/>
                      <a:stretch>
                        <a:fillRect/>
                      </a:stretch>
                    </p:blipFill>
                    <p:spPr>
                      <a:xfrm>
                        <a:off x="1066824" y="5683516"/>
                        <a:ext cx="890156" cy="27389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BA2EFF70-E8F3-400C-8A5D-429C8D74870D}"/>
              </a:ext>
            </a:extLst>
          </p:cNvPr>
          <p:cNvGraphicFramePr>
            <a:graphicFrameLocks noChangeAspect="1"/>
          </p:cNvGraphicFramePr>
          <p:nvPr>
            <p:extLst>
              <p:ext uri="{D42A27DB-BD31-4B8C-83A1-F6EECF244321}">
                <p14:modId xmlns:p14="http://schemas.microsoft.com/office/powerpoint/2010/main" val="1289463994"/>
              </p:ext>
            </p:extLst>
          </p:nvPr>
        </p:nvGraphicFramePr>
        <p:xfrm>
          <a:off x="1088520" y="6112368"/>
          <a:ext cx="667326" cy="261696"/>
        </p:xfrm>
        <a:graphic>
          <a:graphicData uri="http://schemas.openxmlformats.org/presentationml/2006/ole">
            <mc:AlternateContent xmlns:mc="http://schemas.openxmlformats.org/markup-compatibility/2006">
              <mc:Choice xmlns:v="urn:schemas-microsoft-com:vml" Requires="v">
                <p:oleObj name="Equation" r:id="rId14" imgW="647640" imgH="253800" progId="Equation.DSMT4">
                  <p:embed/>
                </p:oleObj>
              </mc:Choice>
              <mc:Fallback>
                <p:oleObj name="Equation" r:id="rId14" imgW="647640" imgH="253800" progId="Equation.DSMT4">
                  <p:embed/>
                  <p:pic>
                    <p:nvPicPr>
                      <p:cNvPr id="19" name="Object 18">
                        <a:extLst>
                          <a:ext uri="{FF2B5EF4-FFF2-40B4-BE49-F238E27FC236}">
                            <a16:creationId xmlns:a16="http://schemas.microsoft.com/office/drawing/2014/main" id="{BA2EFF70-E8F3-400C-8A5D-429C8D74870D}"/>
                          </a:ext>
                        </a:extLst>
                      </p:cNvPr>
                      <p:cNvPicPr/>
                      <p:nvPr/>
                    </p:nvPicPr>
                    <p:blipFill>
                      <a:blip r:embed="rId15"/>
                      <a:stretch>
                        <a:fillRect/>
                      </a:stretch>
                    </p:blipFill>
                    <p:spPr>
                      <a:xfrm>
                        <a:off x="1088520" y="6112368"/>
                        <a:ext cx="667326" cy="261696"/>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EEAC83CD-8B92-405F-B8AB-DC8F277A8768}"/>
              </a:ext>
            </a:extLst>
          </p:cNvPr>
          <p:cNvSpPr>
            <a:spLocks noGrp="1"/>
          </p:cNvSpPr>
          <p:nvPr>
            <p:ph sz="quarter" idx="22"/>
          </p:nvPr>
        </p:nvSpPr>
        <p:spPr>
          <a:xfrm>
            <a:off x="1862895" y="6046470"/>
            <a:ext cx="6545018" cy="415557"/>
          </a:xfrm>
        </p:spPr>
        <p:txBody>
          <a:bodyPr lIns="0" tIns="0"/>
          <a:lstStyle/>
          <a:p>
            <a:pPr marL="0" lvl="1" indent="0">
              <a:buNone/>
            </a:pPr>
            <a:r>
              <a:rPr lang="en-US" sz="2200" dirty="0"/>
              <a:t>depending on what happened in the first two draws.</a:t>
            </a:r>
            <a:endParaRPr lang="en-US" sz="2200" i="1" dirty="0">
              <a:cs typeface="Arial" charset="0"/>
            </a:endParaRP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47</a:t>
            </a:fld>
            <a:endParaRPr lang="en-US"/>
          </a:p>
        </p:txBody>
      </p:sp>
    </p:spTree>
    <p:extLst>
      <p:ext uri="{BB962C8B-B14F-4D97-AF65-F5344CB8AC3E}">
        <p14:creationId xmlns:p14="http://schemas.microsoft.com/office/powerpoint/2010/main" val="12344722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rmAutofit/>
          </a:bodyPr>
          <a:lstStyle/>
          <a:p>
            <a:r>
              <a:rPr lang="en-US" sz="3600" dirty="0"/>
              <a:t>Example: Damaged iPads </a:t>
            </a:r>
            <a:r>
              <a:rPr lang="en-US" sz="1000" b="0" baseline="0" dirty="0"/>
              <a:t>3</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 </a:t>
            </a:r>
            <a:r>
              <a:rPr lang="en-US" b="1" dirty="0"/>
              <a:t>O 6.7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8104414" cy="1164040"/>
          </a:xfrm>
        </p:spPr>
        <p:txBody>
          <a:bodyPr/>
          <a:lstStyle/>
          <a:p>
            <a:pPr lvl="1"/>
            <a:r>
              <a:rPr lang="en-IN" dirty="0"/>
              <a:t>The only possible values of </a:t>
            </a:r>
            <a:r>
              <a:rPr lang="en-IN" i="1" dirty="0"/>
              <a:t>x</a:t>
            </a:r>
            <a:r>
              <a:rPr lang="en-IN" dirty="0"/>
              <a:t> are 0, 1, and 2 because there are only 2 damaged iPads in the population. The probabilities are,</a:t>
            </a:r>
          </a:p>
        </p:txBody>
      </p:sp>
      <p:graphicFrame>
        <p:nvGraphicFramePr>
          <p:cNvPr id="8" name="Table 8">
            <a:extLst>
              <a:ext uri="{FF2B5EF4-FFF2-40B4-BE49-F238E27FC236}">
                <a16:creationId xmlns:a16="http://schemas.microsoft.com/office/drawing/2014/main" id="{B18E69DA-EFFE-46F7-8750-6976F94F6745}"/>
              </a:ext>
            </a:extLst>
          </p:cNvPr>
          <p:cNvGraphicFramePr>
            <a:graphicFrameLocks noGrp="1"/>
          </p:cNvGraphicFramePr>
          <p:nvPr>
            <p:extLst>
              <p:ext uri="{D42A27DB-BD31-4B8C-83A1-F6EECF244321}">
                <p14:modId xmlns:p14="http://schemas.microsoft.com/office/powerpoint/2010/main" val="4180305939"/>
              </p:ext>
            </p:extLst>
          </p:nvPr>
        </p:nvGraphicFramePr>
        <p:xfrm>
          <a:off x="648518" y="2690015"/>
          <a:ext cx="7846964" cy="3761335"/>
        </p:xfrm>
        <a:graphic>
          <a:graphicData uri="http://schemas.openxmlformats.org/drawingml/2006/table">
            <a:tbl>
              <a:tblPr firstRow="1" bandRow="1">
                <a:tableStyleId>{5C22544A-7EE6-4342-B048-85BDC9FD1C3A}</a:tableStyleId>
              </a:tblPr>
              <a:tblGrid>
                <a:gridCol w="4450621">
                  <a:extLst>
                    <a:ext uri="{9D8B030D-6E8A-4147-A177-3AD203B41FA5}">
                      <a16:colId xmlns:a16="http://schemas.microsoft.com/office/drawing/2014/main" val="3818918583"/>
                    </a:ext>
                  </a:extLst>
                </a:gridCol>
                <a:gridCol w="3396343">
                  <a:extLst>
                    <a:ext uri="{9D8B030D-6E8A-4147-A177-3AD203B41FA5}">
                      <a16:colId xmlns:a16="http://schemas.microsoft.com/office/drawing/2014/main" val="1975646620"/>
                    </a:ext>
                  </a:extLst>
                </a:gridCol>
              </a:tblGrid>
              <a:tr h="3928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i="1" u="none" strike="noStrike" kern="1200" baseline="0" dirty="0">
                        <a:solidFill>
                          <a:schemeClr val="tx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i="1" u="none" strike="noStrike" kern="1200" baseline="0" dirty="0">
                        <a:solidFill>
                          <a:schemeClr val="tx1"/>
                        </a:solidFill>
                        <a:latin typeface="+mn-lt"/>
                        <a:ea typeface="+mn-ea"/>
                        <a:cs typeface="+mn-cs"/>
                      </a:endParaRPr>
                    </a:p>
                  </a:txBody>
                  <a:tcPr>
                    <a:solidFill>
                      <a:schemeClr val="bg1"/>
                    </a:solidFill>
                  </a:tcPr>
                </a:tc>
                <a:extLst>
                  <a:ext uri="{0D108BD9-81ED-4DB2-BD59-A6C34878D82A}">
                    <a16:rowId xmlns:a16="http://schemas.microsoft.com/office/drawing/2014/main" val="2977597495"/>
                  </a:ext>
                </a:extLst>
              </a:tr>
              <a:tr h="1140040">
                <a:tc>
                  <a:txBody>
                    <a:bodyPr/>
                    <a:lstStyle/>
                    <a:p>
                      <a:endParaRPr lang="en-US">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3657113658"/>
                  </a:ext>
                </a:extLst>
              </a:tr>
              <a:tr h="1075194">
                <a:tc>
                  <a:txBody>
                    <a:bodyPr/>
                    <a:lstStyle/>
                    <a:p>
                      <a:endParaRPr lang="en-US">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3942604106"/>
                  </a:ext>
                </a:extLst>
              </a:tr>
              <a:tr h="1153233">
                <a:tc>
                  <a:txBody>
                    <a:bodyPr/>
                    <a:lstStyle/>
                    <a:p>
                      <a:endParaRPr lang="en-US" dirty="0">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316556265"/>
                  </a:ext>
                </a:extLst>
              </a:tr>
            </a:tbl>
          </a:graphicData>
        </a:graphic>
      </p:graphicFrame>
      <p:graphicFrame>
        <p:nvGraphicFramePr>
          <p:cNvPr id="9" name="Object 8">
            <a:extLst>
              <a:ext uri="{FF2B5EF4-FFF2-40B4-BE49-F238E27FC236}">
                <a16:creationId xmlns:a16="http://schemas.microsoft.com/office/drawing/2014/main" id="{03D6AC44-7296-47E9-90C8-CC5D877E5AAC}"/>
              </a:ext>
            </a:extLst>
          </p:cNvPr>
          <p:cNvGraphicFramePr>
            <a:graphicFrameLocks noChangeAspect="1"/>
          </p:cNvGraphicFramePr>
          <p:nvPr>
            <p:extLst>
              <p:ext uri="{D42A27DB-BD31-4B8C-83A1-F6EECF244321}">
                <p14:modId xmlns:p14="http://schemas.microsoft.com/office/powerpoint/2010/main" val="304636808"/>
              </p:ext>
            </p:extLst>
          </p:nvPr>
        </p:nvGraphicFramePr>
        <p:xfrm>
          <a:off x="800100" y="2754313"/>
          <a:ext cx="1574800" cy="241300"/>
        </p:xfrm>
        <a:graphic>
          <a:graphicData uri="http://schemas.openxmlformats.org/presentationml/2006/ole">
            <mc:AlternateContent xmlns:mc="http://schemas.openxmlformats.org/markup-compatibility/2006">
              <mc:Choice xmlns:v="urn:schemas-microsoft-com:vml" Requires="v">
                <p:oleObj name="Equation" r:id="rId2" imgW="1574640" imgH="241200" progId="Equation.DSMT4">
                  <p:embed/>
                </p:oleObj>
              </mc:Choice>
              <mc:Fallback>
                <p:oleObj name="Equation" r:id="rId2" imgW="1574640" imgH="241200" progId="Equation.DSMT4">
                  <p:embed/>
                  <p:pic>
                    <p:nvPicPr>
                      <p:cNvPr id="0" name=""/>
                      <p:cNvPicPr/>
                      <p:nvPr/>
                    </p:nvPicPr>
                    <p:blipFill>
                      <a:blip r:embed="rId3"/>
                      <a:stretch>
                        <a:fillRect/>
                      </a:stretch>
                    </p:blipFill>
                    <p:spPr>
                      <a:xfrm>
                        <a:off x="800100" y="2754313"/>
                        <a:ext cx="1574800" cy="2413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2AD7BF6F-6F23-42FC-B649-21F14F8506CD}"/>
              </a:ext>
            </a:extLst>
          </p:cNvPr>
          <p:cNvGraphicFramePr>
            <a:graphicFrameLocks noChangeAspect="1"/>
          </p:cNvGraphicFramePr>
          <p:nvPr>
            <p:extLst>
              <p:ext uri="{D42A27DB-BD31-4B8C-83A1-F6EECF244321}">
                <p14:modId xmlns:p14="http://schemas.microsoft.com/office/powerpoint/2010/main" val="723168912"/>
              </p:ext>
            </p:extLst>
          </p:nvPr>
        </p:nvGraphicFramePr>
        <p:xfrm>
          <a:off x="5080000" y="2824163"/>
          <a:ext cx="1689100" cy="241300"/>
        </p:xfrm>
        <a:graphic>
          <a:graphicData uri="http://schemas.openxmlformats.org/presentationml/2006/ole">
            <mc:AlternateContent xmlns:mc="http://schemas.openxmlformats.org/markup-compatibility/2006">
              <mc:Choice xmlns:v="urn:schemas-microsoft-com:vml" Requires="v">
                <p:oleObj name="Equation" r:id="rId4" imgW="1688760" imgH="241200" progId="Equation.DSMT4">
                  <p:embed/>
                </p:oleObj>
              </mc:Choice>
              <mc:Fallback>
                <p:oleObj name="Equation" r:id="rId4" imgW="1688760" imgH="241200" progId="Equation.DSMT4">
                  <p:embed/>
                  <p:pic>
                    <p:nvPicPr>
                      <p:cNvPr id="0" name=""/>
                      <p:cNvPicPr/>
                      <p:nvPr/>
                    </p:nvPicPr>
                    <p:blipFill>
                      <a:blip r:embed="rId5"/>
                      <a:stretch>
                        <a:fillRect/>
                      </a:stretch>
                    </p:blipFill>
                    <p:spPr>
                      <a:xfrm>
                        <a:off x="5080000" y="2824163"/>
                        <a:ext cx="1689100" cy="2413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390BFD7-909E-44E1-A49C-C57B0418ACB5}"/>
              </a:ext>
            </a:extLst>
          </p:cNvPr>
          <p:cNvGraphicFramePr>
            <a:graphicFrameLocks noChangeAspect="1"/>
          </p:cNvGraphicFramePr>
          <p:nvPr>
            <p:extLst>
              <p:ext uri="{D42A27DB-BD31-4B8C-83A1-F6EECF244321}">
                <p14:modId xmlns:p14="http://schemas.microsoft.com/office/powerpoint/2010/main" val="3086899194"/>
              </p:ext>
            </p:extLst>
          </p:nvPr>
        </p:nvGraphicFramePr>
        <p:xfrm>
          <a:off x="765175" y="3219450"/>
          <a:ext cx="4148137" cy="981075"/>
        </p:xfrm>
        <a:graphic>
          <a:graphicData uri="http://schemas.openxmlformats.org/presentationml/2006/ole">
            <mc:AlternateContent xmlns:mc="http://schemas.openxmlformats.org/markup-compatibility/2006">
              <mc:Choice xmlns:v="urn:schemas-microsoft-com:vml" Requires="v">
                <p:oleObj name="Equation" r:id="rId6" imgW="5689440" imgH="1346040" progId="Equation.DSMT4">
                  <p:embed/>
                </p:oleObj>
              </mc:Choice>
              <mc:Fallback>
                <p:oleObj name="Equation" r:id="rId6" imgW="5689440" imgH="1346040" progId="Equation.DSMT4">
                  <p:embed/>
                  <p:pic>
                    <p:nvPicPr>
                      <p:cNvPr id="0" name=""/>
                      <p:cNvPicPr/>
                      <p:nvPr/>
                    </p:nvPicPr>
                    <p:blipFill>
                      <a:blip r:embed="rId7"/>
                      <a:stretch>
                        <a:fillRect/>
                      </a:stretch>
                    </p:blipFill>
                    <p:spPr>
                      <a:xfrm>
                        <a:off x="765175" y="3219450"/>
                        <a:ext cx="4148137" cy="98107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B710C96C-1B92-4B99-8195-361D289DC415}"/>
              </a:ext>
            </a:extLst>
          </p:cNvPr>
          <p:cNvGraphicFramePr>
            <a:graphicFrameLocks noChangeAspect="1"/>
          </p:cNvGraphicFramePr>
          <p:nvPr>
            <p:extLst>
              <p:ext uri="{D42A27DB-BD31-4B8C-83A1-F6EECF244321}">
                <p14:modId xmlns:p14="http://schemas.microsoft.com/office/powerpoint/2010/main" val="3760412126"/>
              </p:ext>
            </p:extLst>
          </p:nvPr>
        </p:nvGraphicFramePr>
        <p:xfrm>
          <a:off x="5016500" y="3557588"/>
          <a:ext cx="3644900" cy="304800"/>
        </p:xfrm>
        <a:graphic>
          <a:graphicData uri="http://schemas.openxmlformats.org/presentationml/2006/ole">
            <mc:AlternateContent xmlns:mc="http://schemas.openxmlformats.org/markup-compatibility/2006">
              <mc:Choice xmlns:v="urn:schemas-microsoft-com:vml" Requires="v">
                <p:oleObj name="Equation" r:id="rId8" imgW="3644640" imgH="304560" progId="Equation.DSMT4">
                  <p:embed/>
                </p:oleObj>
              </mc:Choice>
              <mc:Fallback>
                <p:oleObj name="Equation" r:id="rId8" imgW="3644640" imgH="304560" progId="Equation.DSMT4">
                  <p:embed/>
                  <p:pic>
                    <p:nvPicPr>
                      <p:cNvPr id="0" name=""/>
                      <p:cNvPicPr/>
                      <p:nvPr/>
                    </p:nvPicPr>
                    <p:blipFill>
                      <a:blip r:embed="rId9"/>
                      <a:stretch>
                        <a:fillRect/>
                      </a:stretch>
                    </p:blipFill>
                    <p:spPr>
                      <a:xfrm>
                        <a:off x="5016500" y="3557588"/>
                        <a:ext cx="3644900" cy="3048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AE2E6210-53B2-4CA3-BC72-0C7D6EA2859D}"/>
              </a:ext>
            </a:extLst>
          </p:cNvPr>
          <p:cNvGraphicFramePr>
            <a:graphicFrameLocks noChangeAspect="1"/>
          </p:cNvGraphicFramePr>
          <p:nvPr>
            <p:extLst>
              <p:ext uri="{D42A27DB-BD31-4B8C-83A1-F6EECF244321}">
                <p14:modId xmlns:p14="http://schemas.microsoft.com/office/powerpoint/2010/main" val="411818676"/>
              </p:ext>
            </p:extLst>
          </p:nvPr>
        </p:nvGraphicFramePr>
        <p:xfrm>
          <a:off x="765175" y="4271963"/>
          <a:ext cx="4086225" cy="982662"/>
        </p:xfrm>
        <a:graphic>
          <a:graphicData uri="http://schemas.openxmlformats.org/presentationml/2006/ole">
            <mc:AlternateContent xmlns:mc="http://schemas.openxmlformats.org/markup-compatibility/2006">
              <mc:Choice xmlns:v="urn:schemas-microsoft-com:vml" Requires="v">
                <p:oleObj name="Equation" r:id="rId10" imgW="5600520" imgH="1346040" progId="Equation.DSMT4">
                  <p:embed/>
                </p:oleObj>
              </mc:Choice>
              <mc:Fallback>
                <p:oleObj name="Equation" r:id="rId10" imgW="5600520" imgH="1346040" progId="Equation.DSMT4">
                  <p:embed/>
                  <p:pic>
                    <p:nvPicPr>
                      <p:cNvPr id="10" name="Object 9">
                        <a:extLst>
                          <a:ext uri="{FF2B5EF4-FFF2-40B4-BE49-F238E27FC236}">
                            <a16:creationId xmlns:a16="http://schemas.microsoft.com/office/drawing/2014/main" id="{C390BFD7-909E-44E1-A49C-C57B0418ACB5}"/>
                          </a:ext>
                        </a:extLst>
                      </p:cNvPr>
                      <p:cNvPicPr/>
                      <p:nvPr/>
                    </p:nvPicPr>
                    <p:blipFill>
                      <a:blip r:embed="rId11"/>
                      <a:stretch>
                        <a:fillRect/>
                      </a:stretch>
                    </p:blipFill>
                    <p:spPr>
                      <a:xfrm>
                        <a:off x="765175" y="4271963"/>
                        <a:ext cx="4086225" cy="98266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852B4C3-BD15-44F3-AE86-A55D084EC240}"/>
              </a:ext>
            </a:extLst>
          </p:cNvPr>
          <p:cNvGraphicFramePr>
            <a:graphicFrameLocks noChangeAspect="1"/>
          </p:cNvGraphicFramePr>
          <p:nvPr>
            <p:extLst>
              <p:ext uri="{D42A27DB-BD31-4B8C-83A1-F6EECF244321}">
                <p14:modId xmlns:p14="http://schemas.microsoft.com/office/powerpoint/2010/main" val="2466135561"/>
              </p:ext>
            </p:extLst>
          </p:nvPr>
        </p:nvGraphicFramePr>
        <p:xfrm>
          <a:off x="4940300" y="4578350"/>
          <a:ext cx="3594100" cy="304800"/>
        </p:xfrm>
        <a:graphic>
          <a:graphicData uri="http://schemas.openxmlformats.org/presentationml/2006/ole">
            <mc:AlternateContent xmlns:mc="http://schemas.openxmlformats.org/markup-compatibility/2006">
              <mc:Choice xmlns:v="urn:schemas-microsoft-com:vml" Requires="v">
                <p:oleObj name="Equation" r:id="rId12" imgW="3593880" imgH="304560" progId="Equation.DSMT4">
                  <p:embed/>
                </p:oleObj>
              </mc:Choice>
              <mc:Fallback>
                <p:oleObj name="Equation" r:id="rId12" imgW="3593880" imgH="304560" progId="Equation.DSMT4">
                  <p:embed/>
                  <p:pic>
                    <p:nvPicPr>
                      <p:cNvPr id="0" name=""/>
                      <p:cNvPicPr/>
                      <p:nvPr/>
                    </p:nvPicPr>
                    <p:blipFill>
                      <a:blip r:embed="rId13"/>
                      <a:stretch>
                        <a:fillRect/>
                      </a:stretch>
                    </p:blipFill>
                    <p:spPr>
                      <a:xfrm>
                        <a:off x="4940300" y="4578350"/>
                        <a:ext cx="3594100" cy="3048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FBB3E5DB-500E-44AA-A114-A9F624D8E517}"/>
              </a:ext>
            </a:extLst>
          </p:cNvPr>
          <p:cNvGraphicFramePr>
            <a:graphicFrameLocks noChangeAspect="1"/>
          </p:cNvGraphicFramePr>
          <p:nvPr>
            <p:extLst>
              <p:ext uri="{D42A27DB-BD31-4B8C-83A1-F6EECF244321}">
                <p14:modId xmlns:p14="http://schemas.microsoft.com/office/powerpoint/2010/main" val="3197378423"/>
              </p:ext>
            </p:extLst>
          </p:nvPr>
        </p:nvGraphicFramePr>
        <p:xfrm>
          <a:off x="758825" y="5459413"/>
          <a:ext cx="4143375" cy="982662"/>
        </p:xfrm>
        <a:graphic>
          <a:graphicData uri="http://schemas.openxmlformats.org/presentationml/2006/ole">
            <mc:AlternateContent xmlns:mc="http://schemas.openxmlformats.org/markup-compatibility/2006">
              <mc:Choice xmlns:v="urn:schemas-microsoft-com:vml" Requires="v">
                <p:oleObj name="Equation" r:id="rId14" imgW="5676840" imgH="1346040" progId="Equation.DSMT4">
                  <p:embed/>
                </p:oleObj>
              </mc:Choice>
              <mc:Fallback>
                <p:oleObj name="Equation" r:id="rId14" imgW="5676840" imgH="1346040" progId="Equation.DSMT4">
                  <p:embed/>
                  <p:pic>
                    <p:nvPicPr>
                      <p:cNvPr id="13" name="Object 12">
                        <a:extLst>
                          <a:ext uri="{FF2B5EF4-FFF2-40B4-BE49-F238E27FC236}">
                            <a16:creationId xmlns:a16="http://schemas.microsoft.com/office/drawing/2014/main" id="{AE2E6210-53B2-4CA3-BC72-0C7D6EA2859D}"/>
                          </a:ext>
                        </a:extLst>
                      </p:cNvPr>
                      <p:cNvPicPr/>
                      <p:nvPr/>
                    </p:nvPicPr>
                    <p:blipFill>
                      <a:blip r:embed="rId15"/>
                      <a:stretch>
                        <a:fillRect/>
                      </a:stretch>
                    </p:blipFill>
                    <p:spPr>
                      <a:xfrm>
                        <a:off x="758825" y="5459413"/>
                        <a:ext cx="4143375" cy="982662"/>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55DAE4E-4A10-4D38-8AAC-69B59F8C45AD}"/>
              </a:ext>
            </a:extLst>
          </p:cNvPr>
          <p:cNvGraphicFramePr>
            <a:graphicFrameLocks noChangeAspect="1"/>
          </p:cNvGraphicFramePr>
          <p:nvPr>
            <p:extLst>
              <p:ext uri="{D42A27DB-BD31-4B8C-83A1-F6EECF244321}">
                <p14:modId xmlns:p14="http://schemas.microsoft.com/office/powerpoint/2010/main" val="4045258079"/>
              </p:ext>
            </p:extLst>
          </p:nvPr>
        </p:nvGraphicFramePr>
        <p:xfrm>
          <a:off x="4933950" y="5776913"/>
          <a:ext cx="3644900" cy="304800"/>
        </p:xfrm>
        <a:graphic>
          <a:graphicData uri="http://schemas.openxmlformats.org/presentationml/2006/ole">
            <mc:AlternateContent xmlns:mc="http://schemas.openxmlformats.org/markup-compatibility/2006">
              <mc:Choice xmlns:v="urn:schemas-microsoft-com:vml" Requires="v">
                <p:oleObj name="Equation" r:id="rId16" imgW="3644640" imgH="304560" progId="Equation.DSMT4">
                  <p:embed/>
                </p:oleObj>
              </mc:Choice>
              <mc:Fallback>
                <p:oleObj name="Equation" r:id="rId16" imgW="3644640" imgH="304560" progId="Equation.DSMT4">
                  <p:embed/>
                  <p:pic>
                    <p:nvPicPr>
                      <p:cNvPr id="0" name=""/>
                      <p:cNvPicPr/>
                      <p:nvPr/>
                    </p:nvPicPr>
                    <p:blipFill>
                      <a:blip r:embed="rId17"/>
                      <a:stretch>
                        <a:fillRect/>
                      </a:stretch>
                    </p:blipFill>
                    <p:spPr>
                      <a:xfrm>
                        <a:off x="4933950" y="5776913"/>
                        <a:ext cx="3644900" cy="3048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48</a:t>
            </a:fld>
            <a:endParaRPr lang="en-US"/>
          </a:p>
        </p:txBody>
      </p:sp>
    </p:spTree>
    <p:extLst>
      <p:ext uri="{BB962C8B-B14F-4D97-AF65-F5344CB8AC3E}">
        <p14:creationId xmlns:p14="http://schemas.microsoft.com/office/powerpoint/2010/main" val="3898104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Autofit/>
          </a:bodyPr>
          <a:lstStyle/>
          <a:p>
            <a:r>
              <a:rPr lang="en-US" sz="3200" dirty="0"/>
              <a:t>Recognizing Hypergeometric Applications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1335355"/>
          </a:xfrm>
        </p:spPr>
        <p:txBody>
          <a:bodyPr/>
          <a:lstStyle/>
          <a:p>
            <a:pPr marL="292608" indent="-292608">
              <a:buFont typeface="Arial" panose="020B0604020202020204" pitchFamily="34" charset="0"/>
              <a:buChar char="•"/>
            </a:pPr>
            <a:r>
              <a:rPr lang="en-US" sz="2000" dirty="0"/>
              <a:t>Look for a finite population (</a:t>
            </a:r>
            <a:r>
              <a:rPr lang="en-US" sz="2000" i="1" dirty="0"/>
              <a:t>N</a:t>
            </a:r>
            <a:r>
              <a:rPr lang="en-US" sz="2000" dirty="0"/>
              <a:t>) containing a known number of successes (</a:t>
            </a:r>
            <a:r>
              <a:rPr lang="en-US" sz="2000" i="1" dirty="0"/>
              <a:t>s</a:t>
            </a:r>
            <a:r>
              <a:rPr lang="en-US" sz="2000" dirty="0"/>
              <a:t>) and </a:t>
            </a:r>
            <a:r>
              <a:rPr lang="en-US" sz="2000" i="1" dirty="0"/>
              <a:t>sampling without replacement </a:t>
            </a:r>
            <a:r>
              <a:rPr lang="en-US" sz="2000" dirty="0"/>
              <a:t>(</a:t>
            </a:r>
            <a:r>
              <a:rPr lang="en-US" sz="2000" i="1" dirty="0"/>
              <a:t>n </a:t>
            </a:r>
            <a:r>
              <a:rPr lang="en-US" sz="2000" dirty="0"/>
              <a:t>items in the sample) where the probability of success is not constant for each sample item drawn.</a:t>
            </a:r>
          </a:p>
        </p:txBody>
      </p:sp>
      <p:graphicFrame>
        <p:nvGraphicFramePr>
          <p:cNvPr id="8" name="Table 8">
            <a:extLst>
              <a:ext uri="{FF2B5EF4-FFF2-40B4-BE49-F238E27FC236}">
                <a16:creationId xmlns:a16="http://schemas.microsoft.com/office/drawing/2014/main" id="{B18E69DA-EFFE-46F7-8750-6976F94F6745}"/>
              </a:ext>
            </a:extLst>
          </p:cNvPr>
          <p:cNvGraphicFramePr>
            <a:graphicFrameLocks noGrp="1"/>
          </p:cNvGraphicFramePr>
          <p:nvPr>
            <p:extLst>
              <p:ext uri="{D42A27DB-BD31-4B8C-83A1-F6EECF244321}">
                <p14:modId xmlns:p14="http://schemas.microsoft.com/office/powerpoint/2010/main" val="3534713721"/>
              </p:ext>
            </p:extLst>
          </p:nvPr>
        </p:nvGraphicFramePr>
        <p:xfrm>
          <a:off x="702002" y="2815478"/>
          <a:ext cx="7386210" cy="3452634"/>
        </p:xfrm>
        <a:graphic>
          <a:graphicData uri="http://schemas.openxmlformats.org/drawingml/2006/table">
            <a:tbl>
              <a:tblPr firstRow="1" bandRow="1">
                <a:tableStyleId>{5C22544A-7EE6-4342-B048-85BDC9FD1C3A}</a:tableStyleId>
              </a:tblPr>
              <a:tblGrid>
                <a:gridCol w="7386210">
                  <a:extLst>
                    <a:ext uri="{9D8B030D-6E8A-4147-A177-3AD203B41FA5}">
                      <a16:colId xmlns:a16="http://schemas.microsoft.com/office/drawing/2014/main" val="3818918583"/>
                    </a:ext>
                  </a:extLst>
                </a:gridCol>
              </a:tblGrid>
              <a:tr h="392868">
                <a:tc>
                  <a:txBody>
                    <a:bodyPr/>
                    <a:lstStyle/>
                    <a:p>
                      <a:r>
                        <a:rPr lang="en-US" sz="1800" b="0" i="0" u="none" strike="noStrike" kern="1200" baseline="0" dirty="0">
                          <a:solidFill>
                            <a:schemeClr val="dk1"/>
                          </a:solidFill>
                          <a:latin typeface="+mn-lt"/>
                          <a:ea typeface="+mn-ea"/>
                          <a:cs typeface="+mn-cs"/>
                        </a:rPr>
                        <a:t>Forty automobiles are to be inspected for California emissions compliance. Thirty-two are compliant, but 8 are not. A sample of 7 cars is chosen at random. What is the probability that all are compliant? At least 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7597495"/>
                  </a:ext>
                </a:extLst>
              </a:tr>
              <a:tr h="1140040">
                <a:tc>
                  <a:txBody>
                    <a:bodyPr/>
                    <a:lstStyle/>
                    <a:p>
                      <a:r>
                        <a:rPr lang="en-US" sz="1800" b="0" i="0" u="none" strike="noStrike" kern="1200" baseline="0" dirty="0">
                          <a:solidFill>
                            <a:schemeClr val="dk1"/>
                          </a:solidFill>
                          <a:latin typeface="+mn-lt"/>
                          <a:ea typeface="+mn-ea"/>
                          <a:cs typeface="+mn-cs"/>
                        </a:rPr>
                        <a:t>A law enforcement agency must process 500 background checks for firearms purchasers. Fifty applicants are convicted felons. Through a computer error, 10 applicants are approved without a background check. What is the probability that none is a felon? At least two are?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7113658"/>
                  </a:ext>
                </a:extLst>
              </a:tr>
              <a:tr h="1075194">
                <a:tc>
                  <a:txBody>
                    <a:bodyPr/>
                    <a:lstStyle/>
                    <a:p>
                      <a:r>
                        <a:rPr lang="en-US" sz="1800" b="0" i="0" u="none" strike="noStrike" kern="1200" baseline="0" dirty="0">
                          <a:solidFill>
                            <a:schemeClr val="dk1"/>
                          </a:solidFill>
                          <a:latin typeface="+mn-lt"/>
                          <a:ea typeface="+mn-ea"/>
                          <a:cs typeface="+mn-cs"/>
                        </a:rPr>
                        <a:t>A medical laboratory receives 40 blood specimens to check for H</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I</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V. Eight actually contain H</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I</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V. A worker is accidentally exposed to 5 specimens. What is the probability that none contained H</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I</a:t>
                      </a:r>
                      <a:r>
                        <a:rPr lang="en-US" sz="100" b="0"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2604106"/>
                  </a:ext>
                </a:extLst>
              </a:tr>
            </a:tbl>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49</a:t>
            </a:fld>
            <a:endParaRPr lang="en-US"/>
          </a:p>
        </p:txBody>
      </p:sp>
    </p:spTree>
    <p:extLst>
      <p:ext uri="{BB962C8B-B14F-4D97-AF65-F5344CB8AC3E}">
        <p14:creationId xmlns:p14="http://schemas.microsoft.com/office/powerpoint/2010/main" val="3377039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811749" cy="903231"/>
          </a:xfrm>
        </p:spPr>
        <p:txBody>
          <a:bodyPr>
            <a:noAutofit/>
          </a:bodyPr>
          <a:lstStyle/>
          <a:p>
            <a:r>
              <a:rPr lang="en-US" sz="3200" dirty="0"/>
              <a:t>Binomial Approximation to the Hypergeometric</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 </a:t>
            </a:r>
            <a:r>
              <a:rPr lang="en-US" b="1" dirty="0"/>
              <a:t>O 6.8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1723878"/>
          </a:xfrm>
        </p:spPr>
        <p:txBody>
          <a:bodyPr/>
          <a:lstStyle/>
          <a:p>
            <a:pPr marL="292608" indent="-292608">
              <a:buFont typeface="Arial" panose="020B0604020202020204" pitchFamily="34" charset="0"/>
              <a:buChar char="•"/>
            </a:pPr>
            <a:r>
              <a:rPr lang="en-US" dirty="0"/>
              <a:t>Both the binomial and hypergeometric involve samples of size </a:t>
            </a:r>
            <a:r>
              <a:rPr lang="en-US" i="1" dirty="0"/>
              <a:t>n</a:t>
            </a:r>
            <a:r>
              <a:rPr lang="en-US" dirty="0"/>
              <a:t> and treat </a:t>
            </a:r>
            <a:r>
              <a:rPr lang="en-US" i="1" dirty="0"/>
              <a:t>X</a:t>
            </a:r>
            <a:r>
              <a:rPr lang="en-US" dirty="0"/>
              <a:t> as the number of successes.</a:t>
            </a:r>
          </a:p>
          <a:p>
            <a:pPr marL="292608" indent="-292608">
              <a:buFont typeface="Arial" panose="020B0604020202020204" pitchFamily="34" charset="0"/>
              <a:buChar char="•"/>
            </a:pPr>
            <a:r>
              <a:rPr lang="en-US" dirty="0"/>
              <a:t>The binomial sample is with replacement while the hypergeometric sample is without replacement.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1" y="3230441"/>
            <a:ext cx="3228639" cy="401739"/>
          </a:xfrm>
        </p:spPr>
        <p:txBody>
          <a:bodyPr tIns="0"/>
          <a:lstStyle/>
          <a:p>
            <a:pPr marL="292608" indent="-292608">
              <a:buFont typeface="Arial" panose="020B0604020202020204" pitchFamily="34" charset="0"/>
              <a:buChar char="•"/>
            </a:pPr>
            <a:r>
              <a:rPr lang="en-US" dirty="0"/>
              <a:t>Rule of Thumb:</a:t>
            </a:r>
            <a:r>
              <a:rPr lang="en-US" b="1" dirty="0"/>
              <a:t> </a:t>
            </a:r>
            <a:r>
              <a:rPr lang="en-US" dirty="0"/>
              <a:t>If</a:t>
            </a:r>
          </a:p>
        </p:txBody>
      </p:sp>
      <p:graphicFrame>
        <p:nvGraphicFramePr>
          <p:cNvPr id="13" name="Object 12">
            <a:extLst>
              <a:ext uri="{FF2B5EF4-FFF2-40B4-BE49-F238E27FC236}">
                <a16:creationId xmlns:a16="http://schemas.microsoft.com/office/drawing/2014/main" id="{9327037A-B43F-4313-9D2C-BC58FE0F52F6}"/>
              </a:ext>
            </a:extLst>
          </p:cNvPr>
          <p:cNvGraphicFramePr>
            <a:graphicFrameLocks noChangeAspect="1"/>
          </p:cNvGraphicFramePr>
          <p:nvPr>
            <p:extLst>
              <p:ext uri="{D42A27DB-BD31-4B8C-83A1-F6EECF244321}">
                <p14:modId xmlns:p14="http://schemas.microsoft.com/office/powerpoint/2010/main" val="3637251299"/>
              </p:ext>
            </p:extLst>
          </p:nvPr>
        </p:nvGraphicFramePr>
        <p:xfrm>
          <a:off x="3209375" y="3252267"/>
          <a:ext cx="1427902" cy="356975"/>
        </p:xfrm>
        <a:graphic>
          <a:graphicData uri="http://schemas.openxmlformats.org/presentationml/2006/ole">
            <mc:AlternateContent xmlns:mc="http://schemas.openxmlformats.org/markup-compatibility/2006">
              <mc:Choice xmlns:v="urn:schemas-microsoft-com:vml" Requires="v">
                <p:oleObj name="Equation" r:id="rId2" imgW="1168200" imgH="291960" progId="Equation.DSMT4">
                  <p:embed/>
                </p:oleObj>
              </mc:Choice>
              <mc:Fallback>
                <p:oleObj name="Equation" r:id="rId2" imgW="1168200" imgH="291960" progId="Equation.DSMT4">
                  <p:embed/>
                  <p:pic>
                    <p:nvPicPr>
                      <p:cNvPr id="0" name=""/>
                      <p:cNvPicPr/>
                      <p:nvPr/>
                    </p:nvPicPr>
                    <p:blipFill>
                      <a:blip r:embed="rId3"/>
                      <a:stretch>
                        <a:fillRect/>
                      </a:stretch>
                    </p:blipFill>
                    <p:spPr>
                      <a:xfrm>
                        <a:off x="3209375" y="3252267"/>
                        <a:ext cx="1427902" cy="356975"/>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4760131" y="3230441"/>
            <a:ext cx="3417758" cy="405010"/>
          </a:xfrm>
        </p:spPr>
        <p:txBody>
          <a:bodyPr lIns="0" tIns="0"/>
          <a:lstStyle/>
          <a:p>
            <a:r>
              <a:rPr lang="en-US" dirty="0"/>
              <a:t>it is safe to use the</a:t>
            </a:r>
          </a:p>
        </p:txBody>
      </p:sp>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0" y="3675763"/>
            <a:ext cx="8171513" cy="426079"/>
          </a:xfrm>
        </p:spPr>
        <p:txBody>
          <a:bodyPr lIns="91440" tIns="0" rIns="0" bIns="0"/>
          <a:lstStyle/>
          <a:p>
            <a:pPr marL="292608"/>
            <a:r>
              <a:rPr lang="en-US" dirty="0"/>
              <a:t>binomial approximation to the hypergeometric, using</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4147103"/>
            <a:ext cx="6042909" cy="444446"/>
          </a:xfrm>
        </p:spPr>
        <p:txBody>
          <a:bodyPr tIns="0"/>
          <a:lstStyle/>
          <a:p>
            <a:pPr marL="292608"/>
            <a:r>
              <a:rPr lang="en-US" dirty="0"/>
              <a:t>sample size </a:t>
            </a:r>
            <a:r>
              <a:rPr lang="en-US" i="1" dirty="0"/>
              <a:t>n</a:t>
            </a:r>
            <a:r>
              <a:rPr lang="en-US" dirty="0"/>
              <a:t> and success probability</a:t>
            </a:r>
          </a:p>
        </p:txBody>
      </p:sp>
      <p:graphicFrame>
        <p:nvGraphicFramePr>
          <p:cNvPr id="14" name="Object 13">
            <a:extLst>
              <a:ext uri="{FF2B5EF4-FFF2-40B4-BE49-F238E27FC236}">
                <a16:creationId xmlns:a16="http://schemas.microsoft.com/office/drawing/2014/main" id="{DF6D961B-AD5F-47B1-9E42-BFA751AE0218}"/>
              </a:ext>
            </a:extLst>
          </p:cNvPr>
          <p:cNvGraphicFramePr>
            <a:graphicFrameLocks noChangeAspect="1"/>
          </p:cNvGraphicFramePr>
          <p:nvPr>
            <p:extLst>
              <p:ext uri="{D42A27DB-BD31-4B8C-83A1-F6EECF244321}">
                <p14:modId xmlns:p14="http://schemas.microsoft.com/office/powerpoint/2010/main" val="724941684"/>
              </p:ext>
            </p:extLst>
          </p:nvPr>
        </p:nvGraphicFramePr>
        <p:xfrm>
          <a:off x="5969000" y="4189413"/>
          <a:ext cx="1247775" cy="319087"/>
        </p:xfrm>
        <a:graphic>
          <a:graphicData uri="http://schemas.openxmlformats.org/presentationml/2006/ole">
            <mc:AlternateContent xmlns:mc="http://schemas.openxmlformats.org/markup-compatibility/2006">
              <mc:Choice xmlns:v="urn:schemas-microsoft-com:vml" Requires="v">
                <p:oleObj name="Equation" r:id="rId4" imgW="990360" imgH="253800" progId="Equation.DSMT4">
                  <p:embed/>
                </p:oleObj>
              </mc:Choice>
              <mc:Fallback>
                <p:oleObj name="Equation" r:id="rId4" imgW="990360" imgH="253800" progId="Equation.DSMT4">
                  <p:embed/>
                  <p:pic>
                    <p:nvPicPr>
                      <p:cNvPr id="0" name=""/>
                      <p:cNvPicPr/>
                      <p:nvPr/>
                    </p:nvPicPr>
                    <p:blipFill>
                      <a:blip r:embed="rId5"/>
                      <a:stretch>
                        <a:fillRect/>
                      </a:stretch>
                    </p:blipFill>
                    <p:spPr>
                      <a:xfrm>
                        <a:off x="5969000" y="4189413"/>
                        <a:ext cx="1247775" cy="319087"/>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50</a:t>
            </a:fld>
            <a:r>
              <a:rPr lang="en-US" dirty="0"/>
              <a:t>`	</a:t>
            </a:r>
          </a:p>
        </p:txBody>
      </p:sp>
    </p:spTree>
    <p:extLst>
      <p:ext uri="{BB962C8B-B14F-4D97-AF65-F5344CB8AC3E}">
        <p14:creationId xmlns:p14="http://schemas.microsoft.com/office/powerpoint/2010/main" val="418056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811749" cy="903231"/>
          </a:xfrm>
        </p:spPr>
        <p:txBody>
          <a:bodyPr>
            <a:normAutofit/>
          </a:bodyPr>
          <a:lstStyle/>
          <a:p>
            <a:r>
              <a:rPr lang="en-US" sz="3600" dirty="0"/>
              <a:t>Geometric Distribution</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3</a:t>
            </a:r>
            <a:r>
              <a:rPr lang="en-US" b="1" dirty="0"/>
              <a:t>O 6.9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1326974"/>
          </a:xfrm>
        </p:spPr>
        <p:txBody>
          <a:bodyPr/>
          <a:lstStyle/>
          <a:p>
            <a:r>
              <a:rPr lang="en-US" dirty="0"/>
              <a:t>The </a:t>
            </a:r>
            <a:r>
              <a:rPr lang="en-US" b="1" dirty="0"/>
              <a:t>geometric distribution </a:t>
            </a:r>
            <a:r>
              <a:rPr lang="en-US" dirty="0"/>
              <a:t>describes the number of Bernoulli trials until the first success is observed.</a:t>
            </a:r>
          </a:p>
          <a:p>
            <a:r>
              <a:rPr lang="en-US" i="1" dirty="0"/>
              <a:t>X </a:t>
            </a:r>
            <a:r>
              <a:rPr lang="en-US" dirty="0"/>
              <a:t>is the number of trials until the first success.</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1" y="2849860"/>
            <a:ext cx="2245316" cy="404786"/>
          </a:xfrm>
        </p:spPr>
        <p:txBody>
          <a:bodyPr tIns="0"/>
          <a:lstStyle/>
          <a:p>
            <a:pPr marL="292608" indent="-292608">
              <a:buFont typeface="Arial" panose="020B0604020202020204" pitchFamily="34" charset="0"/>
              <a:buChar char="•"/>
            </a:pPr>
            <a:r>
              <a:rPr lang="en-US" dirty="0"/>
              <a:t>Ranges from</a:t>
            </a:r>
          </a:p>
        </p:txBody>
      </p:sp>
      <p:graphicFrame>
        <p:nvGraphicFramePr>
          <p:cNvPr id="9" name="Object 8">
            <a:extLst>
              <a:ext uri="{FF2B5EF4-FFF2-40B4-BE49-F238E27FC236}">
                <a16:creationId xmlns:a16="http://schemas.microsoft.com/office/drawing/2014/main" id="{595E7754-FA07-4211-8E80-EE3E71E0516D}"/>
              </a:ext>
            </a:extLst>
          </p:cNvPr>
          <p:cNvGraphicFramePr>
            <a:graphicFrameLocks noChangeAspect="1"/>
          </p:cNvGraphicFramePr>
          <p:nvPr>
            <p:extLst>
              <p:ext uri="{D42A27DB-BD31-4B8C-83A1-F6EECF244321}">
                <p14:modId xmlns:p14="http://schemas.microsoft.com/office/powerpoint/2010/main" val="534480368"/>
              </p:ext>
            </p:extLst>
          </p:nvPr>
        </p:nvGraphicFramePr>
        <p:xfrm>
          <a:off x="2628771" y="2837319"/>
          <a:ext cx="1260094" cy="461010"/>
        </p:xfrm>
        <a:graphic>
          <a:graphicData uri="http://schemas.openxmlformats.org/presentationml/2006/ole">
            <mc:AlternateContent xmlns:mc="http://schemas.openxmlformats.org/markup-compatibility/2006">
              <mc:Choice xmlns:v="urn:schemas-microsoft-com:vml" Requires="v">
                <p:oleObj name="Equation" r:id="rId2" imgW="1041120" imgH="380880" progId="Equation.DSMT4">
                  <p:embed/>
                </p:oleObj>
              </mc:Choice>
              <mc:Fallback>
                <p:oleObj name="Equation" r:id="rId2" imgW="1041120" imgH="380880" progId="Equation.DSMT4">
                  <p:embed/>
                  <p:pic>
                    <p:nvPicPr>
                      <p:cNvPr id="0" name=""/>
                      <p:cNvPicPr/>
                      <p:nvPr/>
                    </p:nvPicPr>
                    <p:blipFill>
                      <a:blip r:embed="rId3"/>
                      <a:stretch>
                        <a:fillRect/>
                      </a:stretch>
                    </p:blipFill>
                    <p:spPr>
                      <a:xfrm>
                        <a:off x="2628771" y="2837319"/>
                        <a:ext cx="1260094" cy="46101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935105" y="2846085"/>
            <a:ext cx="4579307" cy="405115"/>
          </a:xfrm>
        </p:spPr>
        <p:txBody>
          <a:bodyPr lIns="0" tIns="0"/>
          <a:lstStyle/>
          <a:p>
            <a:r>
              <a:rPr lang="en-US" dirty="0"/>
              <a:t>since we must have at least one</a:t>
            </a:r>
          </a:p>
        </p:txBody>
      </p:sp>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899" y="3316965"/>
            <a:ext cx="8171513" cy="854048"/>
          </a:xfrm>
        </p:spPr>
        <p:txBody>
          <a:bodyPr lIns="91440" tIns="0" rIns="0" bIns="0"/>
          <a:lstStyle/>
          <a:p>
            <a:pPr lvl="1" indent="0">
              <a:buNone/>
            </a:pPr>
            <a:r>
              <a:rPr lang="en-US" dirty="0"/>
              <a:t>trial to obtain the first success. However, the number of trials is not fixed.</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899" y="4297778"/>
            <a:ext cx="8584124" cy="444446"/>
          </a:xfrm>
        </p:spPr>
        <p:txBody>
          <a:bodyPr lIns="0" tIns="0"/>
          <a:lstStyle/>
          <a:p>
            <a:r>
              <a:rPr lang="el-GR" i="1" dirty="0"/>
              <a:t>π</a:t>
            </a:r>
            <a:r>
              <a:rPr lang="en-US" dirty="0"/>
              <a:t> is the constant </a:t>
            </a:r>
            <a:r>
              <a:rPr lang="en-US" i="1" dirty="0"/>
              <a:t>probability </a:t>
            </a:r>
            <a:r>
              <a:rPr lang="en-US" dirty="0"/>
              <a:t>of a success on each trial.</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51</a:t>
            </a:fld>
            <a:r>
              <a:rPr lang="en-US" dirty="0"/>
              <a:t>`	</a:t>
            </a:r>
          </a:p>
        </p:txBody>
      </p:sp>
    </p:spTree>
    <p:extLst>
      <p:ext uri="{BB962C8B-B14F-4D97-AF65-F5344CB8AC3E}">
        <p14:creationId xmlns:p14="http://schemas.microsoft.com/office/powerpoint/2010/main" val="1137740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Autofit/>
          </a:bodyPr>
          <a:lstStyle/>
          <a:p>
            <a:r>
              <a:rPr lang="en-US" sz="3200" dirty="0"/>
              <a:t>Characteristics of the Geometric Distribution</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 </a:t>
            </a:r>
            <a:r>
              <a:rPr lang="en-US" b="1" dirty="0"/>
              <a:t>O 6.9</a:t>
            </a:r>
            <a:endParaRPr lang="en-IN" b="1" dirty="0"/>
          </a:p>
        </p:txBody>
      </p:sp>
      <p:graphicFrame>
        <p:nvGraphicFramePr>
          <p:cNvPr id="9" name="Table 5">
            <a:extLst>
              <a:ext uri="{FF2B5EF4-FFF2-40B4-BE49-F238E27FC236}">
                <a16:creationId xmlns:a16="http://schemas.microsoft.com/office/drawing/2014/main" id="{B7C34665-989F-4917-999C-F9197AC39B03}"/>
              </a:ext>
            </a:extLst>
          </p:cNvPr>
          <p:cNvGraphicFramePr>
            <a:graphicFrameLocks noGrp="1"/>
          </p:cNvGraphicFramePr>
          <p:nvPr>
            <p:extLst>
              <p:ext uri="{D42A27DB-BD31-4B8C-83A1-F6EECF244321}">
                <p14:modId xmlns:p14="http://schemas.microsoft.com/office/powerpoint/2010/main" val="1997687383"/>
              </p:ext>
            </p:extLst>
          </p:nvPr>
        </p:nvGraphicFramePr>
        <p:xfrm>
          <a:off x="342900" y="1644650"/>
          <a:ext cx="7898833" cy="4081961"/>
        </p:xfrm>
        <a:graphic>
          <a:graphicData uri="http://schemas.openxmlformats.org/drawingml/2006/table">
            <a:tbl>
              <a:tblPr firstRow="1" bandRow="1">
                <a:tableStyleId>{5C22544A-7EE6-4342-B048-85BDC9FD1C3A}</a:tableStyleId>
              </a:tblPr>
              <a:tblGrid>
                <a:gridCol w="2298700">
                  <a:extLst>
                    <a:ext uri="{9D8B030D-6E8A-4147-A177-3AD203B41FA5}">
                      <a16:colId xmlns:a16="http://schemas.microsoft.com/office/drawing/2014/main" val="577382237"/>
                    </a:ext>
                  </a:extLst>
                </a:gridCol>
                <a:gridCol w="5600133">
                  <a:extLst>
                    <a:ext uri="{9D8B030D-6E8A-4147-A177-3AD203B41FA5}">
                      <a16:colId xmlns:a16="http://schemas.microsoft.com/office/drawing/2014/main" val="1076989983"/>
                    </a:ext>
                  </a:extLst>
                </a:gridCol>
              </a:tblGrid>
              <a:tr h="370840">
                <a:tc>
                  <a:txBody>
                    <a:bodyPr/>
                    <a:lstStyle/>
                    <a:p>
                      <a:endParaRPr lang="en-IN" sz="1600" b="0" dirty="0">
                        <a:solidFill>
                          <a:schemeClr val="tx1"/>
                        </a:solidFill>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rtl="0"/>
                      <a:endParaRPr lang="en-IN" sz="1600" b="0" i="0" u="none" strike="noStrike" kern="1200" baseline="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985484453"/>
                  </a:ext>
                </a:extLst>
              </a:tr>
              <a:tr h="603401">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2943719792"/>
                  </a:ext>
                </a:extLst>
              </a:tr>
              <a:tr h="543409">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2976215996"/>
                  </a:ext>
                </a:extLst>
              </a:tr>
              <a:tr h="491490">
                <a:tc>
                  <a:txBody>
                    <a:bodyPr/>
                    <a:lstStyle/>
                    <a:p>
                      <a:endParaRPr lang="en-IN" sz="1600" b="0" dirty="0">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solidFill>
                      <a:schemeClr val="bg1"/>
                    </a:solidFill>
                  </a:tcPr>
                </a:tc>
                <a:extLst>
                  <a:ext uri="{0D108BD9-81ED-4DB2-BD59-A6C34878D82A}">
                    <a16:rowId xmlns:a16="http://schemas.microsoft.com/office/drawing/2014/main" val="405851121"/>
                  </a:ext>
                </a:extLst>
              </a:tr>
              <a:tr h="62484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428858547"/>
                  </a:ext>
                </a:extLst>
              </a:tr>
              <a:tr h="590550">
                <a:tc>
                  <a:txBody>
                    <a:bodyPr/>
                    <a:lstStyle/>
                    <a:p>
                      <a:endParaRPr lang="en-IN" sz="1600" b="0" dirty="0">
                        <a:solidFill>
                          <a:schemeClr val="tx1"/>
                        </a:solidFill>
                      </a:endParaRPr>
                    </a:p>
                  </a:txBody>
                  <a:tcPr>
                    <a:solidFill>
                      <a:schemeClr val="bg1"/>
                    </a:solidFill>
                  </a:tcPr>
                </a:tc>
                <a:tc>
                  <a:txBody>
                    <a:bodyPr/>
                    <a:lstStyle/>
                    <a:p>
                      <a:endParaRPr lang="en-US" sz="1600" b="0" dirty="0">
                        <a:solidFill>
                          <a:schemeClr val="tx1"/>
                        </a:solidFill>
                      </a:endParaRPr>
                    </a:p>
                  </a:txBody>
                  <a:tcPr>
                    <a:solidFill>
                      <a:schemeClr val="bg1"/>
                    </a:solidFill>
                  </a:tcPr>
                </a:tc>
                <a:extLst>
                  <a:ext uri="{0D108BD9-81ED-4DB2-BD59-A6C34878D82A}">
                    <a16:rowId xmlns:a16="http://schemas.microsoft.com/office/drawing/2014/main" val="3834837222"/>
                  </a:ext>
                </a:extLst>
              </a:tr>
              <a:tr h="486591">
                <a:tc>
                  <a:txBody>
                    <a:bodyPr/>
                    <a:lstStyle/>
                    <a:p>
                      <a:endParaRPr lang="en-IN" sz="1600" b="0" dirty="0">
                        <a:solidFill>
                          <a:schemeClr val="tx1"/>
                        </a:solidFill>
                      </a:endParaRPr>
                    </a:p>
                  </a:txBody>
                  <a:tcPr>
                    <a:solidFill>
                      <a:schemeClr val="bg1"/>
                    </a:solidFill>
                  </a:tcPr>
                </a:tc>
                <a:tc>
                  <a:txBody>
                    <a:bodyPr/>
                    <a:lstStyle/>
                    <a:p>
                      <a:endParaRPr lang="en-IN" sz="1600" b="0" dirty="0">
                        <a:solidFill>
                          <a:schemeClr val="tx1"/>
                        </a:solidFill>
                      </a:endParaRPr>
                    </a:p>
                  </a:txBody>
                  <a:tcPr>
                    <a:solidFill>
                      <a:schemeClr val="bg1"/>
                    </a:solidFill>
                  </a:tcPr>
                </a:tc>
                <a:extLst>
                  <a:ext uri="{0D108BD9-81ED-4DB2-BD59-A6C34878D82A}">
                    <a16:rowId xmlns:a16="http://schemas.microsoft.com/office/drawing/2014/main" val="38435866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rtl="0"/>
                      <a:endParaRPr lang="en-IN" sz="1600" b="0" i="0" u="none" strike="noStrike" kern="1200" baseline="0" dirty="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135061"/>
                  </a:ext>
                </a:extLst>
              </a:tr>
            </a:tbl>
          </a:graphicData>
        </a:graphic>
      </p:graphicFrame>
      <p:graphicFrame>
        <p:nvGraphicFramePr>
          <p:cNvPr id="5" name="Object 4">
            <a:extLst>
              <a:ext uri="{FF2B5EF4-FFF2-40B4-BE49-F238E27FC236}">
                <a16:creationId xmlns:a16="http://schemas.microsoft.com/office/drawing/2014/main" id="{3E565EC1-18C8-405C-9D27-759657044E82}"/>
              </a:ext>
            </a:extLst>
          </p:cNvPr>
          <p:cNvGraphicFramePr>
            <a:graphicFrameLocks noChangeAspect="1"/>
          </p:cNvGraphicFramePr>
          <p:nvPr>
            <p:extLst>
              <p:ext uri="{D42A27DB-BD31-4B8C-83A1-F6EECF244321}">
                <p14:modId xmlns:p14="http://schemas.microsoft.com/office/powerpoint/2010/main" val="850410447"/>
              </p:ext>
            </p:extLst>
          </p:nvPr>
        </p:nvGraphicFramePr>
        <p:xfrm>
          <a:off x="405388" y="1695414"/>
          <a:ext cx="1066800" cy="241300"/>
        </p:xfrm>
        <a:graphic>
          <a:graphicData uri="http://schemas.openxmlformats.org/presentationml/2006/ole">
            <mc:AlternateContent xmlns:mc="http://schemas.openxmlformats.org/markup-compatibility/2006">
              <mc:Choice xmlns:v="urn:schemas-microsoft-com:vml" Requires="v">
                <p:oleObj name="Equation" r:id="rId2" imgW="1066680" imgH="241200" progId="Equation.DSMT4">
                  <p:embed/>
                </p:oleObj>
              </mc:Choice>
              <mc:Fallback>
                <p:oleObj name="Equation" r:id="rId2" imgW="1066680" imgH="241200" progId="Equation.DSMT4">
                  <p:embed/>
                  <p:pic>
                    <p:nvPicPr>
                      <p:cNvPr id="0" name=""/>
                      <p:cNvPicPr/>
                      <p:nvPr/>
                    </p:nvPicPr>
                    <p:blipFill>
                      <a:blip r:embed="rId3"/>
                      <a:stretch>
                        <a:fillRect/>
                      </a:stretch>
                    </p:blipFill>
                    <p:spPr>
                      <a:xfrm>
                        <a:off x="405388" y="1695414"/>
                        <a:ext cx="1066800" cy="2413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23FA39E-2DD0-45C7-9E36-3A0F0DA0732E}"/>
              </a:ext>
            </a:extLst>
          </p:cNvPr>
          <p:cNvGraphicFramePr>
            <a:graphicFrameLocks noChangeAspect="1"/>
          </p:cNvGraphicFramePr>
          <p:nvPr>
            <p:extLst>
              <p:ext uri="{D42A27DB-BD31-4B8C-83A1-F6EECF244321}">
                <p14:modId xmlns:p14="http://schemas.microsoft.com/office/powerpoint/2010/main" val="974709883"/>
              </p:ext>
            </p:extLst>
          </p:nvPr>
        </p:nvGraphicFramePr>
        <p:xfrm>
          <a:off x="2696489" y="1699635"/>
          <a:ext cx="2512091" cy="283731"/>
        </p:xfrm>
        <a:graphic>
          <a:graphicData uri="http://schemas.openxmlformats.org/presentationml/2006/ole">
            <mc:AlternateContent xmlns:mc="http://schemas.openxmlformats.org/markup-compatibility/2006">
              <mc:Choice xmlns:v="urn:schemas-microsoft-com:vml" Requires="v">
                <p:oleObj name="Equation" r:id="rId4" imgW="2705040" imgH="304560" progId="Equation.DSMT4">
                  <p:embed/>
                </p:oleObj>
              </mc:Choice>
              <mc:Fallback>
                <p:oleObj name="Equation" r:id="rId4" imgW="2705040" imgH="304560" progId="Equation.DSMT4">
                  <p:embed/>
                  <p:pic>
                    <p:nvPicPr>
                      <p:cNvPr id="0" name=""/>
                      <p:cNvPicPr/>
                      <p:nvPr/>
                    </p:nvPicPr>
                    <p:blipFill>
                      <a:blip r:embed="rId5"/>
                      <a:stretch>
                        <a:fillRect/>
                      </a:stretch>
                    </p:blipFill>
                    <p:spPr>
                      <a:xfrm>
                        <a:off x="2696489" y="1699635"/>
                        <a:ext cx="2512091" cy="283731"/>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2A671518-3EB5-40DB-9BC4-AB0ACB7EDD7F}"/>
              </a:ext>
            </a:extLst>
          </p:cNvPr>
          <p:cNvGraphicFramePr>
            <a:graphicFrameLocks noChangeAspect="1"/>
          </p:cNvGraphicFramePr>
          <p:nvPr>
            <p:extLst>
              <p:ext uri="{D42A27DB-BD31-4B8C-83A1-F6EECF244321}">
                <p14:modId xmlns:p14="http://schemas.microsoft.com/office/powerpoint/2010/main" val="2906900570"/>
              </p:ext>
            </p:extLst>
          </p:nvPr>
        </p:nvGraphicFramePr>
        <p:xfrm>
          <a:off x="437066" y="2113990"/>
          <a:ext cx="508000" cy="228600"/>
        </p:xfrm>
        <a:graphic>
          <a:graphicData uri="http://schemas.openxmlformats.org/presentationml/2006/ole">
            <mc:AlternateContent xmlns:mc="http://schemas.openxmlformats.org/markup-compatibility/2006">
              <mc:Choice xmlns:v="urn:schemas-microsoft-com:vml" Requires="v">
                <p:oleObj name="Equation" r:id="rId6" imgW="507960" imgH="228600" progId="Equation.DSMT4">
                  <p:embed/>
                </p:oleObj>
              </mc:Choice>
              <mc:Fallback>
                <p:oleObj name="Equation" r:id="rId6" imgW="507960" imgH="228600" progId="Equation.DSMT4">
                  <p:embed/>
                  <p:pic>
                    <p:nvPicPr>
                      <p:cNvPr id="0" name=""/>
                      <p:cNvPicPr/>
                      <p:nvPr/>
                    </p:nvPicPr>
                    <p:blipFill>
                      <a:blip r:embed="rId7"/>
                      <a:stretch>
                        <a:fillRect/>
                      </a:stretch>
                    </p:blipFill>
                    <p:spPr>
                      <a:xfrm>
                        <a:off x="437066" y="2113990"/>
                        <a:ext cx="508000" cy="2286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9E6D6A66-91D4-47B8-8EC5-C769ADC415DA}"/>
              </a:ext>
            </a:extLst>
          </p:cNvPr>
          <p:cNvGraphicFramePr>
            <a:graphicFrameLocks noChangeAspect="1"/>
          </p:cNvGraphicFramePr>
          <p:nvPr>
            <p:extLst>
              <p:ext uri="{D42A27DB-BD31-4B8C-83A1-F6EECF244321}">
                <p14:modId xmlns:p14="http://schemas.microsoft.com/office/powerpoint/2010/main" val="1167782836"/>
              </p:ext>
            </p:extLst>
          </p:nvPr>
        </p:nvGraphicFramePr>
        <p:xfrm>
          <a:off x="2705100" y="2093913"/>
          <a:ext cx="2205038" cy="312737"/>
        </p:xfrm>
        <a:graphic>
          <a:graphicData uri="http://schemas.openxmlformats.org/presentationml/2006/ole">
            <mc:AlternateContent xmlns:mc="http://schemas.openxmlformats.org/markup-compatibility/2006">
              <mc:Choice xmlns:v="urn:schemas-microsoft-com:vml" Requires="v">
                <p:oleObj name="Equation" r:id="rId8" imgW="2425680" imgH="342720" progId="Equation.DSMT4">
                  <p:embed/>
                </p:oleObj>
              </mc:Choice>
              <mc:Fallback>
                <p:oleObj name="Equation" r:id="rId8" imgW="2425680" imgH="342720" progId="Equation.DSMT4">
                  <p:embed/>
                  <p:pic>
                    <p:nvPicPr>
                      <p:cNvPr id="0" name=""/>
                      <p:cNvPicPr/>
                      <p:nvPr/>
                    </p:nvPicPr>
                    <p:blipFill>
                      <a:blip r:embed="rId9"/>
                      <a:stretch>
                        <a:fillRect/>
                      </a:stretch>
                    </p:blipFill>
                    <p:spPr>
                      <a:xfrm>
                        <a:off x="2705100" y="2093913"/>
                        <a:ext cx="2205038" cy="31273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A66623F-0635-48F8-840C-79F60CE2616F}"/>
              </a:ext>
            </a:extLst>
          </p:cNvPr>
          <p:cNvGraphicFramePr>
            <a:graphicFrameLocks noChangeAspect="1"/>
          </p:cNvGraphicFramePr>
          <p:nvPr>
            <p:extLst>
              <p:ext uri="{D42A27DB-BD31-4B8C-83A1-F6EECF244321}">
                <p14:modId xmlns:p14="http://schemas.microsoft.com/office/powerpoint/2010/main" val="2679021629"/>
              </p:ext>
            </p:extLst>
          </p:nvPr>
        </p:nvGraphicFramePr>
        <p:xfrm>
          <a:off x="444324" y="2597233"/>
          <a:ext cx="533400" cy="241300"/>
        </p:xfrm>
        <a:graphic>
          <a:graphicData uri="http://schemas.openxmlformats.org/presentationml/2006/ole">
            <mc:AlternateContent xmlns:mc="http://schemas.openxmlformats.org/markup-compatibility/2006">
              <mc:Choice xmlns:v="urn:schemas-microsoft-com:vml" Requires="v">
                <p:oleObj name="Equation" r:id="rId10" imgW="533160" imgH="241200" progId="Equation.DSMT4">
                  <p:embed/>
                </p:oleObj>
              </mc:Choice>
              <mc:Fallback>
                <p:oleObj name="Equation" r:id="rId10" imgW="533160" imgH="241200" progId="Equation.DSMT4">
                  <p:embed/>
                  <p:pic>
                    <p:nvPicPr>
                      <p:cNvPr id="0" name=""/>
                      <p:cNvPicPr/>
                      <p:nvPr/>
                    </p:nvPicPr>
                    <p:blipFill>
                      <a:blip r:embed="rId11"/>
                      <a:stretch>
                        <a:fillRect/>
                      </a:stretch>
                    </p:blipFill>
                    <p:spPr>
                      <a:xfrm>
                        <a:off x="444324" y="2597233"/>
                        <a:ext cx="533400" cy="2413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83AB4594-DC09-4145-95FE-7F5EFEFB2A38}"/>
              </a:ext>
            </a:extLst>
          </p:cNvPr>
          <p:cNvGraphicFramePr>
            <a:graphicFrameLocks noChangeAspect="1"/>
          </p:cNvGraphicFramePr>
          <p:nvPr>
            <p:extLst>
              <p:ext uri="{D42A27DB-BD31-4B8C-83A1-F6EECF244321}">
                <p14:modId xmlns:p14="http://schemas.microsoft.com/office/powerpoint/2010/main" val="2868820061"/>
              </p:ext>
            </p:extLst>
          </p:nvPr>
        </p:nvGraphicFramePr>
        <p:xfrm>
          <a:off x="2679700" y="2627313"/>
          <a:ext cx="2160588" cy="312737"/>
        </p:xfrm>
        <a:graphic>
          <a:graphicData uri="http://schemas.openxmlformats.org/presentationml/2006/ole">
            <mc:AlternateContent xmlns:mc="http://schemas.openxmlformats.org/markup-compatibility/2006">
              <mc:Choice xmlns:v="urn:schemas-microsoft-com:vml" Requires="v">
                <p:oleObj name="Equation" r:id="rId12" imgW="2374560" imgH="342720" progId="Equation.DSMT4">
                  <p:embed/>
                </p:oleObj>
              </mc:Choice>
              <mc:Fallback>
                <p:oleObj name="Equation" r:id="rId12" imgW="2374560" imgH="342720" progId="Equation.DSMT4">
                  <p:embed/>
                  <p:pic>
                    <p:nvPicPr>
                      <p:cNvPr id="10" name="Object 9">
                        <a:extLst>
                          <a:ext uri="{FF2B5EF4-FFF2-40B4-BE49-F238E27FC236}">
                            <a16:creationId xmlns:a16="http://schemas.microsoft.com/office/drawing/2014/main" id="{9E6D6A66-91D4-47B8-8EC5-C769ADC415DA}"/>
                          </a:ext>
                        </a:extLst>
                      </p:cNvPr>
                      <p:cNvPicPr/>
                      <p:nvPr/>
                    </p:nvPicPr>
                    <p:blipFill>
                      <a:blip r:embed="rId13"/>
                      <a:stretch>
                        <a:fillRect/>
                      </a:stretch>
                    </p:blipFill>
                    <p:spPr>
                      <a:xfrm>
                        <a:off x="2679700" y="2627313"/>
                        <a:ext cx="2160588" cy="312737"/>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B48CB6CE-307F-42E4-993C-C35C8437809D}"/>
              </a:ext>
            </a:extLst>
          </p:cNvPr>
          <p:cNvGraphicFramePr>
            <a:graphicFrameLocks noChangeAspect="1"/>
          </p:cNvGraphicFramePr>
          <p:nvPr>
            <p:extLst>
              <p:ext uri="{D42A27DB-BD31-4B8C-83A1-F6EECF244321}">
                <p14:modId xmlns:p14="http://schemas.microsoft.com/office/powerpoint/2010/main" val="1140300586"/>
              </p:ext>
            </p:extLst>
          </p:nvPr>
        </p:nvGraphicFramePr>
        <p:xfrm>
          <a:off x="444324" y="3224883"/>
          <a:ext cx="863600" cy="254000"/>
        </p:xfrm>
        <a:graphic>
          <a:graphicData uri="http://schemas.openxmlformats.org/presentationml/2006/ole">
            <mc:AlternateContent xmlns:mc="http://schemas.openxmlformats.org/markup-compatibility/2006">
              <mc:Choice xmlns:v="urn:schemas-microsoft-com:vml" Requires="v">
                <p:oleObj name="Equation" r:id="rId14" imgW="863280" imgH="253800" progId="Equation.DSMT4">
                  <p:embed/>
                </p:oleObj>
              </mc:Choice>
              <mc:Fallback>
                <p:oleObj name="Equation" r:id="rId14" imgW="863280" imgH="253800" progId="Equation.DSMT4">
                  <p:embed/>
                  <p:pic>
                    <p:nvPicPr>
                      <p:cNvPr id="0" name=""/>
                      <p:cNvPicPr/>
                      <p:nvPr/>
                    </p:nvPicPr>
                    <p:blipFill>
                      <a:blip r:embed="rId15"/>
                      <a:stretch>
                        <a:fillRect/>
                      </a:stretch>
                    </p:blipFill>
                    <p:spPr>
                      <a:xfrm>
                        <a:off x="444324" y="3224883"/>
                        <a:ext cx="863600" cy="254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5DC3E89A-3E90-4D8E-ADE9-3E9FC118AEE1}"/>
              </a:ext>
            </a:extLst>
          </p:cNvPr>
          <p:cNvGraphicFramePr>
            <a:graphicFrameLocks noChangeAspect="1"/>
          </p:cNvGraphicFramePr>
          <p:nvPr>
            <p:extLst>
              <p:ext uri="{D42A27DB-BD31-4B8C-83A1-F6EECF244321}">
                <p14:modId xmlns:p14="http://schemas.microsoft.com/office/powerpoint/2010/main" val="665315108"/>
              </p:ext>
            </p:extLst>
          </p:nvPr>
        </p:nvGraphicFramePr>
        <p:xfrm>
          <a:off x="2703381" y="3203653"/>
          <a:ext cx="5909591" cy="266545"/>
        </p:xfrm>
        <a:graphic>
          <a:graphicData uri="http://schemas.openxmlformats.org/presentationml/2006/ole">
            <mc:AlternateContent xmlns:mc="http://schemas.openxmlformats.org/markup-compatibility/2006">
              <mc:Choice xmlns:v="urn:schemas-microsoft-com:vml" Requires="v">
                <p:oleObj name="Equation" r:id="rId16" imgW="6476760" imgH="291960" progId="Equation.DSMT4">
                  <p:embed/>
                </p:oleObj>
              </mc:Choice>
              <mc:Fallback>
                <p:oleObj name="Equation" r:id="rId16" imgW="6476760" imgH="291960" progId="Equation.DSMT4">
                  <p:embed/>
                  <p:pic>
                    <p:nvPicPr>
                      <p:cNvPr id="0" name=""/>
                      <p:cNvPicPr/>
                      <p:nvPr/>
                    </p:nvPicPr>
                    <p:blipFill>
                      <a:blip r:embed="rId17"/>
                      <a:stretch>
                        <a:fillRect/>
                      </a:stretch>
                    </p:blipFill>
                    <p:spPr>
                      <a:xfrm>
                        <a:off x="2703381" y="3203653"/>
                        <a:ext cx="5909591" cy="26654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DC6F179D-AD1C-497A-B5EA-C8A84168D8B2}"/>
              </a:ext>
            </a:extLst>
          </p:cNvPr>
          <p:cNvGraphicFramePr>
            <a:graphicFrameLocks noChangeAspect="1"/>
          </p:cNvGraphicFramePr>
          <p:nvPr>
            <p:extLst>
              <p:ext uri="{D42A27DB-BD31-4B8C-83A1-F6EECF244321}">
                <p14:modId xmlns:p14="http://schemas.microsoft.com/office/powerpoint/2010/main" val="3502341679"/>
              </p:ext>
            </p:extLst>
          </p:nvPr>
        </p:nvGraphicFramePr>
        <p:xfrm>
          <a:off x="437066" y="3744583"/>
          <a:ext cx="622300" cy="241300"/>
        </p:xfrm>
        <a:graphic>
          <a:graphicData uri="http://schemas.openxmlformats.org/presentationml/2006/ole">
            <mc:AlternateContent xmlns:mc="http://schemas.openxmlformats.org/markup-compatibility/2006">
              <mc:Choice xmlns:v="urn:schemas-microsoft-com:vml" Requires="v">
                <p:oleObj name="Equation" r:id="rId18" imgW="622080" imgH="241200" progId="Equation.DSMT4">
                  <p:embed/>
                </p:oleObj>
              </mc:Choice>
              <mc:Fallback>
                <p:oleObj name="Equation" r:id="rId18" imgW="622080" imgH="241200" progId="Equation.DSMT4">
                  <p:embed/>
                  <p:pic>
                    <p:nvPicPr>
                      <p:cNvPr id="0" name=""/>
                      <p:cNvPicPr/>
                      <p:nvPr/>
                    </p:nvPicPr>
                    <p:blipFill>
                      <a:blip r:embed="rId19"/>
                      <a:stretch>
                        <a:fillRect/>
                      </a:stretch>
                    </p:blipFill>
                    <p:spPr>
                      <a:xfrm>
                        <a:off x="437066" y="3744583"/>
                        <a:ext cx="622300" cy="2413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430EE37D-2963-4B98-BC92-4BE1C5309404}"/>
              </a:ext>
            </a:extLst>
          </p:cNvPr>
          <p:cNvGraphicFramePr>
            <a:graphicFrameLocks noChangeAspect="1"/>
          </p:cNvGraphicFramePr>
          <p:nvPr>
            <p:extLst>
              <p:ext uri="{D42A27DB-BD31-4B8C-83A1-F6EECF244321}">
                <p14:modId xmlns:p14="http://schemas.microsoft.com/office/powerpoint/2010/main" val="1951129483"/>
              </p:ext>
            </p:extLst>
          </p:nvPr>
        </p:nvGraphicFramePr>
        <p:xfrm>
          <a:off x="2696638" y="3709248"/>
          <a:ext cx="457200" cy="254000"/>
        </p:xfrm>
        <a:graphic>
          <a:graphicData uri="http://schemas.openxmlformats.org/presentationml/2006/ole">
            <mc:AlternateContent xmlns:mc="http://schemas.openxmlformats.org/markup-compatibility/2006">
              <mc:Choice xmlns:v="urn:schemas-microsoft-com:vml" Requires="v">
                <p:oleObj name="Equation" r:id="rId20" imgW="457200" imgH="253800" progId="Equation.DSMT4">
                  <p:embed/>
                </p:oleObj>
              </mc:Choice>
              <mc:Fallback>
                <p:oleObj name="Equation" r:id="rId20" imgW="457200" imgH="253800" progId="Equation.DSMT4">
                  <p:embed/>
                  <p:pic>
                    <p:nvPicPr>
                      <p:cNvPr id="0" name=""/>
                      <p:cNvPicPr/>
                      <p:nvPr/>
                    </p:nvPicPr>
                    <p:blipFill>
                      <a:blip r:embed="rId21"/>
                      <a:stretch>
                        <a:fillRect/>
                      </a:stretch>
                    </p:blipFill>
                    <p:spPr>
                      <a:xfrm>
                        <a:off x="2696638" y="3709248"/>
                        <a:ext cx="457200" cy="2540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9C32D985-2F8D-42BD-B65E-F34F41715AAF}"/>
              </a:ext>
            </a:extLst>
          </p:cNvPr>
          <p:cNvGraphicFramePr>
            <a:graphicFrameLocks noChangeAspect="1"/>
          </p:cNvGraphicFramePr>
          <p:nvPr>
            <p:extLst>
              <p:ext uri="{D42A27DB-BD31-4B8C-83A1-F6EECF244321}">
                <p14:modId xmlns:p14="http://schemas.microsoft.com/office/powerpoint/2010/main" val="3836477905"/>
              </p:ext>
            </p:extLst>
          </p:nvPr>
        </p:nvGraphicFramePr>
        <p:xfrm>
          <a:off x="371322" y="4308589"/>
          <a:ext cx="1943100" cy="254000"/>
        </p:xfrm>
        <a:graphic>
          <a:graphicData uri="http://schemas.openxmlformats.org/presentationml/2006/ole">
            <mc:AlternateContent xmlns:mc="http://schemas.openxmlformats.org/markup-compatibility/2006">
              <mc:Choice xmlns:v="urn:schemas-microsoft-com:vml" Requires="v">
                <p:oleObj name="Equation" r:id="rId22" imgW="1942920" imgH="253800" progId="Equation.DSMT4">
                  <p:embed/>
                </p:oleObj>
              </mc:Choice>
              <mc:Fallback>
                <p:oleObj name="Equation" r:id="rId22" imgW="1942920" imgH="253800" progId="Equation.DSMT4">
                  <p:embed/>
                  <p:pic>
                    <p:nvPicPr>
                      <p:cNvPr id="0" name=""/>
                      <p:cNvPicPr/>
                      <p:nvPr/>
                    </p:nvPicPr>
                    <p:blipFill>
                      <a:blip r:embed="rId23"/>
                      <a:stretch>
                        <a:fillRect/>
                      </a:stretch>
                    </p:blipFill>
                    <p:spPr>
                      <a:xfrm>
                        <a:off x="371322" y="4308589"/>
                        <a:ext cx="1943100" cy="2540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30482AA5-9617-416B-9809-B6D3017CD49C}"/>
              </a:ext>
            </a:extLst>
          </p:cNvPr>
          <p:cNvGraphicFramePr>
            <a:graphicFrameLocks noChangeAspect="1"/>
          </p:cNvGraphicFramePr>
          <p:nvPr>
            <p:extLst>
              <p:ext uri="{D42A27DB-BD31-4B8C-83A1-F6EECF244321}">
                <p14:modId xmlns:p14="http://schemas.microsoft.com/office/powerpoint/2010/main" val="1331589324"/>
              </p:ext>
            </p:extLst>
          </p:nvPr>
        </p:nvGraphicFramePr>
        <p:xfrm>
          <a:off x="2643148" y="4212590"/>
          <a:ext cx="608760" cy="577273"/>
        </p:xfrm>
        <a:graphic>
          <a:graphicData uri="http://schemas.openxmlformats.org/presentationml/2006/ole">
            <mc:AlternateContent xmlns:mc="http://schemas.openxmlformats.org/markup-compatibility/2006">
              <mc:Choice xmlns:v="urn:schemas-microsoft-com:vml" Requires="v">
                <p:oleObj name="Equation" r:id="rId24" imgW="736560" imgH="698400" progId="Equation.DSMT4">
                  <p:embed/>
                </p:oleObj>
              </mc:Choice>
              <mc:Fallback>
                <p:oleObj name="Equation" r:id="rId24" imgW="736560" imgH="698400" progId="Equation.DSMT4">
                  <p:embed/>
                  <p:pic>
                    <p:nvPicPr>
                      <p:cNvPr id="0" name=""/>
                      <p:cNvPicPr/>
                      <p:nvPr/>
                    </p:nvPicPr>
                    <p:blipFill>
                      <a:blip r:embed="rId25"/>
                      <a:stretch>
                        <a:fillRect/>
                      </a:stretch>
                    </p:blipFill>
                    <p:spPr>
                      <a:xfrm>
                        <a:off x="2643148" y="4212590"/>
                        <a:ext cx="608760" cy="577273"/>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ECA9AB72-03F7-402D-8A0F-B0203443A02B}"/>
              </a:ext>
            </a:extLst>
          </p:cNvPr>
          <p:cNvGraphicFramePr>
            <a:graphicFrameLocks noChangeAspect="1"/>
          </p:cNvGraphicFramePr>
          <p:nvPr>
            <p:extLst>
              <p:ext uri="{D42A27DB-BD31-4B8C-83A1-F6EECF244321}">
                <p14:modId xmlns:p14="http://schemas.microsoft.com/office/powerpoint/2010/main" val="2584719449"/>
              </p:ext>
            </p:extLst>
          </p:nvPr>
        </p:nvGraphicFramePr>
        <p:xfrm>
          <a:off x="405388" y="4947371"/>
          <a:ext cx="2239962" cy="231775"/>
        </p:xfrm>
        <a:graphic>
          <a:graphicData uri="http://schemas.openxmlformats.org/presentationml/2006/ole">
            <mc:AlternateContent xmlns:mc="http://schemas.openxmlformats.org/markup-compatibility/2006">
              <mc:Choice xmlns:v="urn:schemas-microsoft-com:vml" Requires="v">
                <p:oleObj name="Equation" r:id="rId26" imgW="2463480" imgH="253800" progId="Equation.DSMT4">
                  <p:embed/>
                </p:oleObj>
              </mc:Choice>
              <mc:Fallback>
                <p:oleObj name="Equation" r:id="rId26" imgW="2463480" imgH="253800" progId="Equation.DSMT4">
                  <p:embed/>
                  <p:pic>
                    <p:nvPicPr>
                      <p:cNvPr id="0" name=""/>
                      <p:cNvPicPr/>
                      <p:nvPr/>
                    </p:nvPicPr>
                    <p:blipFill>
                      <a:blip r:embed="rId27"/>
                      <a:stretch>
                        <a:fillRect/>
                      </a:stretch>
                    </p:blipFill>
                    <p:spPr>
                      <a:xfrm>
                        <a:off x="405388" y="4947371"/>
                        <a:ext cx="2239962" cy="231775"/>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25F9A70F-F616-4A01-964E-BB12A3FB3483}"/>
              </a:ext>
            </a:extLst>
          </p:cNvPr>
          <p:cNvGraphicFramePr>
            <a:graphicFrameLocks noChangeAspect="1"/>
          </p:cNvGraphicFramePr>
          <p:nvPr>
            <p:extLst>
              <p:ext uri="{D42A27DB-BD31-4B8C-83A1-F6EECF244321}">
                <p14:modId xmlns:p14="http://schemas.microsoft.com/office/powerpoint/2010/main" val="750025488"/>
              </p:ext>
            </p:extLst>
          </p:nvPr>
        </p:nvGraphicFramePr>
        <p:xfrm>
          <a:off x="2746375" y="4973638"/>
          <a:ext cx="3201988" cy="252412"/>
        </p:xfrm>
        <a:graphic>
          <a:graphicData uri="http://schemas.openxmlformats.org/presentationml/2006/ole">
            <mc:AlternateContent xmlns:mc="http://schemas.openxmlformats.org/markup-compatibility/2006">
              <mc:Choice xmlns:v="urn:schemas-microsoft-com:vml" Requires="v">
                <p:oleObj name="Equation" r:id="rId28" imgW="3873240" imgH="304560" progId="Equation.DSMT4">
                  <p:embed/>
                </p:oleObj>
              </mc:Choice>
              <mc:Fallback>
                <p:oleObj name="Equation" r:id="rId28" imgW="3873240" imgH="304560" progId="Equation.DSMT4">
                  <p:embed/>
                  <p:pic>
                    <p:nvPicPr>
                      <p:cNvPr id="0" name=""/>
                      <p:cNvPicPr/>
                      <p:nvPr/>
                    </p:nvPicPr>
                    <p:blipFill>
                      <a:blip r:embed="rId29"/>
                      <a:stretch>
                        <a:fillRect/>
                      </a:stretch>
                    </p:blipFill>
                    <p:spPr>
                      <a:xfrm>
                        <a:off x="2746375" y="4973638"/>
                        <a:ext cx="3201988" cy="252412"/>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1BFF3555-AC10-4CEB-8ACF-EEABA3547811}"/>
              </a:ext>
            </a:extLst>
          </p:cNvPr>
          <p:cNvGraphicFramePr>
            <a:graphicFrameLocks noChangeAspect="1"/>
          </p:cNvGraphicFramePr>
          <p:nvPr>
            <p:extLst>
              <p:ext uri="{D42A27DB-BD31-4B8C-83A1-F6EECF244321}">
                <p14:modId xmlns:p14="http://schemas.microsoft.com/office/powerpoint/2010/main" val="3221348533"/>
              </p:ext>
            </p:extLst>
          </p:nvPr>
        </p:nvGraphicFramePr>
        <p:xfrm>
          <a:off x="437066" y="5386725"/>
          <a:ext cx="1130300" cy="241300"/>
        </p:xfrm>
        <a:graphic>
          <a:graphicData uri="http://schemas.openxmlformats.org/presentationml/2006/ole">
            <mc:AlternateContent xmlns:mc="http://schemas.openxmlformats.org/markup-compatibility/2006">
              <mc:Choice xmlns:v="urn:schemas-microsoft-com:vml" Requires="v">
                <p:oleObj name="Equation" r:id="rId30" imgW="1130040" imgH="241200" progId="Equation.DSMT4">
                  <p:embed/>
                </p:oleObj>
              </mc:Choice>
              <mc:Fallback>
                <p:oleObj name="Equation" r:id="rId30" imgW="1130040" imgH="241200" progId="Equation.DSMT4">
                  <p:embed/>
                  <p:pic>
                    <p:nvPicPr>
                      <p:cNvPr id="0" name=""/>
                      <p:cNvPicPr/>
                      <p:nvPr/>
                    </p:nvPicPr>
                    <p:blipFill>
                      <a:blip r:embed="rId31"/>
                      <a:stretch>
                        <a:fillRect/>
                      </a:stretch>
                    </p:blipFill>
                    <p:spPr>
                      <a:xfrm>
                        <a:off x="437066" y="5386725"/>
                        <a:ext cx="1130300" cy="2413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7BBAB244-B5BC-41A1-A745-94E1967EA0FD}"/>
              </a:ext>
            </a:extLst>
          </p:cNvPr>
          <p:cNvGraphicFramePr>
            <a:graphicFrameLocks noChangeAspect="1"/>
          </p:cNvGraphicFramePr>
          <p:nvPr>
            <p:extLst>
              <p:ext uri="{D42A27DB-BD31-4B8C-83A1-F6EECF244321}">
                <p14:modId xmlns:p14="http://schemas.microsoft.com/office/powerpoint/2010/main" val="203899178"/>
              </p:ext>
            </p:extLst>
          </p:nvPr>
        </p:nvGraphicFramePr>
        <p:xfrm>
          <a:off x="2698564" y="5341993"/>
          <a:ext cx="1612900" cy="304800"/>
        </p:xfrm>
        <a:graphic>
          <a:graphicData uri="http://schemas.openxmlformats.org/presentationml/2006/ole">
            <mc:AlternateContent xmlns:mc="http://schemas.openxmlformats.org/markup-compatibility/2006">
              <mc:Choice xmlns:v="urn:schemas-microsoft-com:vml" Requires="v">
                <p:oleObj name="Equation" r:id="rId32" imgW="1612800" imgH="304560" progId="Equation.DSMT4">
                  <p:embed/>
                </p:oleObj>
              </mc:Choice>
              <mc:Fallback>
                <p:oleObj name="Equation" r:id="rId32" imgW="1612800" imgH="304560" progId="Equation.DSMT4">
                  <p:embed/>
                  <p:pic>
                    <p:nvPicPr>
                      <p:cNvPr id="0" name=""/>
                      <p:cNvPicPr/>
                      <p:nvPr/>
                    </p:nvPicPr>
                    <p:blipFill>
                      <a:blip r:embed="rId33"/>
                      <a:stretch>
                        <a:fillRect/>
                      </a:stretch>
                    </p:blipFill>
                    <p:spPr>
                      <a:xfrm>
                        <a:off x="2698564" y="5341993"/>
                        <a:ext cx="1612900" cy="3048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5962600"/>
            <a:ext cx="8104414" cy="445789"/>
          </a:xfrm>
        </p:spPr>
        <p:txBody>
          <a:bodyPr/>
          <a:lstStyle/>
          <a:p>
            <a:pPr lvl="1"/>
            <a:r>
              <a:rPr lang="en-IN" dirty="0"/>
              <a:t>Excel offers no geometric P</a:t>
            </a:r>
            <a:r>
              <a:rPr lang="en-IN" sz="100" dirty="0"/>
              <a:t> </a:t>
            </a:r>
            <a:r>
              <a:rPr lang="en-IN" dirty="0"/>
              <a:t>D</a:t>
            </a:r>
            <a:r>
              <a:rPr lang="en-IN" sz="100" dirty="0"/>
              <a:t> </a:t>
            </a:r>
            <a:r>
              <a:rPr lang="en-IN" dirty="0"/>
              <a:t>F or C</a:t>
            </a:r>
            <a:r>
              <a:rPr lang="en-IN" sz="100" dirty="0"/>
              <a:t> </a:t>
            </a:r>
            <a:r>
              <a:rPr lang="en-IN" dirty="0"/>
              <a:t>D</a:t>
            </a:r>
            <a:r>
              <a:rPr lang="en-IN" sz="100" dirty="0"/>
              <a:t> </a:t>
            </a:r>
            <a:r>
              <a:rPr lang="en-IN" dirty="0"/>
              <a:t>F.</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587198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43850" cy="903231"/>
          </a:xfrm>
        </p:spPr>
        <p:txBody>
          <a:bodyPr>
            <a:normAutofit/>
          </a:bodyPr>
          <a:lstStyle/>
          <a:p>
            <a:r>
              <a:rPr lang="en-US" sz="3600" dirty="0"/>
              <a:t>Example: </a:t>
            </a:r>
            <a:r>
              <a:rPr lang="en-US" sz="3600" dirty="0" err="1"/>
              <a:t>Telefund</a:t>
            </a:r>
            <a:r>
              <a:rPr lang="en-US" sz="3600" dirty="0"/>
              <a:t> Calling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r>
              <a:rPr lang="en-US" b="1" dirty="0"/>
              <a:t>L</a:t>
            </a:r>
            <a:r>
              <a:rPr lang="en-US" sz="100" b="1" dirty="0"/>
              <a:t> </a:t>
            </a:r>
            <a:r>
              <a:rPr lang="en-US" b="1" dirty="0"/>
              <a:t>O 6.9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1852062"/>
          </a:xfrm>
        </p:spPr>
        <p:txBody>
          <a:bodyPr/>
          <a:lstStyle/>
          <a:p>
            <a:pPr marL="292608" indent="-292608">
              <a:buFont typeface="Arial" panose="020B0604020202020204" pitchFamily="34" charset="0"/>
              <a:buChar char="•"/>
            </a:pPr>
            <a:r>
              <a:rPr lang="en-US" sz="2000" dirty="0"/>
              <a:t>At Faber University, 15 percent of the alumni (the historical percentage) make a donation or pledge during the annual </a:t>
            </a:r>
            <a:r>
              <a:rPr lang="en-US" sz="2000" dirty="0" err="1"/>
              <a:t>telefund</a:t>
            </a:r>
            <a:r>
              <a:rPr lang="en-US" sz="2000" dirty="0"/>
              <a:t>.</a:t>
            </a:r>
          </a:p>
          <a:p>
            <a:pPr marL="292608" indent="-292608">
              <a:buFont typeface="Arial" panose="020B0604020202020204" pitchFamily="34" charset="0"/>
              <a:buChar char="•"/>
            </a:pPr>
            <a:r>
              <a:rPr lang="en-US" sz="2000" dirty="0"/>
              <a:t>What is the probability that the first donation will come within the first five calls?</a:t>
            </a:r>
          </a:p>
          <a:p>
            <a:pPr marL="292608" indent="-292608">
              <a:buFont typeface="Arial" panose="020B0604020202020204" pitchFamily="34" charset="0"/>
              <a:buChar char="•"/>
            </a:pPr>
            <a:r>
              <a:rPr lang="en-IN" sz="2000" dirty="0"/>
              <a:t>To calculate this geometric probability, we would set</a:t>
            </a:r>
          </a:p>
        </p:txBody>
      </p:sp>
      <p:graphicFrame>
        <p:nvGraphicFramePr>
          <p:cNvPr id="5" name="Object 4">
            <a:extLst>
              <a:ext uri="{FF2B5EF4-FFF2-40B4-BE49-F238E27FC236}">
                <a16:creationId xmlns:a16="http://schemas.microsoft.com/office/drawing/2014/main" id="{6D962D85-7D16-4135-BB67-381D9EDA837C}"/>
              </a:ext>
            </a:extLst>
          </p:cNvPr>
          <p:cNvGraphicFramePr>
            <a:graphicFrameLocks noChangeAspect="1"/>
          </p:cNvGraphicFramePr>
          <p:nvPr>
            <p:extLst>
              <p:ext uri="{D42A27DB-BD31-4B8C-83A1-F6EECF244321}">
                <p14:modId xmlns:p14="http://schemas.microsoft.com/office/powerpoint/2010/main" val="1005721093"/>
              </p:ext>
            </p:extLst>
          </p:nvPr>
        </p:nvGraphicFramePr>
        <p:xfrm>
          <a:off x="6629742" y="2854391"/>
          <a:ext cx="825137" cy="316304"/>
        </p:xfrm>
        <a:graphic>
          <a:graphicData uri="http://schemas.openxmlformats.org/presentationml/2006/ole">
            <mc:AlternateContent xmlns:mc="http://schemas.openxmlformats.org/markup-compatibility/2006">
              <mc:Choice xmlns:v="urn:schemas-microsoft-com:vml" Requires="v">
                <p:oleObj name="Equation" r:id="rId2" imgW="761760" imgH="291960" progId="Equation.DSMT4">
                  <p:embed/>
                </p:oleObj>
              </mc:Choice>
              <mc:Fallback>
                <p:oleObj name="Equation" r:id="rId2" imgW="761760" imgH="291960" progId="Equation.DSMT4">
                  <p:embed/>
                  <p:pic>
                    <p:nvPicPr>
                      <p:cNvPr id="0" name=""/>
                      <p:cNvPicPr/>
                      <p:nvPr/>
                    </p:nvPicPr>
                    <p:blipFill>
                      <a:blip r:embed="rId3"/>
                      <a:stretch>
                        <a:fillRect/>
                      </a:stretch>
                    </p:blipFill>
                    <p:spPr>
                      <a:xfrm>
                        <a:off x="6629742" y="2854391"/>
                        <a:ext cx="825137" cy="316304"/>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3220257"/>
            <a:ext cx="3044877" cy="359024"/>
          </a:xfrm>
        </p:spPr>
        <p:txBody>
          <a:bodyPr tIns="0"/>
          <a:lstStyle/>
          <a:p>
            <a:pPr marL="292608"/>
            <a:r>
              <a:rPr lang="en-US" sz="2000" dirty="0"/>
              <a:t>apply the P</a:t>
            </a:r>
            <a:r>
              <a:rPr lang="en-US" sz="100" dirty="0"/>
              <a:t> </a:t>
            </a:r>
            <a:r>
              <a:rPr lang="en-US" sz="2000" dirty="0"/>
              <a:t>D</a:t>
            </a:r>
            <a:r>
              <a:rPr lang="en-US" sz="100" dirty="0"/>
              <a:t> </a:t>
            </a:r>
            <a:r>
              <a:rPr lang="en-US" sz="2000" dirty="0"/>
              <a:t>F formula</a:t>
            </a:r>
          </a:p>
        </p:txBody>
      </p:sp>
      <p:graphicFrame>
        <p:nvGraphicFramePr>
          <p:cNvPr id="14" name="Object 13">
            <a:extLst>
              <a:ext uri="{FF2B5EF4-FFF2-40B4-BE49-F238E27FC236}">
                <a16:creationId xmlns:a16="http://schemas.microsoft.com/office/drawing/2014/main" id="{4C40668D-8DBE-4018-BEF2-E72D4C7C95D9}"/>
              </a:ext>
            </a:extLst>
          </p:cNvPr>
          <p:cNvGraphicFramePr>
            <a:graphicFrameLocks noChangeAspect="1"/>
          </p:cNvGraphicFramePr>
          <p:nvPr>
            <p:extLst>
              <p:ext uri="{D42A27DB-BD31-4B8C-83A1-F6EECF244321}">
                <p14:modId xmlns:p14="http://schemas.microsoft.com/office/powerpoint/2010/main" val="1205185851"/>
              </p:ext>
            </p:extLst>
          </p:nvPr>
        </p:nvGraphicFramePr>
        <p:xfrm>
          <a:off x="3388878" y="3207987"/>
          <a:ext cx="2590800" cy="342900"/>
        </p:xfrm>
        <a:graphic>
          <a:graphicData uri="http://schemas.openxmlformats.org/presentationml/2006/ole">
            <mc:AlternateContent xmlns:mc="http://schemas.openxmlformats.org/markup-compatibility/2006">
              <mc:Choice xmlns:v="urn:schemas-microsoft-com:vml" Requires="v">
                <p:oleObj name="Equation" r:id="rId4" imgW="2590560" imgH="342720" progId="Equation.DSMT4">
                  <p:embed/>
                </p:oleObj>
              </mc:Choice>
              <mc:Fallback>
                <p:oleObj name="Equation" r:id="rId4" imgW="2590560" imgH="342720" progId="Equation.DSMT4">
                  <p:embed/>
                  <p:pic>
                    <p:nvPicPr>
                      <p:cNvPr id="0" name=""/>
                      <p:cNvPicPr/>
                      <p:nvPr/>
                    </p:nvPicPr>
                    <p:blipFill>
                      <a:blip r:embed="rId5"/>
                      <a:stretch>
                        <a:fillRect/>
                      </a:stretch>
                    </p:blipFill>
                    <p:spPr>
                      <a:xfrm>
                        <a:off x="3388878" y="3207987"/>
                        <a:ext cx="2590800" cy="3429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6060410" y="3228151"/>
            <a:ext cx="2152335" cy="343236"/>
          </a:xfrm>
        </p:spPr>
        <p:txBody>
          <a:bodyPr lIns="0" tIns="0" rIns="0" bIns="0"/>
          <a:lstStyle/>
          <a:p>
            <a:r>
              <a:rPr lang="en-US" sz="2000" dirty="0"/>
              <a:t>and then sum the</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3659489"/>
            <a:ext cx="2008414" cy="348796"/>
          </a:xfrm>
        </p:spPr>
        <p:txBody>
          <a:bodyPr tIns="0"/>
          <a:lstStyle/>
          <a:p>
            <a:pPr marL="292608"/>
            <a:r>
              <a:rPr lang="en-US" sz="2000" dirty="0"/>
              <a:t>probabilities:</a:t>
            </a:r>
          </a:p>
        </p:txBody>
      </p:sp>
      <p:pic>
        <p:nvPicPr>
          <p:cNvPr id="9" name="Picture 8" descr="Geometric PDF and CDF for pi = 0.15.">
            <a:extLst>
              <a:ext uri="{FF2B5EF4-FFF2-40B4-BE49-F238E27FC236}">
                <a16:creationId xmlns:a16="http://schemas.microsoft.com/office/drawing/2014/main" id="{86591411-4D37-4526-AB1C-91F14BA7B7FD}"/>
              </a:ext>
            </a:extLst>
          </p:cNvPr>
          <p:cNvPicPr>
            <a:picLocks noChangeAspect="1"/>
          </p:cNvPicPr>
          <p:nvPr/>
        </p:nvPicPr>
        <p:blipFill>
          <a:blip r:embed="rId6"/>
          <a:stretch>
            <a:fillRect/>
          </a:stretch>
        </p:blipFill>
        <p:spPr>
          <a:xfrm>
            <a:off x="1739655" y="4265380"/>
            <a:ext cx="5889246" cy="1810669"/>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28908108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1" y="192490"/>
            <a:ext cx="8002814" cy="903231"/>
          </a:xfrm>
        </p:spPr>
        <p:txBody>
          <a:bodyPr>
            <a:normAutofit/>
          </a:bodyPr>
          <a:lstStyle/>
          <a:p>
            <a:r>
              <a:rPr lang="en-US" sz="3600" dirty="0"/>
              <a:t>Example: </a:t>
            </a:r>
            <a:r>
              <a:rPr lang="en-US" sz="3600" dirty="0" err="1"/>
              <a:t>Telefund</a:t>
            </a:r>
            <a:r>
              <a:rPr lang="en-US" sz="3600" dirty="0"/>
              <a:t> Calling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 </a:t>
            </a:r>
            <a:r>
              <a:rPr lang="en-US" b="1" dirty="0"/>
              <a:t>O 6.9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281214" cy="467354"/>
          </a:xfrm>
        </p:spPr>
        <p:txBody>
          <a:bodyPr/>
          <a:lstStyle/>
          <a:p>
            <a:pPr>
              <a:buFont typeface="Arial" panose="020B0604020202020204" pitchFamily="34" charset="0"/>
              <a:buChar char="•"/>
            </a:pPr>
            <a:r>
              <a:rPr lang="en-US" sz="2200" dirty="0"/>
              <a:t> </a:t>
            </a:r>
          </a:p>
        </p:txBody>
      </p:sp>
      <p:graphicFrame>
        <p:nvGraphicFramePr>
          <p:cNvPr id="22" name="Object 21">
            <a:extLst>
              <a:ext uri="{FF2B5EF4-FFF2-40B4-BE49-F238E27FC236}">
                <a16:creationId xmlns:a16="http://schemas.microsoft.com/office/drawing/2014/main" id="{5B7496FF-D8AD-409D-8F47-935CA0590038}"/>
              </a:ext>
            </a:extLst>
          </p:cNvPr>
          <p:cNvGraphicFramePr>
            <a:graphicFrameLocks noChangeAspect="1"/>
          </p:cNvGraphicFramePr>
          <p:nvPr>
            <p:extLst>
              <p:ext uri="{D42A27DB-BD31-4B8C-83A1-F6EECF244321}">
                <p14:modId xmlns:p14="http://schemas.microsoft.com/office/powerpoint/2010/main" val="4201226108"/>
              </p:ext>
            </p:extLst>
          </p:nvPr>
        </p:nvGraphicFramePr>
        <p:xfrm>
          <a:off x="766042" y="1316038"/>
          <a:ext cx="5208588" cy="471487"/>
        </p:xfrm>
        <a:graphic>
          <a:graphicData uri="http://schemas.openxmlformats.org/presentationml/2006/ole">
            <mc:AlternateContent xmlns:mc="http://schemas.openxmlformats.org/markup-compatibility/2006">
              <mc:Choice xmlns:v="urn:schemas-microsoft-com:vml" Requires="v">
                <p:oleObj name="Equation" r:id="rId2" imgW="4762440" imgH="431640" progId="Equation.DSMT4">
                  <p:embed/>
                </p:oleObj>
              </mc:Choice>
              <mc:Fallback>
                <p:oleObj name="Equation" r:id="rId2" imgW="4762440" imgH="431640" progId="Equation.DSMT4">
                  <p:embed/>
                  <p:pic>
                    <p:nvPicPr>
                      <p:cNvPr id="13" name="Object 12">
                        <a:extLst>
                          <a:ext uri="{FF2B5EF4-FFF2-40B4-BE49-F238E27FC236}">
                            <a16:creationId xmlns:a16="http://schemas.microsoft.com/office/drawing/2014/main" id="{37FB3770-34D8-437D-AEB0-F693D3371E1F}"/>
                          </a:ext>
                        </a:extLst>
                      </p:cNvPr>
                      <p:cNvPicPr/>
                      <p:nvPr/>
                    </p:nvPicPr>
                    <p:blipFill>
                      <a:blip r:embed="rId3"/>
                      <a:stretch>
                        <a:fillRect/>
                      </a:stretch>
                    </p:blipFill>
                    <p:spPr>
                      <a:xfrm>
                        <a:off x="766042" y="1316038"/>
                        <a:ext cx="5208588" cy="471487"/>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1928114"/>
            <a:ext cx="324757" cy="336113"/>
          </a:xfrm>
        </p:spPr>
        <p:txBody>
          <a:bodyPr tIns="0"/>
          <a:lstStyle/>
          <a:p>
            <a:pPr>
              <a:buFont typeface="Arial" panose="020B0604020202020204" pitchFamily="34" charset="0"/>
              <a:buChar char="•"/>
            </a:pPr>
            <a:r>
              <a:rPr lang="en-US" sz="2200" dirty="0"/>
              <a:t> </a:t>
            </a:r>
          </a:p>
        </p:txBody>
      </p:sp>
      <p:graphicFrame>
        <p:nvGraphicFramePr>
          <p:cNvPr id="23" name="Object 22">
            <a:extLst>
              <a:ext uri="{FF2B5EF4-FFF2-40B4-BE49-F238E27FC236}">
                <a16:creationId xmlns:a16="http://schemas.microsoft.com/office/drawing/2014/main" id="{6C67FB40-B689-4AEE-8182-80A0D7E19145}"/>
              </a:ext>
            </a:extLst>
          </p:cNvPr>
          <p:cNvGraphicFramePr>
            <a:graphicFrameLocks noChangeAspect="1"/>
          </p:cNvGraphicFramePr>
          <p:nvPr>
            <p:extLst>
              <p:ext uri="{D42A27DB-BD31-4B8C-83A1-F6EECF244321}">
                <p14:modId xmlns:p14="http://schemas.microsoft.com/office/powerpoint/2010/main" val="4289827910"/>
              </p:ext>
            </p:extLst>
          </p:nvPr>
        </p:nvGraphicFramePr>
        <p:xfrm>
          <a:off x="758434" y="1859676"/>
          <a:ext cx="5327855" cy="469629"/>
        </p:xfrm>
        <a:graphic>
          <a:graphicData uri="http://schemas.openxmlformats.org/presentationml/2006/ole">
            <mc:AlternateContent xmlns:mc="http://schemas.openxmlformats.org/markup-compatibility/2006">
              <mc:Choice xmlns:v="urn:schemas-microsoft-com:vml" Requires="v">
                <p:oleObj name="Equation" r:id="rId4" imgW="4889160" imgH="431640" progId="Equation.DSMT4">
                  <p:embed/>
                </p:oleObj>
              </mc:Choice>
              <mc:Fallback>
                <p:oleObj name="Equation" r:id="rId4" imgW="4889160" imgH="431640" progId="Equation.DSMT4">
                  <p:embed/>
                  <p:pic>
                    <p:nvPicPr>
                      <p:cNvPr id="14" name="Object 13">
                        <a:extLst>
                          <a:ext uri="{FF2B5EF4-FFF2-40B4-BE49-F238E27FC236}">
                            <a16:creationId xmlns:a16="http://schemas.microsoft.com/office/drawing/2014/main" id="{D930C3BC-3F46-44E2-B65A-448B468DD259}"/>
                          </a:ext>
                        </a:extLst>
                      </p:cNvPr>
                      <p:cNvPicPr/>
                      <p:nvPr/>
                    </p:nvPicPr>
                    <p:blipFill>
                      <a:blip r:embed="rId5"/>
                      <a:stretch>
                        <a:fillRect/>
                      </a:stretch>
                    </p:blipFill>
                    <p:spPr>
                      <a:xfrm>
                        <a:off x="758434" y="1859676"/>
                        <a:ext cx="5327855" cy="469629"/>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2485207"/>
            <a:ext cx="310244" cy="374108"/>
          </a:xfrm>
        </p:spPr>
        <p:txBody>
          <a:bodyPr tIns="0"/>
          <a:lstStyle/>
          <a:p>
            <a:pPr>
              <a:buFont typeface="Arial" panose="020B0604020202020204" pitchFamily="34" charset="0"/>
              <a:buChar char="•"/>
            </a:pPr>
            <a:r>
              <a:rPr lang="en-US" sz="2200" dirty="0"/>
              <a:t> </a:t>
            </a:r>
          </a:p>
        </p:txBody>
      </p:sp>
      <p:graphicFrame>
        <p:nvGraphicFramePr>
          <p:cNvPr id="24" name="Object 23">
            <a:extLst>
              <a:ext uri="{FF2B5EF4-FFF2-40B4-BE49-F238E27FC236}">
                <a16:creationId xmlns:a16="http://schemas.microsoft.com/office/drawing/2014/main" id="{C4C04ADB-1C59-41EA-A8BA-DE5979568DAF}"/>
              </a:ext>
            </a:extLst>
          </p:cNvPr>
          <p:cNvGraphicFramePr>
            <a:graphicFrameLocks noChangeAspect="1"/>
          </p:cNvGraphicFramePr>
          <p:nvPr>
            <p:extLst>
              <p:ext uri="{D42A27DB-BD31-4B8C-83A1-F6EECF244321}">
                <p14:modId xmlns:p14="http://schemas.microsoft.com/office/powerpoint/2010/main" val="608018789"/>
              </p:ext>
            </p:extLst>
          </p:nvPr>
        </p:nvGraphicFramePr>
        <p:xfrm>
          <a:off x="762000" y="2409394"/>
          <a:ext cx="5297488" cy="476250"/>
        </p:xfrm>
        <a:graphic>
          <a:graphicData uri="http://schemas.openxmlformats.org/presentationml/2006/ole">
            <mc:AlternateContent xmlns:mc="http://schemas.openxmlformats.org/markup-compatibility/2006">
              <mc:Choice xmlns:v="urn:schemas-microsoft-com:vml" Requires="v">
                <p:oleObj name="Equation" r:id="rId6" imgW="4813200" imgH="431640" progId="Equation.DSMT4">
                  <p:embed/>
                </p:oleObj>
              </mc:Choice>
              <mc:Fallback>
                <p:oleObj name="Equation" r:id="rId6" imgW="4813200" imgH="431640" progId="Equation.DSMT4">
                  <p:embed/>
                  <p:pic>
                    <p:nvPicPr>
                      <p:cNvPr id="16" name="Object 15">
                        <a:extLst>
                          <a:ext uri="{FF2B5EF4-FFF2-40B4-BE49-F238E27FC236}">
                            <a16:creationId xmlns:a16="http://schemas.microsoft.com/office/drawing/2014/main" id="{9FFD5093-248A-4AB6-AC37-7090792A33E6}"/>
                          </a:ext>
                        </a:extLst>
                      </p:cNvPr>
                      <p:cNvPicPr/>
                      <p:nvPr/>
                    </p:nvPicPr>
                    <p:blipFill>
                      <a:blip r:embed="rId7"/>
                      <a:stretch>
                        <a:fillRect/>
                      </a:stretch>
                    </p:blipFill>
                    <p:spPr>
                      <a:xfrm>
                        <a:off x="762000" y="2409394"/>
                        <a:ext cx="5297488" cy="47625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899" y="3060960"/>
            <a:ext cx="341992" cy="320136"/>
          </a:xfrm>
        </p:spPr>
        <p:txBody>
          <a:bodyPr lIns="91440" tIns="0" rIns="0" bIns="0"/>
          <a:lstStyle/>
          <a:p>
            <a:pPr>
              <a:buFont typeface="Arial" panose="020B0604020202020204" pitchFamily="34" charset="0"/>
              <a:buChar char="•"/>
            </a:pPr>
            <a:r>
              <a:rPr lang="en-US" sz="2200" dirty="0"/>
              <a:t> </a:t>
            </a:r>
          </a:p>
        </p:txBody>
      </p:sp>
      <p:graphicFrame>
        <p:nvGraphicFramePr>
          <p:cNvPr id="25" name="Object 24">
            <a:extLst>
              <a:ext uri="{FF2B5EF4-FFF2-40B4-BE49-F238E27FC236}">
                <a16:creationId xmlns:a16="http://schemas.microsoft.com/office/drawing/2014/main" id="{643F8FF9-78B4-461E-B84D-DF786330501C}"/>
              </a:ext>
            </a:extLst>
          </p:cNvPr>
          <p:cNvGraphicFramePr>
            <a:graphicFrameLocks noChangeAspect="1"/>
          </p:cNvGraphicFramePr>
          <p:nvPr>
            <p:extLst>
              <p:ext uri="{D42A27DB-BD31-4B8C-83A1-F6EECF244321}">
                <p14:modId xmlns:p14="http://schemas.microsoft.com/office/powerpoint/2010/main" val="2452632723"/>
              </p:ext>
            </p:extLst>
          </p:nvPr>
        </p:nvGraphicFramePr>
        <p:xfrm>
          <a:off x="728663" y="2974686"/>
          <a:ext cx="5405437" cy="474663"/>
        </p:xfrm>
        <a:graphic>
          <a:graphicData uri="http://schemas.openxmlformats.org/presentationml/2006/ole">
            <mc:AlternateContent xmlns:mc="http://schemas.openxmlformats.org/markup-compatibility/2006">
              <mc:Choice xmlns:v="urn:schemas-microsoft-com:vml" Requires="v">
                <p:oleObj name="Equation" r:id="rId8" imgW="4914720" imgH="431640" progId="Equation.DSMT4">
                  <p:embed/>
                </p:oleObj>
              </mc:Choice>
              <mc:Fallback>
                <p:oleObj name="Equation" r:id="rId8" imgW="4914720" imgH="431640" progId="Equation.DSMT4">
                  <p:embed/>
                  <p:pic>
                    <p:nvPicPr>
                      <p:cNvPr id="18" name="Object 17">
                        <a:extLst>
                          <a:ext uri="{FF2B5EF4-FFF2-40B4-BE49-F238E27FC236}">
                            <a16:creationId xmlns:a16="http://schemas.microsoft.com/office/drawing/2014/main" id="{E3188EE8-EE4A-43BE-A150-E0F7D46D0B61}"/>
                          </a:ext>
                        </a:extLst>
                      </p:cNvPr>
                      <p:cNvPicPr/>
                      <p:nvPr/>
                    </p:nvPicPr>
                    <p:blipFill>
                      <a:blip r:embed="rId9"/>
                      <a:stretch>
                        <a:fillRect/>
                      </a:stretch>
                    </p:blipFill>
                    <p:spPr>
                      <a:xfrm>
                        <a:off x="728663" y="2974686"/>
                        <a:ext cx="5405437" cy="47466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899" y="3612498"/>
            <a:ext cx="397330" cy="348796"/>
          </a:xfrm>
        </p:spPr>
        <p:txBody>
          <a:bodyPr lIns="91440" tIns="0"/>
          <a:lstStyle/>
          <a:p>
            <a:pPr>
              <a:buFont typeface="Arial" panose="020B0604020202020204" pitchFamily="34" charset="0"/>
              <a:buChar char="•"/>
            </a:pPr>
            <a:r>
              <a:rPr lang="en-US" sz="2200" dirty="0"/>
              <a:t> </a:t>
            </a:r>
          </a:p>
        </p:txBody>
      </p:sp>
      <p:graphicFrame>
        <p:nvGraphicFramePr>
          <p:cNvPr id="26" name="Object 25">
            <a:extLst>
              <a:ext uri="{FF2B5EF4-FFF2-40B4-BE49-F238E27FC236}">
                <a16:creationId xmlns:a16="http://schemas.microsoft.com/office/drawing/2014/main" id="{F8C68486-17F5-4F41-8B29-9A8C51D0BCF9}"/>
              </a:ext>
            </a:extLst>
          </p:cNvPr>
          <p:cNvGraphicFramePr>
            <a:graphicFrameLocks noChangeAspect="1"/>
          </p:cNvGraphicFramePr>
          <p:nvPr>
            <p:extLst>
              <p:ext uri="{D42A27DB-BD31-4B8C-83A1-F6EECF244321}">
                <p14:modId xmlns:p14="http://schemas.microsoft.com/office/powerpoint/2010/main" val="874968628"/>
              </p:ext>
            </p:extLst>
          </p:nvPr>
        </p:nvGraphicFramePr>
        <p:xfrm>
          <a:off x="714375" y="3536950"/>
          <a:ext cx="5392738" cy="474663"/>
        </p:xfrm>
        <a:graphic>
          <a:graphicData uri="http://schemas.openxmlformats.org/presentationml/2006/ole">
            <mc:AlternateContent xmlns:mc="http://schemas.openxmlformats.org/markup-compatibility/2006">
              <mc:Choice xmlns:v="urn:schemas-microsoft-com:vml" Requires="v">
                <p:oleObj name="Equation" r:id="rId10" imgW="4902120" imgH="431640" progId="Equation.DSMT4">
                  <p:embed/>
                </p:oleObj>
              </mc:Choice>
              <mc:Fallback>
                <p:oleObj name="Equation" r:id="rId10" imgW="4902120" imgH="431640" progId="Equation.DSMT4">
                  <p:embed/>
                  <p:pic>
                    <p:nvPicPr>
                      <p:cNvPr id="0" name=""/>
                      <p:cNvPicPr/>
                      <p:nvPr/>
                    </p:nvPicPr>
                    <p:blipFill>
                      <a:blip r:embed="rId11"/>
                      <a:stretch>
                        <a:fillRect/>
                      </a:stretch>
                    </p:blipFill>
                    <p:spPr>
                      <a:xfrm>
                        <a:off x="714375" y="3536950"/>
                        <a:ext cx="5392738" cy="47466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899" y="4239846"/>
            <a:ext cx="1004963" cy="387407"/>
          </a:xfrm>
        </p:spPr>
        <p:txBody>
          <a:bodyPr lIns="91440" tIns="0" rIns="0" bIns="0"/>
          <a:lstStyle/>
          <a:p>
            <a:r>
              <a:rPr lang="en-US" dirty="0"/>
              <a:t>Then,</a:t>
            </a:r>
          </a:p>
        </p:txBody>
      </p:sp>
      <p:graphicFrame>
        <p:nvGraphicFramePr>
          <p:cNvPr id="18" name="Object 17">
            <a:extLst>
              <a:ext uri="{FF2B5EF4-FFF2-40B4-BE49-F238E27FC236}">
                <a16:creationId xmlns:a16="http://schemas.microsoft.com/office/drawing/2014/main" id="{14793156-0113-40B3-91EF-A8990FA8AC5A}"/>
              </a:ext>
            </a:extLst>
          </p:cNvPr>
          <p:cNvGraphicFramePr>
            <a:graphicFrameLocks noChangeAspect="1"/>
          </p:cNvGraphicFramePr>
          <p:nvPr>
            <p:extLst>
              <p:ext uri="{D42A27DB-BD31-4B8C-83A1-F6EECF244321}">
                <p14:modId xmlns:p14="http://schemas.microsoft.com/office/powerpoint/2010/main" val="1125916210"/>
              </p:ext>
            </p:extLst>
          </p:nvPr>
        </p:nvGraphicFramePr>
        <p:xfrm>
          <a:off x="1260475" y="4305300"/>
          <a:ext cx="7089775" cy="350838"/>
        </p:xfrm>
        <a:graphic>
          <a:graphicData uri="http://schemas.openxmlformats.org/presentationml/2006/ole">
            <mc:AlternateContent xmlns:mc="http://schemas.openxmlformats.org/markup-compatibility/2006">
              <mc:Choice xmlns:v="urn:schemas-microsoft-com:vml" Requires="v">
                <p:oleObj name="Equation" r:id="rId12" imgW="6134040" imgH="304560" progId="Equation.DSMT4">
                  <p:embed/>
                </p:oleObj>
              </mc:Choice>
              <mc:Fallback>
                <p:oleObj name="Equation" r:id="rId12" imgW="6134040" imgH="304560" progId="Equation.DSMT4">
                  <p:embed/>
                  <p:pic>
                    <p:nvPicPr>
                      <p:cNvPr id="24" name="Object 23">
                        <a:extLst>
                          <a:ext uri="{FF2B5EF4-FFF2-40B4-BE49-F238E27FC236}">
                            <a16:creationId xmlns:a16="http://schemas.microsoft.com/office/drawing/2014/main" id="{29821DFD-4ECB-418D-8470-1B1817BD8070}"/>
                          </a:ext>
                        </a:extLst>
                      </p:cNvPr>
                      <p:cNvPicPr/>
                      <p:nvPr/>
                    </p:nvPicPr>
                    <p:blipFill>
                      <a:blip r:embed="rId13"/>
                      <a:stretch>
                        <a:fillRect/>
                      </a:stretch>
                    </p:blipFill>
                    <p:spPr>
                      <a:xfrm>
                        <a:off x="1260475" y="4305300"/>
                        <a:ext cx="7089775" cy="350838"/>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5718138D-5B22-4D5A-8828-3E984AB9FC27}"/>
              </a:ext>
            </a:extLst>
          </p:cNvPr>
          <p:cNvSpPr>
            <a:spLocks noGrp="1"/>
          </p:cNvSpPr>
          <p:nvPr>
            <p:ph sz="quarter" idx="20"/>
          </p:nvPr>
        </p:nvSpPr>
        <p:spPr>
          <a:xfrm>
            <a:off x="342900" y="4844636"/>
            <a:ext cx="5462814" cy="388325"/>
          </a:xfrm>
        </p:spPr>
        <p:txBody>
          <a:bodyPr lIns="91440" tIns="0" rIns="0" bIns="0"/>
          <a:lstStyle/>
          <a:p>
            <a:r>
              <a:rPr lang="en-US" dirty="0"/>
              <a:t>Alternately, we can use the C</a:t>
            </a:r>
            <a:r>
              <a:rPr lang="en-US" sz="100" dirty="0"/>
              <a:t> </a:t>
            </a:r>
            <a:r>
              <a:rPr lang="en-US" dirty="0"/>
              <a:t>D</a:t>
            </a:r>
            <a:r>
              <a:rPr lang="en-US" sz="100" dirty="0"/>
              <a:t> </a:t>
            </a:r>
            <a:r>
              <a:rPr lang="en-US" dirty="0"/>
              <a:t>F to get</a:t>
            </a:r>
          </a:p>
        </p:txBody>
      </p:sp>
      <p:graphicFrame>
        <p:nvGraphicFramePr>
          <p:cNvPr id="19" name="Object 18">
            <a:extLst>
              <a:ext uri="{FF2B5EF4-FFF2-40B4-BE49-F238E27FC236}">
                <a16:creationId xmlns:a16="http://schemas.microsoft.com/office/drawing/2014/main" id="{C639408B-6003-47C8-BAA7-62627BE34AE2}"/>
              </a:ext>
            </a:extLst>
          </p:cNvPr>
          <p:cNvGraphicFramePr>
            <a:graphicFrameLocks noChangeAspect="1"/>
          </p:cNvGraphicFramePr>
          <p:nvPr>
            <p:extLst>
              <p:ext uri="{D42A27DB-BD31-4B8C-83A1-F6EECF244321}">
                <p14:modId xmlns:p14="http://schemas.microsoft.com/office/powerpoint/2010/main" val="2576792160"/>
              </p:ext>
            </p:extLst>
          </p:nvPr>
        </p:nvGraphicFramePr>
        <p:xfrm>
          <a:off x="5732400" y="4856915"/>
          <a:ext cx="2894012" cy="384175"/>
        </p:xfrm>
        <a:graphic>
          <a:graphicData uri="http://schemas.openxmlformats.org/presentationml/2006/ole">
            <mc:AlternateContent xmlns:mc="http://schemas.openxmlformats.org/markup-compatibility/2006">
              <mc:Choice xmlns:v="urn:schemas-microsoft-com:vml" Requires="v">
                <p:oleObj name="Equation" r:id="rId14" imgW="2577960" imgH="342720" progId="Equation.DSMT4">
                  <p:embed/>
                </p:oleObj>
              </mc:Choice>
              <mc:Fallback>
                <p:oleObj name="Equation" r:id="rId14" imgW="2577960" imgH="342720" progId="Equation.DSMT4">
                  <p:embed/>
                  <p:pic>
                    <p:nvPicPr>
                      <p:cNvPr id="25" name="Object 24">
                        <a:extLst>
                          <a:ext uri="{FF2B5EF4-FFF2-40B4-BE49-F238E27FC236}">
                            <a16:creationId xmlns:a16="http://schemas.microsoft.com/office/drawing/2014/main" id="{ABA01222-D95A-4276-9612-311C973D566E}"/>
                          </a:ext>
                        </a:extLst>
                      </p:cNvPr>
                      <p:cNvPicPr/>
                      <p:nvPr/>
                    </p:nvPicPr>
                    <p:blipFill>
                      <a:blip r:embed="rId15"/>
                      <a:stretch>
                        <a:fillRect/>
                      </a:stretch>
                    </p:blipFill>
                    <p:spPr>
                      <a:xfrm>
                        <a:off x="5732400" y="4856915"/>
                        <a:ext cx="2894012" cy="384175"/>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C2BAFAFC-8066-4FCF-AD0C-42BFA8ED638B}"/>
              </a:ext>
            </a:extLst>
          </p:cNvPr>
          <p:cNvGraphicFramePr>
            <a:graphicFrameLocks noChangeAspect="1"/>
          </p:cNvGraphicFramePr>
          <p:nvPr>
            <p:extLst>
              <p:ext uri="{D42A27DB-BD31-4B8C-83A1-F6EECF244321}">
                <p14:modId xmlns:p14="http://schemas.microsoft.com/office/powerpoint/2010/main" val="2251360786"/>
              </p:ext>
            </p:extLst>
          </p:nvPr>
        </p:nvGraphicFramePr>
        <p:xfrm>
          <a:off x="437786" y="5290882"/>
          <a:ext cx="2382838" cy="292100"/>
        </p:xfrm>
        <a:graphic>
          <a:graphicData uri="http://schemas.openxmlformats.org/presentationml/2006/ole">
            <mc:AlternateContent xmlns:mc="http://schemas.openxmlformats.org/markup-compatibility/2006">
              <mc:Choice xmlns:v="urn:schemas-microsoft-com:vml" Requires="v">
                <p:oleObj name="Equation" r:id="rId16" imgW="1968480" imgH="241200" progId="Equation.DSMT4">
                  <p:embed/>
                </p:oleObj>
              </mc:Choice>
              <mc:Fallback>
                <p:oleObj name="Equation" r:id="rId16" imgW="1968480" imgH="241200" progId="Equation.DSMT4">
                  <p:embed/>
                  <p:pic>
                    <p:nvPicPr>
                      <p:cNvPr id="26" name="Object 25">
                        <a:extLst>
                          <a:ext uri="{FF2B5EF4-FFF2-40B4-BE49-F238E27FC236}">
                            <a16:creationId xmlns:a16="http://schemas.microsoft.com/office/drawing/2014/main" id="{1942698A-E1C6-4BA4-AF90-26FD923CF8B2}"/>
                          </a:ext>
                        </a:extLst>
                      </p:cNvPr>
                      <p:cNvPicPr/>
                      <p:nvPr/>
                    </p:nvPicPr>
                    <p:blipFill>
                      <a:blip r:embed="rId17"/>
                      <a:stretch>
                        <a:fillRect/>
                      </a:stretch>
                    </p:blipFill>
                    <p:spPr>
                      <a:xfrm>
                        <a:off x="437786" y="5290882"/>
                        <a:ext cx="2382838" cy="292100"/>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EEAC83CD-8B92-405F-B8AB-DC8F277A8768}"/>
              </a:ext>
            </a:extLst>
          </p:cNvPr>
          <p:cNvSpPr>
            <a:spLocks noGrp="1"/>
          </p:cNvSpPr>
          <p:nvPr>
            <p:ph sz="quarter" idx="22"/>
          </p:nvPr>
        </p:nvSpPr>
        <p:spPr>
          <a:xfrm>
            <a:off x="342899" y="5826043"/>
            <a:ext cx="8307614" cy="439545"/>
          </a:xfrm>
        </p:spPr>
        <p:txBody>
          <a:bodyPr tIns="0"/>
          <a:lstStyle/>
          <a:p>
            <a:r>
              <a:rPr lang="en-US" dirty="0"/>
              <a:t>The C</a:t>
            </a:r>
            <a:r>
              <a:rPr lang="en-US" sz="100" dirty="0"/>
              <a:t> </a:t>
            </a:r>
            <a:r>
              <a:rPr lang="en-US" dirty="0"/>
              <a:t>D</a:t>
            </a:r>
            <a:r>
              <a:rPr lang="en-US" sz="100" dirty="0"/>
              <a:t> </a:t>
            </a:r>
            <a:r>
              <a:rPr lang="en-US" dirty="0"/>
              <a:t>F is a much easier method when sums are required.</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54</a:t>
            </a:fld>
            <a:endParaRPr lang="en-US"/>
          </a:p>
        </p:txBody>
      </p:sp>
    </p:spTree>
    <p:extLst>
      <p:ext uri="{BB962C8B-B14F-4D97-AF65-F5344CB8AC3E}">
        <p14:creationId xmlns:p14="http://schemas.microsoft.com/office/powerpoint/2010/main" val="482307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661848" cy="903231"/>
          </a:xfrm>
        </p:spPr>
        <p:txBody>
          <a:bodyPr>
            <a:normAutofit/>
          </a:bodyPr>
          <a:lstStyle/>
          <a:p>
            <a:r>
              <a:rPr lang="en-US" sz="3600" dirty="0"/>
              <a:t>Example: </a:t>
            </a:r>
            <a:r>
              <a:rPr lang="en-US" sz="3600" dirty="0" err="1"/>
              <a:t>Telefund</a:t>
            </a:r>
            <a:r>
              <a:rPr lang="en-US" sz="3600" dirty="0"/>
              <a:t> Calling </a:t>
            </a:r>
            <a:r>
              <a:rPr lang="en-US" sz="1000" b="0" baseline="0" dirty="0"/>
              <a:t>3</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263290"/>
          </a:xfrm>
        </p:spPr>
        <p:txBody>
          <a:bodyPr vert="vert" rIns="0"/>
          <a:lstStyle/>
          <a:p>
            <a:pPr marL="1025525" indent="-1025525"/>
            <a:r>
              <a:rPr lang="en-US" b="1" dirty="0"/>
              <a:t>L</a:t>
            </a:r>
            <a:r>
              <a:rPr lang="en-US" sz="100" b="1" dirty="0"/>
              <a:t> </a:t>
            </a:r>
            <a:r>
              <a:rPr lang="en-US" b="1" dirty="0"/>
              <a:t>O 6.9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795710"/>
          </a:xfrm>
        </p:spPr>
        <p:txBody>
          <a:bodyPr/>
          <a:lstStyle/>
          <a:p>
            <a:r>
              <a:rPr lang="en-US" dirty="0"/>
              <a:t>The expected number of phone calls until the first donation is,</a:t>
            </a:r>
          </a:p>
        </p:txBody>
      </p:sp>
      <p:graphicFrame>
        <p:nvGraphicFramePr>
          <p:cNvPr id="13" name="Object 12">
            <a:extLst>
              <a:ext uri="{FF2B5EF4-FFF2-40B4-BE49-F238E27FC236}">
                <a16:creationId xmlns:a16="http://schemas.microsoft.com/office/drawing/2014/main" id="{475C09D4-8EBB-42F7-9005-1EC01F5B6EB8}"/>
              </a:ext>
            </a:extLst>
          </p:cNvPr>
          <p:cNvGraphicFramePr>
            <a:graphicFrameLocks noChangeAspect="1"/>
          </p:cNvGraphicFramePr>
          <p:nvPr>
            <p:extLst>
              <p:ext uri="{D42A27DB-BD31-4B8C-83A1-F6EECF244321}">
                <p14:modId xmlns:p14="http://schemas.microsoft.com/office/powerpoint/2010/main" val="3147485138"/>
              </p:ext>
            </p:extLst>
          </p:nvPr>
        </p:nvGraphicFramePr>
        <p:xfrm>
          <a:off x="2568575" y="2266950"/>
          <a:ext cx="3765550" cy="368300"/>
        </p:xfrm>
        <a:graphic>
          <a:graphicData uri="http://schemas.openxmlformats.org/presentationml/2006/ole">
            <mc:AlternateContent xmlns:mc="http://schemas.openxmlformats.org/markup-compatibility/2006">
              <mc:Choice xmlns:v="urn:schemas-microsoft-com:vml" Requires="v">
                <p:oleObj name="Equation" r:id="rId2" imgW="3111480" imgH="304560" progId="Equation.DSMT4">
                  <p:embed/>
                </p:oleObj>
              </mc:Choice>
              <mc:Fallback>
                <p:oleObj name="Equation" r:id="rId2" imgW="3111480" imgH="304560" progId="Equation.DSMT4">
                  <p:embed/>
                  <p:pic>
                    <p:nvPicPr>
                      <p:cNvPr id="0" name=""/>
                      <p:cNvPicPr/>
                      <p:nvPr/>
                    </p:nvPicPr>
                    <p:blipFill>
                      <a:blip r:embed="rId3"/>
                      <a:stretch>
                        <a:fillRect/>
                      </a:stretch>
                    </p:blipFill>
                    <p:spPr>
                      <a:xfrm>
                        <a:off x="2568575" y="2266950"/>
                        <a:ext cx="3765550" cy="3683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779445"/>
            <a:ext cx="7930243" cy="1160360"/>
          </a:xfrm>
        </p:spPr>
        <p:txBody>
          <a:bodyPr tIns="0"/>
          <a:lstStyle/>
          <a:p>
            <a:r>
              <a:rPr lang="en-US" dirty="0"/>
              <a:t>On the average, we expect to call between 6 and 7 alumni until the first donation. However, the standard deviation is rather large:</a:t>
            </a:r>
          </a:p>
        </p:txBody>
      </p:sp>
      <p:graphicFrame>
        <p:nvGraphicFramePr>
          <p:cNvPr id="14" name="Object 13">
            <a:extLst>
              <a:ext uri="{FF2B5EF4-FFF2-40B4-BE49-F238E27FC236}">
                <a16:creationId xmlns:a16="http://schemas.microsoft.com/office/drawing/2014/main" id="{BB82BDAB-1AEC-4872-AA7F-43CE5BBFC771}"/>
              </a:ext>
            </a:extLst>
          </p:cNvPr>
          <p:cNvGraphicFramePr>
            <a:graphicFrameLocks noChangeAspect="1"/>
          </p:cNvGraphicFramePr>
          <p:nvPr>
            <p:extLst>
              <p:ext uri="{D42A27DB-BD31-4B8C-83A1-F6EECF244321}">
                <p14:modId xmlns:p14="http://schemas.microsoft.com/office/powerpoint/2010/main" val="1016627372"/>
              </p:ext>
            </p:extLst>
          </p:nvPr>
        </p:nvGraphicFramePr>
        <p:xfrm>
          <a:off x="2036763" y="4111625"/>
          <a:ext cx="4837112" cy="546100"/>
        </p:xfrm>
        <a:graphic>
          <a:graphicData uri="http://schemas.openxmlformats.org/presentationml/2006/ole">
            <mc:AlternateContent xmlns:mc="http://schemas.openxmlformats.org/markup-compatibility/2006">
              <mc:Choice xmlns:v="urn:schemas-microsoft-com:vml" Requires="v">
                <p:oleObj name="Equation" r:id="rId4" imgW="4267080" imgH="482400" progId="Equation.DSMT4">
                  <p:embed/>
                </p:oleObj>
              </mc:Choice>
              <mc:Fallback>
                <p:oleObj name="Equation" r:id="rId4" imgW="4267080" imgH="482400" progId="Equation.DSMT4">
                  <p:embed/>
                  <p:pic>
                    <p:nvPicPr>
                      <p:cNvPr id="0" name=""/>
                      <p:cNvPicPr/>
                      <p:nvPr/>
                    </p:nvPicPr>
                    <p:blipFill>
                      <a:blip r:embed="rId5"/>
                      <a:stretch>
                        <a:fillRect/>
                      </a:stretch>
                    </p:blipFill>
                    <p:spPr>
                      <a:xfrm>
                        <a:off x="2036763" y="4111625"/>
                        <a:ext cx="4837112" cy="5461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3F81B69-7A6D-42D0-9BBA-438C295CF1EC}"/>
              </a:ext>
            </a:extLst>
          </p:cNvPr>
          <p:cNvGraphicFramePr>
            <a:graphicFrameLocks noChangeAspect="1"/>
          </p:cNvGraphicFramePr>
          <p:nvPr>
            <p:extLst>
              <p:ext uri="{D42A27DB-BD31-4B8C-83A1-F6EECF244321}">
                <p14:modId xmlns:p14="http://schemas.microsoft.com/office/powerpoint/2010/main" val="2172176400"/>
              </p:ext>
            </p:extLst>
          </p:nvPr>
        </p:nvGraphicFramePr>
        <p:xfrm>
          <a:off x="1957351" y="4767009"/>
          <a:ext cx="1410970" cy="279400"/>
        </p:xfrm>
        <a:graphic>
          <a:graphicData uri="http://schemas.openxmlformats.org/presentationml/2006/ole">
            <mc:AlternateContent xmlns:mc="http://schemas.openxmlformats.org/markup-compatibility/2006">
              <mc:Choice xmlns:v="urn:schemas-microsoft-com:vml" Requires="v">
                <p:oleObj name="Equation" r:id="rId6" imgW="1282680" imgH="253800" progId="Equation.DSMT4">
                  <p:embed/>
                </p:oleObj>
              </mc:Choice>
              <mc:Fallback>
                <p:oleObj name="Equation" r:id="rId6" imgW="1282680" imgH="253800" progId="Equation.DSMT4">
                  <p:embed/>
                  <p:pic>
                    <p:nvPicPr>
                      <p:cNvPr id="0" name=""/>
                      <p:cNvPicPr/>
                      <p:nvPr/>
                    </p:nvPicPr>
                    <p:blipFill>
                      <a:blip r:embed="rId7"/>
                      <a:stretch>
                        <a:fillRect/>
                      </a:stretch>
                    </p:blipFill>
                    <p:spPr>
                      <a:xfrm>
                        <a:off x="1957351" y="4767009"/>
                        <a:ext cx="1410970" cy="2794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5210494"/>
            <a:ext cx="8104414" cy="1171964"/>
          </a:xfrm>
        </p:spPr>
        <p:txBody>
          <a:bodyPr tIns="0"/>
          <a:lstStyle/>
          <a:p>
            <a:r>
              <a:rPr lang="en-US" dirty="0"/>
              <a:t>The large standard deviation is a signal that it would be unwise to regard the mean as a good prediction of how many trials will be needed until the first donation.</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42660081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93394" cy="903231"/>
          </a:xfrm>
        </p:spPr>
        <p:txBody>
          <a:bodyPr>
            <a:normAutofit/>
          </a:bodyPr>
          <a:lstStyle/>
          <a:p>
            <a:r>
              <a:rPr lang="en-US" sz="3600" dirty="0"/>
              <a:t>Linear Transformation</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43713" y="192490"/>
            <a:ext cx="451211" cy="1274187"/>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21904"/>
            <a:ext cx="8054651" cy="846871"/>
          </a:xfrm>
        </p:spPr>
        <p:txBody>
          <a:bodyPr/>
          <a:lstStyle/>
          <a:p>
            <a:pPr marL="292608" indent="-292608">
              <a:buFont typeface="Arial" panose="020B0604020202020204" pitchFamily="34" charset="0"/>
              <a:buChar char="•"/>
            </a:pPr>
            <a:r>
              <a:rPr lang="en-US" sz="2200" dirty="0"/>
              <a:t>A </a:t>
            </a:r>
            <a:r>
              <a:rPr lang="en-US" sz="2200" b="1" dirty="0"/>
              <a:t>linear transformation </a:t>
            </a:r>
            <a:r>
              <a:rPr lang="en-US" sz="2200" dirty="0"/>
              <a:t>of a random variable </a:t>
            </a:r>
            <a:r>
              <a:rPr lang="en-US" sz="2200" i="1" dirty="0"/>
              <a:t>X </a:t>
            </a:r>
            <a:r>
              <a:rPr lang="en-US" sz="2200" dirty="0"/>
              <a:t>is performed by adding a constant, multiplying by a constant, or both.</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156218"/>
            <a:ext cx="8054651" cy="394446"/>
          </a:xfrm>
        </p:spPr>
        <p:txBody>
          <a:bodyPr tIns="0"/>
          <a:lstStyle/>
          <a:p>
            <a:pPr marL="292608" indent="-292608">
              <a:buFont typeface="Arial" panose="020B0604020202020204" pitchFamily="34" charset="0"/>
              <a:buChar char="•"/>
            </a:pPr>
            <a:r>
              <a:rPr lang="en-IN" sz="2200" dirty="0"/>
              <a:t>Consider the random variable </a:t>
            </a:r>
            <a:r>
              <a:rPr lang="en-IN" sz="2200" i="1" dirty="0" err="1"/>
              <a:t>aX</a:t>
            </a:r>
            <a:r>
              <a:rPr lang="en-IN" sz="2200" dirty="0"/>
              <a:t> + </a:t>
            </a:r>
            <a:r>
              <a:rPr lang="en-IN" sz="2200" i="1" dirty="0"/>
              <a:t>b</a:t>
            </a:r>
            <a:r>
              <a:rPr lang="en-IN" sz="2200" dirty="0"/>
              <a:t>, where a and b are any</a:t>
            </a:r>
            <a:endParaRPr lang="en-US" sz="2200" dirty="0"/>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2621105"/>
            <a:ext cx="1700504" cy="403111"/>
          </a:xfrm>
        </p:spPr>
        <p:txBody>
          <a:bodyPr tIns="0"/>
          <a:lstStyle/>
          <a:p>
            <a:pPr marL="292608"/>
            <a:r>
              <a:rPr lang="en-IN" sz="2200" dirty="0"/>
              <a:t>constants</a:t>
            </a:r>
            <a:endParaRPr lang="en-US" sz="2200" dirty="0"/>
          </a:p>
        </p:txBody>
      </p:sp>
      <p:graphicFrame>
        <p:nvGraphicFramePr>
          <p:cNvPr id="13" name="Object 12">
            <a:extLst>
              <a:ext uri="{FF2B5EF4-FFF2-40B4-BE49-F238E27FC236}">
                <a16:creationId xmlns:a16="http://schemas.microsoft.com/office/drawing/2014/main" id="{D0215BFF-E6FD-46BB-A3A4-303B8852C5BA}"/>
              </a:ext>
            </a:extLst>
          </p:cNvPr>
          <p:cNvGraphicFramePr>
            <a:graphicFrameLocks noChangeAspect="1"/>
          </p:cNvGraphicFramePr>
          <p:nvPr>
            <p:extLst>
              <p:ext uri="{D42A27DB-BD31-4B8C-83A1-F6EECF244321}">
                <p14:modId xmlns:p14="http://schemas.microsoft.com/office/powerpoint/2010/main" val="1115666818"/>
              </p:ext>
            </p:extLst>
          </p:nvPr>
        </p:nvGraphicFramePr>
        <p:xfrm>
          <a:off x="2016461" y="2620942"/>
          <a:ext cx="838200" cy="381000"/>
        </p:xfrm>
        <a:graphic>
          <a:graphicData uri="http://schemas.openxmlformats.org/presentationml/2006/ole">
            <mc:AlternateContent xmlns:mc="http://schemas.openxmlformats.org/markup-compatibility/2006">
              <mc:Choice xmlns:v="urn:schemas-microsoft-com:vml" Requires="v">
                <p:oleObj name="Equation" r:id="rId2" imgW="838080" imgH="380880" progId="Equation.DSMT4">
                  <p:embed/>
                </p:oleObj>
              </mc:Choice>
              <mc:Fallback>
                <p:oleObj name="Equation" r:id="rId2" imgW="838080" imgH="380880" progId="Equation.DSMT4">
                  <p:embed/>
                  <p:pic>
                    <p:nvPicPr>
                      <p:cNvPr id="13" name="Object 12">
                        <a:extLst>
                          <a:ext uri="{FF2B5EF4-FFF2-40B4-BE49-F238E27FC236}">
                            <a16:creationId xmlns:a16="http://schemas.microsoft.com/office/drawing/2014/main" id="{D0215BFF-E6FD-46BB-A3A4-303B8852C5BA}"/>
                          </a:ext>
                        </a:extLst>
                      </p:cNvPr>
                      <p:cNvPicPr/>
                      <p:nvPr/>
                    </p:nvPicPr>
                    <p:blipFill>
                      <a:blip r:embed="rId3"/>
                      <a:stretch>
                        <a:fillRect/>
                      </a:stretch>
                    </p:blipFill>
                    <p:spPr>
                      <a:xfrm>
                        <a:off x="2016461" y="2620942"/>
                        <a:ext cx="838200" cy="3810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0" y="3089385"/>
            <a:ext cx="8054651" cy="1502764"/>
          </a:xfrm>
        </p:spPr>
        <p:txBody>
          <a:bodyPr lIns="91440" tIns="0" rIns="0" bIns="0"/>
          <a:lstStyle/>
          <a:p>
            <a:pPr marL="292608" indent="-292608">
              <a:buFont typeface="Arial" panose="020B0604020202020204" pitchFamily="34" charset="0"/>
              <a:buChar char="•"/>
              <a:defRPr/>
            </a:pPr>
            <a:r>
              <a:rPr lang="en-US" sz="2200" dirty="0"/>
              <a:t>Adding a constant shifts the mean but does not affect the standard deviation.</a:t>
            </a:r>
          </a:p>
          <a:p>
            <a:pPr marL="292608" indent="-292608">
              <a:buFont typeface="Arial" panose="020B0604020202020204" pitchFamily="34" charset="0"/>
              <a:buChar char="•"/>
              <a:defRPr/>
            </a:pPr>
            <a:r>
              <a:rPr lang="en-US" sz="2200" dirty="0"/>
              <a:t>Multiplying by a constant affects both the mean and the standard deviation.</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0" y="4884565"/>
            <a:ext cx="1151222" cy="387072"/>
          </a:xfrm>
        </p:spPr>
        <p:txBody>
          <a:bodyPr tIns="0"/>
          <a:lstStyle/>
          <a:p>
            <a:r>
              <a:rPr lang="en-US" sz="2200" b="1" i="1" dirty="0"/>
              <a:t>Rule 1:</a:t>
            </a:r>
          </a:p>
        </p:txBody>
      </p:sp>
      <p:graphicFrame>
        <p:nvGraphicFramePr>
          <p:cNvPr id="14" name="Object 13">
            <a:extLst>
              <a:ext uri="{FF2B5EF4-FFF2-40B4-BE49-F238E27FC236}">
                <a16:creationId xmlns:a16="http://schemas.microsoft.com/office/drawing/2014/main" id="{F8D59F6C-EB9C-4322-AC00-C491B7152C59}"/>
              </a:ext>
            </a:extLst>
          </p:cNvPr>
          <p:cNvGraphicFramePr>
            <a:graphicFrameLocks noChangeAspect="1"/>
          </p:cNvGraphicFramePr>
          <p:nvPr>
            <p:extLst>
              <p:ext uri="{D42A27DB-BD31-4B8C-83A1-F6EECF244321}">
                <p14:modId xmlns:p14="http://schemas.microsoft.com/office/powerpoint/2010/main" val="81307650"/>
              </p:ext>
            </p:extLst>
          </p:nvPr>
        </p:nvGraphicFramePr>
        <p:xfrm>
          <a:off x="1525324" y="4877280"/>
          <a:ext cx="1801813" cy="363538"/>
        </p:xfrm>
        <a:graphic>
          <a:graphicData uri="http://schemas.openxmlformats.org/presentationml/2006/ole">
            <mc:AlternateContent xmlns:mc="http://schemas.openxmlformats.org/markup-compatibility/2006">
              <mc:Choice xmlns:v="urn:schemas-microsoft-com:vml" Requires="v">
                <p:oleObj name="Equation" r:id="rId4" imgW="1638000" imgH="330120" progId="Equation.DSMT4">
                  <p:embed/>
                </p:oleObj>
              </mc:Choice>
              <mc:Fallback>
                <p:oleObj name="Equation" r:id="rId4" imgW="1638000" imgH="330120" progId="Equation.DSMT4">
                  <p:embed/>
                  <p:pic>
                    <p:nvPicPr>
                      <p:cNvPr id="14" name="Object 13">
                        <a:extLst>
                          <a:ext uri="{FF2B5EF4-FFF2-40B4-BE49-F238E27FC236}">
                            <a16:creationId xmlns:a16="http://schemas.microsoft.com/office/drawing/2014/main" id="{F8D59F6C-EB9C-4322-AC00-C491B7152C59}"/>
                          </a:ext>
                        </a:extLst>
                      </p:cNvPr>
                      <p:cNvPicPr/>
                      <p:nvPr/>
                    </p:nvPicPr>
                    <p:blipFill>
                      <a:blip r:embed="rId5"/>
                      <a:stretch>
                        <a:fillRect/>
                      </a:stretch>
                    </p:blipFill>
                    <p:spPr>
                      <a:xfrm>
                        <a:off x="1525324" y="4877280"/>
                        <a:ext cx="1801813" cy="363538"/>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DA90C724-81B9-4D7E-AB68-F1B15EC239F6}"/>
              </a:ext>
            </a:extLst>
          </p:cNvPr>
          <p:cNvSpPr>
            <a:spLocks noGrp="1"/>
          </p:cNvSpPr>
          <p:nvPr>
            <p:ph sz="quarter" idx="20"/>
          </p:nvPr>
        </p:nvSpPr>
        <p:spPr>
          <a:xfrm>
            <a:off x="3367670" y="4831251"/>
            <a:ext cx="4264984" cy="451081"/>
          </a:xfrm>
        </p:spPr>
        <p:txBody>
          <a:bodyPr/>
          <a:lstStyle/>
          <a:p>
            <a:r>
              <a:rPr lang="en-US" sz="2200" dirty="0"/>
              <a:t>(mean of a transformed variable)</a:t>
            </a:r>
          </a:p>
        </p:txBody>
      </p:sp>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900" y="5564054"/>
            <a:ext cx="1140964" cy="314036"/>
          </a:xfrm>
        </p:spPr>
        <p:txBody>
          <a:bodyPr lIns="91440" tIns="0" rIns="0" bIns="0"/>
          <a:lstStyle/>
          <a:p>
            <a:r>
              <a:rPr lang="en-US" sz="2200" b="1" i="1" dirty="0"/>
              <a:t>Rule 2:</a:t>
            </a:r>
          </a:p>
        </p:txBody>
      </p:sp>
      <p:graphicFrame>
        <p:nvGraphicFramePr>
          <p:cNvPr id="16" name="Object 15">
            <a:extLst>
              <a:ext uri="{FF2B5EF4-FFF2-40B4-BE49-F238E27FC236}">
                <a16:creationId xmlns:a16="http://schemas.microsoft.com/office/drawing/2014/main" id="{0FD933D9-C653-442B-96C6-7DE97B687BD2}"/>
              </a:ext>
            </a:extLst>
          </p:cNvPr>
          <p:cNvGraphicFramePr>
            <a:graphicFrameLocks noChangeAspect="1"/>
          </p:cNvGraphicFramePr>
          <p:nvPr>
            <p:extLst>
              <p:ext uri="{D42A27DB-BD31-4B8C-83A1-F6EECF244321}">
                <p14:modId xmlns:p14="http://schemas.microsoft.com/office/powerpoint/2010/main" val="1693131247"/>
              </p:ext>
            </p:extLst>
          </p:nvPr>
        </p:nvGraphicFramePr>
        <p:xfrm>
          <a:off x="1525324" y="5530766"/>
          <a:ext cx="1382713" cy="361950"/>
        </p:xfrm>
        <a:graphic>
          <a:graphicData uri="http://schemas.openxmlformats.org/presentationml/2006/ole">
            <mc:AlternateContent xmlns:mc="http://schemas.openxmlformats.org/markup-compatibility/2006">
              <mc:Choice xmlns:v="urn:schemas-microsoft-com:vml" Requires="v">
                <p:oleObj name="Equation" r:id="rId6" imgW="1269720" imgH="330120" progId="Equation.DSMT4">
                  <p:embed/>
                </p:oleObj>
              </mc:Choice>
              <mc:Fallback>
                <p:oleObj name="Equation" r:id="rId6" imgW="1269720" imgH="330120" progId="Equation.DSMT4">
                  <p:embed/>
                  <p:pic>
                    <p:nvPicPr>
                      <p:cNvPr id="16" name="Object 15">
                        <a:extLst>
                          <a:ext uri="{FF2B5EF4-FFF2-40B4-BE49-F238E27FC236}">
                            <a16:creationId xmlns:a16="http://schemas.microsoft.com/office/drawing/2014/main" id="{0FD933D9-C653-442B-96C6-7DE97B687BD2}"/>
                          </a:ext>
                        </a:extLst>
                      </p:cNvPr>
                      <p:cNvPicPr/>
                      <p:nvPr/>
                    </p:nvPicPr>
                    <p:blipFill>
                      <a:blip r:embed="rId7"/>
                      <a:stretch>
                        <a:fillRect/>
                      </a:stretch>
                    </p:blipFill>
                    <p:spPr>
                      <a:xfrm>
                        <a:off x="1525324" y="5530766"/>
                        <a:ext cx="1382713" cy="361950"/>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04145134-D896-40AF-BE63-2E0CE72E7C90}"/>
              </a:ext>
            </a:extLst>
          </p:cNvPr>
          <p:cNvSpPr>
            <a:spLocks noGrp="1"/>
          </p:cNvSpPr>
          <p:nvPr>
            <p:ph sz="quarter" idx="21"/>
          </p:nvPr>
        </p:nvSpPr>
        <p:spPr>
          <a:xfrm>
            <a:off x="2968159" y="5486200"/>
            <a:ext cx="5901340" cy="451081"/>
          </a:xfrm>
        </p:spPr>
        <p:txBody>
          <a:bodyPr/>
          <a:lstStyle/>
          <a:p>
            <a:r>
              <a:rPr lang="en-US" sz="2200" dirty="0"/>
              <a:t>(standard deviation of a transformed variable)</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56</a:t>
            </a:fld>
            <a:endParaRPr lang="en-US"/>
          </a:p>
        </p:txBody>
      </p:sp>
    </p:spTree>
    <p:extLst>
      <p:ext uri="{BB962C8B-B14F-4D97-AF65-F5344CB8AC3E}">
        <p14:creationId xmlns:p14="http://schemas.microsoft.com/office/powerpoint/2010/main" val="12853932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rmAutofit/>
          </a:bodyPr>
          <a:lstStyle/>
          <a:p>
            <a:r>
              <a:rPr lang="en-US" sz="3600" dirty="0"/>
              <a:t>Example: Exam Scores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389724"/>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7496956" cy="2423673"/>
          </a:xfrm>
        </p:spPr>
        <p:txBody>
          <a:bodyPr/>
          <a:lstStyle/>
          <a:p>
            <a:pPr marL="292608" indent="-292608">
              <a:buFont typeface="Arial" panose="020B0604020202020204" pitchFamily="34" charset="0"/>
              <a:buChar char="•"/>
            </a:pPr>
            <a:r>
              <a:rPr lang="en-US" sz="2000" dirty="0"/>
              <a:t>Professor Hardtack gave a tough exam whose raw scores had </a:t>
            </a:r>
            <a:r>
              <a:rPr lang="en-US" sz="2000" i="1" dirty="0"/>
              <a:t>μ</a:t>
            </a:r>
            <a:r>
              <a:rPr lang="en-US" sz="2000" dirty="0"/>
              <a:t> = 40 and </a:t>
            </a:r>
            <a:r>
              <a:rPr lang="el-GR" sz="2000" i="1" dirty="0"/>
              <a:t>σ</a:t>
            </a:r>
            <a:r>
              <a:rPr lang="en-US" sz="2000" dirty="0"/>
              <a:t> = 10, so he decided to raise the mean by 20 points. One way to increase the mean to 60 is to shift the curve by adding 20 points to every student’s score.</a:t>
            </a:r>
          </a:p>
          <a:p>
            <a:pPr marL="292608" indent="-292608">
              <a:buFont typeface="Arial" panose="020B0604020202020204" pitchFamily="34" charset="0"/>
              <a:buChar char="•"/>
            </a:pPr>
            <a:r>
              <a:rPr lang="en-US" sz="2000" dirty="0"/>
              <a:t>Rule 1 says that adding a constant to all </a:t>
            </a:r>
            <a:r>
              <a:rPr lang="en-US" sz="2000" i="1" dirty="0"/>
              <a:t>X</a:t>
            </a:r>
            <a:r>
              <a:rPr lang="en-US" sz="2000" dirty="0"/>
              <a:t>-values will </a:t>
            </a:r>
            <a:r>
              <a:rPr lang="en-US" sz="2000" i="1" dirty="0"/>
              <a:t>shift the mean </a:t>
            </a:r>
            <a:r>
              <a:rPr lang="en-US" sz="2000" dirty="0"/>
              <a:t>but will leave the standard deviation unchanged, as illustrated in the left-side graph using </a:t>
            </a:r>
            <a:r>
              <a:rPr lang="en-US" sz="2000" i="1" dirty="0"/>
              <a:t>a </a:t>
            </a:r>
            <a:r>
              <a:rPr lang="en-US" sz="2000" dirty="0"/>
              <a:t>= 1 and </a:t>
            </a:r>
            <a:r>
              <a:rPr lang="en-US" sz="2000" i="1" dirty="0"/>
              <a:t>b </a:t>
            </a:r>
            <a:r>
              <a:rPr lang="en-US" sz="2000" dirty="0"/>
              <a:t>= 20.</a:t>
            </a:r>
          </a:p>
        </p:txBody>
      </p:sp>
      <p:pic>
        <p:nvPicPr>
          <p:cNvPr id="14" name="Picture 13" descr="Illustrations showing the effect of adding 20 to a random variable or multiplying a random variable by 1.5.">
            <a:extLst>
              <a:ext uri="{FF2B5EF4-FFF2-40B4-BE49-F238E27FC236}">
                <a16:creationId xmlns:a16="http://schemas.microsoft.com/office/drawing/2014/main" id="{F5E38A58-6B67-4A13-9EC0-41C314FC6508}"/>
              </a:ext>
            </a:extLst>
          </p:cNvPr>
          <p:cNvPicPr>
            <a:picLocks noChangeAspect="1"/>
          </p:cNvPicPr>
          <p:nvPr/>
        </p:nvPicPr>
        <p:blipFill>
          <a:blip r:embed="rId2"/>
          <a:stretch>
            <a:fillRect/>
          </a:stretch>
        </p:blipFill>
        <p:spPr>
          <a:xfrm>
            <a:off x="2224081" y="3952737"/>
            <a:ext cx="4695838" cy="2070805"/>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57</a:t>
            </a:fld>
            <a:endParaRPr lang="en-US"/>
          </a:p>
        </p:txBody>
      </p:sp>
    </p:spTree>
    <p:extLst>
      <p:ext uri="{BB962C8B-B14F-4D97-AF65-F5344CB8AC3E}">
        <p14:creationId xmlns:p14="http://schemas.microsoft.com/office/powerpoint/2010/main" val="19954290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01690" cy="903231"/>
          </a:xfrm>
        </p:spPr>
        <p:txBody>
          <a:bodyPr>
            <a:normAutofit/>
          </a:bodyPr>
          <a:lstStyle/>
          <a:p>
            <a:r>
              <a:rPr lang="en-US" sz="3600" dirty="0"/>
              <a:t>Example: Exam Scores </a:t>
            </a:r>
            <a:r>
              <a:rPr lang="en-US" sz="10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0513" y="54612"/>
            <a:ext cx="455384" cy="1570988"/>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7931670" cy="2219775"/>
          </a:xfrm>
        </p:spPr>
        <p:txBody>
          <a:bodyPr/>
          <a:lstStyle/>
          <a:p>
            <a:pPr marL="292608" indent="-292608">
              <a:buFont typeface="Arial" panose="020B0604020202020204" pitchFamily="34" charset="0"/>
              <a:buChar char="•"/>
            </a:pPr>
            <a:r>
              <a:rPr lang="en-US" sz="2000" dirty="0"/>
              <a:t>Alternatively, Professor Hardtack could multiply every exam score by 1.5, which also would accomplish the goal of raising the mean from 40 to 60. However, Rule 2 says that the standard deviation would rise from 10 to 15, thereby also </a:t>
            </a:r>
            <a:r>
              <a:rPr lang="en-US" sz="2000" i="1" dirty="0"/>
              <a:t>increasing the dispersion. </a:t>
            </a:r>
            <a:r>
              <a:rPr lang="en-US" sz="2000" dirty="0"/>
              <a:t>In other words, this policy would “spread out” the students’ exam scores. Some scores might even exceed 100, as illustrated in the right-side graph.</a:t>
            </a:r>
          </a:p>
        </p:txBody>
      </p:sp>
      <p:pic>
        <p:nvPicPr>
          <p:cNvPr id="14" name="Picture 13" descr="Illustrations showing the effect of adding 20 to a random variable or multiplying a random variable by 1.5.">
            <a:extLst>
              <a:ext uri="{FF2B5EF4-FFF2-40B4-BE49-F238E27FC236}">
                <a16:creationId xmlns:a16="http://schemas.microsoft.com/office/drawing/2014/main" id="{F5E38A58-6B67-4A13-9EC0-41C314FC6508}"/>
              </a:ext>
            </a:extLst>
          </p:cNvPr>
          <p:cNvPicPr>
            <a:picLocks noChangeAspect="1"/>
          </p:cNvPicPr>
          <p:nvPr/>
        </p:nvPicPr>
        <p:blipFill>
          <a:blip r:embed="rId2"/>
          <a:stretch>
            <a:fillRect/>
          </a:stretch>
        </p:blipFill>
        <p:spPr>
          <a:xfrm>
            <a:off x="2224081" y="3921564"/>
            <a:ext cx="4695838" cy="2070805"/>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58</a:t>
            </a:fld>
            <a:endParaRPr lang="en-US"/>
          </a:p>
        </p:txBody>
      </p:sp>
    </p:spTree>
    <p:extLst>
      <p:ext uri="{BB962C8B-B14F-4D97-AF65-F5344CB8AC3E}">
        <p14:creationId xmlns:p14="http://schemas.microsoft.com/office/powerpoint/2010/main" val="2551305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74733" cy="903231"/>
          </a:xfrm>
        </p:spPr>
        <p:txBody>
          <a:bodyPr>
            <a:normAutofit/>
          </a:bodyPr>
          <a:lstStyle/>
          <a:p>
            <a:r>
              <a:rPr lang="en-US" sz="3600" dirty="0"/>
              <a:t>Sums of Random Variables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84146" y="35973"/>
            <a:ext cx="398106" cy="1216263"/>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98376"/>
            <a:ext cx="8241246" cy="810341"/>
          </a:xfrm>
        </p:spPr>
        <p:txBody>
          <a:bodyPr/>
          <a:lstStyle/>
          <a:p>
            <a:pPr marL="292608" indent="-292608">
              <a:buFont typeface="Arial" panose="020B0604020202020204" pitchFamily="34" charset="0"/>
              <a:buChar char="•"/>
            </a:pPr>
            <a:r>
              <a:rPr lang="en-US" sz="2200" dirty="0">
                <a:cs typeface="Arial" pitchFamily="34" charset="0"/>
              </a:rPr>
              <a:t>If we consider the sum of two independent random variables </a:t>
            </a:r>
            <a:r>
              <a:rPr lang="en-US" sz="2200" i="1" dirty="0">
                <a:cs typeface="Arial" pitchFamily="34" charset="0"/>
              </a:rPr>
              <a:t>X</a:t>
            </a:r>
            <a:r>
              <a:rPr lang="en-US" sz="2200" dirty="0">
                <a:cs typeface="Arial" pitchFamily="34" charset="0"/>
              </a:rPr>
              <a:t> and </a:t>
            </a:r>
            <a:r>
              <a:rPr lang="en-US" sz="2200" i="1" dirty="0">
                <a:cs typeface="Arial" pitchFamily="34" charset="0"/>
              </a:rPr>
              <a:t>Y</a:t>
            </a:r>
            <a:r>
              <a:rPr lang="en-US" sz="2200" dirty="0">
                <a:cs typeface="Arial" pitchFamily="34" charset="0"/>
              </a:rPr>
              <a:t>, given as </a:t>
            </a:r>
            <a:r>
              <a:rPr lang="en-US" sz="2200" i="1" dirty="0">
                <a:cs typeface="Arial" pitchFamily="34" charset="0"/>
              </a:rPr>
              <a:t>X</a:t>
            </a:r>
            <a:r>
              <a:rPr lang="en-US" sz="2200" dirty="0">
                <a:cs typeface="Arial" pitchFamily="34" charset="0"/>
              </a:rPr>
              <a:t> + </a:t>
            </a:r>
            <a:r>
              <a:rPr lang="en-US" sz="2200" i="1" dirty="0">
                <a:cs typeface="Arial" pitchFamily="34" charset="0"/>
              </a:rPr>
              <a:t>Y</a:t>
            </a:r>
            <a:r>
              <a:rPr lang="en-US" sz="2200" dirty="0">
                <a:cs typeface="Arial" pitchFamily="34" charset="0"/>
              </a:rPr>
              <a:t>,</a:t>
            </a:r>
            <a:r>
              <a:rPr lang="en-US" sz="2200" dirty="0">
                <a:cs typeface="Arial" pitchFamily="34" charset="0"/>
                <a:sym typeface="Symbol"/>
              </a:rPr>
              <a:t> then:</a:t>
            </a:r>
          </a:p>
        </p:txBody>
      </p:sp>
      <p:sp>
        <p:nvSpPr>
          <p:cNvPr id="9" name="Content Placeholder 8">
            <a:extLst>
              <a:ext uri="{FF2B5EF4-FFF2-40B4-BE49-F238E27FC236}">
                <a16:creationId xmlns:a16="http://schemas.microsoft.com/office/drawing/2014/main" id="{A89E43E8-0764-4BE0-84CE-D1A54673AC4B}"/>
              </a:ext>
            </a:extLst>
          </p:cNvPr>
          <p:cNvSpPr>
            <a:spLocks noGrp="1"/>
          </p:cNvSpPr>
          <p:nvPr>
            <p:ph sz="quarter" idx="16"/>
          </p:nvPr>
        </p:nvSpPr>
        <p:spPr>
          <a:xfrm>
            <a:off x="342900" y="2314259"/>
            <a:ext cx="990389" cy="376268"/>
          </a:xfrm>
        </p:spPr>
        <p:txBody>
          <a:bodyPr/>
          <a:lstStyle/>
          <a:p>
            <a:r>
              <a:rPr lang="en-US" sz="1800" b="1" dirty="0"/>
              <a:t>Rule 3:</a:t>
            </a:r>
          </a:p>
        </p:txBody>
      </p:sp>
      <p:graphicFrame>
        <p:nvGraphicFramePr>
          <p:cNvPr id="40" name="Object 39">
            <a:extLst>
              <a:ext uri="{FF2B5EF4-FFF2-40B4-BE49-F238E27FC236}">
                <a16:creationId xmlns:a16="http://schemas.microsoft.com/office/drawing/2014/main" id="{FC25D860-61EE-435B-8C93-4974253539BF}"/>
              </a:ext>
            </a:extLst>
          </p:cNvPr>
          <p:cNvGraphicFramePr>
            <a:graphicFrameLocks noChangeAspect="1"/>
          </p:cNvGraphicFramePr>
          <p:nvPr>
            <p:extLst>
              <p:ext uri="{D42A27DB-BD31-4B8C-83A1-F6EECF244321}">
                <p14:modId xmlns:p14="http://schemas.microsoft.com/office/powerpoint/2010/main" val="1013698255"/>
              </p:ext>
            </p:extLst>
          </p:nvPr>
        </p:nvGraphicFramePr>
        <p:xfrm>
          <a:off x="1250303" y="2311372"/>
          <a:ext cx="1708358" cy="355243"/>
        </p:xfrm>
        <a:graphic>
          <a:graphicData uri="http://schemas.openxmlformats.org/presentationml/2006/ole">
            <mc:AlternateContent xmlns:mc="http://schemas.openxmlformats.org/markup-compatibility/2006">
              <mc:Choice xmlns:v="urn:schemas-microsoft-com:vml" Requires="v">
                <p:oleObj name="Equation" r:id="rId2" imgW="1587240" imgH="330120" progId="Equation.DSMT4">
                  <p:embed/>
                </p:oleObj>
              </mc:Choice>
              <mc:Fallback>
                <p:oleObj name="Equation" r:id="rId2" imgW="1587240" imgH="330120" progId="Equation.DSMT4">
                  <p:embed/>
                  <p:pic>
                    <p:nvPicPr>
                      <p:cNvPr id="40" name="Object 39">
                        <a:extLst>
                          <a:ext uri="{FF2B5EF4-FFF2-40B4-BE49-F238E27FC236}">
                            <a16:creationId xmlns:a16="http://schemas.microsoft.com/office/drawing/2014/main" id="{FC25D860-61EE-435B-8C93-4974253539BF}"/>
                          </a:ext>
                        </a:extLst>
                      </p:cNvPr>
                      <p:cNvPicPr/>
                      <p:nvPr/>
                    </p:nvPicPr>
                    <p:blipFill>
                      <a:blip r:embed="rId3"/>
                      <a:stretch>
                        <a:fillRect/>
                      </a:stretch>
                    </p:blipFill>
                    <p:spPr>
                      <a:xfrm>
                        <a:off x="1250303" y="2311372"/>
                        <a:ext cx="1708358" cy="355243"/>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CCFC2E25-5A6B-4886-BD18-FCA511CE343C}"/>
              </a:ext>
            </a:extLst>
          </p:cNvPr>
          <p:cNvSpPr>
            <a:spLocks noGrp="1"/>
          </p:cNvSpPr>
          <p:nvPr>
            <p:ph sz="quarter" idx="18"/>
          </p:nvPr>
        </p:nvSpPr>
        <p:spPr>
          <a:xfrm>
            <a:off x="2999923" y="2327412"/>
            <a:ext cx="5117710" cy="366426"/>
          </a:xfrm>
        </p:spPr>
        <p:txBody>
          <a:bodyPr/>
          <a:lstStyle/>
          <a:p>
            <a:r>
              <a:rPr lang="en-US" sz="1800" dirty="0"/>
              <a:t>(mean of sum of two random variables </a:t>
            </a:r>
            <a:r>
              <a:rPr lang="en-US" sz="1800" i="1" dirty="0"/>
              <a:t>X</a:t>
            </a:r>
            <a:r>
              <a:rPr lang="en-US" sz="1800" dirty="0"/>
              <a:t> and </a:t>
            </a:r>
            <a:r>
              <a:rPr lang="en-US" sz="1800" i="1" dirty="0"/>
              <a:t>Y</a:t>
            </a:r>
            <a:r>
              <a:rPr lang="en-US" sz="1800" dirty="0"/>
              <a:t>)</a:t>
            </a:r>
          </a:p>
        </p:txBody>
      </p:sp>
      <p:sp>
        <p:nvSpPr>
          <p:cNvPr id="10" name="Content Placeholder 9">
            <a:extLst>
              <a:ext uri="{FF2B5EF4-FFF2-40B4-BE49-F238E27FC236}">
                <a16:creationId xmlns:a16="http://schemas.microsoft.com/office/drawing/2014/main" id="{C50B2205-B6B8-4D08-8293-984622955FEB}"/>
              </a:ext>
            </a:extLst>
          </p:cNvPr>
          <p:cNvSpPr>
            <a:spLocks noGrp="1"/>
          </p:cNvSpPr>
          <p:nvPr>
            <p:ph sz="quarter" idx="17"/>
          </p:nvPr>
        </p:nvSpPr>
        <p:spPr>
          <a:xfrm>
            <a:off x="342900" y="2825261"/>
            <a:ext cx="990389" cy="376268"/>
          </a:xfrm>
        </p:spPr>
        <p:txBody>
          <a:bodyPr/>
          <a:lstStyle/>
          <a:p>
            <a:r>
              <a:rPr lang="en-US" sz="1800" b="1" dirty="0"/>
              <a:t>Rule 4:</a:t>
            </a:r>
          </a:p>
        </p:txBody>
      </p:sp>
      <p:graphicFrame>
        <p:nvGraphicFramePr>
          <p:cNvPr id="41" name="Object 40">
            <a:extLst>
              <a:ext uri="{FF2B5EF4-FFF2-40B4-BE49-F238E27FC236}">
                <a16:creationId xmlns:a16="http://schemas.microsoft.com/office/drawing/2014/main" id="{3655242B-D1A3-4F02-A2D2-F6BC0D837358}"/>
              </a:ext>
            </a:extLst>
          </p:cNvPr>
          <p:cNvGraphicFramePr>
            <a:graphicFrameLocks noChangeAspect="1"/>
          </p:cNvGraphicFramePr>
          <p:nvPr>
            <p:extLst>
              <p:ext uri="{D42A27DB-BD31-4B8C-83A1-F6EECF244321}">
                <p14:modId xmlns:p14="http://schemas.microsoft.com/office/powerpoint/2010/main" val="2376081581"/>
              </p:ext>
            </p:extLst>
          </p:nvPr>
        </p:nvGraphicFramePr>
        <p:xfrm>
          <a:off x="1250303" y="2750490"/>
          <a:ext cx="1895960" cy="451039"/>
        </p:xfrm>
        <a:graphic>
          <a:graphicData uri="http://schemas.openxmlformats.org/presentationml/2006/ole">
            <mc:AlternateContent xmlns:mc="http://schemas.openxmlformats.org/markup-compatibility/2006">
              <mc:Choice xmlns:v="urn:schemas-microsoft-com:vml" Requires="v">
                <p:oleObj name="Equation" r:id="rId4" imgW="1815840" imgH="431640" progId="Equation.DSMT4">
                  <p:embed/>
                </p:oleObj>
              </mc:Choice>
              <mc:Fallback>
                <p:oleObj name="Equation" r:id="rId4" imgW="1815840" imgH="431640" progId="Equation.DSMT4">
                  <p:embed/>
                  <p:pic>
                    <p:nvPicPr>
                      <p:cNvPr id="41" name="Object 40">
                        <a:extLst>
                          <a:ext uri="{FF2B5EF4-FFF2-40B4-BE49-F238E27FC236}">
                            <a16:creationId xmlns:a16="http://schemas.microsoft.com/office/drawing/2014/main" id="{3655242B-D1A3-4F02-A2D2-F6BC0D837358}"/>
                          </a:ext>
                        </a:extLst>
                      </p:cNvPr>
                      <p:cNvPicPr/>
                      <p:nvPr/>
                    </p:nvPicPr>
                    <p:blipFill>
                      <a:blip r:embed="rId5"/>
                      <a:stretch>
                        <a:fillRect/>
                      </a:stretch>
                    </p:blipFill>
                    <p:spPr>
                      <a:xfrm>
                        <a:off x="1250303" y="2750490"/>
                        <a:ext cx="1895960" cy="451039"/>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9D00F5F4-3A9A-4C1A-8908-5F861ADC2F65}"/>
              </a:ext>
            </a:extLst>
          </p:cNvPr>
          <p:cNvSpPr>
            <a:spLocks noGrp="1"/>
          </p:cNvSpPr>
          <p:nvPr>
            <p:ph sz="quarter" idx="19"/>
          </p:nvPr>
        </p:nvSpPr>
        <p:spPr>
          <a:xfrm>
            <a:off x="3149762" y="2840168"/>
            <a:ext cx="5742877" cy="342371"/>
          </a:xfrm>
        </p:spPr>
        <p:txBody>
          <a:bodyPr/>
          <a:lstStyle/>
          <a:p>
            <a:r>
              <a:rPr lang="en-US" sz="1800" dirty="0"/>
              <a:t>(standard deviation of sum if </a:t>
            </a:r>
            <a:r>
              <a:rPr lang="en-US" sz="1800" i="1" dirty="0"/>
              <a:t>X</a:t>
            </a:r>
            <a:r>
              <a:rPr lang="en-US" sz="1800" dirty="0"/>
              <a:t> and </a:t>
            </a:r>
            <a:r>
              <a:rPr lang="en-US" sz="1800" i="1" dirty="0"/>
              <a:t>Y</a:t>
            </a:r>
            <a:r>
              <a:rPr lang="en-US" sz="1800" dirty="0"/>
              <a:t> are independent)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3644158"/>
            <a:ext cx="8283512" cy="1535905"/>
          </a:xfrm>
        </p:spPr>
        <p:txBody>
          <a:bodyPr tIns="0"/>
          <a:lstStyle/>
          <a:p>
            <a:pPr marL="292608" indent="-292608">
              <a:buFont typeface="Arial" panose="020B0604020202020204" pitchFamily="34" charset="0"/>
              <a:buChar char="•"/>
              <a:defRPr/>
            </a:pPr>
            <a:r>
              <a:rPr lang="en-US" sz="2200" dirty="0">
                <a:cs typeface="Arial" pitchFamily="34" charset="0"/>
              </a:rPr>
              <a:t>Rule 3 says that the means can be added. Rule 4 says that the variances can be added if the variables are independent.</a:t>
            </a:r>
          </a:p>
          <a:p>
            <a:pPr marL="292608" indent="-292608">
              <a:buFont typeface="Arial" panose="020B0604020202020204" pitchFamily="34" charset="0"/>
              <a:buChar char="•"/>
              <a:defRPr/>
            </a:pPr>
            <a:r>
              <a:rPr lang="en-US" sz="2200" dirty="0">
                <a:cs typeface="Arial" pitchFamily="34" charset="0"/>
              </a:rPr>
              <a:t>Note: This can be extended to the sum of any independent random variables.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59</a:t>
            </a:fld>
            <a:endParaRPr lang="en-US"/>
          </a:p>
        </p:txBody>
      </p:sp>
    </p:spTree>
    <p:extLst>
      <p:ext uri="{BB962C8B-B14F-4D97-AF65-F5344CB8AC3E}">
        <p14:creationId xmlns:p14="http://schemas.microsoft.com/office/powerpoint/2010/main" val="2989570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93394" cy="903231"/>
          </a:xfrm>
        </p:spPr>
        <p:txBody>
          <a:bodyPr>
            <a:normAutofit/>
          </a:bodyPr>
          <a:lstStyle/>
          <a:p>
            <a:r>
              <a:rPr lang="en-US" sz="3600" dirty="0"/>
              <a:t>Covariance</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89995" y="23074"/>
            <a:ext cx="422210" cy="1251886"/>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65002"/>
            <a:ext cx="8247095" cy="1653844"/>
          </a:xfrm>
        </p:spPr>
        <p:txBody>
          <a:bodyPr/>
          <a:lstStyle/>
          <a:p>
            <a:pPr marL="292608" indent="-292608">
              <a:buFont typeface="Arial" panose="020B0604020202020204" pitchFamily="34" charset="0"/>
              <a:buChar char="•"/>
            </a:pPr>
            <a:r>
              <a:rPr lang="en-US" dirty="0"/>
              <a:t>If </a:t>
            </a:r>
            <a:r>
              <a:rPr lang="en-US" i="1" dirty="0"/>
              <a:t>X </a:t>
            </a:r>
            <a:r>
              <a:rPr lang="en-US" dirty="0"/>
              <a:t>and </a:t>
            </a:r>
            <a:r>
              <a:rPr lang="en-US" i="1" dirty="0"/>
              <a:t>Y </a:t>
            </a:r>
            <a:r>
              <a:rPr lang="en-US" dirty="0"/>
              <a:t>are </a:t>
            </a:r>
            <a:r>
              <a:rPr lang="en-US" i="1" dirty="0"/>
              <a:t>not </a:t>
            </a:r>
            <a:r>
              <a:rPr lang="en-US" dirty="0"/>
              <a:t>independent (that is, if </a:t>
            </a:r>
            <a:r>
              <a:rPr lang="en-US" i="1" dirty="0"/>
              <a:t>X </a:t>
            </a:r>
            <a:r>
              <a:rPr lang="en-US" dirty="0"/>
              <a:t>and </a:t>
            </a:r>
            <a:r>
              <a:rPr lang="en-US" i="1" dirty="0"/>
              <a:t>Y </a:t>
            </a:r>
            <a:r>
              <a:rPr lang="en-US" dirty="0"/>
              <a:t>are </a:t>
            </a:r>
            <a:r>
              <a:rPr lang="en-US" i="1" dirty="0"/>
              <a:t>correlated</a:t>
            </a:r>
            <a:r>
              <a:rPr lang="en-US" dirty="0"/>
              <a:t>), then we cannot use Rule 4 to find the standard deviation of their sum.</a:t>
            </a:r>
          </a:p>
          <a:p>
            <a:pPr marL="292608" indent="-292608">
              <a:buFont typeface="Arial" panose="020B0604020202020204" pitchFamily="34" charset="0"/>
              <a:buChar char="•"/>
            </a:pPr>
            <a:r>
              <a:rPr lang="en-US" dirty="0"/>
              <a:t>The </a:t>
            </a:r>
            <a:r>
              <a:rPr lang="en-US" b="1" dirty="0"/>
              <a:t>covariance </a:t>
            </a:r>
            <a:r>
              <a:rPr lang="en-US" dirty="0"/>
              <a:t>of two random variables, denoted</a:t>
            </a:r>
          </a:p>
        </p:txBody>
      </p:sp>
      <p:graphicFrame>
        <p:nvGraphicFramePr>
          <p:cNvPr id="13" name="Object 12">
            <a:extLst>
              <a:ext uri="{FF2B5EF4-FFF2-40B4-BE49-F238E27FC236}">
                <a16:creationId xmlns:a16="http://schemas.microsoft.com/office/drawing/2014/main" id="{841DBF96-00E0-4DCA-89A6-EFB46C7FE514}"/>
              </a:ext>
            </a:extLst>
          </p:cNvPr>
          <p:cNvGraphicFramePr>
            <a:graphicFrameLocks noChangeAspect="1"/>
          </p:cNvGraphicFramePr>
          <p:nvPr>
            <p:extLst>
              <p:ext uri="{D42A27DB-BD31-4B8C-83A1-F6EECF244321}">
                <p14:modId xmlns:p14="http://schemas.microsoft.com/office/powerpoint/2010/main" val="446684275"/>
              </p:ext>
            </p:extLst>
          </p:nvPr>
        </p:nvGraphicFramePr>
        <p:xfrm>
          <a:off x="732414" y="3031141"/>
          <a:ext cx="2442392" cy="389762"/>
        </p:xfrm>
        <a:graphic>
          <a:graphicData uri="http://schemas.openxmlformats.org/presentationml/2006/ole">
            <mc:AlternateContent xmlns:mc="http://schemas.openxmlformats.org/markup-compatibility/2006">
              <mc:Choice xmlns:v="urn:schemas-microsoft-com:vml" Requires="v">
                <p:oleObj name="Equation" r:id="rId2" imgW="2070000" imgH="330120" progId="Equation.DSMT4">
                  <p:embed/>
                </p:oleObj>
              </mc:Choice>
              <mc:Fallback>
                <p:oleObj name="Equation" r:id="rId2" imgW="2070000" imgH="330120" progId="Equation.DSMT4">
                  <p:embed/>
                  <p:pic>
                    <p:nvPicPr>
                      <p:cNvPr id="0" name=""/>
                      <p:cNvPicPr/>
                      <p:nvPr/>
                    </p:nvPicPr>
                    <p:blipFill>
                      <a:blip r:embed="rId3"/>
                      <a:stretch>
                        <a:fillRect/>
                      </a:stretch>
                    </p:blipFill>
                    <p:spPr>
                      <a:xfrm>
                        <a:off x="732414" y="3031141"/>
                        <a:ext cx="2442392" cy="38976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174806" y="3020023"/>
            <a:ext cx="4923064" cy="404312"/>
          </a:xfrm>
        </p:spPr>
        <p:txBody>
          <a:bodyPr lIns="0" tIns="0"/>
          <a:lstStyle/>
          <a:p>
            <a:r>
              <a:rPr lang="en-US" dirty="0"/>
              <a:t>describes how the variables vary in</a:t>
            </a:r>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3534831"/>
            <a:ext cx="8458200" cy="1251885"/>
          </a:xfrm>
        </p:spPr>
        <p:txBody>
          <a:bodyPr tIns="0"/>
          <a:lstStyle/>
          <a:p>
            <a:pPr marL="292608"/>
            <a:r>
              <a:rPr lang="en-US" dirty="0"/>
              <a:t>relation to each other.</a:t>
            </a:r>
          </a:p>
          <a:p>
            <a:pPr marL="292608" indent="-292608">
              <a:buFont typeface="Arial" panose="020B0604020202020204" pitchFamily="34" charset="0"/>
              <a:buChar char="•"/>
            </a:pPr>
            <a:r>
              <a:rPr lang="en-US" dirty="0"/>
              <a:t>We use both the covariance and the variances of </a:t>
            </a:r>
            <a:r>
              <a:rPr lang="en-US" i="1" dirty="0"/>
              <a:t>X </a:t>
            </a:r>
            <a:r>
              <a:rPr lang="en-US" dirty="0"/>
              <a:t>and </a:t>
            </a:r>
            <a:r>
              <a:rPr lang="en-US" i="1" dirty="0"/>
              <a:t>Y </a:t>
            </a:r>
            <a:r>
              <a:rPr lang="en-US" dirty="0"/>
              <a:t>to calculate the standard deviation of the sum of </a:t>
            </a:r>
            <a:r>
              <a:rPr lang="en-US" i="1" dirty="0"/>
              <a:t>X </a:t>
            </a:r>
            <a:r>
              <a:rPr lang="en-US" dirty="0"/>
              <a:t>and </a:t>
            </a:r>
            <a:r>
              <a:rPr lang="en-US" i="1" dirty="0"/>
              <a:t>Y.</a:t>
            </a:r>
            <a:endParaRPr lang="en-US" dirty="0"/>
          </a:p>
        </p:txBody>
      </p:sp>
      <p:sp>
        <p:nvSpPr>
          <p:cNvPr id="10" name="Content Placeholder 9">
            <a:extLst>
              <a:ext uri="{FF2B5EF4-FFF2-40B4-BE49-F238E27FC236}">
                <a16:creationId xmlns:a16="http://schemas.microsoft.com/office/drawing/2014/main" id="{1E5679A2-0338-4B3F-8D8A-EAD245C16EA8}"/>
              </a:ext>
            </a:extLst>
          </p:cNvPr>
          <p:cNvSpPr>
            <a:spLocks noGrp="1"/>
          </p:cNvSpPr>
          <p:nvPr>
            <p:ph sz="quarter" idx="18"/>
          </p:nvPr>
        </p:nvSpPr>
        <p:spPr>
          <a:xfrm>
            <a:off x="1868862" y="5390803"/>
            <a:ext cx="1205982" cy="477730"/>
          </a:xfrm>
        </p:spPr>
        <p:txBody>
          <a:bodyPr/>
          <a:lstStyle/>
          <a:p>
            <a:r>
              <a:rPr lang="en-US" b="1" dirty="0"/>
              <a:t>Rule 5:</a:t>
            </a:r>
          </a:p>
        </p:txBody>
      </p:sp>
      <p:graphicFrame>
        <p:nvGraphicFramePr>
          <p:cNvPr id="14" name="Object 13">
            <a:extLst>
              <a:ext uri="{FF2B5EF4-FFF2-40B4-BE49-F238E27FC236}">
                <a16:creationId xmlns:a16="http://schemas.microsoft.com/office/drawing/2014/main" id="{691CB3C5-A23D-46B4-BC2F-C13E59479B27}"/>
              </a:ext>
            </a:extLst>
          </p:cNvPr>
          <p:cNvGraphicFramePr>
            <a:graphicFrameLocks noChangeAspect="1"/>
          </p:cNvGraphicFramePr>
          <p:nvPr>
            <p:extLst>
              <p:ext uri="{D42A27DB-BD31-4B8C-83A1-F6EECF244321}">
                <p14:modId xmlns:p14="http://schemas.microsoft.com/office/powerpoint/2010/main" val="3672666290"/>
              </p:ext>
            </p:extLst>
          </p:nvPr>
        </p:nvGraphicFramePr>
        <p:xfrm>
          <a:off x="3074844" y="5317464"/>
          <a:ext cx="3212415" cy="551068"/>
        </p:xfrm>
        <a:graphic>
          <a:graphicData uri="http://schemas.openxmlformats.org/presentationml/2006/ole">
            <mc:AlternateContent xmlns:mc="http://schemas.openxmlformats.org/markup-compatibility/2006">
              <mc:Choice xmlns:v="urn:schemas-microsoft-com:vml" Requires="v">
                <p:oleObj name="Equation" r:id="rId4" imgW="2514600" imgH="431640" progId="Equation.DSMT4">
                  <p:embed/>
                </p:oleObj>
              </mc:Choice>
              <mc:Fallback>
                <p:oleObj name="Equation" r:id="rId4" imgW="2514600" imgH="431640" progId="Equation.DSMT4">
                  <p:embed/>
                  <p:pic>
                    <p:nvPicPr>
                      <p:cNvPr id="0" name=""/>
                      <p:cNvPicPr/>
                      <p:nvPr/>
                    </p:nvPicPr>
                    <p:blipFill>
                      <a:blip r:embed="rId5"/>
                      <a:stretch>
                        <a:fillRect/>
                      </a:stretch>
                    </p:blipFill>
                    <p:spPr>
                      <a:xfrm>
                        <a:off x="3074844" y="5317464"/>
                        <a:ext cx="3212415" cy="551068"/>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60</a:t>
            </a:fld>
            <a:endParaRPr lang="en-US"/>
          </a:p>
        </p:txBody>
      </p:sp>
    </p:spTree>
    <p:extLst>
      <p:ext uri="{BB962C8B-B14F-4D97-AF65-F5344CB8AC3E}">
        <p14:creationId xmlns:p14="http://schemas.microsoft.com/office/powerpoint/2010/main" val="35951528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dirty="0"/>
              <a:t>Chapter 6: Practice Problems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61</a:t>
            </a:fld>
            <a:endParaRPr lang="en-US" dirty="0"/>
          </a:p>
        </p:txBody>
      </p:sp>
    </p:spTree>
    <p:extLst>
      <p:ext uri="{BB962C8B-B14F-4D97-AF65-F5344CB8AC3E}">
        <p14:creationId xmlns:p14="http://schemas.microsoft.com/office/powerpoint/2010/main" val="31846218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7969633" cy="903231"/>
          </a:xfrm>
        </p:spPr>
        <p:txBody>
          <a:bodyPr>
            <a:normAutofit/>
          </a:bodyPr>
          <a:lstStyle/>
          <a:p>
            <a:r>
              <a:rPr lang="en-US" sz="3600" dirty="0"/>
              <a:t>Question 2</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31494" y="52595"/>
            <a:ext cx="468260" cy="1245264"/>
          </a:xfrm>
        </p:spPr>
        <p:txBody>
          <a:bodyPr vert="vert" rIns="0"/>
          <a:lstStyle/>
          <a:p>
            <a:r>
              <a:rPr lang="en-US" b="1" dirty="0"/>
              <a:t>L</a:t>
            </a:r>
            <a:r>
              <a:rPr lang="en-US" sz="100" b="1" dirty="0"/>
              <a:t> </a:t>
            </a:r>
            <a:r>
              <a:rPr lang="en-US" b="1" dirty="0"/>
              <a:t>O 6.1</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1"/>
            <a:ext cx="8048932" cy="1398117"/>
          </a:xfrm>
        </p:spPr>
        <p:txBody>
          <a:bodyPr/>
          <a:lstStyle/>
          <a:p>
            <a:r>
              <a:rPr lang="en-IN" sz="2000" dirty="0"/>
              <a:t>On hot, sunny summer days, Jane rents inner tubes by the river that runs through her town. Based on her past experience, she has assigned the following probability distribution to the number of tubes she will rent on a randomly selected day.</a:t>
            </a:r>
          </a:p>
        </p:txBody>
      </p:sp>
      <p:sp>
        <p:nvSpPr>
          <p:cNvPr id="5" name="Content Placeholder 4">
            <a:extLst>
              <a:ext uri="{FF2B5EF4-FFF2-40B4-BE49-F238E27FC236}">
                <a16:creationId xmlns:a16="http://schemas.microsoft.com/office/drawing/2014/main" id="{B7F9AD47-FEDD-4504-BE7E-32FEB90E528C}"/>
              </a:ext>
            </a:extLst>
          </p:cNvPr>
          <p:cNvSpPr>
            <a:spLocks noGrp="1"/>
          </p:cNvSpPr>
          <p:nvPr>
            <p:ph sz="quarter" idx="15"/>
          </p:nvPr>
        </p:nvSpPr>
        <p:spPr>
          <a:xfrm>
            <a:off x="342901" y="2778368"/>
            <a:ext cx="1111146" cy="384557"/>
          </a:xfrm>
        </p:spPr>
        <p:txBody>
          <a:bodyPr/>
          <a:lstStyle/>
          <a:p>
            <a:r>
              <a:rPr lang="en-US" sz="2000" dirty="0"/>
              <a:t>(a) Find</a:t>
            </a:r>
          </a:p>
        </p:txBody>
      </p:sp>
      <p:graphicFrame>
        <p:nvGraphicFramePr>
          <p:cNvPr id="16" name="Object 15">
            <a:extLst>
              <a:ext uri="{FF2B5EF4-FFF2-40B4-BE49-F238E27FC236}">
                <a16:creationId xmlns:a16="http://schemas.microsoft.com/office/drawing/2014/main" id="{114EB47F-57DF-460B-8538-C3D88D52E25B}"/>
              </a:ext>
            </a:extLst>
          </p:cNvPr>
          <p:cNvGraphicFramePr>
            <a:graphicFrameLocks noChangeAspect="1"/>
          </p:cNvGraphicFramePr>
          <p:nvPr>
            <p:extLst>
              <p:ext uri="{D42A27DB-BD31-4B8C-83A1-F6EECF244321}">
                <p14:modId xmlns:p14="http://schemas.microsoft.com/office/powerpoint/2010/main" val="2919905056"/>
              </p:ext>
            </p:extLst>
          </p:nvPr>
        </p:nvGraphicFramePr>
        <p:xfrm>
          <a:off x="1520825" y="2825750"/>
          <a:ext cx="1219200" cy="304800"/>
        </p:xfrm>
        <a:graphic>
          <a:graphicData uri="http://schemas.openxmlformats.org/presentationml/2006/ole">
            <mc:AlternateContent xmlns:mc="http://schemas.openxmlformats.org/markup-compatibility/2006">
              <mc:Choice xmlns:v="urn:schemas-microsoft-com:vml" Requires="v">
                <p:oleObj name="Equation" r:id="rId2" imgW="1218960" imgH="304560" progId="Equation.DSMT4">
                  <p:embed/>
                </p:oleObj>
              </mc:Choice>
              <mc:Fallback>
                <p:oleObj name="Equation" r:id="rId2" imgW="1218960" imgH="304560" progId="Equation.DSMT4">
                  <p:embed/>
                  <p:pic>
                    <p:nvPicPr>
                      <p:cNvPr id="0" name=""/>
                      <p:cNvPicPr/>
                      <p:nvPr/>
                    </p:nvPicPr>
                    <p:blipFill>
                      <a:blip r:embed="rId3"/>
                      <a:stretch>
                        <a:fillRect/>
                      </a:stretch>
                    </p:blipFill>
                    <p:spPr>
                      <a:xfrm>
                        <a:off x="1520825" y="2825750"/>
                        <a:ext cx="1219200" cy="3048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400F846-B54F-484D-9E9A-F17A5E107B21}"/>
              </a:ext>
            </a:extLst>
          </p:cNvPr>
          <p:cNvSpPr>
            <a:spLocks noGrp="1"/>
          </p:cNvSpPr>
          <p:nvPr>
            <p:ph sz="quarter" idx="16"/>
          </p:nvPr>
        </p:nvSpPr>
        <p:spPr>
          <a:xfrm>
            <a:off x="342901" y="3278816"/>
            <a:ext cx="1111146" cy="418440"/>
          </a:xfrm>
        </p:spPr>
        <p:txBody>
          <a:bodyPr/>
          <a:lstStyle/>
          <a:p>
            <a:r>
              <a:rPr lang="en-US" sz="2000" dirty="0"/>
              <a:t>(b) Find</a:t>
            </a:r>
          </a:p>
        </p:txBody>
      </p:sp>
      <p:graphicFrame>
        <p:nvGraphicFramePr>
          <p:cNvPr id="27" name="Object 26">
            <a:extLst>
              <a:ext uri="{FF2B5EF4-FFF2-40B4-BE49-F238E27FC236}">
                <a16:creationId xmlns:a16="http://schemas.microsoft.com/office/drawing/2014/main" id="{BB010183-C948-496C-BF85-B0F444B9FF33}"/>
              </a:ext>
            </a:extLst>
          </p:cNvPr>
          <p:cNvGraphicFramePr>
            <a:graphicFrameLocks noChangeAspect="1"/>
          </p:cNvGraphicFramePr>
          <p:nvPr>
            <p:extLst>
              <p:ext uri="{D42A27DB-BD31-4B8C-83A1-F6EECF244321}">
                <p14:modId xmlns:p14="http://schemas.microsoft.com/office/powerpoint/2010/main" val="3333763493"/>
              </p:ext>
            </p:extLst>
          </p:nvPr>
        </p:nvGraphicFramePr>
        <p:xfrm>
          <a:off x="1504950" y="3367088"/>
          <a:ext cx="1219200" cy="304800"/>
        </p:xfrm>
        <a:graphic>
          <a:graphicData uri="http://schemas.openxmlformats.org/presentationml/2006/ole">
            <mc:AlternateContent xmlns:mc="http://schemas.openxmlformats.org/markup-compatibility/2006">
              <mc:Choice xmlns:v="urn:schemas-microsoft-com:vml" Requires="v">
                <p:oleObj name="Equation" r:id="rId4" imgW="1218960" imgH="304560" progId="Equation.DSMT4">
                  <p:embed/>
                </p:oleObj>
              </mc:Choice>
              <mc:Fallback>
                <p:oleObj name="Equation" r:id="rId4" imgW="1218960" imgH="304560" progId="Equation.DSMT4">
                  <p:embed/>
                  <p:pic>
                    <p:nvPicPr>
                      <p:cNvPr id="0" name=""/>
                      <p:cNvPicPr/>
                      <p:nvPr/>
                    </p:nvPicPr>
                    <p:blipFill>
                      <a:blip r:embed="rId5"/>
                      <a:stretch>
                        <a:fillRect/>
                      </a:stretch>
                    </p:blipFill>
                    <p:spPr>
                      <a:xfrm>
                        <a:off x="1504950" y="3367088"/>
                        <a:ext cx="1219200" cy="3048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CC0D0F-841F-4BD1-AD51-AFB357DC0354}"/>
              </a:ext>
            </a:extLst>
          </p:cNvPr>
          <p:cNvSpPr>
            <a:spLocks noGrp="1"/>
          </p:cNvSpPr>
          <p:nvPr>
            <p:ph sz="quarter" idx="17"/>
          </p:nvPr>
        </p:nvSpPr>
        <p:spPr>
          <a:xfrm>
            <a:off x="342900" y="3811177"/>
            <a:ext cx="1096156" cy="425253"/>
          </a:xfrm>
        </p:spPr>
        <p:txBody>
          <a:bodyPr/>
          <a:lstStyle/>
          <a:p>
            <a:r>
              <a:rPr lang="en-US" sz="2000" dirty="0"/>
              <a:t>(c) Find</a:t>
            </a:r>
          </a:p>
        </p:txBody>
      </p:sp>
      <p:graphicFrame>
        <p:nvGraphicFramePr>
          <p:cNvPr id="28" name="Object 27">
            <a:extLst>
              <a:ext uri="{FF2B5EF4-FFF2-40B4-BE49-F238E27FC236}">
                <a16:creationId xmlns:a16="http://schemas.microsoft.com/office/drawing/2014/main" id="{AB737E22-5E0E-463A-8E0E-2779C8EFC8E3}"/>
              </a:ext>
            </a:extLst>
          </p:cNvPr>
          <p:cNvGraphicFramePr>
            <a:graphicFrameLocks noChangeAspect="1"/>
          </p:cNvGraphicFramePr>
          <p:nvPr>
            <p:extLst>
              <p:ext uri="{D42A27DB-BD31-4B8C-83A1-F6EECF244321}">
                <p14:modId xmlns:p14="http://schemas.microsoft.com/office/powerpoint/2010/main" val="579614879"/>
              </p:ext>
            </p:extLst>
          </p:nvPr>
        </p:nvGraphicFramePr>
        <p:xfrm>
          <a:off x="1514475" y="3884613"/>
          <a:ext cx="1231900" cy="307975"/>
        </p:xfrm>
        <a:graphic>
          <a:graphicData uri="http://schemas.openxmlformats.org/presentationml/2006/ole">
            <mc:AlternateContent xmlns:mc="http://schemas.openxmlformats.org/markup-compatibility/2006">
              <mc:Choice xmlns:v="urn:schemas-microsoft-com:vml" Requires="v">
                <p:oleObj name="Equation" r:id="rId6" imgW="1218960" imgH="304560" progId="Equation.DSMT4">
                  <p:embed/>
                </p:oleObj>
              </mc:Choice>
              <mc:Fallback>
                <p:oleObj name="Equation" r:id="rId6" imgW="1218960" imgH="304560" progId="Equation.DSMT4">
                  <p:embed/>
                  <p:pic>
                    <p:nvPicPr>
                      <p:cNvPr id="0" name=""/>
                      <p:cNvPicPr/>
                      <p:nvPr/>
                    </p:nvPicPr>
                    <p:blipFill>
                      <a:blip r:embed="rId7"/>
                      <a:stretch>
                        <a:fillRect/>
                      </a:stretch>
                    </p:blipFill>
                    <p:spPr>
                      <a:xfrm>
                        <a:off x="1514475" y="3884613"/>
                        <a:ext cx="1231900" cy="30797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09700BF-2571-4542-9E93-44DE9FB348B0}"/>
              </a:ext>
            </a:extLst>
          </p:cNvPr>
          <p:cNvSpPr>
            <a:spLocks noGrp="1"/>
          </p:cNvSpPr>
          <p:nvPr>
            <p:ph sz="quarter" idx="18"/>
          </p:nvPr>
        </p:nvSpPr>
        <p:spPr>
          <a:xfrm>
            <a:off x="342901" y="4315768"/>
            <a:ext cx="1111146" cy="443373"/>
          </a:xfrm>
        </p:spPr>
        <p:txBody>
          <a:bodyPr/>
          <a:lstStyle/>
          <a:p>
            <a:r>
              <a:rPr lang="en-US" sz="2000" dirty="0"/>
              <a:t>(d) Find</a:t>
            </a:r>
          </a:p>
        </p:txBody>
      </p:sp>
      <p:graphicFrame>
        <p:nvGraphicFramePr>
          <p:cNvPr id="29" name="Object 28">
            <a:extLst>
              <a:ext uri="{FF2B5EF4-FFF2-40B4-BE49-F238E27FC236}">
                <a16:creationId xmlns:a16="http://schemas.microsoft.com/office/drawing/2014/main" id="{61914C05-4652-4DE4-AE5B-2AD89E23FB41}"/>
              </a:ext>
            </a:extLst>
          </p:cNvPr>
          <p:cNvGraphicFramePr>
            <a:graphicFrameLocks noChangeAspect="1"/>
          </p:cNvGraphicFramePr>
          <p:nvPr>
            <p:extLst>
              <p:ext uri="{D42A27DB-BD31-4B8C-83A1-F6EECF244321}">
                <p14:modId xmlns:p14="http://schemas.microsoft.com/office/powerpoint/2010/main" val="1252901304"/>
              </p:ext>
            </p:extLst>
          </p:nvPr>
        </p:nvGraphicFramePr>
        <p:xfrm>
          <a:off x="1485900" y="4392613"/>
          <a:ext cx="1300163" cy="300037"/>
        </p:xfrm>
        <a:graphic>
          <a:graphicData uri="http://schemas.openxmlformats.org/presentationml/2006/ole">
            <mc:AlternateContent xmlns:mc="http://schemas.openxmlformats.org/markup-compatibility/2006">
              <mc:Choice xmlns:v="urn:schemas-microsoft-com:vml" Requires="v">
                <p:oleObj name="Equation" r:id="rId8" imgW="1320480" imgH="304560" progId="Equation.DSMT4">
                  <p:embed/>
                </p:oleObj>
              </mc:Choice>
              <mc:Fallback>
                <p:oleObj name="Equation" r:id="rId8" imgW="1320480" imgH="304560" progId="Equation.DSMT4">
                  <p:embed/>
                  <p:pic>
                    <p:nvPicPr>
                      <p:cNvPr id="0" name=""/>
                      <p:cNvPicPr/>
                      <p:nvPr/>
                    </p:nvPicPr>
                    <p:blipFill>
                      <a:blip r:embed="rId9"/>
                      <a:stretch>
                        <a:fillRect/>
                      </a:stretch>
                    </p:blipFill>
                    <p:spPr>
                      <a:xfrm>
                        <a:off x="1485900" y="4392613"/>
                        <a:ext cx="1300163" cy="30003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F5C5EF2D-76D4-4F60-A70D-C1D2E3D2D64F}"/>
              </a:ext>
            </a:extLst>
          </p:cNvPr>
          <p:cNvSpPr>
            <a:spLocks noGrp="1"/>
          </p:cNvSpPr>
          <p:nvPr>
            <p:ph sz="quarter" idx="19"/>
          </p:nvPr>
        </p:nvSpPr>
        <p:spPr>
          <a:xfrm>
            <a:off x="342900" y="4861704"/>
            <a:ext cx="8288593" cy="654677"/>
          </a:xfrm>
        </p:spPr>
        <p:txBody>
          <a:bodyPr/>
          <a:lstStyle/>
          <a:p>
            <a:pPr marL="404813" indent="-404813"/>
            <a:r>
              <a:rPr lang="en-US" sz="2000" dirty="0"/>
              <a:t>(e) Which of the probability expressions in parts (</a:t>
            </a:r>
            <a:r>
              <a:rPr lang="en-US" sz="2000" i="1" dirty="0"/>
              <a:t>a</a:t>
            </a:r>
            <a:r>
              <a:rPr lang="en-US" sz="2000" dirty="0"/>
              <a:t>) to (</a:t>
            </a:r>
            <a:r>
              <a:rPr lang="en-US" sz="2000" i="1" dirty="0"/>
              <a:t>d</a:t>
            </a:r>
            <a:r>
              <a:rPr lang="en-US" sz="2000" dirty="0"/>
              <a:t>) is a value of the C</a:t>
            </a:r>
            <a:r>
              <a:rPr lang="en-US" sz="100" dirty="0"/>
              <a:t> </a:t>
            </a:r>
            <a:r>
              <a:rPr lang="en-US" sz="2000" dirty="0"/>
              <a:t>D</a:t>
            </a:r>
            <a:r>
              <a:rPr lang="en-US" sz="100" dirty="0"/>
              <a:t> </a:t>
            </a:r>
            <a:r>
              <a:rPr lang="en-US" sz="2000" dirty="0"/>
              <a:t>F?</a:t>
            </a:r>
          </a:p>
        </p:txBody>
      </p:sp>
      <p:graphicFrame>
        <p:nvGraphicFramePr>
          <p:cNvPr id="36" name="Table 36">
            <a:extLst>
              <a:ext uri="{FF2B5EF4-FFF2-40B4-BE49-F238E27FC236}">
                <a16:creationId xmlns:a16="http://schemas.microsoft.com/office/drawing/2014/main" id="{CE5303EE-FB7B-4BE7-A875-06C03EE4856B}"/>
              </a:ext>
            </a:extLst>
          </p:cNvPr>
          <p:cNvGraphicFramePr>
            <a:graphicFrameLocks noGrp="1"/>
          </p:cNvGraphicFramePr>
          <p:nvPr>
            <p:extLst>
              <p:ext uri="{D42A27DB-BD31-4B8C-83A1-F6EECF244321}">
                <p14:modId xmlns:p14="http://schemas.microsoft.com/office/powerpoint/2010/main" val="1513698109"/>
              </p:ext>
            </p:extLst>
          </p:nvPr>
        </p:nvGraphicFramePr>
        <p:xfrm>
          <a:off x="422198" y="5724116"/>
          <a:ext cx="8357910" cy="741680"/>
        </p:xfrm>
        <a:graphic>
          <a:graphicData uri="http://schemas.openxmlformats.org/drawingml/2006/table">
            <a:tbl>
              <a:tblPr firstRow="1" bandRow="1">
                <a:tableStyleId>{5C22544A-7EE6-4342-B048-85BDC9FD1C3A}</a:tableStyleId>
              </a:tblPr>
              <a:tblGrid>
                <a:gridCol w="1392985">
                  <a:extLst>
                    <a:ext uri="{9D8B030D-6E8A-4147-A177-3AD203B41FA5}">
                      <a16:colId xmlns:a16="http://schemas.microsoft.com/office/drawing/2014/main" val="338887567"/>
                    </a:ext>
                  </a:extLst>
                </a:gridCol>
                <a:gridCol w="1392985">
                  <a:extLst>
                    <a:ext uri="{9D8B030D-6E8A-4147-A177-3AD203B41FA5}">
                      <a16:colId xmlns:a16="http://schemas.microsoft.com/office/drawing/2014/main" val="2366701801"/>
                    </a:ext>
                  </a:extLst>
                </a:gridCol>
                <a:gridCol w="1392985">
                  <a:extLst>
                    <a:ext uri="{9D8B030D-6E8A-4147-A177-3AD203B41FA5}">
                      <a16:colId xmlns:a16="http://schemas.microsoft.com/office/drawing/2014/main" val="426188352"/>
                    </a:ext>
                  </a:extLst>
                </a:gridCol>
                <a:gridCol w="1392985">
                  <a:extLst>
                    <a:ext uri="{9D8B030D-6E8A-4147-A177-3AD203B41FA5}">
                      <a16:colId xmlns:a16="http://schemas.microsoft.com/office/drawing/2014/main" val="3930110948"/>
                    </a:ext>
                  </a:extLst>
                </a:gridCol>
                <a:gridCol w="1392985">
                  <a:extLst>
                    <a:ext uri="{9D8B030D-6E8A-4147-A177-3AD203B41FA5}">
                      <a16:colId xmlns:a16="http://schemas.microsoft.com/office/drawing/2014/main" val="3838870616"/>
                    </a:ext>
                  </a:extLst>
                </a:gridCol>
                <a:gridCol w="1392985">
                  <a:extLst>
                    <a:ext uri="{9D8B030D-6E8A-4147-A177-3AD203B41FA5}">
                      <a16:colId xmlns:a16="http://schemas.microsoft.com/office/drawing/2014/main" val="1500147061"/>
                    </a:ext>
                  </a:extLst>
                </a:gridCol>
              </a:tblGrid>
              <a:tr h="370840">
                <a:tc>
                  <a:txBody>
                    <a:bodyPr/>
                    <a:lstStyle/>
                    <a:p>
                      <a:pPr algn="ctr" fontAlgn="t"/>
                      <a:endParaRPr lang="en-US" sz="1600" b="1" i="1"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294511663"/>
                  </a:ext>
                </a:extLst>
              </a:tr>
              <a:tr h="370840">
                <a:tc>
                  <a:txBody>
                    <a:bodyPr/>
                    <a:lstStyle/>
                    <a:p>
                      <a:pPr algn="ctr" fontAlgn="t"/>
                      <a:endParaRPr lang="en-US" sz="1600" b="1" i="1"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1127284"/>
                  </a:ext>
                </a:extLst>
              </a:tr>
            </a:tbl>
          </a:graphicData>
        </a:graphic>
      </p:graphicFrame>
      <p:graphicFrame>
        <p:nvGraphicFramePr>
          <p:cNvPr id="10" name="Object 9">
            <a:extLst>
              <a:ext uri="{FF2B5EF4-FFF2-40B4-BE49-F238E27FC236}">
                <a16:creationId xmlns:a16="http://schemas.microsoft.com/office/drawing/2014/main" id="{8B20EE6D-02DB-4804-B096-BC08149BD852}"/>
              </a:ext>
            </a:extLst>
          </p:cNvPr>
          <p:cNvGraphicFramePr>
            <a:graphicFrameLocks noChangeAspect="1"/>
          </p:cNvGraphicFramePr>
          <p:nvPr>
            <p:extLst>
              <p:ext uri="{D42A27DB-BD31-4B8C-83A1-F6EECF244321}">
                <p14:modId xmlns:p14="http://schemas.microsoft.com/office/powerpoint/2010/main" val="3351902467"/>
              </p:ext>
            </p:extLst>
          </p:nvPr>
        </p:nvGraphicFramePr>
        <p:xfrm>
          <a:off x="987425" y="5772150"/>
          <a:ext cx="223838" cy="209550"/>
        </p:xfrm>
        <a:graphic>
          <a:graphicData uri="http://schemas.openxmlformats.org/presentationml/2006/ole">
            <mc:AlternateContent xmlns:mc="http://schemas.openxmlformats.org/markup-compatibility/2006">
              <mc:Choice xmlns:v="urn:schemas-microsoft-com:vml" Requires="v">
                <p:oleObj name="Equation" r:id="rId10" imgW="190440" imgH="177480" progId="Equation.DSMT4">
                  <p:embed/>
                </p:oleObj>
              </mc:Choice>
              <mc:Fallback>
                <p:oleObj name="Equation" r:id="rId10" imgW="190440" imgH="177480" progId="Equation.DSMT4">
                  <p:embed/>
                  <p:pic>
                    <p:nvPicPr>
                      <p:cNvPr id="0" name=""/>
                      <p:cNvPicPr/>
                      <p:nvPr/>
                    </p:nvPicPr>
                    <p:blipFill>
                      <a:blip r:embed="rId11"/>
                      <a:stretch>
                        <a:fillRect/>
                      </a:stretch>
                    </p:blipFill>
                    <p:spPr>
                      <a:xfrm>
                        <a:off x="987425" y="5772150"/>
                        <a:ext cx="223838" cy="20955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47FB1BC4-F2DE-4F59-8E2D-45818B131435}"/>
              </a:ext>
            </a:extLst>
          </p:cNvPr>
          <p:cNvGraphicFramePr>
            <a:graphicFrameLocks noChangeAspect="1"/>
          </p:cNvGraphicFramePr>
          <p:nvPr>
            <p:extLst>
              <p:ext uri="{D42A27DB-BD31-4B8C-83A1-F6EECF244321}">
                <p14:modId xmlns:p14="http://schemas.microsoft.com/office/powerpoint/2010/main" val="367557166"/>
              </p:ext>
            </p:extLst>
          </p:nvPr>
        </p:nvGraphicFramePr>
        <p:xfrm>
          <a:off x="2659372" y="5803491"/>
          <a:ext cx="265545" cy="219364"/>
        </p:xfrm>
        <a:graphic>
          <a:graphicData uri="http://schemas.openxmlformats.org/presentationml/2006/ole">
            <mc:AlternateContent xmlns:mc="http://schemas.openxmlformats.org/markup-compatibility/2006">
              <mc:Choice xmlns:v="urn:schemas-microsoft-com:vml" Requires="v">
                <p:oleObj name="Equation" r:id="rId12" imgW="291960" imgH="241200" progId="Equation.DSMT4">
                  <p:embed/>
                </p:oleObj>
              </mc:Choice>
              <mc:Fallback>
                <p:oleObj name="Equation" r:id="rId12" imgW="291960" imgH="241200" progId="Equation.DSMT4">
                  <p:embed/>
                  <p:pic>
                    <p:nvPicPr>
                      <p:cNvPr id="0" name=""/>
                      <p:cNvPicPr/>
                      <p:nvPr/>
                    </p:nvPicPr>
                    <p:blipFill>
                      <a:blip r:embed="rId13"/>
                      <a:stretch>
                        <a:fillRect/>
                      </a:stretch>
                    </p:blipFill>
                    <p:spPr>
                      <a:xfrm>
                        <a:off x="2659372" y="5803491"/>
                        <a:ext cx="265545" cy="219364"/>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47D62682-AB6D-4561-9DF8-B622F92FF3CC}"/>
              </a:ext>
            </a:extLst>
          </p:cNvPr>
          <p:cNvGraphicFramePr>
            <a:graphicFrameLocks noChangeAspect="1"/>
          </p:cNvGraphicFramePr>
          <p:nvPr>
            <p:extLst>
              <p:ext uri="{D42A27DB-BD31-4B8C-83A1-F6EECF244321}">
                <p14:modId xmlns:p14="http://schemas.microsoft.com/office/powerpoint/2010/main" val="2535810921"/>
              </p:ext>
            </p:extLst>
          </p:nvPr>
        </p:nvGraphicFramePr>
        <p:xfrm>
          <a:off x="4306455" y="5803491"/>
          <a:ext cx="265545" cy="219364"/>
        </p:xfrm>
        <a:graphic>
          <a:graphicData uri="http://schemas.openxmlformats.org/presentationml/2006/ole">
            <mc:AlternateContent xmlns:mc="http://schemas.openxmlformats.org/markup-compatibility/2006">
              <mc:Choice xmlns:v="urn:schemas-microsoft-com:vml" Requires="v">
                <p:oleObj name="Equation" r:id="rId14" imgW="291960" imgH="241200" progId="Equation.DSMT4">
                  <p:embed/>
                </p:oleObj>
              </mc:Choice>
              <mc:Fallback>
                <p:oleObj name="Equation" r:id="rId14" imgW="291960" imgH="241200" progId="Equation.DSMT4">
                  <p:embed/>
                  <p:pic>
                    <p:nvPicPr>
                      <p:cNvPr id="11" name="Object 10">
                        <a:extLst>
                          <a:ext uri="{FF2B5EF4-FFF2-40B4-BE49-F238E27FC236}">
                            <a16:creationId xmlns:a16="http://schemas.microsoft.com/office/drawing/2014/main" id="{47FB1BC4-F2DE-4F59-8E2D-45818B131435}"/>
                          </a:ext>
                        </a:extLst>
                      </p:cNvPr>
                      <p:cNvPicPr/>
                      <p:nvPr/>
                    </p:nvPicPr>
                    <p:blipFill>
                      <a:blip r:embed="rId15"/>
                      <a:stretch>
                        <a:fillRect/>
                      </a:stretch>
                    </p:blipFill>
                    <p:spPr>
                      <a:xfrm>
                        <a:off x="4306455" y="5803491"/>
                        <a:ext cx="265545" cy="219364"/>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2CEAF3B8-BD4F-45A2-A41E-FD191829B182}"/>
              </a:ext>
            </a:extLst>
          </p:cNvPr>
          <p:cNvGraphicFramePr>
            <a:graphicFrameLocks noChangeAspect="1"/>
          </p:cNvGraphicFramePr>
          <p:nvPr>
            <p:extLst>
              <p:ext uri="{D42A27DB-BD31-4B8C-83A1-F6EECF244321}">
                <p14:modId xmlns:p14="http://schemas.microsoft.com/office/powerpoint/2010/main" val="3068996547"/>
              </p:ext>
            </p:extLst>
          </p:nvPr>
        </p:nvGraphicFramePr>
        <p:xfrm>
          <a:off x="5807488" y="5770579"/>
          <a:ext cx="292100" cy="241300"/>
        </p:xfrm>
        <a:graphic>
          <a:graphicData uri="http://schemas.openxmlformats.org/presentationml/2006/ole">
            <mc:AlternateContent xmlns:mc="http://schemas.openxmlformats.org/markup-compatibility/2006">
              <mc:Choice xmlns:v="urn:schemas-microsoft-com:vml" Requires="v">
                <p:oleObj name="Equation" r:id="rId16" imgW="291960" imgH="241200" progId="Equation.DSMT4">
                  <p:embed/>
                </p:oleObj>
              </mc:Choice>
              <mc:Fallback>
                <p:oleObj name="Equation" r:id="rId16" imgW="291960" imgH="241200" progId="Equation.DSMT4">
                  <p:embed/>
                  <p:pic>
                    <p:nvPicPr>
                      <p:cNvPr id="0" name=""/>
                      <p:cNvPicPr/>
                      <p:nvPr/>
                    </p:nvPicPr>
                    <p:blipFill>
                      <a:blip r:embed="rId17"/>
                      <a:stretch>
                        <a:fillRect/>
                      </a:stretch>
                    </p:blipFill>
                    <p:spPr>
                      <a:xfrm>
                        <a:off x="5807488" y="5770579"/>
                        <a:ext cx="292100" cy="2413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F51200D2-11F8-412C-BA2B-23901E7BB5B3}"/>
              </a:ext>
            </a:extLst>
          </p:cNvPr>
          <p:cNvGraphicFramePr>
            <a:graphicFrameLocks noChangeAspect="1"/>
          </p:cNvGraphicFramePr>
          <p:nvPr>
            <p:extLst>
              <p:ext uri="{D42A27DB-BD31-4B8C-83A1-F6EECF244321}">
                <p14:modId xmlns:p14="http://schemas.microsoft.com/office/powerpoint/2010/main" val="1811166379"/>
              </p:ext>
            </p:extLst>
          </p:nvPr>
        </p:nvGraphicFramePr>
        <p:xfrm>
          <a:off x="7129798" y="5770579"/>
          <a:ext cx="393700" cy="241300"/>
        </p:xfrm>
        <a:graphic>
          <a:graphicData uri="http://schemas.openxmlformats.org/presentationml/2006/ole">
            <mc:AlternateContent xmlns:mc="http://schemas.openxmlformats.org/markup-compatibility/2006">
              <mc:Choice xmlns:v="urn:schemas-microsoft-com:vml" Requires="v">
                <p:oleObj name="Equation" r:id="rId18" imgW="393480" imgH="241200" progId="Equation.DSMT4">
                  <p:embed/>
                </p:oleObj>
              </mc:Choice>
              <mc:Fallback>
                <p:oleObj name="Equation" r:id="rId18" imgW="393480" imgH="241200" progId="Equation.DSMT4">
                  <p:embed/>
                  <p:pic>
                    <p:nvPicPr>
                      <p:cNvPr id="0" name=""/>
                      <p:cNvPicPr/>
                      <p:nvPr/>
                    </p:nvPicPr>
                    <p:blipFill>
                      <a:blip r:embed="rId19"/>
                      <a:stretch>
                        <a:fillRect/>
                      </a:stretch>
                    </p:blipFill>
                    <p:spPr>
                      <a:xfrm>
                        <a:off x="7129798" y="5770579"/>
                        <a:ext cx="393700" cy="2413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20002540-10DB-43D0-BA79-9E772E200677}"/>
              </a:ext>
            </a:extLst>
          </p:cNvPr>
          <p:cNvGraphicFramePr>
            <a:graphicFrameLocks noChangeAspect="1"/>
          </p:cNvGraphicFramePr>
          <p:nvPr>
            <p:extLst>
              <p:ext uri="{D42A27DB-BD31-4B8C-83A1-F6EECF244321}">
                <p14:modId xmlns:p14="http://schemas.microsoft.com/office/powerpoint/2010/main" val="3540263710"/>
              </p:ext>
            </p:extLst>
          </p:nvPr>
        </p:nvGraphicFramePr>
        <p:xfrm>
          <a:off x="8106082" y="5772468"/>
          <a:ext cx="571500" cy="254000"/>
        </p:xfrm>
        <a:graphic>
          <a:graphicData uri="http://schemas.openxmlformats.org/presentationml/2006/ole">
            <mc:AlternateContent xmlns:mc="http://schemas.openxmlformats.org/markup-compatibility/2006">
              <mc:Choice xmlns:v="urn:schemas-microsoft-com:vml" Requires="v">
                <p:oleObj name="Equation" r:id="rId20" imgW="571320" imgH="253800" progId="Equation.DSMT4">
                  <p:embed/>
                </p:oleObj>
              </mc:Choice>
              <mc:Fallback>
                <p:oleObj name="Equation" r:id="rId20" imgW="571320" imgH="253800" progId="Equation.DSMT4">
                  <p:embed/>
                  <p:pic>
                    <p:nvPicPr>
                      <p:cNvPr id="0" name=""/>
                      <p:cNvPicPr/>
                      <p:nvPr/>
                    </p:nvPicPr>
                    <p:blipFill>
                      <a:blip r:embed="rId21"/>
                      <a:stretch>
                        <a:fillRect/>
                      </a:stretch>
                    </p:blipFill>
                    <p:spPr>
                      <a:xfrm>
                        <a:off x="8106082" y="5772468"/>
                        <a:ext cx="571500" cy="2540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49AE67F4-5C2F-44B3-9E12-473A079A5823}"/>
              </a:ext>
            </a:extLst>
          </p:cNvPr>
          <p:cNvGraphicFramePr>
            <a:graphicFrameLocks noChangeAspect="1"/>
          </p:cNvGraphicFramePr>
          <p:nvPr>
            <p:extLst>
              <p:ext uri="{D42A27DB-BD31-4B8C-83A1-F6EECF244321}">
                <p14:modId xmlns:p14="http://schemas.microsoft.com/office/powerpoint/2010/main" val="3427591367"/>
              </p:ext>
            </p:extLst>
          </p:nvPr>
        </p:nvGraphicFramePr>
        <p:xfrm>
          <a:off x="898525" y="6084888"/>
          <a:ext cx="609600" cy="381000"/>
        </p:xfrm>
        <a:graphic>
          <a:graphicData uri="http://schemas.openxmlformats.org/presentationml/2006/ole">
            <mc:AlternateContent xmlns:mc="http://schemas.openxmlformats.org/markup-compatibility/2006">
              <mc:Choice xmlns:v="urn:schemas-microsoft-com:vml" Requires="v">
                <p:oleObj name="Equation" r:id="rId22" imgW="609480" imgH="380880" progId="Equation.DSMT4">
                  <p:embed/>
                </p:oleObj>
              </mc:Choice>
              <mc:Fallback>
                <p:oleObj name="Equation" r:id="rId22" imgW="609480" imgH="380880" progId="Equation.DSMT4">
                  <p:embed/>
                  <p:pic>
                    <p:nvPicPr>
                      <p:cNvPr id="0" name=""/>
                      <p:cNvPicPr/>
                      <p:nvPr/>
                    </p:nvPicPr>
                    <p:blipFill>
                      <a:blip r:embed="rId23"/>
                      <a:stretch>
                        <a:fillRect/>
                      </a:stretch>
                    </p:blipFill>
                    <p:spPr>
                      <a:xfrm>
                        <a:off x="898525" y="6084888"/>
                        <a:ext cx="609600" cy="3810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90A95041-887C-4663-A3CB-817AD39E3EA6}"/>
              </a:ext>
            </a:extLst>
          </p:cNvPr>
          <p:cNvGraphicFramePr>
            <a:graphicFrameLocks noChangeAspect="1"/>
          </p:cNvGraphicFramePr>
          <p:nvPr>
            <p:extLst>
              <p:ext uri="{D42A27DB-BD31-4B8C-83A1-F6EECF244321}">
                <p14:modId xmlns:p14="http://schemas.microsoft.com/office/powerpoint/2010/main" val="569392240"/>
              </p:ext>
            </p:extLst>
          </p:nvPr>
        </p:nvGraphicFramePr>
        <p:xfrm>
          <a:off x="2620694" y="6121561"/>
          <a:ext cx="342900" cy="241300"/>
        </p:xfrm>
        <a:graphic>
          <a:graphicData uri="http://schemas.openxmlformats.org/presentationml/2006/ole">
            <mc:AlternateContent xmlns:mc="http://schemas.openxmlformats.org/markup-compatibility/2006">
              <mc:Choice xmlns:v="urn:schemas-microsoft-com:vml" Requires="v">
                <p:oleObj name="Equation" r:id="rId24" imgW="342720" imgH="241200" progId="Equation.DSMT4">
                  <p:embed/>
                </p:oleObj>
              </mc:Choice>
              <mc:Fallback>
                <p:oleObj name="Equation" r:id="rId24" imgW="342720" imgH="241200" progId="Equation.DSMT4">
                  <p:embed/>
                  <p:pic>
                    <p:nvPicPr>
                      <p:cNvPr id="0" name=""/>
                      <p:cNvPicPr/>
                      <p:nvPr/>
                    </p:nvPicPr>
                    <p:blipFill>
                      <a:blip r:embed="rId25"/>
                      <a:stretch>
                        <a:fillRect/>
                      </a:stretch>
                    </p:blipFill>
                    <p:spPr>
                      <a:xfrm>
                        <a:off x="2620694" y="6121561"/>
                        <a:ext cx="342900" cy="2413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6718EE9A-D89A-4C42-A4BD-ED13E15B7FB6}"/>
              </a:ext>
            </a:extLst>
          </p:cNvPr>
          <p:cNvGraphicFramePr>
            <a:graphicFrameLocks noChangeAspect="1"/>
          </p:cNvGraphicFramePr>
          <p:nvPr>
            <p:extLst>
              <p:ext uri="{D42A27DB-BD31-4B8C-83A1-F6EECF244321}">
                <p14:modId xmlns:p14="http://schemas.microsoft.com/office/powerpoint/2010/main" val="3088888926"/>
              </p:ext>
            </p:extLst>
          </p:nvPr>
        </p:nvGraphicFramePr>
        <p:xfrm>
          <a:off x="4267777" y="6141655"/>
          <a:ext cx="342900" cy="241300"/>
        </p:xfrm>
        <a:graphic>
          <a:graphicData uri="http://schemas.openxmlformats.org/presentationml/2006/ole">
            <mc:AlternateContent xmlns:mc="http://schemas.openxmlformats.org/markup-compatibility/2006">
              <mc:Choice xmlns:v="urn:schemas-microsoft-com:vml" Requires="v">
                <p:oleObj name="Equation" r:id="rId26" imgW="342720" imgH="241200" progId="Equation.DSMT4">
                  <p:embed/>
                </p:oleObj>
              </mc:Choice>
              <mc:Fallback>
                <p:oleObj name="Equation" r:id="rId26" imgW="342720" imgH="241200" progId="Equation.DSMT4">
                  <p:embed/>
                  <p:pic>
                    <p:nvPicPr>
                      <p:cNvPr id="0" name=""/>
                      <p:cNvPicPr/>
                      <p:nvPr/>
                    </p:nvPicPr>
                    <p:blipFill>
                      <a:blip r:embed="rId27"/>
                      <a:stretch>
                        <a:fillRect/>
                      </a:stretch>
                    </p:blipFill>
                    <p:spPr>
                      <a:xfrm>
                        <a:off x="4267777" y="6141655"/>
                        <a:ext cx="342900" cy="2413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B4C3578C-EBFF-4996-A68A-F055A26D6FD0}"/>
              </a:ext>
            </a:extLst>
          </p:cNvPr>
          <p:cNvGraphicFramePr>
            <a:graphicFrameLocks noChangeAspect="1"/>
          </p:cNvGraphicFramePr>
          <p:nvPr>
            <p:extLst>
              <p:ext uri="{D42A27DB-BD31-4B8C-83A1-F6EECF244321}">
                <p14:modId xmlns:p14="http://schemas.microsoft.com/office/powerpoint/2010/main" val="4106693270"/>
              </p:ext>
            </p:extLst>
          </p:nvPr>
        </p:nvGraphicFramePr>
        <p:xfrm>
          <a:off x="5756688" y="6118188"/>
          <a:ext cx="342900" cy="241300"/>
        </p:xfrm>
        <a:graphic>
          <a:graphicData uri="http://schemas.openxmlformats.org/presentationml/2006/ole">
            <mc:AlternateContent xmlns:mc="http://schemas.openxmlformats.org/markup-compatibility/2006">
              <mc:Choice xmlns:v="urn:schemas-microsoft-com:vml" Requires="v">
                <p:oleObj name="Equation" r:id="rId28" imgW="342720" imgH="241200" progId="Equation.DSMT4">
                  <p:embed/>
                </p:oleObj>
              </mc:Choice>
              <mc:Fallback>
                <p:oleObj name="Equation" r:id="rId28" imgW="342720" imgH="241200" progId="Equation.DSMT4">
                  <p:embed/>
                  <p:pic>
                    <p:nvPicPr>
                      <p:cNvPr id="0" name=""/>
                      <p:cNvPicPr/>
                      <p:nvPr/>
                    </p:nvPicPr>
                    <p:blipFill>
                      <a:blip r:embed="rId29"/>
                      <a:stretch>
                        <a:fillRect/>
                      </a:stretch>
                    </p:blipFill>
                    <p:spPr>
                      <a:xfrm>
                        <a:off x="5756688" y="6118188"/>
                        <a:ext cx="342900" cy="2413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D32C61F7-F575-47E5-86C6-A3902C7472D0}"/>
              </a:ext>
            </a:extLst>
          </p:cNvPr>
          <p:cNvGraphicFramePr>
            <a:graphicFrameLocks noChangeAspect="1"/>
          </p:cNvGraphicFramePr>
          <p:nvPr>
            <p:extLst>
              <p:ext uri="{D42A27DB-BD31-4B8C-83A1-F6EECF244321}">
                <p14:modId xmlns:p14="http://schemas.microsoft.com/office/powerpoint/2010/main" val="3134694287"/>
              </p:ext>
            </p:extLst>
          </p:nvPr>
        </p:nvGraphicFramePr>
        <p:xfrm>
          <a:off x="7129798" y="6118188"/>
          <a:ext cx="342900" cy="241300"/>
        </p:xfrm>
        <a:graphic>
          <a:graphicData uri="http://schemas.openxmlformats.org/presentationml/2006/ole">
            <mc:AlternateContent xmlns:mc="http://schemas.openxmlformats.org/markup-compatibility/2006">
              <mc:Choice xmlns:v="urn:schemas-microsoft-com:vml" Requires="v">
                <p:oleObj name="Equation" r:id="rId30" imgW="342720" imgH="241200" progId="Equation.DSMT4">
                  <p:embed/>
                </p:oleObj>
              </mc:Choice>
              <mc:Fallback>
                <p:oleObj name="Equation" r:id="rId30" imgW="342720" imgH="241200" progId="Equation.DSMT4">
                  <p:embed/>
                  <p:pic>
                    <p:nvPicPr>
                      <p:cNvPr id="0" name=""/>
                      <p:cNvPicPr/>
                      <p:nvPr/>
                    </p:nvPicPr>
                    <p:blipFill>
                      <a:blip r:embed="rId31"/>
                      <a:stretch>
                        <a:fillRect/>
                      </a:stretch>
                    </p:blipFill>
                    <p:spPr>
                      <a:xfrm>
                        <a:off x="7129798" y="6118188"/>
                        <a:ext cx="342900" cy="2413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8478326F-EFBD-4715-9030-A9F5828558E5}"/>
              </a:ext>
            </a:extLst>
          </p:cNvPr>
          <p:cNvGraphicFramePr>
            <a:graphicFrameLocks noChangeAspect="1"/>
          </p:cNvGraphicFramePr>
          <p:nvPr>
            <p:extLst>
              <p:ext uri="{D42A27DB-BD31-4B8C-83A1-F6EECF244321}">
                <p14:modId xmlns:p14="http://schemas.microsoft.com/office/powerpoint/2010/main" val="4087199706"/>
              </p:ext>
            </p:extLst>
          </p:nvPr>
        </p:nvGraphicFramePr>
        <p:xfrm>
          <a:off x="8169212" y="6154646"/>
          <a:ext cx="457200" cy="241300"/>
        </p:xfrm>
        <a:graphic>
          <a:graphicData uri="http://schemas.openxmlformats.org/presentationml/2006/ole">
            <mc:AlternateContent xmlns:mc="http://schemas.openxmlformats.org/markup-compatibility/2006">
              <mc:Choice xmlns:v="urn:schemas-microsoft-com:vml" Requires="v">
                <p:oleObj name="Equation" r:id="rId32" imgW="457200" imgH="241200" progId="Equation.DSMT4">
                  <p:embed/>
                </p:oleObj>
              </mc:Choice>
              <mc:Fallback>
                <p:oleObj name="Equation" r:id="rId32" imgW="457200" imgH="241200" progId="Equation.DSMT4">
                  <p:embed/>
                  <p:pic>
                    <p:nvPicPr>
                      <p:cNvPr id="0" name=""/>
                      <p:cNvPicPr/>
                      <p:nvPr/>
                    </p:nvPicPr>
                    <p:blipFill>
                      <a:blip r:embed="rId33"/>
                      <a:stretch>
                        <a:fillRect/>
                      </a:stretch>
                    </p:blipFill>
                    <p:spPr>
                      <a:xfrm>
                        <a:off x="8169212" y="6154646"/>
                        <a:ext cx="457200" cy="2413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62</a:t>
            </a:fld>
            <a:endParaRPr lang="en-US"/>
          </a:p>
        </p:txBody>
      </p:sp>
    </p:spTree>
    <p:extLst>
      <p:ext uri="{BB962C8B-B14F-4D97-AF65-F5344CB8AC3E}">
        <p14:creationId xmlns:p14="http://schemas.microsoft.com/office/powerpoint/2010/main" val="1513133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7961345" cy="903231"/>
          </a:xfrm>
        </p:spPr>
        <p:txBody>
          <a:bodyPr>
            <a:normAutofit/>
          </a:bodyPr>
          <a:lstStyle/>
          <a:p>
            <a:r>
              <a:rPr lang="en-US" sz="3600" dirty="0"/>
              <a:t>Question 5</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31494" y="52595"/>
            <a:ext cx="468260" cy="1245264"/>
          </a:xfrm>
        </p:spPr>
        <p:txBody>
          <a:bodyPr vert="vert" rIns="0"/>
          <a:lstStyle/>
          <a:p>
            <a:r>
              <a:rPr lang="en-US" b="1" dirty="0"/>
              <a:t>L</a:t>
            </a:r>
            <a:r>
              <a:rPr lang="en-US" sz="100" b="1" dirty="0"/>
              <a:t> </a:t>
            </a:r>
            <a:r>
              <a:rPr lang="en-US" b="1" dirty="0"/>
              <a:t>O 6.2</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1"/>
            <a:ext cx="8048932" cy="2177607"/>
          </a:xfrm>
        </p:spPr>
        <p:txBody>
          <a:bodyPr/>
          <a:lstStyle/>
          <a:p>
            <a:r>
              <a:rPr lang="en-US" dirty="0"/>
              <a:t>On the midnight shift, the number of patients with head trauma in an emergency room has the probability distribution shown below.</a:t>
            </a:r>
          </a:p>
          <a:p>
            <a:r>
              <a:rPr lang="en-US" dirty="0"/>
              <a:t>(a) Calculate the mean and standard deviation.</a:t>
            </a:r>
          </a:p>
          <a:p>
            <a:r>
              <a:rPr lang="en-US" dirty="0"/>
              <a:t>(b) Describe the shape of this distribution.</a:t>
            </a:r>
          </a:p>
        </p:txBody>
      </p:sp>
      <p:graphicFrame>
        <p:nvGraphicFramePr>
          <p:cNvPr id="36" name="Table 36">
            <a:extLst>
              <a:ext uri="{FF2B5EF4-FFF2-40B4-BE49-F238E27FC236}">
                <a16:creationId xmlns:a16="http://schemas.microsoft.com/office/drawing/2014/main" id="{CE5303EE-FB7B-4BE7-A875-06C03EE4856B}"/>
              </a:ext>
            </a:extLst>
          </p:cNvPr>
          <p:cNvGraphicFramePr>
            <a:graphicFrameLocks noGrp="1"/>
          </p:cNvGraphicFramePr>
          <p:nvPr>
            <p:extLst>
              <p:ext uri="{D42A27DB-BD31-4B8C-83A1-F6EECF244321}">
                <p14:modId xmlns:p14="http://schemas.microsoft.com/office/powerpoint/2010/main" val="2147583931"/>
              </p:ext>
            </p:extLst>
          </p:nvPr>
        </p:nvGraphicFramePr>
        <p:xfrm>
          <a:off x="501496" y="3805375"/>
          <a:ext cx="7890336" cy="741680"/>
        </p:xfrm>
        <a:graphic>
          <a:graphicData uri="http://schemas.openxmlformats.org/drawingml/2006/table">
            <a:tbl>
              <a:tblPr firstRow="1" bandRow="1">
                <a:tableStyleId>{5C22544A-7EE6-4342-B048-85BDC9FD1C3A}</a:tableStyleId>
              </a:tblPr>
              <a:tblGrid>
                <a:gridCol w="986292">
                  <a:extLst>
                    <a:ext uri="{9D8B030D-6E8A-4147-A177-3AD203B41FA5}">
                      <a16:colId xmlns:a16="http://schemas.microsoft.com/office/drawing/2014/main" val="338887567"/>
                    </a:ext>
                  </a:extLst>
                </a:gridCol>
                <a:gridCol w="986292">
                  <a:extLst>
                    <a:ext uri="{9D8B030D-6E8A-4147-A177-3AD203B41FA5}">
                      <a16:colId xmlns:a16="http://schemas.microsoft.com/office/drawing/2014/main" val="2366701801"/>
                    </a:ext>
                  </a:extLst>
                </a:gridCol>
                <a:gridCol w="986292">
                  <a:extLst>
                    <a:ext uri="{9D8B030D-6E8A-4147-A177-3AD203B41FA5}">
                      <a16:colId xmlns:a16="http://schemas.microsoft.com/office/drawing/2014/main" val="426188352"/>
                    </a:ext>
                  </a:extLst>
                </a:gridCol>
                <a:gridCol w="986292">
                  <a:extLst>
                    <a:ext uri="{9D8B030D-6E8A-4147-A177-3AD203B41FA5}">
                      <a16:colId xmlns:a16="http://schemas.microsoft.com/office/drawing/2014/main" val="3930110948"/>
                    </a:ext>
                  </a:extLst>
                </a:gridCol>
                <a:gridCol w="986292">
                  <a:extLst>
                    <a:ext uri="{9D8B030D-6E8A-4147-A177-3AD203B41FA5}">
                      <a16:colId xmlns:a16="http://schemas.microsoft.com/office/drawing/2014/main" val="3838870616"/>
                    </a:ext>
                  </a:extLst>
                </a:gridCol>
                <a:gridCol w="986292">
                  <a:extLst>
                    <a:ext uri="{9D8B030D-6E8A-4147-A177-3AD203B41FA5}">
                      <a16:colId xmlns:a16="http://schemas.microsoft.com/office/drawing/2014/main" val="842977581"/>
                    </a:ext>
                  </a:extLst>
                </a:gridCol>
                <a:gridCol w="986292">
                  <a:extLst>
                    <a:ext uri="{9D8B030D-6E8A-4147-A177-3AD203B41FA5}">
                      <a16:colId xmlns:a16="http://schemas.microsoft.com/office/drawing/2014/main" val="2565414551"/>
                    </a:ext>
                  </a:extLst>
                </a:gridCol>
                <a:gridCol w="986292">
                  <a:extLst>
                    <a:ext uri="{9D8B030D-6E8A-4147-A177-3AD203B41FA5}">
                      <a16:colId xmlns:a16="http://schemas.microsoft.com/office/drawing/2014/main" val="3003153778"/>
                    </a:ext>
                  </a:extLst>
                </a:gridCol>
              </a:tblGrid>
              <a:tr h="370840">
                <a:tc>
                  <a:txBody>
                    <a:bodyPr/>
                    <a:lstStyle/>
                    <a:p>
                      <a:pPr algn="ctr" fontAlgn="t"/>
                      <a:endParaRPr lang="en-US" sz="1600" b="1" i="1"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294511663"/>
                  </a:ext>
                </a:extLst>
              </a:tr>
              <a:tr h="370840">
                <a:tc>
                  <a:txBody>
                    <a:bodyPr/>
                    <a:lstStyle/>
                    <a:p>
                      <a:pPr algn="ctr" fontAlgn="t"/>
                      <a:endParaRPr lang="en-US" sz="1600" b="1" i="1"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1600" b="0" i="0" u="none" strike="noStrike" dirty="0">
                        <a:solidFill>
                          <a:schemeClr val="tx1"/>
                        </a:solidFill>
                        <a:effectLst/>
                        <a:latin typeface="+mn-lt"/>
                        <a:cs typeface="Times New Roman" panose="02020603050405020304" pitchFamily="18" charset="0"/>
                      </a:endParaRPr>
                    </a:p>
                  </a:txBody>
                  <a:tcPr marL="89639" marR="89639">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1127284"/>
                  </a:ext>
                </a:extLst>
              </a:tr>
            </a:tbl>
          </a:graphicData>
        </a:graphic>
      </p:graphicFrame>
      <p:graphicFrame>
        <p:nvGraphicFramePr>
          <p:cNvPr id="8" name="Object 7">
            <a:extLst>
              <a:ext uri="{FF2B5EF4-FFF2-40B4-BE49-F238E27FC236}">
                <a16:creationId xmlns:a16="http://schemas.microsoft.com/office/drawing/2014/main" id="{DAB59EF9-5231-48E6-A963-B1AF6FA667AF}"/>
              </a:ext>
            </a:extLst>
          </p:cNvPr>
          <p:cNvGraphicFramePr>
            <a:graphicFrameLocks noChangeAspect="1"/>
          </p:cNvGraphicFramePr>
          <p:nvPr>
            <p:extLst>
              <p:ext uri="{D42A27DB-BD31-4B8C-83A1-F6EECF244321}">
                <p14:modId xmlns:p14="http://schemas.microsoft.com/office/powerpoint/2010/main" val="1582167204"/>
              </p:ext>
            </p:extLst>
          </p:nvPr>
        </p:nvGraphicFramePr>
        <p:xfrm>
          <a:off x="887413" y="3895725"/>
          <a:ext cx="179387" cy="166688"/>
        </p:xfrm>
        <a:graphic>
          <a:graphicData uri="http://schemas.openxmlformats.org/presentationml/2006/ole">
            <mc:AlternateContent xmlns:mc="http://schemas.openxmlformats.org/markup-compatibility/2006">
              <mc:Choice xmlns:v="urn:schemas-microsoft-com:vml" Requires="v">
                <p:oleObj name="Equation" r:id="rId2" imgW="215640" imgH="203040" progId="Equation.DSMT4">
                  <p:embed/>
                </p:oleObj>
              </mc:Choice>
              <mc:Fallback>
                <p:oleObj name="Equation" r:id="rId2" imgW="215640" imgH="203040" progId="Equation.DSMT4">
                  <p:embed/>
                  <p:pic>
                    <p:nvPicPr>
                      <p:cNvPr id="10" name="Object 9">
                        <a:extLst>
                          <a:ext uri="{FF2B5EF4-FFF2-40B4-BE49-F238E27FC236}">
                            <a16:creationId xmlns:a16="http://schemas.microsoft.com/office/drawing/2014/main" id="{8B20EE6D-02DB-4804-B096-BC08149BD852}"/>
                          </a:ext>
                        </a:extLst>
                      </p:cNvPr>
                      <p:cNvPicPr/>
                      <p:nvPr/>
                    </p:nvPicPr>
                    <p:blipFill>
                      <a:blip r:embed="rId3"/>
                      <a:stretch>
                        <a:fillRect/>
                      </a:stretch>
                    </p:blipFill>
                    <p:spPr>
                      <a:xfrm>
                        <a:off x="887413" y="3895725"/>
                        <a:ext cx="179387" cy="16668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33124F84-9265-47F8-95B9-2B736418DF19}"/>
              </a:ext>
            </a:extLst>
          </p:cNvPr>
          <p:cNvGraphicFramePr>
            <a:graphicFrameLocks noChangeAspect="1"/>
          </p:cNvGraphicFramePr>
          <p:nvPr>
            <p:extLst>
              <p:ext uri="{D42A27DB-BD31-4B8C-83A1-F6EECF244321}">
                <p14:modId xmlns:p14="http://schemas.microsoft.com/office/powerpoint/2010/main" val="996995761"/>
              </p:ext>
            </p:extLst>
          </p:nvPr>
        </p:nvGraphicFramePr>
        <p:xfrm>
          <a:off x="1895022" y="3861932"/>
          <a:ext cx="165100" cy="241300"/>
        </p:xfrm>
        <a:graphic>
          <a:graphicData uri="http://schemas.openxmlformats.org/presentationml/2006/ole">
            <mc:AlternateContent xmlns:mc="http://schemas.openxmlformats.org/markup-compatibility/2006">
              <mc:Choice xmlns:v="urn:schemas-microsoft-com:vml" Requires="v">
                <p:oleObj name="Equation" r:id="rId4" imgW="164880" imgH="241200" progId="Equation.DSMT4">
                  <p:embed/>
                </p:oleObj>
              </mc:Choice>
              <mc:Fallback>
                <p:oleObj name="Equation" r:id="rId4" imgW="164880" imgH="241200" progId="Equation.DSMT4">
                  <p:embed/>
                  <p:pic>
                    <p:nvPicPr>
                      <p:cNvPr id="0" name=""/>
                      <p:cNvPicPr/>
                      <p:nvPr/>
                    </p:nvPicPr>
                    <p:blipFill>
                      <a:blip r:embed="rId5"/>
                      <a:stretch>
                        <a:fillRect/>
                      </a:stretch>
                    </p:blipFill>
                    <p:spPr>
                      <a:xfrm>
                        <a:off x="1895022" y="3861932"/>
                        <a:ext cx="165100" cy="2413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2343B8F-27E6-46BE-B6C3-73172B68C7AF}"/>
              </a:ext>
            </a:extLst>
          </p:cNvPr>
          <p:cNvGraphicFramePr>
            <a:graphicFrameLocks noChangeAspect="1"/>
          </p:cNvGraphicFramePr>
          <p:nvPr>
            <p:extLst>
              <p:ext uri="{D42A27DB-BD31-4B8C-83A1-F6EECF244321}">
                <p14:modId xmlns:p14="http://schemas.microsoft.com/office/powerpoint/2010/main" val="1678816608"/>
              </p:ext>
            </p:extLst>
          </p:nvPr>
        </p:nvGraphicFramePr>
        <p:xfrm>
          <a:off x="2956132" y="3870509"/>
          <a:ext cx="103909" cy="207818"/>
        </p:xfrm>
        <a:graphic>
          <a:graphicData uri="http://schemas.openxmlformats.org/presentationml/2006/ole">
            <mc:AlternateContent xmlns:mc="http://schemas.openxmlformats.org/markup-compatibility/2006">
              <mc:Choice xmlns:v="urn:schemas-microsoft-com:vml" Requires="v">
                <p:oleObj name="Equation" r:id="rId6" imgW="114120" imgH="228600" progId="Equation.DSMT4">
                  <p:embed/>
                </p:oleObj>
              </mc:Choice>
              <mc:Fallback>
                <p:oleObj name="Equation" r:id="rId6" imgW="114120" imgH="228600" progId="Equation.DSMT4">
                  <p:embed/>
                  <p:pic>
                    <p:nvPicPr>
                      <p:cNvPr id="0" name=""/>
                      <p:cNvPicPr/>
                      <p:nvPr/>
                    </p:nvPicPr>
                    <p:blipFill>
                      <a:blip r:embed="rId7"/>
                      <a:stretch>
                        <a:fillRect/>
                      </a:stretch>
                    </p:blipFill>
                    <p:spPr>
                      <a:xfrm>
                        <a:off x="2956132" y="3870509"/>
                        <a:ext cx="103909" cy="20781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20534CE0-A1EC-40B3-81DE-78E96A9F72F7}"/>
              </a:ext>
            </a:extLst>
          </p:cNvPr>
          <p:cNvGraphicFramePr>
            <a:graphicFrameLocks noChangeAspect="1"/>
          </p:cNvGraphicFramePr>
          <p:nvPr>
            <p:extLst>
              <p:ext uri="{D42A27DB-BD31-4B8C-83A1-F6EECF244321}">
                <p14:modId xmlns:p14="http://schemas.microsoft.com/office/powerpoint/2010/main" val="1029977577"/>
              </p:ext>
            </p:extLst>
          </p:nvPr>
        </p:nvGraphicFramePr>
        <p:xfrm>
          <a:off x="3916856" y="3876089"/>
          <a:ext cx="136446" cy="188925"/>
        </p:xfrm>
        <a:graphic>
          <a:graphicData uri="http://schemas.openxmlformats.org/presentationml/2006/ole">
            <mc:AlternateContent xmlns:mc="http://schemas.openxmlformats.org/markup-compatibility/2006">
              <mc:Choice xmlns:v="urn:schemas-microsoft-com:vml" Requires="v">
                <p:oleObj name="Equation" r:id="rId8" imgW="164880" imgH="228600" progId="Equation.DSMT4">
                  <p:embed/>
                </p:oleObj>
              </mc:Choice>
              <mc:Fallback>
                <p:oleObj name="Equation" r:id="rId8" imgW="164880" imgH="228600" progId="Equation.DSMT4">
                  <p:embed/>
                  <p:pic>
                    <p:nvPicPr>
                      <p:cNvPr id="0" name=""/>
                      <p:cNvPicPr/>
                      <p:nvPr/>
                    </p:nvPicPr>
                    <p:blipFill>
                      <a:blip r:embed="rId9"/>
                      <a:stretch>
                        <a:fillRect/>
                      </a:stretch>
                    </p:blipFill>
                    <p:spPr>
                      <a:xfrm>
                        <a:off x="3916856" y="3876089"/>
                        <a:ext cx="136446" cy="188925"/>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0E146BFF-56E1-47ED-B250-DA53AF5C5F76}"/>
              </a:ext>
            </a:extLst>
          </p:cNvPr>
          <p:cNvGraphicFramePr>
            <a:graphicFrameLocks noChangeAspect="1"/>
          </p:cNvGraphicFramePr>
          <p:nvPr>
            <p:extLst>
              <p:ext uri="{D42A27DB-BD31-4B8C-83A1-F6EECF244321}">
                <p14:modId xmlns:p14="http://schemas.microsoft.com/office/powerpoint/2010/main" val="2898876936"/>
              </p:ext>
            </p:extLst>
          </p:nvPr>
        </p:nvGraphicFramePr>
        <p:xfrm>
          <a:off x="4904538" y="3876297"/>
          <a:ext cx="125950" cy="199422"/>
        </p:xfrm>
        <a:graphic>
          <a:graphicData uri="http://schemas.openxmlformats.org/presentationml/2006/ole">
            <mc:AlternateContent xmlns:mc="http://schemas.openxmlformats.org/markup-compatibility/2006">
              <mc:Choice xmlns:v="urn:schemas-microsoft-com:vml" Requires="v">
                <p:oleObj name="Equation" r:id="rId10" imgW="152280" imgH="241200" progId="Equation.DSMT4">
                  <p:embed/>
                </p:oleObj>
              </mc:Choice>
              <mc:Fallback>
                <p:oleObj name="Equation" r:id="rId10" imgW="152280" imgH="241200" progId="Equation.DSMT4">
                  <p:embed/>
                  <p:pic>
                    <p:nvPicPr>
                      <p:cNvPr id="0" name=""/>
                      <p:cNvPicPr/>
                      <p:nvPr/>
                    </p:nvPicPr>
                    <p:blipFill>
                      <a:blip r:embed="rId11"/>
                      <a:stretch>
                        <a:fillRect/>
                      </a:stretch>
                    </p:blipFill>
                    <p:spPr>
                      <a:xfrm>
                        <a:off x="4904538" y="3876297"/>
                        <a:ext cx="125950" cy="19942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1528A4D-8D14-4FFE-8702-7AC04968CEBF}"/>
              </a:ext>
            </a:extLst>
          </p:cNvPr>
          <p:cNvGraphicFramePr>
            <a:graphicFrameLocks noChangeAspect="1"/>
          </p:cNvGraphicFramePr>
          <p:nvPr>
            <p:extLst>
              <p:ext uri="{D42A27DB-BD31-4B8C-83A1-F6EECF244321}">
                <p14:modId xmlns:p14="http://schemas.microsoft.com/office/powerpoint/2010/main" val="1929875635"/>
              </p:ext>
            </p:extLst>
          </p:nvPr>
        </p:nvGraphicFramePr>
        <p:xfrm>
          <a:off x="5896051" y="3879956"/>
          <a:ext cx="136446" cy="188925"/>
        </p:xfrm>
        <a:graphic>
          <a:graphicData uri="http://schemas.openxmlformats.org/presentationml/2006/ole">
            <mc:AlternateContent xmlns:mc="http://schemas.openxmlformats.org/markup-compatibility/2006">
              <mc:Choice xmlns:v="urn:schemas-microsoft-com:vml" Requires="v">
                <p:oleObj name="Equation" r:id="rId12" imgW="164880" imgH="228600" progId="Equation.DSMT4">
                  <p:embed/>
                </p:oleObj>
              </mc:Choice>
              <mc:Fallback>
                <p:oleObj name="Equation" r:id="rId12" imgW="164880" imgH="228600" progId="Equation.DSMT4">
                  <p:embed/>
                  <p:pic>
                    <p:nvPicPr>
                      <p:cNvPr id="0" name=""/>
                      <p:cNvPicPr/>
                      <p:nvPr/>
                    </p:nvPicPr>
                    <p:blipFill>
                      <a:blip r:embed="rId13"/>
                      <a:stretch>
                        <a:fillRect/>
                      </a:stretch>
                    </p:blipFill>
                    <p:spPr>
                      <a:xfrm>
                        <a:off x="5896051" y="3879956"/>
                        <a:ext cx="136446" cy="188925"/>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B5B00F7D-1152-400E-AE65-0992F6B5F65A}"/>
              </a:ext>
            </a:extLst>
          </p:cNvPr>
          <p:cNvGraphicFramePr>
            <a:graphicFrameLocks noChangeAspect="1"/>
          </p:cNvGraphicFramePr>
          <p:nvPr>
            <p:extLst>
              <p:ext uri="{D42A27DB-BD31-4B8C-83A1-F6EECF244321}">
                <p14:modId xmlns:p14="http://schemas.microsoft.com/office/powerpoint/2010/main" val="1698999442"/>
              </p:ext>
            </p:extLst>
          </p:nvPr>
        </p:nvGraphicFramePr>
        <p:xfrm>
          <a:off x="6857816" y="3887414"/>
          <a:ext cx="138545" cy="219364"/>
        </p:xfrm>
        <a:graphic>
          <a:graphicData uri="http://schemas.openxmlformats.org/presentationml/2006/ole">
            <mc:AlternateContent xmlns:mc="http://schemas.openxmlformats.org/markup-compatibility/2006">
              <mc:Choice xmlns:v="urn:schemas-microsoft-com:vml" Requires="v">
                <p:oleObj name="Equation" r:id="rId14" imgW="152280" imgH="241200" progId="Equation.DSMT4">
                  <p:embed/>
                </p:oleObj>
              </mc:Choice>
              <mc:Fallback>
                <p:oleObj name="Equation" r:id="rId14" imgW="152280" imgH="241200" progId="Equation.DSMT4">
                  <p:embed/>
                  <p:pic>
                    <p:nvPicPr>
                      <p:cNvPr id="0" name=""/>
                      <p:cNvPicPr/>
                      <p:nvPr/>
                    </p:nvPicPr>
                    <p:blipFill>
                      <a:blip r:embed="rId15"/>
                      <a:stretch>
                        <a:fillRect/>
                      </a:stretch>
                    </p:blipFill>
                    <p:spPr>
                      <a:xfrm>
                        <a:off x="6857816" y="3887414"/>
                        <a:ext cx="138545" cy="219364"/>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C3710D37-B3CA-4086-B1AF-AB0F72C1F957}"/>
              </a:ext>
            </a:extLst>
          </p:cNvPr>
          <p:cNvGraphicFramePr>
            <a:graphicFrameLocks noChangeAspect="1"/>
          </p:cNvGraphicFramePr>
          <p:nvPr>
            <p:extLst>
              <p:ext uri="{D42A27DB-BD31-4B8C-83A1-F6EECF244321}">
                <p14:modId xmlns:p14="http://schemas.microsoft.com/office/powerpoint/2010/main" val="1520902825"/>
              </p:ext>
            </p:extLst>
          </p:nvPr>
        </p:nvGraphicFramePr>
        <p:xfrm>
          <a:off x="7641505" y="3876988"/>
          <a:ext cx="519545" cy="230909"/>
        </p:xfrm>
        <a:graphic>
          <a:graphicData uri="http://schemas.openxmlformats.org/presentationml/2006/ole">
            <mc:AlternateContent xmlns:mc="http://schemas.openxmlformats.org/markup-compatibility/2006">
              <mc:Choice xmlns:v="urn:schemas-microsoft-com:vml" Requires="v">
                <p:oleObj name="Equation" r:id="rId16" imgW="571320" imgH="253800" progId="Equation.DSMT4">
                  <p:embed/>
                </p:oleObj>
              </mc:Choice>
              <mc:Fallback>
                <p:oleObj name="Equation" r:id="rId16" imgW="571320" imgH="253800" progId="Equation.DSMT4">
                  <p:embed/>
                  <p:pic>
                    <p:nvPicPr>
                      <p:cNvPr id="0" name=""/>
                      <p:cNvPicPr/>
                      <p:nvPr/>
                    </p:nvPicPr>
                    <p:blipFill>
                      <a:blip r:embed="rId17"/>
                      <a:stretch>
                        <a:fillRect/>
                      </a:stretch>
                    </p:blipFill>
                    <p:spPr>
                      <a:xfrm>
                        <a:off x="7641505" y="3876988"/>
                        <a:ext cx="519545" cy="230909"/>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49AE67F4-5C2F-44B3-9E12-473A079A5823}"/>
              </a:ext>
            </a:extLst>
          </p:cNvPr>
          <p:cNvGraphicFramePr>
            <a:graphicFrameLocks noChangeAspect="1"/>
          </p:cNvGraphicFramePr>
          <p:nvPr>
            <p:extLst>
              <p:ext uri="{D42A27DB-BD31-4B8C-83A1-F6EECF244321}">
                <p14:modId xmlns:p14="http://schemas.microsoft.com/office/powerpoint/2010/main" val="1677205804"/>
              </p:ext>
            </p:extLst>
          </p:nvPr>
        </p:nvGraphicFramePr>
        <p:xfrm>
          <a:off x="804863" y="4170363"/>
          <a:ext cx="563562" cy="352425"/>
        </p:xfrm>
        <a:graphic>
          <a:graphicData uri="http://schemas.openxmlformats.org/presentationml/2006/ole">
            <mc:AlternateContent xmlns:mc="http://schemas.openxmlformats.org/markup-compatibility/2006">
              <mc:Choice xmlns:v="urn:schemas-microsoft-com:vml" Requires="v">
                <p:oleObj name="Equation" r:id="rId18" imgW="609480" imgH="380880" progId="Equation.DSMT4">
                  <p:embed/>
                </p:oleObj>
              </mc:Choice>
              <mc:Fallback>
                <p:oleObj name="Equation" r:id="rId18" imgW="609480" imgH="380880" progId="Equation.DSMT4">
                  <p:embed/>
                  <p:pic>
                    <p:nvPicPr>
                      <p:cNvPr id="38" name="Object 37">
                        <a:extLst>
                          <a:ext uri="{FF2B5EF4-FFF2-40B4-BE49-F238E27FC236}">
                            <a16:creationId xmlns:a16="http://schemas.microsoft.com/office/drawing/2014/main" id="{49AE67F4-5C2F-44B3-9E12-473A079A5823}"/>
                          </a:ext>
                        </a:extLst>
                      </p:cNvPr>
                      <p:cNvPicPr/>
                      <p:nvPr/>
                    </p:nvPicPr>
                    <p:blipFill>
                      <a:blip r:embed="rId19"/>
                      <a:stretch>
                        <a:fillRect/>
                      </a:stretch>
                    </p:blipFill>
                    <p:spPr>
                      <a:xfrm>
                        <a:off x="804863" y="4170363"/>
                        <a:ext cx="563562" cy="35242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3959AA4C-DE1C-468F-9B57-FAF2E493074E}"/>
              </a:ext>
            </a:extLst>
          </p:cNvPr>
          <p:cNvGraphicFramePr>
            <a:graphicFrameLocks noChangeAspect="1"/>
          </p:cNvGraphicFramePr>
          <p:nvPr>
            <p:extLst>
              <p:ext uri="{D42A27DB-BD31-4B8C-83A1-F6EECF244321}">
                <p14:modId xmlns:p14="http://schemas.microsoft.com/office/powerpoint/2010/main" val="3484880695"/>
              </p:ext>
            </p:extLst>
          </p:nvPr>
        </p:nvGraphicFramePr>
        <p:xfrm>
          <a:off x="1804090" y="4217845"/>
          <a:ext cx="311727" cy="219364"/>
        </p:xfrm>
        <a:graphic>
          <a:graphicData uri="http://schemas.openxmlformats.org/presentationml/2006/ole">
            <mc:AlternateContent xmlns:mc="http://schemas.openxmlformats.org/markup-compatibility/2006">
              <mc:Choice xmlns:v="urn:schemas-microsoft-com:vml" Requires="v">
                <p:oleObj name="Equation" r:id="rId20" imgW="342720" imgH="241200" progId="Equation.DSMT4">
                  <p:embed/>
                </p:oleObj>
              </mc:Choice>
              <mc:Fallback>
                <p:oleObj name="Equation" r:id="rId20" imgW="342720" imgH="241200" progId="Equation.DSMT4">
                  <p:embed/>
                  <p:pic>
                    <p:nvPicPr>
                      <p:cNvPr id="0" name=""/>
                      <p:cNvPicPr/>
                      <p:nvPr/>
                    </p:nvPicPr>
                    <p:blipFill>
                      <a:blip r:embed="rId21"/>
                      <a:stretch>
                        <a:fillRect/>
                      </a:stretch>
                    </p:blipFill>
                    <p:spPr>
                      <a:xfrm>
                        <a:off x="1804090" y="4217845"/>
                        <a:ext cx="311727" cy="219364"/>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E1EE2A2A-DF8E-41DB-A777-F2E464E16EDA}"/>
              </a:ext>
            </a:extLst>
          </p:cNvPr>
          <p:cNvGraphicFramePr>
            <a:graphicFrameLocks noChangeAspect="1"/>
          </p:cNvGraphicFramePr>
          <p:nvPr>
            <p:extLst>
              <p:ext uri="{D42A27DB-BD31-4B8C-83A1-F6EECF244321}">
                <p14:modId xmlns:p14="http://schemas.microsoft.com/office/powerpoint/2010/main" val="3364727700"/>
              </p:ext>
            </p:extLst>
          </p:nvPr>
        </p:nvGraphicFramePr>
        <p:xfrm>
          <a:off x="2828952" y="4242330"/>
          <a:ext cx="283388" cy="199422"/>
        </p:xfrm>
        <a:graphic>
          <a:graphicData uri="http://schemas.openxmlformats.org/presentationml/2006/ole">
            <mc:AlternateContent xmlns:mc="http://schemas.openxmlformats.org/markup-compatibility/2006">
              <mc:Choice xmlns:v="urn:schemas-microsoft-com:vml" Requires="v">
                <p:oleObj name="Equation" r:id="rId22" imgW="342720" imgH="241200" progId="Equation.DSMT4">
                  <p:embed/>
                </p:oleObj>
              </mc:Choice>
              <mc:Fallback>
                <p:oleObj name="Equation" r:id="rId22" imgW="342720" imgH="241200" progId="Equation.DSMT4">
                  <p:embed/>
                  <p:pic>
                    <p:nvPicPr>
                      <p:cNvPr id="0" name=""/>
                      <p:cNvPicPr/>
                      <p:nvPr/>
                    </p:nvPicPr>
                    <p:blipFill>
                      <a:blip r:embed="rId23"/>
                      <a:stretch>
                        <a:fillRect/>
                      </a:stretch>
                    </p:blipFill>
                    <p:spPr>
                      <a:xfrm>
                        <a:off x="2828952" y="4242330"/>
                        <a:ext cx="283388" cy="199422"/>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0EB21116-20EB-4509-B1E1-2A0D59363E75}"/>
              </a:ext>
            </a:extLst>
          </p:cNvPr>
          <p:cNvGraphicFramePr>
            <a:graphicFrameLocks noChangeAspect="1"/>
          </p:cNvGraphicFramePr>
          <p:nvPr>
            <p:extLst>
              <p:ext uri="{D42A27DB-BD31-4B8C-83A1-F6EECF244321}">
                <p14:modId xmlns:p14="http://schemas.microsoft.com/office/powerpoint/2010/main" val="2087052462"/>
              </p:ext>
            </p:extLst>
          </p:nvPr>
        </p:nvGraphicFramePr>
        <p:xfrm>
          <a:off x="3824912" y="4227816"/>
          <a:ext cx="283388" cy="199422"/>
        </p:xfrm>
        <a:graphic>
          <a:graphicData uri="http://schemas.openxmlformats.org/presentationml/2006/ole">
            <mc:AlternateContent xmlns:mc="http://schemas.openxmlformats.org/markup-compatibility/2006">
              <mc:Choice xmlns:v="urn:schemas-microsoft-com:vml" Requires="v">
                <p:oleObj name="Equation" r:id="rId24" imgW="342720" imgH="241200" progId="Equation.DSMT4">
                  <p:embed/>
                </p:oleObj>
              </mc:Choice>
              <mc:Fallback>
                <p:oleObj name="Equation" r:id="rId24" imgW="342720" imgH="241200" progId="Equation.DSMT4">
                  <p:embed/>
                  <p:pic>
                    <p:nvPicPr>
                      <p:cNvPr id="0" name=""/>
                      <p:cNvPicPr/>
                      <p:nvPr/>
                    </p:nvPicPr>
                    <p:blipFill>
                      <a:blip r:embed="rId25"/>
                      <a:stretch>
                        <a:fillRect/>
                      </a:stretch>
                    </p:blipFill>
                    <p:spPr>
                      <a:xfrm>
                        <a:off x="3824912" y="4227816"/>
                        <a:ext cx="283388" cy="199422"/>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C1C2567B-1815-45BF-BD5D-AB2ED360F0EA}"/>
              </a:ext>
            </a:extLst>
          </p:cNvPr>
          <p:cNvGraphicFramePr>
            <a:graphicFrameLocks noChangeAspect="1"/>
          </p:cNvGraphicFramePr>
          <p:nvPr>
            <p:extLst>
              <p:ext uri="{D42A27DB-BD31-4B8C-83A1-F6EECF244321}">
                <p14:modId xmlns:p14="http://schemas.microsoft.com/office/powerpoint/2010/main" val="4097857448"/>
              </p:ext>
            </p:extLst>
          </p:nvPr>
        </p:nvGraphicFramePr>
        <p:xfrm>
          <a:off x="4769230" y="4227816"/>
          <a:ext cx="283388" cy="199422"/>
        </p:xfrm>
        <a:graphic>
          <a:graphicData uri="http://schemas.openxmlformats.org/presentationml/2006/ole">
            <mc:AlternateContent xmlns:mc="http://schemas.openxmlformats.org/markup-compatibility/2006">
              <mc:Choice xmlns:v="urn:schemas-microsoft-com:vml" Requires="v">
                <p:oleObj name="Equation" r:id="rId26" imgW="342720" imgH="241200" progId="Equation.DSMT4">
                  <p:embed/>
                </p:oleObj>
              </mc:Choice>
              <mc:Fallback>
                <p:oleObj name="Equation" r:id="rId26" imgW="342720" imgH="241200" progId="Equation.DSMT4">
                  <p:embed/>
                  <p:pic>
                    <p:nvPicPr>
                      <p:cNvPr id="0" name=""/>
                      <p:cNvPicPr/>
                      <p:nvPr/>
                    </p:nvPicPr>
                    <p:blipFill>
                      <a:blip r:embed="rId27"/>
                      <a:stretch>
                        <a:fillRect/>
                      </a:stretch>
                    </p:blipFill>
                    <p:spPr>
                      <a:xfrm>
                        <a:off x="4769230" y="4227816"/>
                        <a:ext cx="283388" cy="19942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FF4CCDBD-08FE-4ACA-A027-63C580080453}"/>
              </a:ext>
            </a:extLst>
          </p:cNvPr>
          <p:cNvGraphicFramePr>
            <a:graphicFrameLocks noChangeAspect="1"/>
          </p:cNvGraphicFramePr>
          <p:nvPr>
            <p:extLst>
              <p:ext uri="{D42A27DB-BD31-4B8C-83A1-F6EECF244321}">
                <p14:modId xmlns:p14="http://schemas.microsoft.com/office/powerpoint/2010/main" val="1957313172"/>
              </p:ext>
            </p:extLst>
          </p:nvPr>
        </p:nvGraphicFramePr>
        <p:xfrm>
          <a:off x="5776118" y="4222771"/>
          <a:ext cx="283388" cy="199422"/>
        </p:xfrm>
        <a:graphic>
          <a:graphicData uri="http://schemas.openxmlformats.org/presentationml/2006/ole">
            <mc:AlternateContent xmlns:mc="http://schemas.openxmlformats.org/markup-compatibility/2006">
              <mc:Choice xmlns:v="urn:schemas-microsoft-com:vml" Requires="v">
                <p:oleObj name="Equation" r:id="rId28" imgW="342720" imgH="241200" progId="Equation.DSMT4">
                  <p:embed/>
                </p:oleObj>
              </mc:Choice>
              <mc:Fallback>
                <p:oleObj name="Equation" r:id="rId28" imgW="342720" imgH="241200" progId="Equation.DSMT4">
                  <p:embed/>
                  <p:pic>
                    <p:nvPicPr>
                      <p:cNvPr id="0" name=""/>
                      <p:cNvPicPr/>
                      <p:nvPr/>
                    </p:nvPicPr>
                    <p:blipFill>
                      <a:blip r:embed="rId29"/>
                      <a:stretch>
                        <a:fillRect/>
                      </a:stretch>
                    </p:blipFill>
                    <p:spPr>
                      <a:xfrm>
                        <a:off x="5776118" y="4222771"/>
                        <a:ext cx="283388" cy="199422"/>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6AC102F-2A68-479F-8438-0E88F4E589FE}"/>
              </a:ext>
            </a:extLst>
          </p:cNvPr>
          <p:cNvGraphicFramePr>
            <a:graphicFrameLocks noChangeAspect="1"/>
          </p:cNvGraphicFramePr>
          <p:nvPr>
            <p:extLst>
              <p:ext uri="{D42A27DB-BD31-4B8C-83A1-F6EECF244321}">
                <p14:modId xmlns:p14="http://schemas.microsoft.com/office/powerpoint/2010/main" val="2930046019"/>
              </p:ext>
            </p:extLst>
          </p:nvPr>
        </p:nvGraphicFramePr>
        <p:xfrm>
          <a:off x="6753069" y="4242330"/>
          <a:ext cx="283388" cy="199422"/>
        </p:xfrm>
        <a:graphic>
          <a:graphicData uri="http://schemas.openxmlformats.org/presentationml/2006/ole">
            <mc:AlternateContent xmlns:mc="http://schemas.openxmlformats.org/markup-compatibility/2006">
              <mc:Choice xmlns:v="urn:schemas-microsoft-com:vml" Requires="v">
                <p:oleObj name="Equation" r:id="rId30" imgW="342720" imgH="241200" progId="Equation.DSMT4">
                  <p:embed/>
                </p:oleObj>
              </mc:Choice>
              <mc:Fallback>
                <p:oleObj name="Equation" r:id="rId30" imgW="342720" imgH="241200" progId="Equation.DSMT4">
                  <p:embed/>
                  <p:pic>
                    <p:nvPicPr>
                      <p:cNvPr id="0" name=""/>
                      <p:cNvPicPr/>
                      <p:nvPr/>
                    </p:nvPicPr>
                    <p:blipFill>
                      <a:blip r:embed="rId31"/>
                      <a:stretch>
                        <a:fillRect/>
                      </a:stretch>
                    </p:blipFill>
                    <p:spPr>
                      <a:xfrm>
                        <a:off x="6753069" y="4242330"/>
                        <a:ext cx="283388" cy="199422"/>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E4388D4B-D6D1-41C4-B2C6-A3C2C4F656F0}"/>
              </a:ext>
            </a:extLst>
          </p:cNvPr>
          <p:cNvGraphicFramePr>
            <a:graphicFrameLocks noChangeAspect="1"/>
          </p:cNvGraphicFramePr>
          <p:nvPr>
            <p:extLst>
              <p:ext uri="{D42A27DB-BD31-4B8C-83A1-F6EECF244321}">
                <p14:modId xmlns:p14="http://schemas.microsoft.com/office/powerpoint/2010/main" val="1422170961"/>
              </p:ext>
            </p:extLst>
          </p:nvPr>
        </p:nvGraphicFramePr>
        <p:xfrm>
          <a:off x="7672677" y="4201832"/>
          <a:ext cx="457200" cy="241300"/>
        </p:xfrm>
        <a:graphic>
          <a:graphicData uri="http://schemas.openxmlformats.org/presentationml/2006/ole">
            <mc:AlternateContent xmlns:mc="http://schemas.openxmlformats.org/markup-compatibility/2006">
              <mc:Choice xmlns:v="urn:schemas-microsoft-com:vml" Requires="v">
                <p:oleObj name="Equation" r:id="rId32" imgW="457200" imgH="241200" progId="Equation.DSMT4">
                  <p:embed/>
                </p:oleObj>
              </mc:Choice>
              <mc:Fallback>
                <p:oleObj name="Equation" r:id="rId32" imgW="457200" imgH="241200" progId="Equation.DSMT4">
                  <p:embed/>
                  <p:pic>
                    <p:nvPicPr>
                      <p:cNvPr id="0" name=""/>
                      <p:cNvPicPr/>
                      <p:nvPr/>
                    </p:nvPicPr>
                    <p:blipFill>
                      <a:blip r:embed="rId33"/>
                      <a:stretch>
                        <a:fillRect/>
                      </a:stretch>
                    </p:blipFill>
                    <p:spPr>
                      <a:xfrm>
                        <a:off x="7672677" y="4201832"/>
                        <a:ext cx="457200" cy="2413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63</a:t>
            </a:fld>
            <a:endParaRPr lang="en-US"/>
          </a:p>
        </p:txBody>
      </p:sp>
    </p:spTree>
    <p:extLst>
      <p:ext uri="{BB962C8B-B14F-4D97-AF65-F5344CB8AC3E}">
        <p14:creationId xmlns:p14="http://schemas.microsoft.com/office/powerpoint/2010/main" val="16509954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8048932" cy="903231"/>
          </a:xfrm>
        </p:spPr>
        <p:txBody>
          <a:bodyPr>
            <a:normAutofit/>
          </a:bodyPr>
          <a:lstStyle/>
          <a:p>
            <a:r>
              <a:rPr lang="en-US" sz="3600" dirty="0"/>
              <a:t>Question 11</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31494" y="52595"/>
            <a:ext cx="468260" cy="1245264"/>
          </a:xfrm>
        </p:spPr>
        <p:txBody>
          <a:bodyPr vert="vert" rIns="0"/>
          <a:lstStyle/>
          <a:p>
            <a:r>
              <a:rPr lang="en-US" b="1" dirty="0"/>
              <a:t>L</a:t>
            </a:r>
            <a:r>
              <a:rPr lang="en-US" sz="100" b="1" dirty="0"/>
              <a:t> </a:t>
            </a:r>
            <a:r>
              <a:rPr lang="en-US" b="1" dirty="0"/>
              <a:t>O 6.3</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1"/>
            <a:ext cx="8048932" cy="2687272"/>
          </a:xfrm>
        </p:spPr>
        <p:txBody>
          <a:bodyPr/>
          <a:lstStyle/>
          <a:p>
            <a:r>
              <a:rPr lang="en-US" dirty="0"/>
              <a:t>The ages of Python programmers at </a:t>
            </a:r>
            <a:r>
              <a:rPr lang="en-US" dirty="0" err="1"/>
              <a:t>SynFlex</a:t>
            </a:r>
            <a:r>
              <a:rPr lang="en-US" dirty="0"/>
              <a:t> Corp. range from 20 to 60.</a:t>
            </a:r>
          </a:p>
          <a:p>
            <a:pPr marL="465138" indent="-465138"/>
            <a:r>
              <a:rPr lang="en-US" dirty="0"/>
              <a:t>(a) If their ages are uniformly distributed, what would be the mean and standard deviation?</a:t>
            </a:r>
          </a:p>
          <a:p>
            <a:pPr marL="465138" indent="-465138"/>
            <a:r>
              <a:rPr lang="en-US" dirty="0"/>
              <a:t>(b) What is the probability that a randomly selected programmer’s age is at least 40? At least 30?</a:t>
            </a:r>
          </a:p>
        </p:txBody>
      </p:sp>
      <p:sp>
        <p:nvSpPr>
          <p:cNvPr id="5" name="Content Placeholder 4">
            <a:extLst>
              <a:ext uri="{FF2B5EF4-FFF2-40B4-BE49-F238E27FC236}">
                <a16:creationId xmlns:a16="http://schemas.microsoft.com/office/drawing/2014/main" id="{B7F9AD47-FEDD-4504-BE7E-32FEB90E528C}"/>
              </a:ext>
            </a:extLst>
          </p:cNvPr>
          <p:cNvSpPr>
            <a:spLocks noGrp="1"/>
          </p:cNvSpPr>
          <p:nvPr>
            <p:ph sz="quarter" idx="15"/>
          </p:nvPr>
        </p:nvSpPr>
        <p:spPr>
          <a:xfrm>
            <a:off x="342900" y="4273144"/>
            <a:ext cx="7197151" cy="463748"/>
          </a:xfrm>
        </p:spPr>
        <p:txBody>
          <a:bodyPr/>
          <a:lstStyle/>
          <a:p>
            <a:r>
              <a:rPr lang="en-US" i="1" dirty="0"/>
              <a:t>Hint: </a:t>
            </a:r>
            <a:r>
              <a:rPr lang="en-US" dirty="0"/>
              <a:t>Treat employee ages as integers.</a:t>
            </a:r>
          </a:p>
        </p:txBody>
      </p:sp>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64</a:t>
            </a:fld>
            <a:endParaRPr lang="en-US"/>
          </a:p>
        </p:txBody>
      </p:sp>
    </p:spTree>
    <p:extLst>
      <p:ext uri="{BB962C8B-B14F-4D97-AF65-F5344CB8AC3E}">
        <p14:creationId xmlns:p14="http://schemas.microsoft.com/office/powerpoint/2010/main" val="3806700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8048932" cy="903231"/>
          </a:xfrm>
        </p:spPr>
        <p:txBody>
          <a:bodyPr>
            <a:normAutofit/>
          </a:bodyPr>
          <a:lstStyle/>
          <a:p>
            <a:r>
              <a:rPr lang="en-US" sz="3600" dirty="0"/>
              <a:t>Question 21</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31494" y="52595"/>
            <a:ext cx="468260" cy="1245264"/>
          </a:xfrm>
        </p:spPr>
        <p:txBody>
          <a:bodyPr vert="vert" rIns="0"/>
          <a:lstStyle/>
          <a:p>
            <a:r>
              <a:rPr lang="en-US" b="1" dirty="0"/>
              <a:t>L</a:t>
            </a:r>
            <a:r>
              <a:rPr lang="en-US" sz="100" b="1" dirty="0"/>
              <a:t> </a:t>
            </a:r>
            <a:r>
              <a:rPr lang="en-US" b="1" dirty="0"/>
              <a:t>O 6.4</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0"/>
            <a:ext cx="8048932" cy="4501083"/>
          </a:xfrm>
        </p:spPr>
        <p:txBody>
          <a:bodyPr/>
          <a:lstStyle/>
          <a:p>
            <a:r>
              <a:rPr lang="en-US" dirty="0"/>
              <a:t>Calculate each binomial probability:</a:t>
            </a:r>
          </a:p>
          <a:p>
            <a:pPr marL="457200" indent="-457200"/>
            <a:r>
              <a:rPr lang="en-US" dirty="0"/>
              <a:t>(a) More than 10 successes in 16 trials with an 80 percent chance of success.</a:t>
            </a:r>
          </a:p>
          <a:p>
            <a:pPr marL="457200" indent="-457200"/>
            <a:r>
              <a:rPr lang="en-US" dirty="0"/>
              <a:t>(b) At least 4 successes in 8 trials with a 40 percent chance of success.</a:t>
            </a:r>
          </a:p>
          <a:p>
            <a:pPr marL="457200" indent="-457200"/>
            <a:r>
              <a:rPr lang="en-US" dirty="0"/>
              <a:t>(c) No more than 2 successes in 6 trials with a 20 percent chance of success.</a:t>
            </a:r>
          </a:p>
        </p:txBody>
      </p:sp>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65</a:t>
            </a:fld>
            <a:endParaRPr lang="en-US"/>
          </a:p>
        </p:txBody>
      </p:sp>
    </p:spTree>
    <p:extLst>
      <p:ext uri="{BB962C8B-B14F-4D97-AF65-F5344CB8AC3E}">
        <p14:creationId xmlns:p14="http://schemas.microsoft.com/office/powerpoint/2010/main" val="23026817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8119965" cy="903231"/>
          </a:xfrm>
        </p:spPr>
        <p:txBody>
          <a:bodyPr>
            <a:normAutofit/>
          </a:bodyPr>
          <a:lstStyle/>
          <a:p>
            <a:r>
              <a:rPr lang="en-US" sz="3600" dirty="0"/>
              <a:t>Question 35</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31494" y="52595"/>
            <a:ext cx="468260" cy="1245264"/>
          </a:xfrm>
        </p:spPr>
        <p:txBody>
          <a:bodyPr vert="vert" rIns="0"/>
          <a:lstStyle/>
          <a:p>
            <a:r>
              <a:rPr lang="en-US" b="1" dirty="0"/>
              <a:t>L</a:t>
            </a:r>
            <a:r>
              <a:rPr lang="en-US" sz="100" b="1" dirty="0"/>
              <a:t> </a:t>
            </a:r>
            <a:r>
              <a:rPr lang="en-US" b="1" dirty="0"/>
              <a:t>O 6.5</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2"/>
            <a:ext cx="8048932" cy="513698"/>
          </a:xfrm>
        </p:spPr>
        <p:txBody>
          <a:bodyPr/>
          <a:lstStyle/>
          <a:p>
            <a:r>
              <a:rPr lang="en-US" dirty="0"/>
              <a:t>Calculate each Poisson probability:</a:t>
            </a:r>
            <a:endParaRPr lang="en-IN" dirty="0"/>
          </a:p>
        </p:txBody>
      </p:sp>
      <p:sp>
        <p:nvSpPr>
          <p:cNvPr id="5" name="Content Placeholder 4">
            <a:extLst>
              <a:ext uri="{FF2B5EF4-FFF2-40B4-BE49-F238E27FC236}">
                <a16:creationId xmlns:a16="http://schemas.microsoft.com/office/drawing/2014/main" id="{B7F9AD47-FEDD-4504-BE7E-32FEB90E528C}"/>
              </a:ext>
            </a:extLst>
          </p:cNvPr>
          <p:cNvSpPr>
            <a:spLocks noGrp="1"/>
          </p:cNvSpPr>
          <p:nvPr>
            <p:ph sz="quarter" idx="15"/>
          </p:nvPr>
        </p:nvSpPr>
        <p:spPr>
          <a:xfrm>
            <a:off x="342901" y="1900206"/>
            <a:ext cx="7168241" cy="1528794"/>
          </a:xfrm>
        </p:spPr>
        <p:txBody>
          <a:bodyPr/>
          <a:lstStyle/>
          <a:p>
            <a:pPr marL="457200" indent="-457200">
              <a:buAutoNum type="alphaLcParenBoth"/>
            </a:pPr>
            <a:r>
              <a:rPr lang="en-IN" dirty="0"/>
              <a:t>More than 10 arrivals with </a:t>
            </a:r>
            <a:r>
              <a:rPr lang="el-GR" i="1" dirty="0"/>
              <a:t>λ</a:t>
            </a:r>
            <a:r>
              <a:rPr lang="en-US" dirty="0"/>
              <a:t> = 8.0.</a:t>
            </a:r>
          </a:p>
          <a:p>
            <a:r>
              <a:rPr lang="en-US" dirty="0"/>
              <a:t>(b) No more than 5 arrivals with </a:t>
            </a:r>
            <a:r>
              <a:rPr lang="el-GR" i="1" dirty="0"/>
              <a:t>λ</a:t>
            </a:r>
            <a:r>
              <a:rPr lang="en-US" dirty="0"/>
              <a:t> = 4.0.</a:t>
            </a:r>
          </a:p>
          <a:p>
            <a:r>
              <a:rPr lang="en-US" dirty="0"/>
              <a:t>(c) At least 2 arrivals with </a:t>
            </a:r>
            <a:r>
              <a:rPr lang="el-GR" i="1" dirty="0"/>
              <a:t>λ</a:t>
            </a:r>
            <a:r>
              <a:rPr lang="en-US" dirty="0"/>
              <a:t> = 5.0.</a:t>
            </a:r>
          </a:p>
        </p:txBody>
      </p:sp>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66</a:t>
            </a:fld>
            <a:endParaRPr lang="en-US"/>
          </a:p>
        </p:txBody>
      </p:sp>
    </p:spTree>
    <p:extLst>
      <p:ext uri="{BB962C8B-B14F-4D97-AF65-F5344CB8AC3E}">
        <p14:creationId xmlns:p14="http://schemas.microsoft.com/office/powerpoint/2010/main" val="10193324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46661" cy="903231"/>
          </a:xfrm>
        </p:spPr>
        <p:txBody>
          <a:bodyPr>
            <a:normAutofit/>
          </a:bodyPr>
          <a:lstStyle/>
          <a:p>
            <a:r>
              <a:rPr lang="en-IN" sz="3600" dirty="0"/>
              <a:t>Question 42</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6.6</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US" dirty="0"/>
              <a:t>The probability of a manufacturing defect in an aluminum beverage can is .00002. If 100,000 cans are produced, find the approximate probability of:</a:t>
            </a:r>
          </a:p>
          <a:p>
            <a:r>
              <a:rPr lang="en-US" dirty="0"/>
              <a:t>(a) at least one defective can.</a:t>
            </a:r>
          </a:p>
          <a:p>
            <a:r>
              <a:rPr lang="en-US" dirty="0"/>
              <a:t>(b) two or more defective cans.</a:t>
            </a:r>
          </a:p>
          <a:p>
            <a:r>
              <a:rPr lang="en-US" dirty="0"/>
              <a:t>(c) Is the Poisson approximation justified?</a:t>
            </a:r>
          </a:p>
        </p:txBody>
      </p:sp>
      <p:sp>
        <p:nvSpPr>
          <p:cNvPr id="10" name="Slide Number Placeholder 9"/>
          <p:cNvSpPr>
            <a:spLocks noGrp="1"/>
          </p:cNvSpPr>
          <p:nvPr>
            <p:ph type="sldNum" sz="quarter" idx="10"/>
          </p:nvPr>
        </p:nvSpPr>
        <p:spPr/>
        <p:txBody>
          <a:bodyPr/>
          <a:lstStyle/>
          <a:p>
            <a:fld id="{68151E55-6873-49E2-B8D5-2F265E6F1973}" type="slidenum">
              <a:rPr lang="en-US" smtClean="0"/>
              <a:t>67</a:t>
            </a:fld>
            <a:endParaRPr lang="en-US" dirty="0"/>
          </a:p>
        </p:txBody>
      </p:sp>
    </p:spTree>
    <p:extLst>
      <p:ext uri="{BB962C8B-B14F-4D97-AF65-F5344CB8AC3E}">
        <p14:creationId xmlns:p14="http://schemas.microsoft.com/office/powerpoint/2010/main" val="38317738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46661" cy="903231"/>
          </a:xfrm>
        </p:spPr>
        <p:txBody>
          <a:bodyPr>
            <a:normAutofit/>
          </a:bodyPr>
          <a:lstStyle/>
          <a:p>
            <a:r>
              <a:rPr lang="en-IN" sz="3600" dirty="0"/>
              <a:t>Question 48</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6.7</a:t>
            </a:r>
            <a:endParaRPr lang="en-IN" b="1" dirty="0"/>
          </a:p>
        </p:txBody>
      </p:sp>
      <p:sp>
        <p:nvSpPr>
          <p:cNvPr id="4" name="Content Placeholder 3"/>
          <p:cNvSpPr>
            <a:spLocks noGrp="1"/>
          </p:cNvSpPr>
          <p:nvPr>
            <p:ph sz="quarter" idx="14"/>
          </p:nvPr>
        </p:nvSpPr>
        <p:spPr>
          <a:xfrm>
            <a:off x="342900" y="1278014"/>
            <a:ext cx="8136082" cy="5272688"/>
          </a:xfrm>
        </p:spPr>
        <p:txBody>
          <a:bodyPr/>
          <a:lstStyle/>
          <a:p>
            <a:r>
              <a:rPr lang="en-US" dirty="0"/>
              <a:t>A statistics textbook chapter contains 60 exercises, 6 of which are essay questions. A student is assigned 10 problems. Define </a:t>
            </a:r>
            <a:r>
              <a:rPr lang="en-US" i="1" dirty="0"/>
              <a:t>X </a:t>
            </a:r>
            <a:r>
              <a:rPr lang="en-US" dirty="0"/>
              <a:t>to be the number of essay questions the student receives.</a:t>
            </a:r>
          </a:p>
          <a:p>
            <a:pPr marL="465138" indent="-465138"/>
            <a:r>
              <a:rPr lang="en-US" dirty="0"/>
              <a:t>(a) Use Excel to calculate the entire hypergeometric probability distribution for </a:t>
            </a:r>
            <a:r>
              <a:rPr lang="en-US" i="1" dirty="0"/>
              <a:t>X.</a:t>
            </a:r>
          </a:p>
          <a:p>
            <a:pPr marL="465138" indent="-465138"/>
            <a:r>
              <a:rPr lang="en-US" dirty="0"/>
              <a:t>(b) What is the probability that none of the questions are essay?</a:t>
            </a:r>
          </a:p>
          <a:p>
            <a:pPr marL="465138" indent="-465138"/>
            <a:r>
              <a:rPr lang="en-US" dirty="0"/>
              <a:t>(c) That at least one is essay?</a:t>
            </a:r>
          </a:p>
          <a:p>
            <a:pPr marL="465138" indent="-465138"/>
            <a:r>
              <a:rPr lang="en-US" dirty="0"/>
              <a:t>(d) That two or more are essay?</a:t>
            </a:r>
          </a:p>
          <a:p>
            <a:pPr marL="465138" indent="-465138"/>
            <a:r>
              <a:rPr lang="en-US" dirty="0"/>
              <a:t>(e) Make an Excel graph of the P</a:t>
            </a:r>
            <a:r>
              <a:rPr lang="en-US" sz="100" dirty="0"/>
              <a:t> </a:t>
            </a:r>
            <a:r>
              <a:rPr lang="en-US" dirty="0"/>
              <a:t>D</a:t>
            </a:r>
            <a:r>
              <a:rPr lang="en-US" sz="100" dirty="0"/>
              <a:t> </a:t>
            </a:r>
            <a:r>
              <a:rPr lang="en-US" dirty="0"/>
              <a:t>F of the hypergeometric distribution and describe its appearance.</a:t>
            </a:r>
          </a:p>
        </p:txBody>
      </p:sp>
      <p:sp>
        <p:nvSpPr>
          <p:cNvPr id="10" name="Slide Number Placeholder 9"/>
          <p:cNvSpPr>
            <a:spLocks noGrp="1"/>
          </p:cNvSpPr>
          <p:nvPr>
            <p:ph type="sldNum" sz="quarter" idx="10"/>
          </p:nvPr>
        </p:nvSpPr>
        <p:spPr/>
        <p:txBody>
          <a:bodyPr/>
          <a:lstStyle/>
          <a:p>
            <a:fld id="{68151E55-6873-49E2-B8D5-2F265E6F1973}" type="slidenum">
              <a:rPr lang="en-US" smtClean="0"/>
              <a:t>68</a:t>
            </a:fld>
            <a:endParaRPr lang="en-US" dirty="0"/>
          </a:p>
        </p:txBody>
      </p:sp>
    </p:spTree>
    <p:extLst>
      <p:ext uri="{BB962C8B-B14F-4D97-AF65-F5344CB8AC3E}">
        <p14:creationId xmlns:p14="http://schemas.microsoft.com/office/powerpoint/2010/main" val="41815695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46661" cy="903231"/>
          </a:xfrm>
        </p:spPr>
        <p:txBody>
          <a:bodyPr>
            <a:normAutofit/>
          </a:bodyPr>
          <a:lstStyle/>
          <a:p>
            <a:r>
              <a:rPr lang="en-IN" sz="3600" dirty="0"/>
              <a:t>Question 52</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6.8</a:t>
            </a:r>
            <a:endParaRPr lang="en-IN" b="1" dirty="0"/>
          </a:p>
        </p:txBody>
      </p:sp>
      <p:sp>
        <p:nvSpPr>
          <p:cNvPr id="4" name="Content Placeholder 3"/>
          <p:cNvSpPr>
            <a:spLocks noGrp="1"/>
          </p:cNvSpPr>
          <p:nvPr>
            <p:ph sz="quarter" idx="14"/>
          </p:nvPr>
        </p:nvSpPr>
        <p:spPr>
          <a:xfrm>
            <a:off x="342900" y="1278014"/>
            <a:ext cx="8136082" cy="5272688"/>
          </a:xfrm>
        </p:spPr>
        <p:txBody>
          <a:bodyPr/>
          <a:lstStyle/>
          <a:p>
            <a:r>
              <a:rPr lang="en-US" dirty="0"/>
              <a:t>Two hundred employee travel expense reimbursement vouchers were filed last year in the finance department at </a:t>
            </a:r>
            <a:r>
              <a:rPr lang="en-US" dirty="0" err="1"/>
              <a:t>Ramjac</a:t>
            </a:r>
            <a:r>
              <a:rPr lang="en-US" dirty="0"/>
              <a:t> Corporation. Of these, 20 contained errors. A corporate auditor audits a sample of five vouchers. Let </a:t>
            </a:r>
            <a:r>
              <a:rPr lang="en-US" i="1" dirty="0"/>
              <a:t>X </a:t>
            </a:r>
            <a:r>
              <a:rPr lang="en-US" dirty="0"/>
              <a:t>be the number of incorrect vouchers in the sample.</a:t>
            </a:r>
          </a:p>
          <a:p>
            <a:pPr marL="465138" indent="-465138"/>
            <a:r>
              <a:rPr lang="en-US" dirty="0"/>
              <a:t>(a) Justify the use of the binomial approximation.</a:t>
            </a:r>
          </a:p>
          <a:p>
            <a:pPr marL="465138" indent="-465138"/>
            <a:r>
              <a:rPr lang="en-US" dirty="0"/>
              <a:t>(b) Find the probability that the sample contains no erroneous vouchers.</a:t>
            </a:r>
          </a:p>
          <a:p>
            <a:pPr marL="465138" indent="-465138"/>
            <a:r>
              <a:rPr lang="en-US" dirty="0"/>
              <a:t>(c) Find the probability that the sample contains at least two erroneous vouchers.</a:t>
            </a:r>
          </a:p>
        </p:txBody>
      </p:sp>
      <p:sp>
        <p:nvSpPr>
          <p:cNvPr id="10" name="Slide Number Placeholder 9"/>
          <p:cNvSpPr>
            <a:spLocks noGrp="1"/>
          </p:cNvSpPr>
          <p:nvPr>
            <p:ph type="sldNum" sz="quarter" idx="10"/>
          </p:nvPr>
        </p:nvSpPr>
        <p:spPr/>
        <p:txBody>
          <a:bodyPr/>
          <a:lstStyle/>
          <a:p>
            <a:fld id="{68151E55-6873-49E2-B8D5-2F265E6F1973}" type="slidenum">
              <a:rPr lang="en-US" smtClean="0"/>
              <a:t>69</a:t>
            </a:fld>
            <a:endParaRPr lang="en-US" dirty="0"/>
          </a:p>
        </p:txBody>
      </p:sp>
    </p:spTree>
    <p:extLst>
      <p:ext uri="{BB962C8B-B14F-4D97-AF65-F5344CB8AC3E}">
        <p14:creationId xmlns:p14="http://schemas.microsoft.com/office/powerpoint/2010/main" val="16757771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46661" cy="903231"/>
          </a:xfrm>
        </p:spPr>
        <p:txBody>
          <a:bodyPr>
            <a:normAutofit/>
          </a:bodyPr>
          <a:lstStyle/>
          <a:p>
            <a:r>
              <a:rPr lang="en-IN" sz="3600" dirty="0"/>
              <a:t>Question 56</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6.9</a:t>
            </a:r>
            <a:endParaRPr lang="en-IN" b="1" dirty="0"/>
          </a:p>
        </p:txBody>
      </p:sp>
      <p:sp>
        <p:nvSpPr>
          <p:cNvPr id="4" name="Content Placeholder 3"/>
          <p:cNvSpPr>
            <a:spLocks noGrp="1"/>
          </p:cNvSpPr>
          <p:nvPr>
            <p:ph sz="quarter" idx="14"/>
          </p:nvPr>
        </p:nvSpPr>
        <p:spPr>
          <a:xfrm>
            <a:off x="342900" y="1278014"/>
            <a:ext cx="8136082" cy="5272688"/>
          </a:xfrm>
        </p:spPr>
        <p:txBody>
          <a:bodyPr/>
          <a:lstStyle/>
          <a:p>
            <a:r>
              <a:rPr lang="en-US" dirty="0"/>
              <a:t>In the Ardmore Hotel, 20 percent of the guests (the historical percentage) pay by American Express credit card.</a:t>
            </a:r>
          </a:p>
          <a:p>
            <a:pPr marL="523875" indent="-523875"/>
            <a:r>
              <a:rPr lang="en-US" dirty="0"/>
              <a:t>(a) What is the expected number of guests until the next one pays by American Express credit card?</a:t>
            </a:r>
          </a:p>
          <a:p>
            <a:pPr marL="523875" indent="-523875"/>
            <a:r>
              <a:rPr lang="en-US" dirty="0"/>
              <a:t>(b) What is the probability that the first guest to use an American Express credit card is within the first 10 to check out?</a:t>
            </a:r>
          </a:p>
        </p:txBody>
      </p:sp>
      <p:sp>
        <p:nvSpPr>
          <p:cNvPr id="10" name="Slide Number Placeholder 9"/>
          <p:cNvSpPr>
            <a:spLocks noGrp="1"/>
          </p:cNvSpPr>
          <p:nvPr>
            <p:ph type="sldNum" sz="quarter" idx="10"/>
          </p:nvPr>
        </p:nvSpPr>
        <p:spPr/>
        <p:txBody>
          <a:bodyPr/>
          <a:lstStyle/>
          <a:p>
            <a:fld id="{68151E55-6873-49E2-B8D5-2F265E6F1973}" type="slidenum">
              <a:rPr lang="en-US" smtClean="0"/>
              <a:t>70</a:t>
            </a:fld>
            <a:endParaRPr lang="en-US" dirty="0"/>
          </a:p>
        </p:txBody>
      </p:sp>
    </p:spTree>
    <p:extLst>
      <p:ext uri="{BB962C8B-B14F-4D97-AF65-F5344CB8AC3E}">
        <p14:creationId xmlns:p14="http://schemas.microsoft.com/office/powerpoint/2010/main" val="26262342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46661" cy="903231"/>
          </a:xfrm>
        </p:spPr>
        <p:txBody>
          <a:bodyPr>
            <a:normAutofit/>
          </a:bodyPr>
          <a:lstStyle/>
          <a:p>
            <a:r>
              <a:rPr lang="en-IN" sz="3600" dirty="0"/>
              <a:t>Question 61</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6.10</a:t>
            </a:r>
            <a:endParaRPr lang="en-IN" b="1" dirty="0"/>
          </a:p>
        </p:txBody>
      </p:sp>
      <p:sp>
        <p:nvSpPr>
          <p:cNvPr id="4" name="Content Placeholder 3"/>
          <p:cNvSpPr>
            <a:spLocks noGrp="1"/>
          </p:cNvSpPr>
          <p:nvPr>
            <p:ph sz="quarter" idx="14"/>
          </p:nvPr>
        </p:nvSpPr>
        <p:spPr>
          <a:xfrm>
            <a:off x="342900" y="1278014"/>
            <a:ext cx="8136082" cy="5272688"/>
          </a:xfrm>
        </p:spPr>
        <p:txBody>
          <a:bodyPr/>
          <a:lstStyle/>
          <a:p>
            <a:r>
              <a:rPr lang="en-US" dirty="0"/>
              <a:t>There are five accounting exams. Bob’s typical score on each exam is a random variable with a mean of 80 and a standard deviation of 5. His final grade is based on the sum of his exam scores.</a:t>
            </a:r>
          </a:p>
          <a:p>
            <a:pPr marL="539750" indent="-539750"/>
            <a:r>
              <a:rPr lang="en-US" dirty="0"/>
              <a:t>(a) Find the mean and standard deviation of Bob’s point total assuming his performances on exams are independent of each other.</a:t>
            </a:r>
          </a:p>
          <a:p>
            <a:pPr marL="539750" indent="-539750"/>
            <a:r>
              <a:rPr lang="en-US" dirty="0"/>
              <a:t>(b) By the Empirical Rule (see Chapter 4), would you expect that Bob would earn at least 450 points (the required total for an “A”)?</a:t>
            </a:r>
          </a:p>
        </p:txBody>
      </p:sp>
      <p:sp>
        <p:nvSpPr>
          <p:cNvPr id="10" name="Slide Number Placeholder 9"/>
          <p:cNvSpPr>
            <a:spLocks noGrp="1"/>
          </p:cNvSpPr>
          <p:nvPr>
            <p:ph type="sldNum" sz="quarter" idx="10"/>
          </p:nvPr>
        </p:nvSpPr>
        <p:spPr/>
        <p:txBody>
          <a:bodyPr/>
          <a:lstStyle/>
          <a:p>
            <a:fld id="{68151E55-6873-49E2-B8D5-2F265E6F1973}" type="slidenum">
              <a:rPr lang="en-US" smtClean="0"/>
              <a:t>71</a:t>
            </a:fld>
            <a:endParaRPr lang="en-US" dirty="0"/>
          </a:p>
        </p:txBody>
      </p:sp>
    </p:spTree>
    <p:extLst>
      <p:ext uri="{BB962C8B-B14F-4D97-AF65-F5344CB8AC3E}">
        <p14:creationId xmlns:p14="http://schemas.microsoft.com/office/powerpoint/2010/main" val="35413509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IN" dirty="0"/>
              <a:t>Chapter 6: Analytics in Action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72</a:t>
            </a:fld>
            <a:endParaRPr lang="en-US" dirty="0"/>
          </a:p>
        </p:txBody>
      </p:sp>
    </p:spTree>
    <p:extLst>
      <p:ext uri="{BB962C8B-B14F-4D97-AF65-F5344CB8AC3E}">
        <p14:creationId xmlns:p14="http://schemas.microsoft.com/office/powerpoint/2010/main" val="31036538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0068-1ED7-4B3C-9A9D-8DE6434BA50C}"/>
              </a:ext>
            </a:extLst>
          </p:cNvPr>
          <p:cNvSpPr>
            <a:spLocks noGrp="1"/>
          </p:cNvSpPr>
          <p:nvPr>
            <p:ph type="title"/>
          </p:nvPr>
        </p:nvSpPr>
        <p:spPr/>
        <p:txBody>
          <a:bodyPr>
            <a:normAutofit/>
          </a:bodyPr>
          <a:lstStyle/>
          <a:p>
            <a:r>
              <a:rPr lang="en-US" dirty="0"/>
              <a:t>Analytics in Action</a:t>
            </a:r>
            <a:endParaRPr lang="en-US" b="0" dirty="0"/>
          </a:p>
        </p:txBody>
      </p:sp>
      <p:sp>
        <p:nvSpPr>
          <p:cNvPr id="3" name="Content Placeholder 2">
            <a:extLst>
              <a:ext uri="{FF2B5EF4-FFF2-40B4-BE49-F238E27FC236}">
                <a16:creationId xmlns:a16="http://schemas.microsoft.com/office/drawing/2014/main" id="{1874E877-BF41-4B55-84E8-AAA3327545FD}"/>
              </a:ext>
            </a:extLst>
          </p:cNvPr>
          <p:cNvSpPr>
            <a:spLocks noGrp="1"/>
          </p:cNvSpPr>
          <p:nvPr>
            <p:ph sz="quarter" idx="11"/>
          </p:nvPr>
        </p:nvSpPr>
        <p:spPr>
          <a:xfrm>
            <a:off x="342900" y="1276709"/>
            <a:ext cx="8458200" cy="5244012"/>
          </a:xfrm>
        </p:spPr>
        <p:txBody>
          <a:bodyPr/>
          <a:lstStyle/>
          <a:p>
            <a:r>
              <a:rPr lang="en-IN" sz="2000" b="1" dirty="0"/>
              <a:t>Car Insurance, Risk, and Driverless Vehicles:</a:t>
            </a:r>
          </a:p>
          <a:p>
            <a:r>
              <a:rPr lang="en-IN" sz="2000" dirty="0"/>
              <a:t>The car insurance industry estimates probabilities of vehicle accidents using big data sets of historical events. Insurance rates are based on </a:t>
            </a:r>
            <a:r>
              <a:rPr lang="en-IN" sz="2000" i="1" dirty="0"/>
              <a:t>expected values</a:t>
            </a:r>
            <a:r>
              <a:rPr lang="en-IN" sz="2000" dirty="0"/>
              <a:t> calculated using conditional probabilities on factors such as type of vehicle, age, income, and gender of driver, as well as geographic location. These all play a role in determining the risk of a traffic accident that causes vehicle damage, injury, or death. Because more than 90% of vehicle accidents are attributed to drivers, traditional risk assessment models place heavy weight on driver characteristics.</a:t>
            </a:r>
          </a:p>
          <a:p>
            <a:pPr indent="288925"/>
            <a:r>
              <a:rPr lang="en-IN" sz="2000" dirty="0"/>
              <a:t>Artificial intelligence and analytics have now made driverless vehicles a reality. This transition from manned vehicles to autonomous vehicles will shift the bulk of the risk from the driver to the vehicle manufacturers and software designers. Liability in the case of damage, injury, or a fatality will now be shared between the vehicle owner and the A</a:t>
            </a:r>
            <a:r>
              <a:rPr lang="en-IN" sz="100" dirty="0"/>
              <a:t> </a:t>
            </a:r>
            <a:r>
              <a:rPr lang="en-IN" sz="2000" dirty="0"/>
              <a:t>I software. Personal car insurance is being redefined to account for this shift and adapt to new technology.</a:t>
            </a:r>
          </a:p>
        </p:txBody>
      </p:sp>
      <p:sp>
        <p:nvSpPr>
          <p:cNvPr id="6" name="Slide Number Placeholder 5">
            <a:extLst>
              <a:ext uri="{FF2B5EF4-FFF2-40B4-BE49-F238E27FC236}">
                <a16:creationId xmlns:a16="http://schemas.microsoft.com/office/drawing/2014/main" id="{621352CC-DA58-4B81-A08C-3EFF97368658}"/>
              </a:ext>
            </a:extLst>
          </p:cNvPr>
          <p:cNvSpPr>
            <a:spLocks noGrp="1"/>
          </p:cNvSpPr>
          <p:nvPr>
            <p:ph type="sldNum" sz="quarter" idx="4"/>
          </p:nvPr>
        </p:nvSpPr>
        <p:spPr/>
        <p:txBody>
          <a:bodyPr/>
          <a:lstStyle/>
          <a:p>
            <a:fld id="{68151E55-6873-49E2-B8D5-2F265E6F1973}" type="slidenum">
              <a:rPr lang="en-US" smtClean="0"/>
              <a:pPr/>
              <a:t>73</a:t>
            </a:fld>
            <a:endParaRPr lang="en-US" dirty="0"/>
          </a:p>
        </p:txBody>
      </p:sp>
    </p:spTree>
    <p:extLst>
      <p:ext uri="{BB962C8B-B14F-4D97-AF65-F5344CB8AC3E}">
        <p14:creationId xmlns:p14="http://schemas.microsoft.com/office/powerpoint/2010/main" val="39895161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75</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Probability Distributions </a:t>
            </a:r>
            <a:r>
              <a:rPr lang="en-US" sz="1000" b="0" dirty="0"/>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set of real numbers are the values 1 through 6, and the probability of each value is 1/6. The random variable </a:t>
            </a:r>
            <a:r>
              <a:rPr lang="en-US" sz="2200" b="0" i="1" u="none" strike="noStrike" dirty="0">
                <a:solidFill>
                  <a:srgbClr val="000000"/>
                </a:solidFill>
                <a:effectLst/>
              </a:rPr>
              <a:t>X</a:t>
            </a:r>
            <a:r>
              <a:rPr lang="en-US" sz="2200" b="0" i="0" u="none" strike="noStrike" dirty="0">
                <a:solidFill>
                  <a:srgbClr val="000000"/>
                </a:solidFill>
                <a:effectLst/>
              </a:rPr>
              <a:t> assigns outcomes from the sample space to numbers, and the probability distribution </a:t>
            </a:r>
            <a:r>
              <a:rPr lang="en-US" sz="2200" b="0" i="1" u="none" strike="noStrike" dirty="0">
                <a:solidFill>
                  <a:srgbClr val="000000"/>
                </a:solidFill>
                <a:effectLst/>
              </a:rPr>
              <a:t>P</a:t>
            </a:r>
            <a:r>
              <a:rPr lang="en-US" sz="2200" b="0" i="0" u="none" strike="noStrike" dirty="0">
                <a:solidFill>
                  <a:srgbClr val="000000"/>
                </a:solidFill>
                <a:effectLst/>
              </a:rPr>
              <a:t> of </a:t>
            </a:r>
            <a:r>
              <a:rPr lang="en-US" sz="2200" b="0" i="1" u="none" strike="noStrike" dirty="0">
                <a:solidFill>
                  <a:srgbClr val="000000"/>
                </a:solidFill>
                <a:effectLst/>
              </a:rPr>
              <a:t>X</a:t>
            </a:r>
            <a:r>
              <a:rPr lang="en-US" sz="2200" b="0" i="0" u="none" strike="noStrike" dirty="0">
                <a:solidFill>
                  <a:srgbClr val="000000"/>
                </a:solidFill>
                <a:effectLst/>
              </a:rPr>
              <a:t> = lowercase </a:t>
            </a:r>
            <a:r>
              <a:rPr lang="en-US" sz="2200" b="0" i="1" u="none" strike="noStrike" dirty="0">
                <a:solidFill>
                  <a:srgbClr val="000000"/>
                </a:solidFill>
                <a:effectLst/>
              </a:rPr>
              <a:t>x</a:t>
            </a:r>
            <a:r>
              <a:rPr lang="en-US" sz="2200" b="0" i="0" u="none" strike="noStrike" dirty="0">
                <a:solidFill>
                  <a:srgbClr val="000000"/>
                </a:solidFill>
                <a:effectLst/>
              </a:rPr>
              <a:t> assigns random variable values to a probability.</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76</a:t>
            </a:fld>
            <a:endParaRPr lang="en-US" sz="800"/>
          </a:p>
        </p:txBody>
      </p:sp>
    </p:spTree>
    <p:extLst>
      <p:ext uri="{BB962C8B-B14F-4D97-AF65-F5344CB8AC3E}">
        <p14:creationId xmlns:p14="http://schemas.microsoft.com/office/powerpoint/2010/main" val="13288357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Coin Flips</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Number of Heads </a:t>
            </a:r>
            <a:r>
              <a:rPr lang="en-US" sz="2200" b="0" i="1" u="none" strike="noStrike" dirty="0">
                <a:solidFill>
                  <a:srgbClr val="000000"/>
                </a:solidFill>
                <a:effectLst/>
              </a:rPr>
              <a:t>X</a:t>
            </a:r>
            <a:r>
              <a:rPr lang="en-US" sz="2200" b="0" i="0" u="none" strike="noStrike" dirty="0">
                <a:solidFill>
                  <a:srgbClr val="000000"/>
                </a:solidFill>
                <a:effectLst/>
              </a:rPr>
              <a:t>. It ranges from 0 to 3 in increments of 1. The vertical axis is labeled Probability. It ranges from 0 to 0.40 in increments of 0.05. The data is as follows. 0: 0.125. 1: 0.375. 2: 0.375. 3: 0.125. All values are estimated.</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77</a:t>
            </a:fld>
            <a:endParaRPr lang="en-US" sz="800"/>
          </a:p>
        </p:txBody>
      </p:sp>
    </p:spTree>
    <p:extLst>
      <p:ext uri="{BB962C8B-B14F-4D97-AF65-F5344CB8AC3E}">
        <p14:creationId xmlns:p14="http://schemas.microsoft.com/office/powerpoint/2010/main" val="2588532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What is a P</a:t>
            </a:r>
            <a:r>
              <a:rPr lang="en-US" sz="100" dirty="0"/>
              <a:t> </a:t>
            </a:r>
            <a:r>
              <a:rPr lang="en-US" sz="3000" dirty="0"/>
              <a:t>D</a:t>
            </a:r>
            <a:r>
              <a:rPr lang="en-US" sz="100" dirty="0"/>
              <a:t> </a:t>
            </a:r>
            <a:r>
              <a:rPr lang="en-US" sz="3000" dirty="0"/>
              <a:t>F or a C</a:t>
            </a:r>
            <a:r>
              <a:rPr lang="en-US" sz="100" dirty="0"/>
              <a:t> </a:t>
            </a:r>
            <a:r>
              <a:rPr lang="en-US" sz="3000" dirty="0"/>
              <a:t>D</a:t>
            </a:r>
            <a:r>
              <a:rPr lang="en-US" sz="100" dirty="0"/>
              <a:t> </a:t>
            </a:r>
            <a:r>
              <a:rPr lang="en-US" sz="3000" dirty="0"/>
              <a:t>F?</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X</a:t>
            </a:r>
            <a:r>
              <a:rPr lang="en-US" sz="2200" b="0" i="0" u="none" strike="noStrike" dirty="0">
                <a:solidFill>
                  <a:srgbClr val="000000"/>
                </a:solidFill>
                <a:effectLst/>
              </a:rPr>
              <a:t> = </a:t>
            </a:r>
            <a:r>
              <a:rPr lang="en-US" sz="2200" b="0" i="1" u="none" strike="noStrike" dirty="0">
                <a:solidFill>
                  <a:srgbClr val="000000"/>
                </a:solidFill>
                <a:effectLst/>
              </a:rPr>
              <a:t>x</a:t>
            </a:r>
            <a:r>
              <a:rPr lang="en-US" sz="2200" b="0" i="0" u="none" strike="noStrike" dirty="0">
                <a:solidFill>
                  <a:srgbClr val="000000"/>
                </a:solidFill>
                <a:effectLst/>
              </a:rPr>
              <a:t>). The horizontal axis is labeled Value of </a:t>
            </a:r>
            <a:r>
              <a:rPr lang="en-US" sz="2200" b="0" i="1" u="none" strike="noStrike" dirty="0">
                <a:solidFill>
                  <a:srgbClr val="000000"/>
                </a:solidFill>
                <a:effectLst/>
              </a:rPr>
              <a:t>X</a:t>
            </a:r>
            <a:r>
              <a:rPr lang="en-US" sz="2200" b="0" i="0" u="none" strike="noStrike" dirty="0">
                <a:solidFill>
                  <a:srgbClr val="000000"/>
                </a:solidFill>
                <a:effectLst/>
              </a:rPr>
              <a:t>. It ranges from 0 to 14 in increments of 1. The vertical axis is labeled Probability. It ranges from 0.00 to 0.25 in increments of 0.05. The data is as follows. 0: 0. 1: 0.01. 2: 0.02. 3: 0.03. 4: 0.06. 5: 0.12. 6: 0.18. 7: 0.21. 8: 0.18. 9: 0.12. 10: 0.06. 11: 0.03. 12: 0.02. 13: 0.01. 14: 1. C</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X</a:t>
            </a:r>
            <a:r>
              <a:rPr lang="en-US" sz="2200" b="0" i="0" u="none" strike="noStrike" dirty="0">
                <a:solidFill>
                  <a:srgbClr val="000000"/>
                </a:solidFill>
                <a:effectLst/>
              </a:rPr>
              <a:t> less than or equal to lowercase </a:t>
            </a:r>
            <a:r>
              <a:rPr lang="en-US" sz="2200" b="0" i="1" u="none" strike="noStrike" dirty="0">
                <a:solidFill>
                  <a:srgbClr val="000000"/>
                </a:solidFill>
                <a:effectLst/>
              </a:rPr>
              <a:t>x</a:t>
            </a:r>
            <a:r>
              <a:rPr lang="en-US" sz="2200" b="0" i="0" u="none" strike="noStrike" dirty="0">
                <a:solidFill>
                  <a:srgbClr val="000000"/>
                </a:solidFill>
                <a:effectLst/>
              </a:rPr>
              <a:t>). The horizontal axis is labeled Value of </a:t>
            </a:r>
            <a:r>
              <a:rPr lang="en-US" sz="2200" b="0" i="1" u="none" strike="noStrike" dirty="0">
                <a:solidFill>
                  <a:srgbClr val="000000"/>
                </a:solidFill>
                <a:effectLst/>
              </a:rPr>
              <a:t>X</a:t>
            </a:r>
            <a:r>
              <a:rPr lang="en-US" sz="2200" b="0" i="0" u="none" strike="noStrike" dirty="0">
                <a:solidFill>
                  <a:srgbClr val="000000"/>
                </a:solidFill>
                <a:effectLst/>
              </a:rPr>
              <a:t>. It ranges from 0 to 14 in increments of 1. The vertical axis is labeled Probability. It ranges from 0 to 1 in increments of 0.10. The data is as follows. 2: 0.001. 3: 0.002. 4: 0.10. 5: 0.20. 6: 0.40. 7: 0.60. 8: 0.80. 9: 0.90. 10: 0.99. 11: 1. 12: 1. 13: 1. 14: 1. All values are estimated.</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78</a:t>
            </a:fld>
            <a:endParaRPr lang="en-US" sz="800"/>
          </a:p>
        </p:txBody>
      </p:sp>
    </p:spTree>
    <p:extLst>
      <p:ext uri="{BB962C8B-B14F-4D97-AF65-F5344CB8AC3E}">
        <p14:creationId xmlns:p14="http://schemas.microsoft.com/office/powerpoint/2010/main" val="31427069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Service Calls </a:t>
            </a:r>
            <a:r>
              <a:rPr lang="en-US"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Number of service calls. It ranges from 0 to 5 in increments of 1. The vertical axis is labeled Probability. It ranges from 0 to 0.30 in increments of 0.05. The data is as follows. 0: 0.05. 1: 0.10. 2: 0.30. 3: 0.25. 4: 0.20. 5: 0.10. All values are estimated.</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79</a:t>
            </a:fld>
            <a:endParaRPr lang="en-US" sz="800"/>
          </a:p>
        </p:txBody>
      </p:sp>
    </p:spTree>
    <p:extLst>
      <p:ext uri="{BB962C8B-B14F-4D97-AF65-F5344CB8AC3E}">
        <p14:creationId xmlns:p14="http://schemas.microsoft.com/office/powerpoint/2010/main" val="14582797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175954"/>
            <a:ext cx="8458200" cy="861655"/>
          </a:xfrm>
        </p:spPr>
        <p:txBody>
          <a:bodyPr>
            <a:noAutofit/>
          </a:bodyPr>
          <a:lstStyle/>
          <a:p>
            <a:r>
              <a:rPr lang="en-US" sz="3000" dirty="0"/>
              <a:t>Example: Bed and Breakfast </a:t>
            </a:r>
            <a:r>
              <a:rPr lang="en-US" sz="1000" b="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Number of rooms rented. It ranges from 0 to 7 in increments of 1. The vertical axis is labeled Probability. It ranges from 0 to 0.30 in increments of 0.05. The data is as follows. 0: 0.05. 1: 0.05. 2: 0.06. 3: 0.10. 4: 0.12. 5: 0.20. 6: 0.15. 7: 0.26. The Average is 4.75 and the mode is 7 rooms. All values are estimated.</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80</a:t>
            </a:fld>
            <a:endParaRPr lang="en-US" sz="800"/>
          </a:p>
        </p:txBody>
      </p:sp>
    </p:spTree>
    <p:extLst>
      <p:ext uri="{BB962C8B-B14F-4D97-AF65-F5344CB8AC3E}">
        <p14:creationId xmlns:p14="http://schemas.microsoft.com/office/powerpoint/2010/main" val="17301404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Rolling a Die </a:t>
            </a:r>
            <a:r>
              <a:rPr lang="en-US" sz="1000" b="0" dirty="0"/>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X</a:t>
            </a:r>
            <a:r>
              <a:rPr lang="en-US" sz="2200" b="0" i="0" u="none" strike="noStrike" dirty="0">
                <a:solidFill>
                  <a:srgbClr val="000000"/>
                </a:solidFill>
                <a:effectLst/>
              </a:rPr>
              <a:t> = lowercase </a:t>
            </a:r>
            <a:r>
              <a:rPr lang="en-US" sz="2200" b="0" i="1" u="none" strike="noStrike" dirty="0">
                <a:solidFill>
                  <a:srgbClr val="000000"/>
                </a:solidFill>
                <a:effectLst/>
              </a:rPr>
              <a:t>x</a:t>
            </a:r>
            <a:r>
              <a:rPr lang="en-US" sz="2200" b="0" i="0" u="none" strike="noStrike" dirty="0">
                <a:solidFill>
                  <a:srgbClr val="000000"/>
                </a:solidFill>
                <a:effectLst/>
              </a:rPr>
              <a:t>) for one die. The horizontal axis is labeled Number of dots showing on the die. It ranges from 1 to 6 in increments of 1. The vertical axis is labeled Probability. It ranges from 0 to 0.18 in increments of 0.02. The data is as follows. 1: 0.17. 2: 0.17. 3: 0.17. 4: 0.17. 5: 0.17. 6: 0.17. 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and C</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for rolling a die. The horizontal axis is labeled Number of dots showing on the die. It ranges from 1 to 6 in increments of 1. The vertical axis is labeled Probability. It ranges from 0 to 1 in increments of 0.10. The data is as follows. 1: 0.15. 2: 0.32. 3: 0.50. 4: 0.65. 5: 0.85. 6: 1. All values are estimated.</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81</a:t>
            </a:fld>
            <a:endParaRPr lang="en-US" sz="800"/>
          </a:p>
        </p:txBody>
      </p:sp>
    </p:spTree>
    <p:extLst>
      <p:ext uri="{BB962C8B-B14F-4D97-AF65-F5344CB8AC3E}">
        <p14:creationId xmlns:p14="http://schemas.microsoft.com/office/powerpoint/2010/main" val="1399996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Binomial Shape</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b="0" i="0" u="none" strike="noStrike" dirty="0">
                <a:solidFill>
                  <a:srgbClr val="000000"/>
                </a:solidFill>
                <a:effectLst/>
              </a:rPr>
              <a:t>Skewed right. </a:t>
            </a:r>
            <a:r>
              <a:rPr lang="en-US" b="0" u="none" strike="noStrike" dirty="0">
                <a:solidFill>
                  <a:srgbClr val="000000"/>
                </a:solidFill>
                <a:effectLst/>
              </a:rPr>
              <a:t>Pi</a:t>
            </a:r>
            <a:r>
              <a:rPr lang="en-US" b="0" i="0" u="none" strike="noStrike" dirty="0">
                <a:solidFill>
                  <a:srgbClr val="000000"/>
                </a:solidFill>
                <a:effectLst/>
              </a:rPr>
              <a:t> = 0.10. The horizontal axis ranges from 0 to 8 in increments of 2. The bins are located at 0, 1, 2, 3, and 4. 3 bins are to the right of the maximum value. </a:t>
            </a:r>
            <a:r>
              <a:rPr lang="en-US" b="0" u="none" strike="noStrike" dirty="0">
                <a:solidFill>
                  <a:srgbClr val="000000"/>
                </a:solidFill>
                <a:effectLst/>
              </a:rPr>
              <a:t>Pi</a:t>
            </a:r>
            <a:r>
              <a:rPr lang="en-US" b="0" i="0" u="none" strike="noStrike" dirty="0">
                <a:solidFill>
                  <a:srgbClr val="000000"/>
                </a:solidFill>
                <a:effectLst/>
              </a:rPr>
              <a:t> = 0.20. The horizontal axis ranges from 0 to 8 in increments of 2. The bins are located at 0, 1, 2, 3, 4, 5, and 6. 4 bins are to the right of the maximum value. Symmetric. </a:t>
            </a:r>
            <a:r>
              <a:rPr lang="en-US" b="0" u="none" strike="noStrike" dirty="0">
                <a:solidFill>
                  <a:srgbClr val="000000"/>
                </a:solidFill>
                <a:effectLst/>
              </a:rPr>
              <a:t>Pi</a:t>
            </a:r>
            <a:r>
              <a:rPr lang="en-US" b="0" i="0" u="none" strike="noStrike" dirty="0">
                <a:solidFill>
                  <a:srgbClr val="000000"/>
                </a:solidFill>
                <a:effectLst/>
              </a:rPr>
              <a:t> = 0.50. The number of bins to the right and left of the maximum value are equal. Skewed left. </a:t>
            </a:r>
            <a:r>
              <a:rPr lang="en-US" b="0" u="none" strike="noStrike" dirty="0">
                <a:solidFill>
                  <a:srgbClr val="000000"/>
                </a:solidFill>
                <a:effectLst/>
              </a:rPr>
              <a:t>Pi</a:t>
            </a:r>
            <a:r>
              <a:rPr lang="en-US" b="0" i="0" u="none" strike="noStrike" dirty="0">
                <a:solidFill>
                  <a:srgbClr val="000000"/>
                </a:solidFill>
                <a:effectLst/>
              </a:rPr>
              <a:t> = 0.80. The horizontal axis ranges from 0 to 8 in increments of 2. The bins are located at 3, 4, 5, 6, 7, and 8. 4 bins are to the left of the maximum value. </a:t>
            </a:r>
            <a:r>
              <a:rPr lang="en-US" b="0" u="none" strike="noStrike" dirty="0">
                <a:solidFill>
                  <a:srgbClr val="000000"/>
                </a:solidFill>
                <a:effectLst/>
              </a:rPr>
              <a:t>Pi</a:t>
            </a:r>
            <a:r>
              <a:rPr lang="en-US" b="0" i="0" u="none" strike="noStrike" dirty="0">
                <a:solidFill>
                  <a:srgbClr val="000000"/>
                </a:solidFill>
                <a:effectLst/>
              </a:rPr>
              <a:t> = 0.90. The horizontal axis ranges from 0 to 8 in increments of 2. The bins are located at 4, 5, 6, 7, and 8. 4 bins are to the left of the maximum value.</a:t>
            </a:r>
            <a:endParaRPr lang="en-IN"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82</a:t>
            </a:fld>
            <a:endParaRPr lang="en-US" sz="800"/>
          </a:p>
        </p:txBody>
      </p:sp>
    </p:spTree>
    <p:extLst>
      <p:ext uri="{BB962C8B-B14F-4D97-AF65-F5344CB8AC3E}">
        <p14:creationId xmlns:p14="http://schemas.microsoft.com/office/powerpoint/2010/main" val="850434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Compound Events </a:t>
            </a:r>
            <a:r>
              <a:rPr lang="en-US" sz="1000" b="0" baseline="0" dirty="0"/>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At least two: Probability of </a:t>
            </a:r>
            <a:r>
              <a:rPr lang="en-US" sz="2200" b="0" i="1" u="none" strike="noStrike" dirty="0">
                <a:solidFill>
                  <a:srgbClr val="000000"/>
                </a:solidFill>
                <a:effectLst/>
              </a:rPr>
              <a:t>X</a:t>
            </a:r>
            <a:r>
              <a:rPr lang="en-US" sz="2200" b="0" i="0" u="none" strike="noStrike" dirty="0">
                <a:solidFill>
                  <a:srgbClr val="000000"/>
                </a:solidFill>
                <a:effectLst/>
              </a:rPr>
              <a:t> greater than or equal to 2. Fewer than two: Probability of </a:t>
            </a:r>
            <a:r>
              <a:rPr lang="en-US" sz="2200" b="0" i="1" u="none" strike="noStrike" dirty="0">
                <a:solidFill>
                  <a:srgbClr val="000000"/>
                </a:solidFill>
                <a:effectLst/>
              </a:rPr>
              <a:t>X</a:t>
            </a:r>
            <a:r>
              <a:rPr lang="en-US" sz="2200" b="0" i="0" u="none" strike="noStrike" dirty="0">
                <a:solidFill>
                  <a:srgbClr val="000000"/>
                </a:solidFill>
                <a:effectLst/>
              </a:rPr>
              <a:t> less than 2. Fewer than 2 or more than 2: Probability of </a:t>
            </a:r>
            <a:r>
              <a:rPr lang="en-US" sz="2200" b="0" i="1" u="none" strike="noStrike" dirty="0">
                <a:solidFill>
                  <a:srgbClr val="000000"/>
                </a:solidFill>
                <a:effectLst/>
              </a:rPr>
              <a:t>X</a:t>
            </a:r>
            <a:r>
              <a:rPr lang="en-US" sz="2200" b="0" i="0" u="none" strike="noStrike" dirty="0">
                <a:solidFill>
                  <a:srgbClr val="000000"/>
                </a:solidFill>
                <a:effectLst/>
              </a:rPr>
              <a:t> less than 2 and </a:t>
            </a:r>
            <a:r>
              <a:rPr lang="en-US" sz="2200" b="0" i="1" u="none" strike="noStrike" dirty="0">
                <a:solidFill>
                  <a:srgbClr val="000000"/>
                </a:solidFill>
                <a:effectLst/>
              </a:rPr>
              <a:t>X</a:t>
            </a:r>
            <a:r>
              <a:rPr lang="en-US" sz="2200" b="0" i="0" u="none" strike="noStrike" dirty="0">
                <a:solidFill>
                  <a:srgbClr val="000000"/>
                </a:solidFill>
                <a:effectLst/>
              </a:rPr>
              <a:t> greater than 2.</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83</a:t>
            </a:fld>
            <a:endParaRPr lang="en-US" sz="800"/>
          </a:p>
        </p:txBody>
      </p:sp>
    </p:spTree>
    <p:extLst>
      <p:ext uri="{BB962C8B-B14F-4D97-AF65-F5344CB8AC3E}">
        <p14:creationId xmlns:p14="http://schemas.microsoft.com/office/powerpoint/2010/main" val="30978118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Poisson Distribution </a:t>
            </a:r>
            <a:r>
              <a:rPr lang="en-US" sz="1000" b="0" baseline="0" dirty="0"/>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timeline is segmented into equal intervals. Each interval corresponds to a random unit of time. The </a:t>
            </a:r>
            <a:r>
              <a:rPr lang="en-US" sz="2200" b="0" i="1" u="none" strike="noStrike" dirty="0">
                <a:solidFill>
                  <a:srgbClr val="000000"/>
                </a:solidFill>
                <a:effectLst/>
              </a:rPr>
              <a:t>x</a:t>
            </a:r>
            <a:r>
              <a:rPr lang="en-US" sz="2200" b="0" i="0" u="none" strike="noStrike" dirty="0">
                <a:solidFill>
                  <a:srgbClr val="000000"/>
                </a:solidFill>
                <a:effectLst/>
              </a:rPr>
              <a:t> values marked from left to right below the intervals are 3, 1, and 5.</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84</a:t>
            </a:fld>
            <a:endParaRPr lang="en-US" sz="800"/>
          </a:p>
        </p:txBody>
      </p:sp>
    </p:spTree>
    <p:extLst>
      <p:ext uri="{BB962C8B-B14F-4D97-AF65-F5344CB8AC3E}">
        <p14:creationId xmlns:p14="http://schemas.microsoft.com/office/powerpoint/2010/main" val="17637403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Poisson Distribution </a:t>
            </a:r>
            <a:r>
              <a:rPr lang="en-US"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sz="2200" b="0" i="0" u="none" strike="noStrike" dirty="0">
                <a:solidFill>
                  <a:srgbClr val="000000"/>
                </a:solidFill>
                <a:effectLst/>
              </a:rPr>
              <a:t>The timeline is segmented into equal intervals. Each interval corresponds to a random unit of time. The </a:t>
            </a:r>
            <a:r>
              <a:rPr lang="en-US" sz="2200" b="0" i="1" u="none" strike="noStrike" dirty="0">
                <a:solidFill>
                  <a:srgbClr val="000000"/>
                </a:solidFill>
                <a:effectLst/>
              </a:rPr>
              <a:t>x</a:t>
            </a:r>
            <a:r>
              <a:rPr lang="en-US" sz="2200" b="0" i="0" u="none" strike="noStrike" dirty="0">
                <a:solidFill>
                  <a:srgbClr val="000000"/>
                </a:solidFill>
                <a:effectLst/>
              </a:rPr>
              <a:t> values marked from left to right below the intervals are 3, 1, and 5.</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85</a:t>
            </a:fld>
            <a:endParaRPr lang="en-US" sz="800"/>
          </a:p>
        </p:txBody>
      </p:sp>
    </p:spTree>
    <p:extLst>
      <p:ext uri="{BB962C8B-B14F-4D97-AF65-F5344CB8AC3E}">
        <p14:creationId xmlns:p14="http://schemas.microsoft.com/office/powerpoint/2010/main" val="38912345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192764"/>
            <a:ext cx="8458200" cy="828034"/>
          </a:xfrm>
        </p:spPr>
        <p:txBody>
          <a:bodyPr>
            <a:noAutofit/>
          </a:bodyPr>
          <a:lstStyle/>
          <a:p>
            <a:r>
              <a:rPr lang="en-US" sz="3000" dirty="0"/>
              <a:t>Recognizing Poisson Applications</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a:xfrm>
            <a:off x="342900" y="1371601"/>
            <a:ext cx="8134673" cy="4876800"/>
          </a:xfrm>
        </p:spPr>
        <p:txBody>
          <a:bodyPr>
            <a:normAutofit/>
          </a:bodyPr>
          <a:lstStyle/>
          <a:p>
            <a:r>
              <a:rPr lang="en-US" sz="2200" b="0" u="none" strike="noStrike" dirty="0">
                <a:solidFill>
                  <a:srgbClr val="000000"/>
                </a:solidFill>
                <a:effectLst/>
              </a:rPr>
              <a:t>Lambda</a:t>
            </a:r>
            <a:r>
              <a:rPr lang="en-US" sz="2200" b="0" i="0" u="none" strike="noStrike" dirty="0">
                <a:solidFill>
                  <a:srgbClr val="000000"/>
                </a:solidFill>
                <a:effectLst/>
              </a:rPr>
              <a:t> = 0.8. The horizontal axis labeled Number of arrivals ranges from 0 to 16 in increments of 4. The bins are located at 0, 1, 2, 3, and 4. 4 bins are the right of the maximum value. </a:t>
            </a:r>
            <a:r>
              <a:rPr lang="en-US" sz="2200" b="0" u="none" strike="noStrike" dirty="0">
                <a:solidFill>
                  <a:srgbClr val="000000"/>
                </a:solidFill>
                <a:effectLst/>
              </a:rPr>
              <a:t>Lambda</a:t>
            </a:r>
            <a:r>
              <a:rPr lang="en-US" sz="2200" b="0" i="0" u="none" strike="noStrike" dirty="0">
                <a:solidFill>
                  <a:srgbClr val="000000"/>
                </a:solidFill>
                <a:effectLst/>
              </a:rPr>
              <a:t> = 1.6. The horizontal axis labeled Number of arrivals ranges from 0 to 16 in increments of 4. The bins are located at 0, 1, 2, 3, 4, 5, and 6. 4 bins are the right of the maximum value. </a:t>
            </a:r>
            <a:r>
              <a:rPr lang="en-US" sz="2200" b="0" u="none" strike="noStrike" dirty="0">
                <a:solidFill>
                  <a:srgbClr val="000000"/>
                </a:solidFill>
                <a:effectLst/>
              </a:rPr>
              <a:t>Lambda</a:t>
            </a:r>
            <a:r>
              <a:rPr lang="en-US" sz="2200" b="0" i="0" u="none" strike="noStrike" dirty="0">
                <a:solidFill>
                  <a:srgbClr val="000000"/>
                </a:solidFill>
                <a:effectLst/>
              </a:rPr>
              <a:t> = 6.4. The horizontal axis labeled Number of arrivals ranges from 0 to 16 in increments of 4. The bins are located from 0 to 16. 5 bins are at the left and 9 bins are at the right of the maximum value.</a:t>
            </a:r>
            <a:endParaRPr lang="en-IN" sz="22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86</a:t>
            </a:fld>
            <a:endParaRPr lang="en-US" sz="800"/>
          </a:p>
        </p:txBody>
      </p:sp>
    </p:spTree>
    <p:extLst>
      <p:ext uri="{BB962C8B-B14F-4D97-AF65-F5344CB8AC3E}">
        <p14:creationId xmlns:p14="http://schemas.microsoft.com/office/powerpoint/2010/main" val="5075926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a:t>
            </a:r>
            <a:r>
              <a:rPr lang="en-US" sz="3000" dirty="0" err="1"/>
              <a:t>Telefund</a:t>
            </a:r>
            <a:r>
              <a:rPr lang="en-US" sz="3000" dirty="0"/>
              <a:t> Calling </a:t>
            </a:r>
            <a:r>
              <a:rPr lang="en-US" sz="1000" b="0" baseline="0" dirty="0"/>
              <a:t>1</a:t>
            </a:r>
            <a:r>
              <a:rPr lang="en-US" sz="3000" b="0" baseline="0" dirty="0"/>
              <a:t> </a:t>
            </a:r>
            <a:r>
              <a:rPr lang="en-US" sz="3000" dirty="0">
                <a:ea typeface="Nanum Brush Script" panose="020B0503020000020004" pitchFamily="2" charset="-127"/>
              </a:rPr>
              <a:t>–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p:txBody>
          <a:bodyPr>
            <a:normAutofit/>
          </a:bodyPr>
          <a:lstStyle/>
          <a:p>
            <a:r>
              <a:rPr lang="en-US" b="0" i="0" u="none" strike="noStrike" dirty="0">
                <a:solidFill>
                  <a:srgbClr val="000000"/>
                </a:solidFill>
                <a:effectLst/>
              </a:rPr>
              <a:t>In both graphs, the horizontal axis is labeled Number of calls. It ranges from 1 to 17 in increments of 1. The vertical axis is labeled Probability. It ranges from 0 to 0.16 in increments of 0.02. The data is as follows. 1: 0.15. 2: 0.13. 3: 0.11. 4: 0.09. 5: 0.08. 6: 0.07. 7: 0.06. 8: 0.05. 9: 0.04. 10: 0.03. 11: 0.03. 12: 0.03. 13: 0.02. 14: 0.02. 15: 0.19. 16: 0.18. 17: 0.12. C</a:t>
            </a:r>
            <a:r>
              <a:rPr lang="en-US" sz="100" b="0" i="0" u="none" strike="noStrike" dirty="0">
                <a:solidFill>
                  <a:srgbClr val="000000"/>
                </a:solidFill>
                <a:effectLst/>
              </a:rPr>
              <a:t> </a:t>
            </a:r>
            <a:r>
              <a:rPr lang="en-US" b="0" i="0" u="none" strike="noStrike" dirty="0">
                <a:solidFill>
                  <a:srgbClr val="000000"/>
                </a:solidFill>
                <a:effectLst/>
              </a:rPr>
              <a:t>D</a:t>
            </a:r>
            <a:r>
              <a:rPr lang="en-US" sz="100" b="0" i="0" u="none" strike="noStrike" dirty="0">
                <a:solidFill>
                  <a:srgbClr val="000000"/>
                </a:solidFill>
                <a:effectLst/>
              </a:rPr>
              <a:t> </a:t>
            </a:r>
            <a:r>
              <a:rPr lang="en-US" b="0" i="0" u="none" strike="noStrike" dirty="0">
                <a:solidFill>
                  <a:srgbClr val="000000"/>
                </a:solidFill>
                <a:effectLst/>
              </a:rPr>
              <a:t>F, </a:t>
            </a:r>
            <a:r>
              <a:rPr lang="en-US" b="0" i="1" u="none" strike="noStrike" dirty="0">
                <a:solidFill>
                  <a:srgbClr val="000000"/>
                </a:solidFill>
                <a:effectLst/>
              </a:rPr>
              <a:t>P</a:t>
            </a:r>
            <a:r>
              <a:rPr lang="en-US" b="0" i="0" u="none" strike="noStrike" dirty="0">
                <a:solidFill>
                  <a:srgbClr val="000000"/>
                </a:solidFill>
                <a:effectLst/>
              </a:rPr>
              <a:t> (</a:t>
            </a:r>
            <a:r>
              <a:rPr lang="en-US" b="0" i="1" u="none" strike="noStrike" dirty="0">
                <a:solidFill>
                  <a:srgbClr val="000000"/>
                </a:solidFill>
                <a:effectLst/>
              </a:rPr>
              <a:t>X</a:t>
            </a:r>
            <a:r>
              <a:rPr lang="en-US" b="0" i="0" u="none" strike="noStrike" dirty="0">
                <a:solidFill>
                  <a:srgbClr val="000000"/>
                </a:solidFill>
                <a:effectLst/>
              </a:rPr>
              <a:t> less than or equal to lowercase </a:t>
            </a:r>
            <a:r>
              <a:rPr lang="en-US" b="0" i="1" u="none" strike="noStrike" dirty="0">
                <a:solidFill>
                  <a:srgbClr val="000000"/>
                </a:solidFill>
                <a:effectLst/>
              </a:rPr>
              <a:t>x</a:t>
            </a:r>
            <a:r>
              <a:rPr lang="en-US" b="0" i="0" u="none" strike="noStrike" dirty="0">
                <a:solidFill>
                  <a:srgbClr val="000000"/>
                </a:solidFill>
                <a:effectLst/>
              </a:rPr>
              <a:t>). The horizontal axis is labeled Number of calls. It ranges from 1 to 17 in increments of 1. The vertical axis is labeled Probability. It ranges from 0 to 1 in increments of 0.20. The data is as follows. 1: 0.18. 2: 0.30. 3: 0.40. 4: 0.50. 5: 0.58. 6: 0.61. 7: 065. 8: 0.78. 9: 0.78. 10: 0.80. 11: 0.81. 12: 0.82. 13: 0.85. 14: 0.85. 15: 0.9. 16: 0.95. 17: 0.99. All values are estimated.</a:t>
            </a:r>
            <a:endParaRPr lang="en-IN"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87</a:t>
            </a:fld>
            <a:endParaRPr lang="en-US" sz="800"/>
          </a:p>
        </p:txBody>
      </p:sp>
    </p:spTree>
    <p:extLst>
      <p:ext uri="{BB962C8B-B14F-4D97-AF65-F5344CB8AC3E}">
        <p14:creationId xmlns:p14="http://schemas.microsoft.com/office/powerpoint/2010/main" val="1798213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Exam Scores </a:t>
            </a:r>
            <a:r>
              <a:rPr lang="en-US" sz="1000" b="0" baseline="0" dirty="0"/>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a:xfrm>
            <a:off x="342900" y="1371601"/>
            <a:ext cx="8134673" cy="4876800"/>
          </a:xfrm>
        </p:spPr>
        <p:txBody>
          <a:bodyPr>
            <a:normAutofit/>
          </a:bodyPr>
          <a:lstStyle/>
          <a:p>
            <a:r>
              <a:rPr lang="en-US" sz="1800" b="0" i="0" u="none" strike="noStrike" dirty="0">
                <a:solidFill>
                  <a:srgbClr val="000000"/>
                </a:solidFill>
                <a:effectLst/>
              </a:rPr>
              <a:t>Alternative 1: Add 20. Raw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40. Transformed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(40) + 20 = 60. Raw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10. Transformed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 (10) = 10. The bar graph plots relative frequency versus the exam score. The horizontal axis ranges from 0 to 90 in increments of 10 and the vertical axis ranges from 0 to 0.20 in increments of 0.05. The data is as follows. 10: 0.01. 20: 0.04. 30: 0.15. 40: 0.19. 50: 0.09. 60: 0.01. 65: 0.01. New </a:t>
            </a:r>
            <a:r>
              <a:rPr lang="en-US" sz="1800" b="0" i="1" u="none" strike="noStrike" dirty="0">
                <a:solidFill>
                  <a:srgbClr val="000000"/>
                </a:solidFill>
                <a:effectLst/>
              </a:rPr>
              <a:t>X</a:t>
            </a:r>
            <a:r>
              <a:rPr lang="en-US" sz="1800" b="0" i="0" u="none" strike="noStrike" dirty="0">
                <a:solidFill>
                  <a:srgbClr val="000000"/>
                </a:solidFill>
                <a:effectLst/>
              </a:rPr>
              <a:t> + 20. The exam scores shifts to the right by 20. Alternative 2: Multiply by 1.5. Raw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40. Transformed score. </a:t>
            </a:r>
            <a:r>
              <a:rPr lang="en-US" sz="1800" b="0" u="none" strike="noStrike" dirty="0">
                <a:solidFill>
                  <a:srgbClr val="000000"/>
                </a:solidFill>
                <a:effectLst/>
              </a:rPr>
              <a:t>Mu</a:t>
            </a:r>
            <a:r>
              <a:rPr lang="en-US" sz="1800" b="0" i="0" u="none" strike="noStrike" dirty="0">
                <a:solidFill>
                  <a:srgbClr val="000000"/>
                </a:solidFill>
                <a:effectLst/>
              </a:rPr>
              <a:t> sub 1.5 </a:t>
            </a:r>
            <a:r>
              <a:rPr lang="en-US" sz="1800" b="0" i="1" u="none" strike="noStrike" dirty="0">
                <a:solidFill>
                  <a:srgbClr val="000000"/>
                </a:solidFill>
                <a:effectLst/>
              </a:rPr>
              <a:t>x</a:t>
            </a:r>
            <a:r>
              <a:rPr lang="en-US" sz="1800" b="0" i="0" u="none" strike="noStrike" dirty="0">
                <a:solidFill>
                  <a:srgbClr val="000000"/>
                </a:solidFill>
                <a:effectLst/>
              </a:rPr>
              <a:t> + 0 = (1.5)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+ 0 = (1.5) (40) = 60. Raw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10. Transformed score. </a:t>
            </a:r>
            <a:r>
              <a:rPr lang="en-US" sz="1800" b="0" u="none" strike="noStrike" dirty="0">
                <a:solidFill>
                  <a:srgbClr val="000000"/>
                </a:solidFill>
                <a:effectLst/>
              </a:rPr>
              <a:t>Sigma</a:t>
            </a:r>
            <a:r>
              <a:rPr lang="en-US" sz="1800" b="0" i="0" u="none" strike="noStrike" dirty="0">
                <a:solidFill>
                  <a:srgbClr val="000000"/>
                </a:solidFill>
                <a:effectLst/>
              </a:rPr>
              <a:t> sub 1.5 </a:t>
            </a:r>
            <a:r>
              <a:rPr lang="en-US" sz="1800" b="0" i="1" u="none" strike="noStrike" dirty="0">
                <a:solidFill>
                  <a:srgbClr val="000000"/>
                </a:solidFill>
                <a:effectLst/>
              </a:rPr>
              <a:t>X</a:t>
            </a:r>
            <a:r>
              <a:rPr lang="en-US" sz="1800" b="0" i="0" u="none" strike="noStrike" dirty="0">
                <a:solidFill>
                  <a:srgbClr val="000000"/>
                </a:solidFill>
                <a:effectLst/>
              </a:rPr>
              <a:t> + 0 = (1.5) Sigma sub </a:t>
            </a:r>
            <a:r>
              <a:rPr lang="en-US" sz="1800" b="0" i="1" u="none" strike="noStrike" dirty="0">
                <a:solidFill>
                  <a:srgbClr val="000000"/>
                </a:solidFill>
                <a:effectLst/>
              </a:rPr>
              <a:t>x</a:t>
            </a:r>
            <a:r>
              <a:rPr lang="en-US" sz="1800" b="0" i="0" u="none" strike="noStrike" dirty="0">
                <a:solidFill>
                  <a:srgbClr val="000000"/>
                </a:solidFill>
                <a:effectLst/>
              </a:rPr>
              <a:t> = (1.5) (10) = 15. The bar graph plots relative frequency versus the exam score. The horizontal axis ranges from 0 to 120 in increments of 15 and the vertical axis ranges from 0 to 0.20 in increments of 0.05. The data is as follows. Old </a:t>
            </a:r>
            <a:r>
              <a:rPr lang="en-US" sz="1800" b="0" i="1" u="none" strike="noStrike" dirty="0">
                <a:solidFill>
                  <a:srgbClr val="000000"/>
                </a:solidFill>
                <a:effectLst/>
              </a:rPr>
              <a:t>X</a:t>
            </a:r>
            <a:r>
              <a:rPr lang="en-US" sz="1800" b="0" i="0" u="none" strike="noStrike" dirty="0">
                <a:solidFill>
                  <a:srgbClr val="000000"/>
                </a:solidFill>
                <a:effectLst/>
              </a:rPr>
              <a:t>. 12: 0.01. 15: 0.02. 17: 0.04. 30: 0.15. 35: 0.19. 40: 0.19. 45: 0.15. 47: 0.09. 60: 0.01. 70: 0.01. New 1.5 </a:t>
            </a:r>
            <a:r>
              <a:rPr lang="en-US" sz="1800" b="0" i="1" u="none" strike="noStrike" dirty="0">
                <a:solidFill>
                  <a:srgbClr val="000000"/>
                </a:solidFill>
                <a:effectLst/>
              </a:rPr>
              <a:t>X</a:t>
            </a:r>
            <a:r>
              <a:rPr lang="en-US" sz="1800" b="0" i="0" u="none" strike="noStrike" dirty="0">
                <a:solidFill>
                  <a:srgbClr val="000000"/>
                </a:solidFill>
                <a:effectLst/>
              </a:rPr>
              <a:t>. The relative frequency of each exam score is multiplied by 1.5. The scores increase and spread out. All values are estimated.</a:t>
            </a:r>
            <a:endParaRPr lang="en-IN" sz="18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88</a:t>
            </a:fld>
            <a:endParaRPr lang="en-US" sz="800"/>
          </a:p>
        </p:txBody>
      </p:sp>
    </p:spTree>
    <p:extLst>
      <p:ext uri="{BB962C8B-B14F-4D97-AF65-F5344CB8AC3E}">
        <p14:creationId xmlns:p14="http://schemas.microsoft.com/office/powerpoint/2010/main" val="2020610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Example: Exam Scores </a:t>
            </a:r>
            <a:r>
              <a:rPr lang="en-US"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C466AB4E-9CFD-A4F4-2D16-6FEE71F8D93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B19986DD-666A-8D8F-2394-4C5FDF7072F0}"/>
              </a:ext>
            </a:extLst>
          </p:cNvPr>
          <p:cNvSpPr>
            <a:spLocks noGrp="1"/>
          </p:cNvSpPr>
          <p:nvPr>
            <p:ph sz="quarter" idx="11"/>
          </p:nvPr>
        </p:nvSpPr>
        <p:spPr>
          <a:xfrm>
            <a:off x="342900" y="1371601"/>
            <a:ext cx="8150171" cy="4876800"/>
          </a:xfrm>
        </p:spPr>
        <p:txBody>
          <a:bodyPr>
            <a:normAutofit/>
          </a:bodyPr>
          <a:lstStyle/>
          <a:p>
            <a:r>
              <a:rPr lang="en-US" sz="1800" b="0" i="0" u="none" strike="noStrike" dirty="0">
                <a:solidFill>
                  <a:srgbClr val="000000"/>
                </a:solidFill>
                <a:effectLst/>
              </a:rPr>
              <a:t>Alternative 1: Add 20. Raw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40. Transformed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(40) + 20 = 60. Raw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10. Transformed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+ 20 = (1)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 (10) = 10. The bar graph plots relative frequency versus the exam score. The horizontal axis ranges from 0 to 90 in increments of 10 and the vertical axis ranges from 0 to 0.20 in increments of 0.05. The data is as follows. 10: 0.01. 20: 0.04. 30: 0.15. 40: 0.19. 50: 0.09. 60: 0.01. 65: 0.01. New </a:t>
            </a:r>
            <a:r>
              <a:rPr lang="en-US" sz="1800" b="0" i="1" u="none" strike="noStrike" dirty="0">
                <a:solidFill>
                  <a:srgbClr val="000000"/>
                </a:solidFill>
                <a:effectLst/>
              </a:rPr>
              <a:t>X</a:t>
            </a:r>
            <a:r>
              <a:rPr lang="en-US" sz="1800" b="0" i="0" u="none" strike="noStrike" dirty="0">
                <a:solidFill>
                  <a:srgbClr val="000000"/>
                </a:solidFill>
                <a:effectLst/>
              </a:rPr>
              <a:t> + 20. The exam scores shifts to the right by 20. Alternative 2: Multiply by 1.5. Raw score.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40. Transformed score. </a:t>
            </a:r>
            <a:r>
              <a:rPr lang="en-US" sz="1800" b="0" u="none" strike="noStrike" dirty="0">
                <a:solidFill>
                  <a:srgbClr val="000000"/>
                </a:solidFill>
                <a:effectLst/>
              </a:rPr>
              <a:t>Mu</a:t>
            </a:r>
            <a:r>
              <a:rPr lang="en-US" sz="1800" b="0" i="0" u="none" strike="noStrike" dirty="0">
                <a:solidFill>
                  <a:srgbClr val="000000"/>
                </a:solidFill>
                <a:effectLst/>
              </a:rPr>
              <a:t> sub 1.5 </a:t>
            </a:r>
            <a:r>
              <a:rPr lang="en-US" sz="1800" b="0" i="1" u="none" strike="noStrike" dirty="0">
                <a:solidFill>
                  <a:srgbClr val="000000"/>
                </a:solidFill>
                <a:effectLst/>
              </a:rPr>
              <a:t>x</a:t>
            </a:r>
            <a:r>
              <a:rPr lang="en-US" sz="1800" b="0" i="0" u="none" strike="noStrike" dirty="0">
                <a:solidFill>
                  <a:srgbClr val="000000"/>
                </a:solidFill>
                <a:effectLst/>
              </a:rPr>
              <a:t> + 0 = (1.5) </a:t>
            </a:r>
            <a:r>
              <a:rPr lang="en-US" sz="1800" b="0" u="none" strike="noStrike" dirty="0">
                <a:solidFill>
                  <a:srgbClr val="000000"/>
                </a:solidFill>
                <a:effectLst/>
              </a:rPr>
              <a:t>Mu</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+ 0 = (1.5) (40) = 60. Raw score: </a:t>
            </a:r>
            <a:r>
              <a:rPr lang="en-US" sz="1800" b="0" u="none" strike="noStrike" dirty="0">
                <a:solidFill>
                  <a:srgbClr val="000000"/>
                </a:solidFill>
                <a:effectLst/>
              </a:rPr>
              <a:t>Sigma</a:t>
            </a:r>
            <a:r>
              <a:rPr lang="en-US" sz="1800" b="0" i="0" u="none" strike="noStrike" dirty="0">
                <a:solidFill>
                  <a:srgbClr val="000000"/>
                </a:solidFill>
                <a:effectLst/>
              </a:rPr>
              <a:t> sub </a:t>
            </a:r>
            <a:r>
              <a:rPr lang="en-US" sz="1800" b="0" i="1" u="none" strike="noStrike" dirty="0">
                <a:solidFill>
                  <a:srgbClr val="000000"/>
                </a:solidFill>
                <a:effectLst/>
              </a:rPr>
              <a:t>x</a:t>
            </a:r>
            <a:r>
              <a:rPr lang="en-US" sz="1800" b="0" i="0" u="none" strike="noStrike" dirty="0">
                <a:solidFill>
                  <a:srgbClr val="000000"/>
                </a:solidFill>
                <a:effectLst/>
              </a:rPr>
              <a:t> = 10. Transformed score. </a:t>
            </a:r>
            <a:r>
              <a:rPr lang="en-US" sz="1800" b="0" u="none" strike="noStrike" dirty="0">
                <a:solidFill>
                  <a:srgbClr val="000000"/>
                </a:solidFill>
                <a:effectLst/>
              </a:rPr>
              <a:t>Sigma</a:t>
            </a:r>
            <a:r>
              <a:rPr lang="en-US" sz="1800" b="0" i="0" u="none" strike="noStrike" dirty="0">
                <a:solidFill>
                  <a:srgbClr val="000000"/>
                </a:solidFill>
                <a:effectLst/>
              </a:rPr>
              <a:t> sub 1.5 </a:t>
            </a:r>
            <a:r>
              <a:rPr lang="en-US" sz="1800" b="0" i="1" u="none" strike="noStrike" dirty="0">
                <a:solidFill>
                  <a:srgbClr val="000000"/>
                </a:solidFill>
                <a:effectLst/>
              </a:rPr>
              <a:t>X</a:t>
            </a:r>
            <a:r>
              <a:rPr lang="en-US" sz="1800" b="0" i="0" u="none" strike="noStrike" dirty="0">
                <a:solidFill>
                  <a:srgbClr val="000000"/>
                </a:solidFill>
                <a:effectLst/>
              </a:rPr>
              <a:t> + 0 = (1.5) Sigma sub </a:t>
            </a:r>
            <a:r>
              <a:rPr lang="en-US" sz="1800" b="0" i="1" u="none" strike="noStrike" dirty="0">
                <a:solidFill>
                  <a:srgbClr val="000000"/>
                </a:solidFill>
                <a:effectLst/>
              </a:rPr>
              <a:t>x</a:t>
            </a:r>
            <a:r>
              <a:rPr lang="en-US" sz="1800" b="0" i="0" u="none" strike="noStrike" dirty="0">
                <a:solidFill>
                  <a:srgbClr val="000000"/>
                </a:solidFill>
                <a:effectLst/>
              </a:rPr>
              <a:t> = (1.5) (10) = 15. The bar graph plots relative frequency versus the exam score. The horizontal axis ranges from 0 to 120 in increments of 15 and the vertical axis ranges from 0 to 0.20 in increments of 0.05. The data is as follows. Old </a:t>
            </a:r>
            <a:r>
              <a:rPr lang="en-US" sz="1800" b="0" i="1" u="none" strike="noStrike" dirty="0">
                <a:solidFill>
                  <a:srgbClr val="000000"/>
                </a:solidFill>
                <a:effectLst/>
              </a:rPr>
              <a:t>X</a:t>
            </a:r>
            <a:r>
              <a:rPr lang="en-US" sz="1800" b="0" i="0" u="none" strike="noStrike" dirty="0">
                <a:solidFill>
                  <a:srgbClr val="000000"/>
                </a:solidFill>
                <a:effectLst/>
              </a:rPr>
              <a:t>. 12: 0.01. 15: 0.02. 17: 0.04. 30: 0.15. 35: 0.19. 40: 0.19. 45: 0.15. 47: 0.09. 60: 0.01. 70: 0.01. New 1.5 </a:t>
            </a:r>
            <a:r>
              <a:rPr lang="en-US" sz="1800" b="0" i="1" u="none" strike="noStrike" dirty="0">
                <a:solidFill>
                  <a:srgbClr val="000000"/>
                </a:solidFill>
                <a:effectLst/>
              </a:rPr>
              <a:t>X</a:t>
            </a:r>
            <a:r>
              <a:rPr lang="en-US" sz="1800" b="0" i="0" u="none" strike="noStrike" dirty="0">
                <a:solidFill>
                  <a:srgbClr val="000000"/>
                </a:solidFill>
                <a:effectLst/>
              </a:rPr>
              <a:t>. The relative frequency of each exam score is multiplied by 1.5. The scores increase and spread out. All values are estimated.</a:t>
            </a:r>
            <a:endParaRPr lang="en-IN" sz="1800" dirty="0"/>
          </a:p>
        </p:txBody>
      </p:sp>
      <p:sp>
        <p:nvSpPr>
          <p:cNvPr id="10" name="Text Placeholder 9">
            <a:extLst>
              <a:ext uri="{FF2B5EF4-FFF2-40B4-BE49-F238E27FC236}">
                <a16:creationId xmlns:a16="http://schemas.microsoft.com/office/drawing/2014/main" id="{BF492F64-BBCC-CDCE-060E-985014F7C486}"/>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89</a:t>
            </a:fld>
            <a:endParaRPr lang="en-US" sz="800"/>
          </a:p>
        </p:txBody>
      </p:sp>
    </p:spTree>
    <p:extLst>
      <p:ext uri="{BB962C8B-B14F-4D97-AF65-F5344CB8AC3E}">
        <p14:creationId xmlns:p14="http://schemas.microsoft.com/office/powerpoint/2010/main" val="2642099746"/>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13578</TotalTime>
  <Words>8187</Words>
  <Application>Microsoft Office PowerPoint</Application>
  <PresentationFormat>On-screen Show (4:3)</PresentationFormat>
  <Paragraphs>708</Paragraphs>
  <Slides>89</Slides>
  <Notes>2</Notes>
  <HiddenSlides>15</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2</vt:i4>
      </vt:variant>
      <vt:variant>
        <vt:lpstr>Slide Titles</vt:lpstr>
      </vt:variant>
      <vt:variant>
        <vt:i4>89</vt:i4>
      </vt:variant>
    </vt:vector>
  </HeadingPairs>
  <TitlesOfParts>
    <vt:vector size="100" baseType="lpstr">
      <vt:lpstr>Nanum Brush Script</vt:lpstr>
      <vt:lpstr>Arial</vt:lpstr>
      <vt:lpstr>Calibri</vt:lpstr>
      <vt:lpstr>Times New Roman</vt:lpstr>
      <vt:lpstr>Title Slides Master</vt:lpstr>
      <vt:lpstr>MainContentSlideMaster</vt:lpstr>
      <vt:lpstr>ClosingMaster</vt:lpstr>
      <vt:lpstr>DividerSlideMaster</vt:lpstr>
      <vt:lpstr>ImageDescriptionAppendixSlideMaster</vt:lpstr>
      <vt:lpstr>Equation</vt:lpstr>
      <vt:lpstr>MathType 7.0 Equation</vt:lpstr>
      <vt:lpstr>Chapter 6</vt:lpstr>
      <vt:lpstr>Chapter Learning Objectives</vt:lpstr>
      <vt:lpstr>Discrete Probability Distributions 1</vt:lpstr>
      <vt:lpstr>Discrete Probability Distributions 2</vt:lpstr>
      <vt:lpstr>Probability Distributions 1</vt:lpstr>
      <vt:lpstr>Probability Distributions 2</vt:lpstr>
      <vt:lpstr>Probability Distributions 3</vt:lpstr>
      <vt:lpstr>Example: Coin Flips</vt:lpstr>
      <vt:lpstr>What is a P D F or a C D F?</vt:lpstr>
      <vt:lpstr>Expected Value</vt:lpstr>
      <vt:lpstr>Example: Service Calls 1</vt:lpstr>
      <vt:lpstr>Example: Service Calls 2</vt:lpstr>
      <vt:lpstr>Variance and Standard Deviation</vt:lpstr>
      <vt:lpstr>Example: Bed and Breakfast 1</vt:lpstr>
      <vt:lpstr>Example: Bed and Breakfast 2</vt:lpstr>
      <vt:lpstr>Uniform Distribution</vt:lpstr>
      <vt:lpstr>Characteristics of the Uniform Distribution</vt:lpstr>
      <vt:lpstr>Example: Rolling a Die 1</vt:lpstr>
      <vt:lpstr>Example: Rolling a Die 2</vt:lpstr>
      <vt:lpstr>Bernoulli Experiments 1</vt:lpstr>
      <vt:lpstr>Bernoulli Experiments 2</vt:lpstr>
      <vt:lpstr>Binomial Distributions</vt:lpstr>
      <vt:lpstr>Characteristics of the Binomial Distribution</vt:lpstr>
      <vt:lpstr>Example: Quick Oil Change Shop</vt:lpstr>
      <vt:lpstr>Binomial Shape</vt:lpstr>
      <vt:lpstr>Recognizing Binomial Applications</vt:lpstr>
      <vt:lpstr>Finding Binomial Probabilities</vt:lpstr>
      <vt:lpstr>Example: Uninsured Patients 1</vt:lpstr>
      <vt:lpstr>Example: Uninsured Patients 2</vt:lpstr>
      <vt:lpstr>Compound Events 1</vt:lpstr>
      <vt:lpstr>Compound Events 2</vt:lpstr>
      <vt:lpstr>Compound Events 3</vt:lpstr>
      <vt:lpstr>Poisson Distribution 1</vt:lpstr>
      <vt:lpstr>Poisson Distribution 2</vt:lpstr>
      <vt:lpstr>Characteristics of the Poisson Distribution</vt:lpstr>
      <vt:lpstr>Poisson Distribution</vt:lpstr>
      <vt:lpstr>Example: Coffee Shop Customers 1</vt:lpstr>
      <vt:lpstr>Example: Credit Union Customers 2</vt:lpstr>
      <vt:lpstr>Recognizing Poisson Applications</vt:lpstr>
      <vt:lpstr>Compound Events 5</vt:lpstr>
      <vt:lpstr>Compound Events 6</vt:lpstr>
      <vt:lpstr>Finding Poisson Probabilities</vt:lpstr>
      <vt:lpstr>Poisson Approximation to Binomial</vt:lpstr>
      <vt:lpstr>Hypergeometric Distribution</vt:lpstr>
      <vt:lpstr>Characteristics of the Hypergeometric Distribution</vt:lpstr>
      <vt:lpstr>Example: Damaged iPads 1</vt:lpstr>
      <vt:lpstr>Example: Damaged iPads 2</vt:lpstr>
      <vt:lpstr>Example: Damaged iPads 3</vt:lpstr>
      <vt:lpstr>Recognizing Hypergeometric Applications</vt:lpstr>
      <vt:lpstr>Binomial Approximation to the Hypergeometric</vt:lpstr>
      <vt:lpstr>Geometric Distribution</vt:lpstr>
      <vt:lpstr>Characteristics of the Geometric Distribution</vt:lpstr>
      <vt:lpstr>Example: Telefund Calling 1</vt:lpstr>
      <vt:lpstr>Example: Telefund Calling 2</vt:lpstr>
      <vt:lpstr>Example: Telefund Calling 3</vt:lpstr>
      <vt:lpstr>Linear Transformation</vt:lpstr>
      <vt:lpstr>Example: Exam Scores 1</vt:lpstr>
      <vt:lpstr>Example: Exam Scores 2</vt:lpstr>
      <vt:lpstr>Sums of Random Variables</vt:lpstr>
      <vt:lpstr>Covariance</vt:lpstr>
      <vt:lpstr>Chapter 6: Practice Problems</vt:lpstr>
      <vt:lpstr>Question 2</vt:lpstr>
      <vt:lpstr>Question 5</vt:lpstr>
      <vt:lpstr>Question 11</vt:lpstr>
      <vt:lpstr>Question 21</vt:lpstr>
      <vt:lpstr>Question 35</vt:lpstr>
      <vt:lpstr>Question 42</vt:lpstr>
      <vt:lpstr>Question 48</vt:lpstr>
      <vt:lpstr>Question 52</vt:lpstr>
      <vt:lpstr>Question 56</vt:lpstr>
      <vt:lpstr>Question 61</vt:lpstr>
      <vt:lpstr>Chapter 6: Analytics in Action</vt:lpstr>
      <vt:lpstr>Analytics in Action</vt:lpstr>
      <vt:lpstr>End of Main Content</vt:lpstr>
      <vt:lpstr>Accessibility Content: Text Alternatives for Images</vt:lpstr>
      <vt:lpstr>Probability Distributions 3 – Text Alternative</vt:lpstr>
      <vt:lpstr>Example: Coin Flips – Text Alternative</vt:lpstr>
      <vt:lpstr>What is a P D F or a C D F? – Text Alternative</vt:lpstr>
      <vt:lpstr>Example: Service Calls 2 – Text Alternative</vt:lpstr>
      <vt:lpstr>Example: Bed and Breakfast 2 – Text Alternative</vt:lpstr>
      <vt:lpstr>Example: Rolling a Die 1 – Text Alternative</vt:lpstr>
      <vt:lpstr>Binomial Shape – Text Alternative</vt:lpstr>
      <vt:lpstr>Compound Events 3 – Text Alternative</vt:lpstr>
      <vt:lpstr>Poisson Distribution 1 – Text Alternative</vt:lpstr>
      <vt:lpstr>Poisson Distribution 2 – Text Alternative</vt:lpstr>
      <vt:lpstr>Recognizing Poisson Applications – Text Alternative</vt:lpstr>
      <vt:lpstr>Example: Telefund Calling 1 – Text Alternative</vt:lpstr>
      <vt:lpstr>Example: Exam Scores 1 – Text Alternative</vt:lpstr>
      <vt:lpstr>Example: Exam Scores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
  <cp:keywords/>
  <cp:lastModifiedBy>David Doane</cp:lastModifiedBy>
  <cp:revision>4014</cp:revision>
  <dcterms:created xsi:type="dcterms:W3CDTF">2020-12-08T04:00:13Z</dcterms:created>
  <dcterms:modified xsi:type="dcterms:W3CDTF">2025-08-15T23:11:16Z</dcterms:modified>
</cp:coreProperties>
</file>
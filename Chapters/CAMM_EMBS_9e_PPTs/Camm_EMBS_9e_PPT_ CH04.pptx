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37"/>
  </p:notesMasterIdLst>
  <p:handoutMasterIdLst>
    <p:handoutMasterId r:id="rId38"/>
  </p:handoutMasterIdLst>
  <p:sldIdLst>
    <p:sldId id="634" r:id="rId5"/>
    <p:sldId id="524" r:id="rId6"/>
    <p:sldId id="548" r:id="rId7"/>
    <p:sldId id="596" r:id="rId8"/>
    <p:sldId id="597" r:id="rId9"/>
    <p:sldId id="598" r:id="rId10"/>
    <p:sldId id="599" r:id="rId11"/>
    <p:sldId id="600" r:id="rId12"/>
    <p:sldId id="601" r:id="rId13"/>
    <p:sldId id="602" r:id="rId14"/>
    <p:sldId id="629" r:id="rId15"/>
    <p:sldId id="604" r:id="rId16"/>
    <p:sldId id="605" r:id="rId17"/>
    <p:sldId id="606" r:id="rId18"/>
    <p:sldId id="607" r:id="rId19"/>
    <p:sldId id="608" r:id="rId20"/>
    <p:sldId id="609" r:id="rId21"/>
    <p:sldId id="610" r:id="rId22"/>
    <p:sldId id="626" r:id="rId23"/>
    <p:sldId id="612" r:id="rId24"/>
    <p:sldId id="627" r:id="rId25"/>
    <p:sldId id="630" r:id="rId26"/>
    <p:sldId id="631" r:id="rId27"/>
    <p:sldId id="617" r:id="rId28"/>
    <p:sldId id="618" r:id="rId29"/>
    <p:sldId id="619" r:id="rId30"/>
    <p:sldId id="620" r:id="rId31"/>
    <p:sldId id="632" r:id="rId32"/>
    <p:sldId id="622" r:id="rId33"/>
    <p:sldId id="623" r:id="rId34"/>
    <p:sldId id="633" r:id="rId35"/>
    <p:sldId id="523" r:id="rId36"/>
  </p:sldIdLst>
  <p:sldSz cx="12192000" cy="6858000"/>
  <p:notesSz cx="6858000" cy="9144000"/>
  <p:defaultTextStyle>
    <a:defPPr>
      <a:defRPr lang="en-US"/>
    </a:defPPr>
    <a:lvl1pPr algn="l" rtl="0" eaLnBrk="0" fontAlgn="base" hangingPunct="0">
      <a:spcBef>
        <a:spcPct val="0"/>
      </a:spcBef>
      <a:spcAft>
        <a:spcPct val="0"/>
      </a:spcAft>
      <a:defRPr kern="1200">
        <a:solidFill>
          <a:schemeClr val="tx1"/>
        </a:solidFill>
        <a:latin typeface="Calibri" charset="0"/>
        <a:ea typeface="+mn-ea"/>
        <a:cs typeface="+mn-cs"/>
      </a:defRPr>
    </a:lvl1pPr>
    <a:lvl2pPr marL="457200" algn="l" rtl="0" eaLnBrk="0" fontAlgn="base" hangingPunct="0">
      <a:spcBef>
        <a:spcPct val="0"/>
      </a:spcBef>
      <a:spcAft>
        <a:spcPct val="0"/>
      </a:spcAft>
      <a:defRPr kern="1200">
        <a:solidFill>
          <a:schemeClr val="tx1"/>
        </a:solidFill>
        <a:latin typeface="Calibri" charset="0"/>
        <a:ea typeface="+mn-ea"/>
        <a:cs typeface="+mn-cs"/>
      </a:defRPr>
    </a:lvl2pPr>
    <a:lvl3pPr marL="914400" algn="l" rtl="0" eaLnBrk="0" fontAlgn="base" hangingPunct="0">
      <a:spcBef>
        <a:spcPct val="0"/>
      </a:spcBef>
      <a:spcAft>
        <a:spcPct val="0"/>
      </a:spcAft>
      <a:defRPr kern="1200">
        <a:solidFill>
          <a:schemeClr val="tx1"/>
        </a:solidFill>
        <a:latin typeface="Calibri" charset="0"/>
        <a:ea typeface="+mn-ea"/>
        <a:cs typeface="+mn-cs"/>
      </a:defRPr>
    </a:lvl3pPr>
    <a:lvl4pPr marL="1371600" algn="l" rtl="0" eaLnBrk="0" fontAlgn="base" hangingPunct="0">
      <a:spcBef>
        <a:spcPct val="0"/>
      </a:spcBef>
      <a:spcAft>
        <a:spcPct val="0"/>
      </a:spcAft>
      <a:defRPr kern="1200">
        <a:solidFill>
          <a:schemeClr val="tx1"/>
        </a:solidFill>
        <a:latin typeface="Calibri" charset="0"/>
        <a:ea typeface="+mn-ea"/>
        <a:cs typeface="+mn-cs"/>
      </a:defRPr>
    </a:lvl4pPr>
    <a:lvl5pPr marL="1828800" algn="l" rtl="0" eaLnBrk="0" fontAlgn="base" hangingPunct="0">
      <a:spcBef>
        <a:spcPct val="0"/>
      </a:spcBef>
      <a:spcAft>
        <a:spcPct val="0"/>
      </a:spcAft>
      <a:defRPr kern="1200">
        <a:solidFill>
          <a:schemeClr val="tx1"/>
        </a:solidFill>
        <a:latin typeface="Calibri" charset="0"/>
        <a:ea typeface="+mn-ea"/>
        <a:cs typeface="+mn-cs"/>
      </a:defRPr>
    </a:lvl5pPr>
    <a:lvl6pPr marL="2286000" algn="l" defTabSz="914400" rtl="0" eaLnBrk="1" latinLnBrk="0" hangingPunct="1">
      <a:defRPr kern="1200">
        <a:solidFill>
          <a:schemeClr val="tx1"/>
        </a:solidFill>
        <a:latin typeface="Calibri" charset="0"/>
        <a:ea typeface="+mn-ea"/>
        <a:cs typeface="+mn-cs"/>
      </a:defRPr>
    </a:lvl6pPr>
    <a:lvl7pPr marL="2743200" algn="l" defTabSz="914400" rtl="0" eaLnBrk="1" latinLnBrk="0" hangingPunct="1">
      <a:defRPr kern="1200">
        <a:solidFill>
          <a:schemeClr val="tx1"/>
        </a:solidFill>
        <a:latin typeface="Calibri" charset="0"/>
        <a:ea typeface="+mn-ea"/>
        <a:cs typeface="+mn-cs"/>
      </a:defRPr>
    </a:lvl7pPr>
    <a:lvl8pPr marL="3200400" algn="l" defTabSz="914400" rtl="0" eaLnBrk="1" latinLnBrk="0" hangingPunct="1">
      <a:defRPr kern="1200">
        <a:solidFill>
          <a:schemeClr val="tx1"/>
        </a:solidFill>
        <a:latin typeface="Calibri" charset="0"/>
        <a:ea typeface="+mn-ea"/>
        <a:cs typeface="+mn-cs"/>
      </a:defRPr>
    </a:lvl8pPr>
    <a:lvl9pPr marL="3657600" algn="l" defTabSz="914400" rtl="0" eaLnBrk="1" latinLnBrk="0" hangingPunct="1">
      <a:defRPr kern="1200">
        <a:solidFill>
          <a:schemeClr val="tx1"/>
        </a:solidFill>
        <a:latin typeface="Calibri" charset="0"/>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BC76B0C9-7F17-146C-A919-1E9004EE7E10}" name="Lumina SME" initials="SME" userId="Lumina SME" providerId="None"/>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Triola, Courtney A" initials="TCA" lastIdx="1" clrIdx="0">
    <p:extLst>
      <p:ext uri="{19B8F6BF-5375-455C-9EA6-DF929625EA0E}">
        <p15:presenceInfo xmlns:p15="http://schemas.microsoft.com/office/powerpoint/2012/main" userId="S-1-5-21-4027829005-1107895287-290554039-156439" providerId="AD"/>
      </p:ext>
    </p:extLst>
  </p:cmAuthor>
  <p:cmAuthor id="2" name="pcatasti@vcu.edu" initials="p" lastIdx="1" clrIdx="1">
    <p:extLst>
      <p:ext uri="{19B8F6BF-5375-455C-9EA6-DF929625EA0E}">
        <p15:presenceInfo xmlns:p15="http://schemas.microsoft.com/office/powerpoint/2012/main" userId="S::pcatasti@vcu.edu::5e6bb2ce-2eef-4c7a-b628-7542cf8731e4"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a:srgbClr val="D14B1E"/>
    <a:srgbClr val="FF6300"/>
    <a:srgbClr val="25894E"/>
    <a:srgbClr val="FFF4DE"/>
    <a:srgbClr val="CDC800"/>
    <a:srgbClr val="006699"/>
    <a:srgbClr val="2A601F"/>
    <a:srgbClr val="01FFD5"/>
    <a:srgbClr val="E3EFF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505E3EF-67EA-436B-97B2-0124C06EBD24}" styleName="Medium Style 4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25400" cmpd="sng">
              <a:solidFill>
                <a:schemeClr val="accent3"/>
              </a:solidFill>
            </a:ln>
          </a:top>
        </a:tcBdr>
        <a:fill>
          <a:solidFill>
            <a:schemeClr val="accent3">
              <a:tint val="20000"/>
            </a:schemeClr>
          </a:solidFill>
        </a:fill>
      </a:tcStyle>
    </a:lastRow>
    <a:firstRow>
      <a:tcTxStyle b="on"/>
      <a:tcStyle>
        <a:tcBdr/>
        <a:fill>
          <a:solidFill>
            <a:schemeClr val="accent3">
              <a:tint val="20000"/>
            </a:schemeClr>
          </a:solidFill>
        </a:fill>
      </a:tcStyle>
    </a:firstRow>
  </a:tblStyle>
  <a:tblStyle styleId="{0660B408-B3CF-4A94-85FC-2B1E0A45F4A2}" styleName="Dark Style 2 - Accent 1/Accent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1">
              <a:tint val="20000"/>
            </a:schemeClr>
          </a:solidFill>
        </a:fill>
      </a:tcStyle>
    </a:lastRow>
    <a:firstRow>
      <a:tcTxStyle b="on">
        <a:fontRef idx="minor">
          <a:scrgbClr r="0" g="0" b="0"/>
        </a:fontRef>
        <a:schemeClr val="lt1"/>
      </a:tcTxStyle>
      <a:tcStyle>
        <a:tcBdr/>
        <a:fill>
          <a:solidFill>
            <a:schemeClr val="accent2"/>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1FECB4D8-DB02-4DC6-A0A2-4F2EBAE1DC90}" styleName="Medium Style 1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7022" autoAdjust="0"/>
    <p:restoredTop sz="89588" autoAdjust="0"/>
  </p:normalViewPr>
  <p:slideViewPr>
    <p:cSldViewPr snapToGrid="0" snapToObjects="1">
      <p:cViewPr varScale="1">
        <p:scale>
          <a:sx n="76" d="100"/>
          <a:sy n="76" d="100"/>
        </p:scale>
        <p:origin x="850" y="62"/>
      </p:cViewPr>
      <p:guideLst>
        <p:guide orient="horz" pos="2160"/>
        <p:guide pos="3840"/>
      </p:guideLst>
    </p:cSldViewPr>
  </p:slideViewPr>
  <p:outlineViewPr>
    <p:cViewPr>
      <p:scale>
        <a:sx n="33" d="100"/>
        <a:sy n="33" d="100"/>
      </p:scale>
      <p:origin x="0" y="-62604"/>
    </p:cViewPr>
  </p:outlineViewPr>
  <p:notesTextViewPr>
    <p:cViewPr>
      <p:scale>
        <a:sx n="1" d="1"/>
        <a:sy n="1" d="1"/>
      </p:scale>
      <p:origin x="0" y="0"/>
    </p:cViewPr>
  </p:notesTextViewPr>
  <p:sorterViewPr>
    <p:cViewPr>
      <p:scale>
        <a:sx n="100" d="100"/>
        <a:sy n="100" d="100"/>
      </p:scale>
      <p:origin x="0" y="0"/>
    </p:cViewPr>
  </p:sorterViewPr>
  <p:notesViewPr>
    <p:cSldViewPr snapToGrid="0" snapToObjects="1">
      <p:cViewPr varScale="1">
        <p:scale>
          <a:sx n="77" d="100"/>
          <a:sy n="77" d="100"/>
        </p:scale>
        <p:origin x="2740" y="72"/>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commentAuthors" Target="commentAuthors.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theme" Target="theme/theme1.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41"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notesMaster" Target="notesMasters/notesMaster1.xml"/><Relationship Id="rId40" Type="http://schemas.openxmlformats.org/officeDocument/2006/relationships/presProps" Target="pres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microsoft.com/office/2018/10/relationships/authors" Target="author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tableStyles" Target="tableStyles.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5E8AA413-85C6-40F2-B867-268CAAA7E377}" type="datetimeFigureOut">
              <a:rPr lang="en-US" smtClean="0"/>
              <a:t>2/24/2026</a:t>
            </a:fld>
            <a:endParaRPr lang="en-US" dirty="0"/>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767803E-66EE-42CE-8DFB-98553954E472}" type="slidenum">
              <a:rPr lang="en-US" smtClean="0"/>
              <a:t>‹#›</a:t>
            </a:fld>
            <a:endParaRPr lang="en-US" dirty="0"/>
          </a:p>
        </p:txBody>
      </p:sp>
    </p:spTree>
    <p:extLst>
      <p:ext uri="{BB962C8B-B14F-4D97-AF65-F5344CB8AC3E}">
        <p14:creationId xmlns:p14="http://schemas.microsoft.com/office/powerpoint/2010/main" val="217621028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eaLnBrk="1" fontAlgn="auto" hangingPunct="1">
              <a:spcBef>
                <a:spcPts val="0"/>
              </a:spcBef>
              <a:spcAft>
                <a:spcPts val="0"/>
              </a:spcAft>
              <a:defRPr sz="1200">
                <a:latin typeface="+mn-lt"/>
              </a:defRPr>
            </a:lvl1pPr>
          </a:lstStyle>
          <a:p>
            <a:pPr>
              <a:defRPr/>
            </a:pPr>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eaLnBrk="1" fontAlgn="auto" hangingPunct="1">
              <a:spcBef>
                <a:spcPts val="0"/>
              </a:spcBef>
              <a:spcAft>
                <a:spcPts val="0"/>
              </a:spcAft>
              <a:defRPr sz="1200">
                <a:latin typeface="+mn-lt"/>
              </a:defRPr>
            </a:lvl1pPr>
          </a:lstStyle>
          <a:p>
            <a:pPr>
              <a:defRPr/>
            </a:pPr>
            <a:fld id="{86680D68-05FF-7942-990A-B21BB8E6CE33}" type="datetimeFigureOut">
              <a:rPr lang="en-US"/>
              <a:pPr>
                <a:defRPr/>
              </a:pPr>
              <a:t>2/24/2026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pPr lvl="0"/>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eaLnBrk="1" fontAlgn="auto" hangingPunct="1">
              <a:spcBef>
                <a:spcPts val="0"/>
              </a:spcBef>
              <a:spcAft>
                <a:spcPts val="0"/>
              </a:spcAft>
              <a:defRPr sz="1200">
                <a:latin typeface="+mn-lt"/>
              </a:defRPr>
            </a:lvl1pPr>
          </a:lstStyle>
          <a:p>
            <a:pPr>
              <a:defRPr/>
            </a:pPr>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eaLnBrk="1" fontAlgn="auto" hangingPunct="1">
              <a:spcBef>
                <a:spcPts val="0"/>
              </a:spcBef>
              <a:spcAft>
                <a:spcPts val="0"/>
              </a:spcAft>
              <a:defRPr sz="1200">
                <a:latin typeface="+mn-lt"/>
              </a:defRPr>
            </a:lvl1pPr>
          </a:lstStyle>
          <a:p>
            <a:pPr>
              <a:defRPr/>
            </a:pPr>
            <a:fld id="{91CAE60C-72A0-D14D-8733-C13212F694AD}" type="slidenum">
              <a:rPr lang="en-US"/>
              <a:pPr>
                <a:defRPr/>
              </a:pPr>
              <a:t>‹#›</a:t>
            </a:fld>
            <a:endParaRPr lang="en-US" dirty="0"/>
          </a:p>
        </p:txBody>
      </p:sp>
    </p:spTree>
    <p:extLst>
      <p:ext uri="{BB962C8B-B14F-4D97-AF65-F5344CB8AC3E}">
        <p14:creationId xmlns:p14="http://schemas.microsoft.com/office/powerpoint/2010/main" val="1233805520"/>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*Note: </a:t>
            </a:r>
            <a:r>
              <a:rPr lang="en-US" b="0" i="0" dirty="0">
                <a:effectLst/>
                <a:latin typeface="Arial" panose="020B0604020202020204" pitchFamily="34" charset="0"/>
              </a:rPr>
              <a:t>in statistics, the notion of an experiment differs somewhat from the notion of an experiment in the physical sciences. In the physical sciences, researchers usually conduct an experiment in a laboratory or a controlled environment in order to learn about cause and effect. In statistical experiments, probability determines outcomes. Even though the experiment is repeated in exactly the same way, an entirely different outcome may occur. Because of this influence of probability on the outcome, the experiments of statistics are sometimes called random experiments.</a:t>
            </a:r>
            <a:endParaRPr lang="en-US" dirty="0"/>
          </a:p>
        </p:txBody>
      </p:sp>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5</a:t>
            </a:fld>
            <a:endParaRPr lang="en-US" dirty="0"/>
          </a:p>
        </p:txBody>
      </p:sp>
    </p:spTree>
    <p:extLst>
      <p:ext uri="{BB962C8B-B14F-4D97-AF65-F5344CB8AC3E}">
        <p14:creationId xmlns:p14="http://schemas.microsoft.com/office/powerpoint/2010/main" val="2261633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14</a:t>
            </a:fld>
            <a:endParaRPr lang="en-US" dirty="0"/>
          </a:p>
        </p:txBody>
      </p:sp>
    </p:spTree>
    <p:extLst>
      <p:ext uri="{BB962C8B-B14F-4D97-AF65-F5344CB8AC3E}">
        <p14:creationId xmlns:p14="http://schemas.microsoft.com/office/powerpoint/2010/main" val="181769364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15</a:t>
            </a:fld>
            <a:endParaRPr lang="en-US" dirty="0"/>
          </a:p>
        </p:txBody>
      </p:sp>
    </p:spTree>
    <p:extLst>
      <p:ext uri="{BB962C8B-B14F-4D97-AF65-F5344CB8AC3E}">
        <p14:creationId xmlns:p14="http://schemas.microsoft.com/office/powerpoint/2010/main" val="227091814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16</a:t>
            </a:fld>
            <a:endParaRPr lang="en-US" dirty="0"/>
          </a:p>
        </p:txBody>
      </p:sp>
    </p:spTree>
    <p:extLst>
      <p:ext uri="{BB962C8B-B14F-4D97-AF65-F5344CB8AC3E}">
        <p14:creationId xmlns:p14="http://schemas.microsoft.com/office/powerpoint/2010/main" val="138555458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17</a:t>
            </a:fld>
            <a:endParaRPr lang="en-US" dirty="0"/>
          </a:p>
        </p:txBody>
      </p:sp>
    </p:spTree>
    <p:extLst>
      <p:ext uri="{BB962C8B-B14F-4D97-AF65-F5344CB8AC3E}">
        <p14:creationId xmlns:p14="http://schemas.microsoft.com/office/powerpoint/2010/main" val="17612170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20</a:t>
            </a:fld>
            <a:endParaRPr lang="en-US" dirty="0"/>
          </a:p>
        </p:txBody>
      </p:sp>
    </p:spTree>
    <p:extLst>
      <p:ext uri="{BB962C8B-B14F-4D97-AF65-F5344CB8AC3E}">
        <p14:creationId xmlns:p14="http://schemas.microsoft.com/office/powerpoint/2010/main" val="414388491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22</a:t>
            </a:fld>
            <a:endParaRPr lang="en-US" dirty="0"/>
          </a:p>
        </p:txBody>
      </p:sp>
    </p:spTree>
    <p:extLst>
      <p:ext uri="{BB962C8B-B14F-4D97-AF65-F5344CB8AC3E}">
        <p14:creationId xmlns:p14="http://schemas.microsoft.com/office/powerpoint/2010/main" val="342292553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23</a:t>
            </a:fld>
            <a:endParaRPr lang="en-US" dirty="0"/>
          </a:p>
        </p:txBody>
      </p:sp>
    </p:spTree>
    <p:extLst>
      <p:ext uri="{BB962C8B-B14F-4D97-AF65-F5344CB8AC3E}">
        <p14:creationId xmlns:p14="http://schemas.microsoft.com/office/powerpoint/2010/main" val="41059856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*Note: </a:t>
            </a:r>
            <a:r>
              <a:rPr lang="en-US" sz="1800" dirty="0">
                <a:latin typeface="Calibri" panose="020F0502020204030204" pitchFamily="34" charset="0"/>
              </a:rPr>
              <a:t>Do not confuse the notion of mutually exclusive events with that of independent events. Two events with nonzero probabilities cannot be both mutually exclusive and independent. If one mutually exclusive event is known to occur, the other cannot occur. Thus, the probability of the other event occurring is reduced to 0. Therefore, the two events are dependent.</a:t>
            </a:r>
            <a:endParaRPr lang="en-US" dirty="0"/>
          </a:p>
        </p:txBody>
      </p:sp>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25</a:t>
            </a:fld>
            <a:endParaRPr lang="en-US" dirty="0"/>
          </a:p>
        </p:txBody>
      </p:sp>
    </p:spTree>
    <p:extLst>
      <p:ext uri="{BB962C8B-B14F-4D97-AF65-F5344CB8AC3E}">
        <p14:creationId xmlns:p14="http://schemas.microsoft.com/office/powerpoint/2010/main" val="371126583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27</a:t>
            </a:fld>
            <a:endParaRPr lang="en-US" dirty="0"/>
          </a:p>
        </p:txBody>
      </p:sp>
    </p:spTree>
    <p:extLst>
      <p:ext uri="{BB962C8B-B14F-4D97-AF65-F5344CB8AC3E}">
        <p14:creationId xmlns:p14="http://schemas.microsoft.com/office/powerpoint/2010/main" val="256629614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28</a:t>
            </a:fld>
            <a:endParaRPr lang="en-US" dirty="0"/>
          </a:p>
        </p:txBody>
      </p:sp>
    </p:spTree>
    <p:extLst>
      <p:ext uri="{BB962C8B-B14F-4D97-AF65-F5344CB8AC3E}">
        <p14:creationId xmlns:p14="http://schemas.microsoft.com/office/powerpoint/2010/main" val="119524700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*Note: Bayes’ theorem is used extensively in decision analysis. The prior probabilities are often subjective estimates provided by a decision-maker. Sample information is obtained and posterior probabilities are computed for use in choosing the best decision. We further explore the use of Bayes’ theorem in decision analysis in Chapter 19.</a:t>
            </a:r>
          </a:p>
        </p:txBody>
      </p:sp>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29</a:t>
            </a:fld>
            <a:endParaRPr lang="en-US" dirty="0"/>
          </a:p>
        </p:txBody>
      </p:sp>
    </p:spTree>
    <p:extLst>
      <p:ext uri="{BB962C8B-B14F-4D97-AF65-F5344CB8AC3E}">
        <p14:creationId xmlns:p14="http://schemas.microsoft.com/office/powerpoint/2010/main" val="374071627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30</a:t>
            </a:fld>
            <a:endParaRPr lang="en-US" dirty="0"/>
          </a:p>
        </p:txBody>
      </p:sp>
    </p:spTree>
    <p:extLst>
      <p:ext uri="{BB962C8B-B14F-4D97-AF65-F5344CB8AC3E}">
        <p14:creationId xmlns:p14="http://schemas.microsoft.com/office/powerpoint/2010/main" val="147018792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31</a:t>
            </a:fld>
            <a:endParaRPr lang="en-US" dirty="0"/>
          </a:p>
        </p:txBody>
      </p:sp>
    </p:spTree>
    <p:extLst>
      <p:ext uri="{BB962C8B-B14F-4D97-AF65-F5344CB8AC3E}">
        <p14:creationId xmlns:p14="http://schemas.microsoft.com/office/powerpoint/2010/main" val="2274331092"/>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4.jp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Master Slide Title">
    <p:spTree>
      <p:nvGrpSpPr>
        <p:cNvPr id="1" name=""/>
        <p:cNvGrpSpPr/>
        <p:nvPr/>
      </p:nvGrpSpPr>
      <p:grpSpPr>
        <a:xfrm>
          <a:off x="0" y="0"/>
          <a:ext cx="0" cy="0"/>
          <a:chOff x="0" y="0"/>
          <a:chExt cx="0" cy="0"/>
        </a:xfrm>
      </p:grpSpPr>
      <p:pic>
        <p:nvPicPr>
          <p:cNvPr id="2" name="Picture 1" descr="Background">
            <a:extLst>
              <a:ext uri="{C183D7F6-B498-43B3-948B-1728B52AA6E4}">
                <adec:decorative xmlns:adec="http://schemas.microsoft.com/office/drawing/2017/decorative" val="0"/>
              </a:ext>
            </a:extLst>
          </p:cNvPr>
          <p:cNvPicPr>
            <a:picLocks noChangeAspect="1"/>
          </p:cNvPicPr>
          <p:nvPr userDrawn="1"/>
        </p:nvPicPr>
        <p:blipFill>
          <a:blip r:embed="rId2"/>
          <a:stretch>
            <a:fillRect/>
          </a:stretch>
        </p:blipFill>
        <p:spPr>
          <a:xfrm>
            <a:off x="192" y="-21416"/>
            <a:ext cx="12191807" cy="6865874"/>
          </a:xfrm>
          <a:prstGeom prst="rect">
            <a:avLst/>
          </a:prstGeom>
        </p:spPr>
      </p:pic>
      <p:sp>
        <p:nvSpPr>
          <p:cNvPr id="12" name="Title Placeholder 1">
            <a:extLst>
              <a:ext uri="{FF2B5EF4-FFF2-40B4-BE49-F238E27FC236}">
                <a16:creationId xmlns:a16="http://schemas.microsoft.com/office/drawing/2014/main" id="{9B100DED-6515-4BB6-AA58-A062C44139F8}"/>
              </a:ext>
            </a:extLst>
          </p:cNvPr>
          <p:cNvSpPr>
            <a:spLocks noGrp="1"/>
          </p:cNvSpPr>
          <p:nvPr>
            <p:ph type="title"/>
          </p:nvPr>
        </p:nvSpPr>
        <p:spPr bwMode="auto">
          <a:xfrm>
            <a:off x="3930077" y="2317698"/>
            <a:ext cx="7955350" cy="672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vert="horz" wrap="square" lIns="0" tIns="0" rIns="0" bIns="0" numCol="1" anchor="t" anchorCtr="0" compatLnSpc="1">
            <a:prstTxWarp prst="textNoShape">
              <a:avLst/>
            </a:prstTxWarp>
          </a:bodyPr>
          <a:lstStyle>
            <a:lvl1pPr>
              <a:defRPr>
                <a:solidFill>
                  <a:schemeClr val="bg1"/>
                </a:solidFill>
              </a:defRPr>
            </a:lvl1pPr>
          </a:lstStyle>
          <a:p>
            <a:pPr lvl="0"/>
            <a:r>
              <a:rPr lang="en-US" altLang="en-US" dirty="0"/>
              <a:t>Click to edit Master title style</a:t>
            </a:r>
          </a:p>
        </p:txBody>
      </p:sp>
      <p:sp>
        <p:nvSpPr>
          <p:cNvPr id="6" name="Text Placeholder 5"/>
          <p:cNvSpPr>
            <a:spLocks noGrp="1"/>
          </p:cNvSpPr>
          <p:nvPr>
            <p:ph type="body" sz="quarter" idx="11" hasCustomPrompt="1"/>
          </p:nvPr>
        </p:nvSpPr>
        <p:spPr>
          <a:xfrm>
            <a:off x="3930077" y="3962923"/>
            <a:ext cx="7955350" cy="618014"/>
          </a:xfrm>
        </p:spPr>
        <p:txBody>
          <a:bodyPr anchor="b">
            <a:noAutofit/>
          </a:bodyPr>
          <a:lstStyle>
            <a:lvl1pPr marL="0" indent="0" algn="l">
              <a:buNone/>
              <a:defRPr sz="3600" b="0" i="0">
                <a:solidFill>
                  <a:schemeClr val="bg1"/>
                </a:solidFill>
                <a:latin typeface="Arial" charset="0"/>
                <a:ea typeface="Arial" charset="0"/>
                <a:cs typeface="Arial" charset="0"/>
              </a:defRPr>
            </a:lvl1pPr>
            <a:lvl2pPr marL="457200" indent="0" algn="ctr">
              <a:buNone/>
              <a:defRPr>
                <a:latin typeface="Summer Font" charset="0"/>
                <a:ea typeface="Summer Font" charset="0"/>
                <a:cs typeface="Summer Font" charset="0"/>
              </a:defRPr>
            </a:lvl2pPr>
            <a:lvl3pPr marL="914400" indent="0" algn="ctr">
              <a:buNone/>
              <a:defRPr>
                <a:latin typeface="Summer Font" charset="0"/>
                <a:ea typeface="Summer Font" charset="0"/>
                <a:cs typeface="Summer Font" charset="0"/>
              </a:defRPr>
            </a:lvl3pPr>
            <a:lvl4pPr marL="1371600" indent="0" algn="ctr">
              <a:buNone/>
              <a:defRPr>
                <a:latin typeface="Summer Font" charset="0"/>
                <a:ea typeface="Summer Font" charset="0"/>
                <a:cs typeface="Summer Font" charset="0"/>
              </a:defRPr>
            </a:lvl4pPr>
          </a:lstStyle>
          <a:p>
            <a:pPr lvl="0"/>
            <a:r>
              <a:rPr lang="en-US" dirty="0"/>
              <a:t>Chapter</a:t>
            </a:r>
          </a:p>
        </p:txBody>
      </p:sp>
      <p:pic>
        <p:nvPicPr>
          <p:cNvPr id="8" name="Picture 7" descr="Cengage Logo"/>
          <p:cNvPicPr>
            <a:picLocks noChangeAspect="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424861" y="6356350"/>
            <a:ext cx="1699425" cy="3838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Footer">
            <a:extLst>
              <a:ext uri="{FF2B5EF4-FFF2-40B4-BE49-F238E27FC236}">
                <a16:creationId xmlns:a16="http://schemas.microsoft.com/office/drawing/2014/main" id="{B3AD984C-7DA8-4BA6-AF0A-89B14549C6C1}"/>
              </a:ext>
            </a:extLst>
          </p:cNvPr>
          <p:cNvSpPr txBox="1"/>
          <p:nvPr userDrawn="1"/>
        </p:nvSpPr>
        <p:spPr>
          <a:xfrm>
            <a:off x="3007866" y="6147324"/>
            <a:ext cx="8956009" cy="692497"/>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kern="1200" dirty="0" err="1">
                <a:solidFill>
                  <a:schemeClr val="bg1"/>
                </a:solidFill>
                <a:latin typeface="Arial" panose="020B0604020202020204" pitchFamily="34" charset="0"/>
                <a:cs typeface="Arial" panose="020B0604020202020204" pitchFamily="34" charset="0"/>
              </a:rPr>
              <a:t>Camm</a:t>
            </a:r>
            <a:r>
              <a:rPr lang="en-US" sz="1400" kern="1200" dirty="0">
                <a:solidFill>
                  <a:schemeClr val="bg1"/>
                </a:solidFill>
                <a:latin typeface="Arial" panose="020B0604020202020204" pitchFamily="34" charset="0"/>
                <a:cs typeface="Arial" panose="020B0604020202020204" pitchFamily="34" charset="0"/>
              </a:rPr>
              <a:t>, Cochran, Fry, Ohlmann, Anderson, Sweeney, Williams, Modern Business Statistics with Microsoft Excel, 8</a:t>
            </a:r>
            <a:r>
              <a:rPr lang="en-US" sz="1400" kern="1200" baseline="30000" dirty="0">
                <a:solidFill>
                  <a:schemeClr val="bg1"/>
                </a:solidFill>
                <a:latin typeface="Arial" panose="020B0604020202020204" pitchFamily="34" charset="0"/>
                <a:cs typeface="Arial" panose="020B0604020202020204" pitchFamily="34" charset="0"/>
              </a:rPr>
              <a:t>th</a:t>
            </a:r>
            <a:r>
              <a:rPr lang="en-US" sz="1400" kern="1200" dirty="0">
                <a:solidFill>
                  <a:schemeClr val="bg1"/>
                </a:solidFill>
                <a:latin typeface="Arial" panose="020B0604020202020204" pitchFamily="34" charset="0"/>
                <a:cs typeface="Arial" panose="020B0604020202020204" pitchFamily="34" charset="0"/>
              </a:rPr>
              <a:t> Edition. © 2025 Cengage Group. All Rights Reserved. May not be scanned, copied or duplicated, or posted to a publicly accessible website, in whole or in part.</a:t>
            </a:r>
            <a:endParaRPr lang="en" sz="1400" kern="1200" dirty="0">
              <a:solidFill>
                <a:schemeClr val="bg1"/>
              </a:solidFill>
              <a:latin typeface="Arial" panose="020B0604020202020204" pitchFamily="34" charset="0"/>
              <a:cs typeface="Arial" panose="020B0604020202020204" pitchFamily="34" charset="0"/>
            </a:endParaRPr>
          </a:p>
        </p:txBody>
      </p:sp>
      <p:pic>
        <p:nvPicPr>
          <p:cNvPr id="4" name="Picture 3" descr="A white bridge with a blue background&#10;&#10;Description automatically generated with medium confidence">
            <a:extLst>
              <a:ext uri="{FF2B5EF4-FFF2-40B4-BE49-F238E27FC236}">
                <a16:creationId xmlns:a16="http://schemas.microsoft.com/office/drawing/2014/main" id="{C827F863-7622-2925-7A3C-FCE070953133}"/>
              </a:ext>
            </a:extLst>
          </p:cNvPr>
          <p:cNvPicPr>
            <a:picLocks noChangeAspect="1"/>
          </p:cNvPicPr>
          <p:nvPr userDrawn="1"/>
        </p:nvPicPr>
        <p:blipFill>
          <a:blip r:embed="rId4"/>
          <a:stretch>
            <a:fillRect/>
          </a:stretch>
        </p:blipFill>
        <p:spPr>
          <a:xfrm>
            <a:off x="176891" y="158257"/>
            <a:ext cx="3520440" cy="4508389"/>
          </a:xfrm>
          <a:prstGeom prst="rect">
            <a:avLst/>
          </a:prstGeom>
        </p:spPr>
      </p:pic>
    </p:spTree>
    <p:extLst>
      <p:ext uri="{BB962C8B-B14F-4D97-AF65-F5344CB8AC3E}">
        <p14:creationId xmlns:p14="http://schemas.microsoft.com/office/powerpoint/2010/main" val="61778015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6" name="Text Placeholder 5"/>
          <p:cNvSpPr>
            <a:spLocks noGrp="1"/>
          </p:cNvSpPr>
          <p:nvPr>
            <p:ph type="body" sz="quarter" idx="15" hasCustomPrompt="1"/>
          </p:nvPr>
        </p:nvSpPr>
        <p:spPr>
          <a:xfrm>
            <a:off x="743576" y="1289684"/>
            <a:ext cx="10711543" cy="3732692"/>
          </a:xfrm>
        </p:spPr>
        <p:txBody>
          <a:bodyPr>
            <a:noAutofit/>
          </a:bodyPr>
          <a:lstStyle>
            <a:lvl1pPr marL="0" indent="0" algn="l">
              <a:lnSpc>
                <a:spcPct val="100000"/>
              </a:lnSpc>
              <a:buFont typeface="Arial" panose="020B0604020202020204" pitchFamily="34" charset="0"/>
              <a:buNone/>
              <a:defRPr sz="2400" b="0" i="0" baseline="0">
                <a:solidFill>
                  <a:srgbClr val="000000"/>
                </a:solidFill>
                <a:latin typeface="Arial" charset="0"/>
                <a:ea typeface="Arial" charset="0"/>
                <a:cs typeface="Arial" charset="0"/>
              </a:defRPr>
            </a:lvl1pPr>
            <a:lvl2pPr>
              <a:defRPr>
                <a:solidFill>
                  <a:srgbClr val="000000"/>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Click to add text here. 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 </a:t>
            </a:r>
            <a:r>
              <a:rPr lang="en-US" dirty="0" err="1"/>
              <a:t>nullam</a:t>
            </a:r>
            <a:r>
              <a:rPr lang="en-US" dirty="0"/>
              <a:t> non. </a:t>
            </a:r>
            <a:r>
              <a:rPr lang="en-US" dirty="0" err="1"/>
              <a:t>Mauris</a:t>
            </a:r>
            <a:r>
              <a:rPr lang="en-US" dirty="0"/>
              <a:t> a </a:t>
            </a:r>
            <a:r>
              <a:rPr lang="en-US" dirty="0" err="1"/>
              <a:t>diam</a:t>
            </a:r>
            <a:r>
              <a:rPr lang="en-US" dirty="0"/>
              <a:t> </a:t>
            </a:r>
            <a:r>
              <a:rPr lang="en-US" dirty="0" err="1"/>
              <a:t>maecenas</a:t>
            </a:r>
            <a:r>
              <a:rPr lang="en-US" dirty="0"/>
              <a:t> </a:t>
            </a:r>
            <a:r>
              <a:rPr lang="en-US" dirty="0" err="1"/>
              <a:t>sed</a:t>
            </a:r>
            <a:r>
              <a:rPr lang="en-US" dirty="0"/>
              <a:t> </a:t>
            </a:r>
            <a:r>
              <a:rPr lang="en-US" dirty="0" err="1"/>
              <a:t>enim</a:t>
            </a:r>
            <a:r>
              <a:rPr lang="en-US" dirty="0"/>
              <a:t> </a:t>
            </a:r>
            <a:r>
              <a:rPr lang="en-US" dirty="0" err="1"/>
              <a:t>ut</a:t>
            </a:r>
            <a:r>
              <a:rPr lang="en-US" dirty="0"/>
              <a:t> </a:t>
            </a:r>
            <a:r>
              <a:rPr lang="en-US" dirty="0" err="1"/>
              <a:t>sem</a:t>
            </a:r>
            <a:r>
              <a:rPr lang="en-US" dirty="0"/>
              <a:t> </a:t>
            </a:r>
            <a:r>
              <a:rPr lang="en-US" dirty="0" err="1"/>
              <a:t>viverra</a:t>
            </a:r>
            <a:r>
              <a:rPr lang="en-US" dirty="0"/>
              <a:t>. </a:t>
            </a:r>
            <a:r>
              <a:rPr lang="en-US" dirty="0" err="1"/>
              <a:t>Sed</a:t>
            </a:r>
            <a:r>
              <a:rPr lang="en-US" dirty="0"/>
              <a:t> </a:t>
            </a:r>
            <a:r>
              <a:rPr lang="en-US" dirty="0" err="1"/>
              <a:t>ullamcorper</a:t>
            </a:r>
            <a:r>
              <a:rPr lang="en-US" dirty="0"/>
              <a:t> </a:t>
            </a:r>
            <a:r>
              <a:rPr lang="en-US" dirty="0" err="1"/>
              <a:t>morbi</a:t>
            </a:r>
            <a:r>
              <a:rPr lang="en-US" dirty="0"/>
              <a:t> </a:t>
            </a:r>
            <a:r>
              <a:rPr lang="en-US" dirty="0" err="1"/>
              <a:t>tincidunt</a:t>
            </a:r>
            <a:r>
              <a:rPr lang="en-US" dirty="0"/>
              <a:t> </a:t>
            </a:r>
            <a:r>
              <a:rPr lang="en-US" dirty="0" err="1"/>
              <a:t>ornare</a:t>
            </a:r>
            <a:r>
              <a:rPr lang="en-US" dirty="0"/>
              <a:t>. Sit </a:t>
            </a:r>
            <a:r>
              <a:rPr lang="en-US" dirty="0" err="1"/>
              <a:t>amet</a:t>
            </a:r>
            <a:r>
              <a:rPr lang="en-US" dirty="0"/>
              <a:t> </a:t>
            </a:r>
            <a:r>
              <a:rPr lang="en-US" dirty="0" err="1"/>
              <a:t>volutpat</a:t>
            </a:r>
            <a:r>
              <a:rPr lang="en-US" dirty="0"/>
              <a:t> </a:t>
            </a:r>
            <a:r>
              <a:rPr lang="en-US" dirty="0" err="1"/>
              <a:t>consequat</a:t>
            </a:r>
            <a:r>
              <a:rPr lang="en-US" dirty="0"/>
              <a:t> </a:t>
            </a:r>
            <a:r>
              <a:rPr lang="en-US" dirty="0" err="1"/>
              <a:t>mauris</a:t>
            </a:r>
            <a:r>
              <a:rPr lang="en-US" dirty="0"/>
              <a:t> </a:t>
            </a:r>
            <a:r>
              <a:rPr lang="en-US" dirty="0" err="1"/>
              <a:t>nunc</a:t>
            </a:r>
            <a:r>
              <a:rPr lang="en-US" dirty="0"/>
              <a:t> </a:t>
            </a:r>
            <a:r>
              <a:rPr lang="en-US" dirty="0" err="1"/>
              <a:t>congue</a:t>
            </a:r>
            <a:r>
              <a:rPr lang="en-US" dirty="0"/>
              <a:t> nisi. </a:t>
            </a:r>
            <a:r>
              <a:rPr lang="en-US" dirty="0" err="1"/>
              <a:t>Mauris</a:t>
            </a:r>
            <a:r>
              <a:rPr lang="en-US" dirty="0"/>
              <a:t> sit </a:t>
            </a:r>
            <a:r>
              <a:rPr lang="en-US" dirty="0" err="1"/>
              <a:t>amet</a:t>
            </a:r>
            <a:r>
              <a:rPr lang="en-US" dirty="0"/>
              <a:t> </a:t>
            </a:r>
            <a:r>
              <a:rPr lang="en-US" dirty="0" err="1"/>
              <a:t>massa</a:t>
            </a:r>
            <a:r>
              <a:rPr lang="en-US" dirty="0"/>
              <a:t> vitae. </a:t>
            </a:r>
            <a:r>
              <a:rPr lang="en-US" dirty="0" err="1"/>
              <a:t>Consectetur</a:t>
            </a:r>
            <a:r>
              <a:rPr lang="en-US" dirty="0"/>
              <a:t> libero id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 </a:t>
            </a:r>
            <a:r>
              <a:rPr lang="en-US" dirty="0" err="1"/>
              <a:t>Nulla</a:t>
            </a:r>
            <a:r>
              <a:rPr lang="en-US" dirty="0"/>
              <a:t> </a:t>
            </a:r>
            <a:r>
              <a:rPr lang="en-US" dirty="0" err="1"/>
              <a:t>facilisi</a:t>
            </a:r>
            <a:r>
              <a:rPr lang="en-US" dirty="0"/>
              <a:t> </a:t>
            </a:r>
            <a:r>
              <a:rPr lang="en-US" dirty="0" err="1"/>
              <a:t>morbi</a:t>
            </a:r>
            <a:r>
              <a:rPr lang="en-US" dirty="0"/>
              <a:t> tempus </a:t>
            </a:r>
            <a:r>
              <a:rPr lang="en-US" dirty="0" err="1"/>
              <a:t>iaculis</a:t>
            </a:r>
            <a:r>
              <a:rPr lang="en-US" dirty="0"/>
              <a:t> </a:t>
            </a:r>
            <a:r>
              <a:rPr lang="en-US" dirty="0" err="1"/>
              <a:t>urna</a:t>
            </a:r>
            <a:r>
              <a:rPr lang="en-US" dirty="0"/>
              <a:t> id </a:t>
            </a:r>
            <a:r>
              <a:rPr lang="en-US" dirty="0" err="1"/>
              <a:t>volutpat</a:t>
            </a:r>
            <a:r>
              <a:rPr lang="en-US" dirty="0"/>
              <a:t> lacus. </a:t>
            </a:r>
            <a:r>
              <a:rPr lang="en-US" dirty="0" err="1"/>
              <a:t>Imperdiet</a:t>
            </a:r>
            <a:r>
              <a:rPr lang="en-US" dirty="0"/>
              <a:t> </a:t>
            </a:r>
            <a:r>
              <a:rPr lang="en-US" dirty="0" err="1"/>
              <a:t>nulla</a:t>
            </a:r>
            <a:r>
              <a:rPr lang="en-US" dirty="0"/>
              <a:t> </a:t>
            </a:r>
            <a:r>
              <a:rPr lang="en-US" dirty="0" err="1"/>
              <a:t>malesuada</a:t>
            </a:r>
            <a:r>
              <a:rPr lang="en-US" dirty="0"/>
              <a:t> </a:t>
            </a:r>
            <a:r>
              <a:rPr lang="en-US" dirty="0" err="1"/>
              <a:t>pellentesque</a:t>
            </a:r>
            <a:r>
              <a:rPr lang="en-US" dirty="0"/>
              <a:t> </a:t>
            </a:r>
            <a:r>
              <a:rPr lang="en-US" dirty="0" err="1"/>
              <a:t>elit</a:t>
            </a:r>
            <a:r>
              <a:rPr lang="en-US" dirty="0"/>
              <a:t> </a:t>
            </a:r>
            <a:r>
              <a:rPr lang="en-US" dirty="0" err="1"/>
              <a:t>eget</a:t>
            </a:r>
            <a:r>
              <a:rPr lang="en-US" dirty="0"/>
              <a:t> gravida cum </a:t>
            </a:r>
            <a:r>
              <a:rPr lang="en-US" dirty="0" err="1"/>
              <a:t>sociis</a:t>
            </a:r>
            <a:r>
              <a:rPr lang="en-US" dirty="0"/>
              <a:t>. Sed </a:t>
            </a:r>
            <a:r>
              <a:rPr lang="en-US" dirty="0" err="1"/>
              <a:t>velit</a:t>
            </a:r>
            <a:r>
              <a:rPr lang="en-US" dirty="0"/>
              <a:t> </a:t>
            </a:r>
            <a:r>
              <a:rPr lang="en-US" dirty="0" err="1"/>
              <a:t>dignissim</a:t>
            </a:r>
            <a:r>
              <a:rPr lang="en-US" dirty="0"/>
              <a:t> </a:t>
            </a:r>
            <a:r>
              <a:rPr lang="en-US" dirty="0" err="1"/>
              <a:t>sodales</a:t>
            </a:r>
            <a:r>
              <a:rPr lang="en-US" dirty="0"/>
              <a:t> </a:t>
            </a:r>
            <a:r>
              <a:rPr lang="en-US" dirty="0" err="1"/>
              <a:t>ut.</a:t>
            </a:r>
            <a:endParaRPr lang="en-US" dirty="0"/>
          </a:p>
        </p:txBody>
      </p:sp>
      <p:sp>
        <p:nvSpPr>
          <p:cNvPr id="7" name="Footer">
            <a:extLst>
              <a:ext uri="{FF2B5EF4-FFF2-40B4-BE49-F238E27FC236}">
                <a16:creationId xmlns:a16="http://schemas.microsoft.com/office/drawing/2014/main" id="{0570013D-3B1C-4AF8-AD98-AB90ACB2D259}"/>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Tree>
    <p:extLst>
      <p:ext uri="{BB962C8B-B14F-4D97-AF65-F5344CB8AC3E}">
        <p14:creationId xmlns:p14="http://schemas.microsoft.com/office/powerpoint/2010/main" val="103506732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and Content with Tabl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6" name="Text Placeholder 5"/>
          <p:cNvSpPr>
            <a:spLocks noGrp="1"/>
          </p:cNvSpPr>
          <p:nvPr>
            <p:ph type="body" sz="quarter" idx="15" hasCustomPrompt="1"/>
          </p:nvPr>
        </p:nvSpPr>
        <p:spPr>
          <a:xfrm>
            <a:off x="743577" y="1580707"/>
            <a:ext cx="6195940" cy="4253024"/>
          </a:xfrm>
        </p:spPr>
        <p:txBody>
          <a:bodyPr>
            <a:noAutofit/>
          </a:bodyPr>
          <a:lstStyle>
            <a:lvl1pPr marL="0" indent="0" algn="l">
              <a:buFont typeface="Arial" panose="020B0604020202020204" pitchFamily="34" charset="0"/>
              <a:buNone/>
              <a:defRPr sz="2400" b="0" i="0" baseline="0">
                <a:solidFill>
                  <a:srgbClr val="000000"/>
                </a:solidFill>
                <a:latin typeface="Arial" charset="0"/>
                <a:ea typeface="Arial" charset="0"/>
                <a:cs typeface="Arial" charset="0"/>
              </a:defRPr>
            </a:lvl1pPr>
            <a:lvl2pPr>
              <a:defRPr>
                <a:solidFill>
                  <a:srgbClr val="000000"/>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Click to add text here. 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 </a:t>
            </a:r>
            <a:r>
              <a:rPr lang="en-US" dirty="0" err="1"/>
              <a:t>nullam</a:t>
            </a:r>
            <a:r>
              <a:rPr lang="en-US" dirty="0"/>
              <a:t> non. </a:t>
            </a:r>
            <a:r>
              <a:rPr lang="en-US" dirty="0" err="1"/>
              <a:t>Mauris</a:t>
            </a:r>
            <a:r>
              <a:rPr lang="en-US" dirty="0"/>
              <a:t> a </a:t>
            </a:r>
            <a:r>
              <a:rPr lang="en-US" dirty="0" err="1"/>
              <a:t>diam</a:t>
            </a:r>
            <a:r>
              <a:rPr lang="en-US" dirty="0"/>
              <a:t> </a:t>
            </a:r>
            <a:r>
              <a:rPr lang="en-US" dirty="0" err="1"/>
              <a:t>maecenas</a:t>
            </a:r>
            <a:r>
              <a:rPr lang="en-US" dirty="0"/>
              <a:t> </a:t>
            </a:r>
            <a:r>
              <a:rPr lang="en-US" dirty="0" err="1"/>
              <a:t>sed</a:t>
            </a:r>
            <a:r>
              <a:rPr lang="en-US" dirty="0"/>
              <a:t> </a:t>
            </a:r>
            <a:r>
              <a:rPr lang="en-US" dirty="0" err="1"/>
              <a:t>enim</a:t>
            </a:r>
            <a:r>
              <a:rPr lang="en-US" dirty="0"/>
              <a:t> </a:t>
            </a:r>
            <a:r>
              <a:rPr lang="en-US" dirty="0" err="1"/>
              <a:t>ut</a:t>
            </a:r>
            <a:r>
              <a:rPr lang="en-US" dirty="0"/>
              <a:t> </a:t>
            </a:r>
            <a:r>
              <a:rPr lang="en-US" dirty="0" err="1"/>
              <a:t>sem</a:t>
            </a:r>
            <a:r>
              <a:rPr lang="en-US" dirty="0"/>
              <a:t> </a:t>
            </a:r>
            <a:r>
              <a:rPr lang="en-US" dirty="0" err="1"/>
              <a:t>viverra</a:t>
            </a:r>
            <a:r>
              <a:rPr lang="en-US" dirty="0"/>
              <a:t>. </a:t>
            </a:r>
            <a:r>
              <a:rPr lang="en-US" dirty="0" err="1"/>
              <a:t>Sed</a:t>
            </a:r>
            <a:r>
              <a:rPr lang="en-US" dirty="0"/>
              <a:t> </a:t>
            </a:r>
            <a:r>
              <a:rPr lang="en-US" dirty="0" err="1"/>
              <a:t>ullamcorper</a:t>
            </a:r>
            <a:r>
              <a:rPr lang="en-US" dirty="0"/>
              <a:t> </a:t>
            </a:r>
            <a:r>
              <a:rPr lang="en-US" dirty="0" err="1"/>
              <a:t>morbi</a:t>
            </a:r>
            <a:r>
              <a:rPr lang="en-US" dirty="0"/>
              <a:t> </a:t>
            </a:r>
            <a:r>
              <a:rPr lang="en-US" dirty="0" err="1"/>
              <a:t>tincidunt</a:t>
            </a:r>
            <a:r>
              <a:rPr lang="en-US" dirty="0"/>
              <a:t> </a:t>
            </a:r>
            <a:r>
              <a:rPr lang="en-US" dirty="0" err="1"/>
              <a:t>ornare</a:t>
            </a:r>
            <a:r>
              <a:rPr lang="en-US" dirty="0"/>
              <a:t>. Sit </a:t>
            </a:r>
            <a:r>
              <a:rPr lang="en-US" dirty="0" err="1"/>
              <a:t>amet</a:t>
            </a:r>
            <a:r>
              <a:rPr lang="en-US" dirty="0"/>
              <a:t> </a:t>
            </a:r>
            <a:r>
              <a:rPr lang="en-US" dirty="0" err="1"/>
              <a:t>volutpat</a:t>
            </a:r>
            <a:r>
              <a:rPr lang="en-US" dirty="0"/>
              <a:t> </a:t>
            </a:r>
            <a:r>
              <a:rPr lang="en-US" dirty="0" err="1"/>
              <a:t>consequat</a:t>
            </a:r>
            <a:r>
              <a:rPr lang="en-US" dirty="0"/>
              <a:t> </a:t>
            </a:r>
            <a:r>
              <a:rPr lang="en-US" dirty="0" err="1"/>
              <a:t>mauris</a:t>
            </a:r>
            <a:r>
              <a:rPr lang="en-US" dirty="0"/>
              <a:t> </a:t>
            </a:r>
            <a:r>
              <a:rPr lang="en-US" dirty="0" err="1"/>
              <a:t>nunc</a:t>
            </a:r>
            <a:r>
              <a:rPr lang="en-US" dirty="0"/>
              <a:t> </a:t>
            </a:r>
            <a:r>
              <a:rPr lang="en-US" dirty="0" err="1"/>
              <a:t>congue</a:t>
            </a:r>
            <a:r>
              <a:rPr lang="en-US" dirty="0"/>
              <a:t> nisi. </a:t>
            </a:r>
            <a:r>
              <a:rPr lang="en-US" dirty="0" err="1"/>
              <a:t>Mauris</a:t>
            </a:r>
            <a:r>
              <a:rPr lang="en-US" dirty="0"/>
              <a:t> sit </a:t>
            </a:r>
            <a:r>
              <a:rPr lang="en-US" dirty="0" err="1"/>
              <a:t>amet</a:t>
            </a:r>
            <a:r>
              <a:rPr lang="en-US" dirty="0"/>
              <a:t> </a:t>
            </a:r>
            <a:r>
              <a:rPr lang="en-US" dirty="0" err="1"/>
              <a:t>massa</a:t>
            </a:r>
            <a:r>
              <a:rPr lang="en-US" dirty="0"/>
              <a:t> vitae. </a:t>
            </a:r>
            <a:r>
              <a:rPr lang="en-US" dirty="0" err="1"/>
              <a:t>Consectetur</a:t>
            </a:r>
            <a:r>
              <a:rPr lang="en-US" dirty="0"/>
              <a:t> libero id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 </a:t>
            </a:r>
            <a:r>
              <a:rPr lang="en-US" dirty="0" err="1"/>
              <a:t>Nulla</a:t>
            </a:r>
            <a:r>
              <a:rPr lang="en-US" dirty="0"/>
              <a:t> </a:t>
            </a:r>
            <a:r>
              <a:rPr lang="en-US" dirty="0" err="1"/>
              <a:t>facilisi</a:t>
            </a:r>
            <a:r>
              <a:rPr lang="en-US" dirty="0"/>
              <a:t> </a:t>
            </a:r>
            <a:r>
              <a:rPr lang="en-US" dirty="0" err="1"/>
              <a:t>morbi</a:t>
            </a:r>
            <a:r>
              <a:rPr lang="en-US" dirty="0"/>
              <a:t> tempus </a:t>
            </a:r>
            <a:r>
              <a:rPr lang="en-US" dirty="0" err="1"/>
              <a:t>iaculis</a:t>
            </a:r>
            <a:r>
              <a:rPr lang="en-US" dirty="0"/>
              <a:t> </a:t>
            </a:r>
            <a:r>
              <a:rPr lang="en-US" dirty="0" err="1"/>
              <a:t>urna</a:t>
            </a:r>
            <a:r>
              <a:rPr lang="en-US" dirty="0"/>
              <a:t> id </a:t>
            </a:r>
            <a:r>
              <a:rPr lang="en-US" dirty="0" err="1"/>
              <a:t>volutpat</a:t>
            </a:r>
            <a:r>
              <a:rPr lang="en-US" dirty="0"/>
              <a:t> lacus. </a:t>
            </a:r>
            <a:r>
              <a:rPr lang="en-US" dirty="0" err="1"/>
              <a:t>Imperdiet</a:t>
            </a:r>
            <a:r>
              <a:rPr lang="en-US" dirty="0"/>
              <a:t> </a:t>
            </a:r>
            <a:r>
              <a:rPr lang="en-US" dirty="0" err="1"/>
              <a:t>nulla</a:t>
            </a:r>
            <a:r>
              <a:rPr lang="en-US" dirty="0"/>
              <a:t> </a:t>
            </a:r>
            <a:r>
              <a:rPr lang="en-US" dirty="0" err="1"/>
              <a:t>malesuada</a:t>
            </a:r>
            <a:r>
              <a:rPr lang="en-US" dirty="0"/>
              <a:t> </a:t>
            </a:r>
            <a:r>
              <a:rPr lang="en-US" dirty="0" err="1"/>
              <a:t>pellentesque</a:t>
            </a:r>
            <a:r>
              <a:rPr lang="en-US" dirty="0"/>
              <a:t> </a:t>
            </a:r>
            <a:r>
              <a:rPr lang="en-US" dirty="0" err="1"/>
              <a:t>elit</a:t>
            </a:r>
            <a:r>
              <a:rPr lang="en-US" dirty="0"/>
              <a:t> </a:t>
            </a:r>
            <a:r>
              <a:rPr lang="en-US" dirty="0" err="1"/>
              <a:t>eget</a:t>
            </a:r>
            <a:r>
              <a:rPr lang="en-US" dirty="0"/>
              <a:t> gravida cum </a:t>
            </a:r>
            <a:r>
              <a:rPr lang="en-US" dirty="0" err="1"/>
              <a:t>sociis</a:t>
            </a:r>
            <a:r>
              <a:rPr lang="en-US" dirty="0"/>
              <a:t>. Sed </a:t>
            </a:r>
            <a:r>
              <a:rPr lang="en-US" dirty="0" err="1"/>
              <a:t>velit</a:t>
            </a:r>
            <a:r>
              <a:rPr lang="en-US" dirty="0"/>
              <a:t> </a:t>
            </a:r>
            <a:r>
              <a:rPr lang="en-US" dirty="0" err="1"/>
              <a:t>dignissim</a:t>
            </a:r>
            <a:r>
              <a:rPr lang="en-US" dirty="0"/>
              <a:t> </a:t>
            </a:r>
            <a:r>
              <a:rPr lang="en-US" dirty="0" err="1"/>
              <a:t>sodales</a:t>
            </a:r>
            <a:r>
              <a:rPr lang="en-US" dirty="0"/>
              <a:t> </a:t>
            </a:r>
            <a:r>
              <a:rPr lang="en-US" dirty="0" err="1"/>
              <a:t>ut.</a:t>
            </a:r>
            <a:endParaRPr lang="en-US" dirty="0"/>
          </a:p>
        </p:txBody>
      </p:sp>
      <p:sp>
        <p:nvSpPr>
          <p:cNvPr id="7" name="Footer">
            <a:extLst>
              <a:ext uri="{FF2B5EF4-FFF2-40B4-BE49-F238E27FC236}">
                <a16:creationId xmlns:a16="http://schemas.microsoft.com/office/drawing/2014/main" id="{0570013D-3B1C-4AF8-AD98-AB90ACB2D259}"/>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
        <p:nvSpPr>
          <p:cNvPr id="4" name="Table Placeholder 3">
            <a:extLst>
              <a:ext uri="{FF2B5EF4-FFF2-40B4-BE49-F238E27FC236}">
                <a16:creationId xmlns:a16="http://schemas.microsoft.com/office/drawing/2014/main" id="{79D0A500-7D1C-4C6E-BF2C-55F75C6E6CB2}"/>
              </a:ext>
            </a:extLst>
          </p:cNvPr>
          <p:cNvSpPr>
            <a:spLocks noGrp="1"/>
          </p:cNvSpPr>
          <p:nvPr>
            <p:ph type="tbl" sz="quarter" idx="16"/>
          </p:nvPr>
        </p:nvSpPr>
        <p:spPr>
          <a:xfrm>
            <a:off x="7145338" y="1581150"/>
            <a:ext cx="4208462" cy="4252913"/>
          </a:xfrm>
        </p:spPr>
        <p:txBody>
          <a:bodyPr/>
          <a:lstStyle/>
          <a:p>
            <a:endParaRPr lang="en-US"/>
          </a:p>
        </p:txBody>
      </p:sp>
    </p:spTree>
    <p:extLst>
      <p:ext uri="{BB962C8B-B14F-4D97-AF65-F5344CB8AC3E}">
        <p14:creationId xmlns:p14="http://schemas.microsoft.com/office/powerpoint/2010/main" val="98897225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and Content with Imag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6" name="Text Placeholder 5"/>
          <p:cNvSpPr>
            <a:spLocks noGrp="1"/>
          </p:cNvSpPr>
          <p:nvPr>
            <p:ph type="body" sz="quarter" idx="15" hasCustomPrompt="1"/>
          </p:nvPr>
        </p:nvSpPr>
        <p:spPr>
          <a:xfrm>
            <a:off x="743577" y="1580707"/>
            <a:ext cx="6195940" cy="4253024"/>
          </a:xfrm>
        </p:spPr>
        <p:txBody>
          <a:bodyPr>
            <a:noAutofit/>
          </a:bodyPr>
          <a:lstStyle>
            <a:lvl1pPr marL="0" indent="0" algn="l">
              <a:lnSpc>
                <a:spcPct val="100000"/>
              </a:lnSpc>
              <a:spcBef>
                <a:spcPts val="600"/>
              </a:spcBef>
              <a:buFont typeface="Arial" panose="020B0604020202020204" pitchFamily="34" charset="0"/>
              <a:buNone/>
              <a:defRPr sz="2400" b="0" i="0" baseline="0">
                <a:solidFill>
                  <a:srgbClr val="000000"/>
                </a:solidFill>
                <a:latin typeface="Arial" charset="0"/>
                <a:ea typeface="Arial" charset="0"/>
                <a:cs typeface="Arial" charset="0"/>
              </a:defRPr>
            </a:lvl1pPr>
            <a:lvl2pPr>
              <a:defRPr>
                <a:solidFill>
                  <a:srgbClr val="000000"/>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Click to add text here. 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 </a:t>
            </a:r>
            <a:r>
              <a:rPr lang="en-US" dirty="0" err="1"/>
              <a:t>nullam</a:t>
            </a:r>
            <a:r>
              <a:rPr lang="en-US" dirty="0"/>
              <a:t> non. </a:t>
            </a:r>
            <a:r>
              <a:rPr lang="en-US" dirty="0" err="1"/>
              <a:t>Mauris</a:t>
            </a:r>
            <a:r>
              <a:rPr lang="en-US" dirty="0"/>
              <a:t> a </a:t>
            </a:r>
            <a:r>
              <a:rPr lang="en-US" dirty="0" err="1"/>
              <a:t>diam</a:t>
            </a:r>
            <a:r>
              <a:rPr lang="en-US" dirty="0"/>
              <a:t> </a:t>
            </a:r>
            <a:r>
              <a:rPr lang="en-US" dirty="0" err="1"/>
              <a:t>maecenas</a:t>
            </a:r>
            <a:r>
              <a:rPr lang="en-US" dirty="0"/>
              <a:t> </a:t>
            </a:r>
            <a:r>
              <a:rPr lang="en-US" dirty="0" err="1"/>
              <a:t>sed</a:t>
            </a:r>
            <a:r>
              <a:rPr lang="en-US" dirty="0"/>
              <a:t> </a:t>
            </a:r>
            <a:r>
              <a:rPr lang="en-US" dirty="0" err="1"/>
              <a:t>enim</a:t>
            </a:r>
            <a:r>
              <a:rPr lang="en-US" dirty="0"/>
              <a:t> </a:t>
            </a:r>
            <a:r>
              <a:rPr lang="en-US" dirty="0" err="1"/>
              <a:t>ut</a:t>
            </a:r>
            <a:r>
              <a:rPr lang="en-US" dirty="0"/>
              <a:t> </a:t>
            </a:r>
            <a:r>
              <a:rPr lang="en-US" dirty="0" err="1"/>
              <a:t>sem</a:t>
            </a:r>
            <a:r>
              <a:rPr lang="en-US" dirty="0"/>
              <a:t> </a:t>
            </a:r>
            <a:r>
              <a:rPr lang="en-US" dirty="0" err="1"/>
              <a:t>viverra</a:t>
            </a:r>
            <a:r>
              <a:rPr lang="en-US" dirty="0"/>
              <a:t>. </a:t>
            </a:r>
            <a:r>
              <a:rPr lang="en-US" dirty="0" err="1"/>
              <a:t>Sed</a:t>
            </a:r>
            <a:r>
              <a:rPr lang="en-US" dirty="0"/>
              <a:t> </a:t>
            </a:r>
            <a:r>
              <a:rPr lang="en-US" dirty="0" err="1"/>
              <a:t>ullamcorper</a:t>
            </a:r>
            <a:r>
              <a:rPr lang="en-US" dirty="0"/>
              <a:t> </a:t>
            </a:r>
            <a:r>
              <a:rPr lang="en-US" dirty="0" err="1"/>
              <a:t>morbi</a:t>
            </a:r>
            <a:r>
              <a:rPr lang="en-US" dirty="0"/>
              <a:t> </a:t>
            </a:r>
            <a:r>
              <a:rPr lang="en-US" dirty="0" err="1"/>
              <a:t>tincidunt</a:t>
            </a:r>
            <a:r>
              <a:rPr lang="en-US" dirty="0"/>
              <a:t> </a:t>
            </a:r>
            <a:r>
              <a:rPr lang="en-US" dirty="0" err="1"/>
              <a:t>ornare</a:t>
            </a:r>
            <a:r>
              <a:rPr lang="en-US" dirty="0"/>
              <a:t>. Sit </a:t>
            </a:r>
            <a:r>
              <a:rPr lang="en-US" dirty="0" err="1"/>
              <a:t>amet</a:t>
            </a:r>
            <a:r>
              <a:rPr lang="en-US" dirty="0"/>
              <a:t> </a:t>
            </a:r>
            <a:r>
              <a:rPr lang="en-US" dirty="0" err="1"/>
              <a:t>volutpat</a:t>
            </a:r>
            <a:r>
              <a:rPr lang="en-US" dirty="0"/>
              <a:t> </a:t>
            </a:r>
            <a:r>
              <a:rPr lang="en-US" dirty="0" err="1"/>
              <a:t>consequat</a:t>
            </a:r>
            <a:r>
              <a:rPr lang="en-US" dirty="0"/>
              <a:t> </a:t>
            </a:r>
            <a:r>
              <a:rPr lang="en-US" dirty="0" err="1"/>
              <a:t>mauris</a:t>
            </a:r>
            <a:r>
              <a:rPr lang="en-US" dirty="0"/>
              <a:t> </a:t>
            </a:r>
            <a:r>
              <a:rPr lang="en-US" dirty="0" err="1"/>
              <a:t>nunc</a:t>
            </a:r>
            <a:r>
              <a:rPr lang="en-US" dirty="0"/>
              <a:t> </a:t>
            </a:r>
            <a:r>
              <a:rPr lang="en-US" dirty="0" err="1"/>
              <a:t>congue</a:t>
            </a:r>
            <a:r>
              <a:rPr lang="en-US" dirty="0"/>
              <a:t> nisi. </a:t>
            </a:r>
            <a:r>
              <a:rPr lang="en-US" dirty="0" err="1"/>
              <a:t>Mauris</a:t>
            </a:r>
            <a:r>
              <a:rPr lang="en-US" dirty="0"/>
              <a:t> sit </a:t>
            </a:r>
            <a:r>
              <a:rPr lang="en-US" dirty="0" err="1"/>
              <a:t>amet</a:t>
            </a:r>
            <a:r>
              <a:rPr lang="en-US" dirty="0"/>
              <a:t> </a:t>
            </a:r>
            <a:r>
              <a:rPr lang="en-US" dirty="0" err="1"/>
              <a:t>massa</a:t>
            </a:r>
            <a:r>
              <a:rPr lang="en-US" dirty="0"/>
              <a:t> vitae. </a:t>
            </a:r>
            <a:r>
              <a:rPr lang="en-US" dirty="0" err="1"/>
              <a:t>Consectetur</a:t>
            </a:r>
            <a:r>
              <a:rPr lang="en-US" dirty="0"/>
              <a:t> libero id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 </a:t>
            </a:r>
          </a:p>
        </p:txBody>
      </p:sp>
      <p:sp>
        <p:nvSpPr>
          <p:cNvPr id="7" name="Footer">
            <a:extLst>
              <a:ext uri="{FF2B5EF4-FFF2-40B4-BE49-F238E27FC236}">
                <a16:creationId xmlns:a16="http://schemas.microsoft.com/office/drawing/2014/main" id="{0570013D-3B1C-4AF8-AD98-AB90ACB2D259}"/>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
        <p:nvSpPr>
          <p:cNvPr id="5" name="Picture Placeholder 4">
            <a:extLst>
              <a:ext uri="{FF2B5EF4-FFF2-40B4-BE49-F238E27FC236}">
                <a16:creationId xmlns:a16="http://schemas.microsoft.com/office/drawing/2014/main" id="{2B6934A1-7BBA-4016-870B-731F27FB98E1}"/>
              </a:ext>
            </a:extLst>
          </p:cNvPr>
          <p:cNvSpPr>
            <a:spLocks noGrp="1"/>
          </p:cNvSpPr>
          <p:nvPr>
            <p:ph type="pic" sz="quarter" idx="16"/>
          </p:nvPr>
        </p:nvSpPr>
        <p:spPr>
          <a:xfrm>
            <a:off x="7038975" y="1581150"/>
            <a:ext cx="4314825" cy="4252913"/>
          </a:xfrm>
        </p:spPr>
        <p:txBody>
          <a:bodyPr/>
          <a:lstStyle/>
          <a:p>
            <a:endParaRPr lang="en-US"/>
          </a:p>
        </p:txBody>
      </p:sp>
    </p:spTree>
    <p:extLst>
      <p:ext uri="{BB962C8B-B14F-4D97-AF65-F5344CB8AC3E}">
        <p14:creationId xmlns:p14="http://schemas.microsoft.com/office/powerpoint/2010/main" val="292762780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Two Contents with Imag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6" name="Text Placeholder 5"/>
          <p:cNvSpPr>
            <a:spLocks noGrp="1"/>
          </p:cNvSpPr>
          <p:nvPr>
            <p:ph type="body" sz="quarter" idx="15" hasCustomPrompt="1"/>
          </p:nvPr>
        </p:nvSpPr>
        <p:spPr>
          <a:xfrm>
            <a:off x="743577" y="1580707"/>
            <a:ext cx="6195940" cy="2083884"/>
          </a:xfrm>
        </p:spPr>
        <p:txBody>
          <a:bodyPr>
            <a:noAutofit/>
          </a:bodyPr>
          <a:lstStyle>
            <a:lvl1pPr marL="0" indent="0" algn="l">
              <a:lnSpc>
                <a:spcPct val="100000"/>
              </a:lnSpc>
              <a:spcBef>
                <a:spcPts val="600"/>
              </a:spcBef>
              <a:buFont typeface="Arial" panose="020B0604020202020204" pitchFamily="34" charset="0"/>
              <a:buNone/>
              <a:defRPr sz="2400" b="0" i="0" baseline="0">
                <a:solidFill>
                  <a:srgbClr val="000000"/>
                </a:solidFill>
                <a:latin typeface="Arial" charset="0"/>
                <a:ea typeface="Arial" charset="0"/>
                <a:cs typeface="Arial" charset="0"/>
              </a:defRPr>
            </a:lvl1pPr>
            <a:lvl2pPr>
              <a:defRPr>
                <a:solidFill>
                  <a:srgbClr val="000000"/>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Click to add text here. 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labore et dolore magna </a:t>
            </a:r>
            <a:r>
              <a:rPr lang="en-US" dirty="0" err="1"/>
              <a:t>aliqua</a:t>
            </a:r>
            <a:r>
              <a:rPr lang="en-US" dirty="0"/>
              <a:t>.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 </a:t>
            </a:r>
            <a:r>
              <a:rPr lang="en-US" dirty="0" err="1"/>
              <a:t>nullam</a:t>
            </a:r>
            <a:r>
              <a:rPr lang="en-US" dirty="0"/>
              <a:t> non. </a:t>
            </a:r>
          </a:p>
        </p:txBody>
      </p:sp>
      <p:sp>
        <p:nvSpPr>
          <p:cNvPr id="7" name="Footer">
            <a:extLst>
              <a:ext uri="{FF2B5EF4-FFF2-40B4-BE49-F238E27FC236}">
                <a16:creationId xmlns:a16="http://schemas.microsoft.com/office/drawing/2014/main" id="{0570013D-3B1C-4AF8-AD98-AB90ACB2D259}"/>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
        <p:nvSpPr>
          <p:cNvPr id="5" name="Picture Placeholder 4">
            <a:extLst>
              <a:ext uri="{FF2B5EF4-FFF2-40B4-BE49-F238E27FC236}">
                <a16:creationId xmlns:a16="http://schemas.microsoft.com/office/drawing/2014/main" id="{2B6934A1-7BBA-4016-870B-731F27FB98E1}"/>
              </a:ext>
            </a:extLst>
          </p:cNvPr>
          <p:cNvSpPr>
            <a:spLocks noGrp="1"/>
          </p:cNvSpPr>
          <p:nvPr>
            <p:ph type="pic" sz="quarter" idx="16"/>
          </p:nvPr>
        </p:nvSpPr>
        <p:spPr>
          <a:xfrm>
            <a:off x="7038975" y="1581151"/>
            <a:ext cx="4314825" cy="2083884"/>
          </a:xfrm>
        </p:spPr>
        <p:txBody>
          <a:bodyPr/>
          <a:lstStyle/>
          <a:p>
            <a:endParaRPr lang="en-US" dirty="0"/>
          </a:p>
        </p:txBody>
      </p:sp>
      <p:sp>
        <p:nvSpPr>
          <p:cNvPr id="8" name="Text Placeholder 5">
            <a:extLst>
              <a:ext uri="{FF2B5EF4-FFF2-40B4-BE49-F238E27FC236}">
                <a16:creationId xmlns:a16="http://schemas.microsoft.com/office/drawing/2014/main" id="{479BB18C-DD3C-B338-94DD-78651EF67E3E}"/>
              </a:ext>
            </a:extLst>
          </p:cNvPr>
          <p:cNvSpPr>
            <a:spLocks noGrp="1"/>
          </p:cNvSpPr>
          <p:nvPr>
            <p:ph type="body" sz="quarter" idx="17" hasCustomPrompt="1"/>
          </p:nvPr>
        </p:nvSpPr>
        <p:spPr>
          <a:xfrm>
            <a:off x="743576" y="3764553"/>
            <a:ext cx="10610223" cy="2083884"/>
          </a:xfrm>
        </p:spPr>
        <p:txBody>
          <a:bodyPr>
            <a:noAutofit/>
          </a:bodyPr>
          <a:lstStyle>
            <a:lvl1pPr marL="0" indent="0" algn="l">
              <a:lnSpc>
                <a:spcPct val="100000"/>
              </a:lnSpc>
              <a:spcBef>
                <a:spcPts val="600"/>
              </a:spcBef>
              <a:buFont typeface="Arial" panose="020B0604020202020204" pitchFamily="34" charset="0"/>
              <a:buNone/>
              <a:defRPr sz="2400" b="0" i="0" baseline="0">
                <a:solidFill>
                  <a:srgbClr val="000000"/>
                </a:solidFill>
                <a:latin typeface="Arial" charset="0"/>
                <a:ea typeface="Arial" charset="0"/>
                <a:cs typeface="Arial" charset="0"/>
              </a:defRPr>
            </a:lvl1pPr>
            <a:lvl2pPr>
              <a:defRPr>
                <a:solidFill>
                  <a:srgbClr val="000000"/>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Click to add text here. 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labore et dolore magna </a:t>
            </a:r>
            <a:r>
              <a:rPr lang="en-US" dirty="0" err="1"/>
              <a:t>aliqua</a:t>
            </a:r>
            <a:r>
              <a:rPr lang="en-US" dirty="0"/>
              <a:t>.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 </a:t>
            </a:r>
            <a:r>
              <a:rPr lang="en-US" dirty="0" err="1"/>
              <a:t>nullam</a:t>
            </a:r>
            <a:r>
              <a:rPr lang="en-US" dirty="0"/>
              <a:t> non. </a:t>
            </a:r>
          </a:p>
        </p:txBody>
      </p:sp>
    </p:spTree>
    <p:extLst>
      <p:ext uri="{BB962C8B-B14F-4D97-AF65-F5344CB8AC3E}">
        <p14:creationId xmlns:p14="http://schemas.microsoft.com/office/powerpoint/2010/main" val="81110135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Section, and Content with Imag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6" name="Text Placeholder 5"/>
          <p:cNvSpPr>
            <a:spLocks noGrp="1"/>
          </p:cNvSpPr>
          <p:nvPr>
            <p:ph type="body" sz="quarter" idx="15" hasCustomPrompt="1"/>
          </p:nvPr>
        </p:nvSpPr>
        <p:spPr>
          <a:xfrm>
            <a:off x="743577" y="2133599"/>
            <a:ext cx="6195940" cy="3700131"/>
          </a:xfrm>
        </p:spPr>
        <p:txBody>
          <a:bodyPr>
            <a:noAutofit/>
          </a:bodyPr>
          <a:lstStyle>
            <a:lvl1pPr marL="0" indent="0" algn="l">
              <a:lnSpc>
                <a:spcPct val="100000"/>
              </a:lnSpc>
              <a:spcBef>
                <a:spcPts val="600"/>
              </a:spcBef>
              <a:buFont typeface="Arial" panose="020B0604020202020204" pitchFamily="34" charset="0"/>
              <a:buNone/>
              <a:defRPr sz="2400" b="0" i="0" baseline="0">
                <a:solidFill>
                  <a:srgbClr val="000000"/>
                </a:solidFill>
                <a:latin typeface="Arial" charset="0"/>
                <a:ea typeface="Arial" charset="0"/>
                <a:cs typeface="Arial" charset="0"/>
              </a:defRPr>
            </a:lvl1pPr>
            <a:lvl2pPr>
              <a:defRPr>
                <a:solidFill>
                  <a:srgbClr val="000000"/>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Click to add text here. 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 </a:t>
            </a:r>
            <a:r>
              <a:rPr lang="en-US" dirty="0" err="1"/>
              <a:t>nullam</a:t>
            </a:r>
            <a:r>
              <a:rPr lang="en-US" dirty="0"/>
              <a:t> non. </a:t>
            </a:r>
            <a:r>
              <a:rPr lang="en-US" dirty="0" err="1"/>
              <a:t>Mauris</a:t>
            </a:r>
            <a:r>
              <a:rPr lang="en-US" dirty="0"/>
              <a:t> a </a:t>
            </a:r>
            <a:r>
              <a:rPr lang="en-US" dirty="0" err="1"/>
              <a:t>diam</a:t>
            </a:r>
            <a:r>
              <a:rPr lang="en-US" dirty="0"/>
              <a:t> </a:t>
            </a:r>
            <a:r>
              <a:rPr lang="en-US" dirty="0" err="1"/>
              <a:t>maecenas</a:t>
            </a:r>
            <a:r>
              <a:rPr lang="en-US" dirty="0"/>
              <a:t> </a:t>
            </a:r>
            <a:r>
              <a:rPr lang="en-US" dirty="0" err="1"/>
              <a:t>sed</a:t>
            </a:r>
            <a:r>
              <a:rPr lang="en-US" dirty="0"/>
              <a:t> </a:t>
            </a:r>
            <a:r>
              <a:rPr lang="en-US" dirty="0" err="1"/>
              <a:t>enim</a:t>
            </a:r>
            <a:r>
              <a:rPr lang="en-US" dirty="0"/>
              <a:t> </a:t>
            </a:r>
            <a:r>
              <a:rPr lang="en-US" dirty="0" err="1"/>
              <a:t>ut</a:t>
            </a:r>
            <a:r>
              <a:rPr lang="en-US" dirty="0"/>
              <a:t> </a:t>
            </a:r>
            <a:r>
              <a:rPr lang="en-US" dirty="0" err="1"/>
              <a:t>sem</a:t>
            </a:r>
            <a:r>
              <a:rPr lang="en-US" dirty="0"/>
              <a:t> </a:t>
            </a:r>
            <a:r>
              <a:rPr lang="en-US" dirty="0" err="1"/>
              <a:t>viverra</a:t>
            </a:r>
            <a:r>
              <a:rPr lang="en-US" dirty="0"/>
              <a:t>. </a:t>
            </a:r>
            <a:r>
              <a:rPr lang="en-US" dirty="0" err="1"/>
              <a:t>Sed</a:t>
            </a:r>
            <a:r>
              <a:rPr lang="en-US" dirty="0"/>
              <a:t> </a:t>
            </a:r>
            <a:r>
              <a:rPr lang="en-US" dirty="0" err="1"/>
              <a:t>ullamcorper</a:t>
            </a:r>
            <a:r>
              <a:rPr lang="en-US" dirty="0"/>
              <a:t> </a:t>
            </a:r>
            <a:r>
              <a:rPr lang="en-US" dirty="0" err="1"/>
              <a:t>morbi</a:t>
            </a:r>
            <a:r>
              <a:rPr lang="en-US" dirty="0"/>
              <a:t> </a:t>
            </a:r>
            <a:r>
              <a:rPr lang="en-US" dirty="0" err="1"/>
              <a:t>tincidunt</a:t>
            </a:r>
            <a:r>
              <a:rPr lang="en-US" dirty="0"/>
              <a:t> </a:t>
            </a:r>
            <a:r>
              <a:rPr lang="en-US" dirty="0" err="1"/>
              <a:t>ornare</a:t>
            </a:r>
            <a:r>
              <a:rPr lang="en-US" dirty="0"/>
              <a:t>. Sit </a:t>
            </a:r>
            <a:r>
              <a:rPr lang="en-US" dirty="0" err="1"/>
              <a:t>amet</a:t>
            </a:r>
            <a:r>
              <a:rPr lang="en-US" dirty="0"/>
              <a:t> </a:t>
            </a:r>
            <a:r>
              <a:rPr lang="en-US" dirty="0" err="1"/>
              <a:t>volutpat</a:t>
            </a:r>
            <a:r>
              <a:rPr lang="en-US" dirty="0"/>
              <a:t> </a:t>
            </a:r>
            <a:r>
              <a:rPr lang="en-US" dirty="0" err="1"/>
              <a:t>consequat</a:t>
            </a:r>
            <a:r>
              <a:rPr lang="en-US" dirty="0"/>
              <a:t> </a:t>
            </a:r>
            <a:r>
              <a:rPr lang="en-US" dirty="0" err="1"/>
              <a:t>mauris</a:t>
            </a:r>
            <a:r>
              <a:rPr lang="en-US" dirty="0"/>
              <a:t> </a:t>
            </a:r>
            <a:r>
              <a:rPr lang="en-US" dirty="0" err="1"/>
              <a:t>nunc</a:t>
            </a:r>
            <a:r>
              <a:rPr lang="en-US" dirty="0"/>
              <a:t> </a:t>
            </a:r>
            <a:r>
              <a:rPr lang="en-US" dirty="0" err="1"/>
              <a:t>congue</a:t>
            </a:r>
            <a:r>
              <a:rPr lang="en-US" dirty="0"/>
              <a:t> nisi. </a:t>
            </a:r>
            <a:r>
              <a:rPr lang="en-US" dirty="0" err="1"/>
              <a:t>Mauris</a:t>
            </a:r>
            <a:r>
              <a:rPr lang="en-US" dirty="0"/>
              <a:t> sit </a:t>
            </a:r>
            <a:r>
              <a:rPr lang="en-US" dirty="0" err="1"/>
              <a:t>amet</a:t>
            </a:r>
            <a:r>
              <a:rPr lang="en-US" dirty="0"/>
              <a:t> </a:t>
            </a:r>
            <a:r>
              <a:rPr lang="en-US" dirty="0" err="1"/>
              <a:t>massa</a:t>
            </a:r>
            <a:r>
              <a:rPr lang="en-US" dirty="0"/>
              <a:t> vitae. </a:t>
            </a:r>
            <a:r>
              <a:rPr lang="en-US" dirty="0" err="1"/>
              <a:t>Consectetur</a:t>
            </a:r>
            <a:r>
              <a:rPr lang="en-US" dirty="0"/>
              <a:t> libero id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 </a:t>
            </a:r>
          </a:p>
        </p:txBody>
      </p:sp>
      <p:sp>
        <p:nvSpPr>
          <p:cNvPr id="7" name="Footer">
            <a:extLst>
              <a:ext uri="{FF2B5EF4-FFF2-40B4-BE49-F238E27FC236}">
                <a16:creationId xmlns:a16="http://schemas.microsoft.com/office/drawing/2014/main" id="{0570013D-3B1C-4AF8-AD98-AB90ACB2D259}"/>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
        <p:nvSpPr>
          <p:cNvPr id="5" name="Picture Placeholder 4">
            <a:extLst>
              <a:ext uri="{FF2B5EF4-FFF2-40B4-BE49-F238E27FC236}">
                <a16:creationId xmlns:a16="http://schemas.microsoft.com/office/drawing/2014/main" id="{2B6934A1-7BBA-4016-870B-731F27FB98E1}"/>
              </a:ext>
            </a:extLst>
          </p:cNvPr>
          <p:cNvSpPr>
            <a:spLocks noGrp="1"/>
          </p:cNvSpPr>
          <p:nvPr>
            <p:ph type="pic" sz="quarter" idx="16"/>
          </p:nvPr>
        </p:nvSpPr>
        <p:spPr>
          <a:xfrm>
            <a:off x="7038975" y="1581150"/>
            <a:ext cx="4314825" cy="4252913"/>
          </a:xfrm>
        </p:spPr>
        <p:txBody>
          <a:bodyPr/>
          <a:lstStyle/>
          <a:p>
            <a:endParaRPr lang="en-US"/>
          </a:p>
        </p:txBody>
      </p:sp>
      <p:sp>
        <p:nvSpPr>
          <p:cNvPr id="8" name="Text Placeholder 5">
            <a:extLst>
              <a:ext uri="{FF2B5EF4-FFF2-40B4-BE49-F238E27FC236}">
                <a16:creationId xmlns:a16="http://schemas.microsoft.com/office/drawing/2014/main" id="{D06E54DE-5F36-1FCE-27A0-BD19D4BD4755}"/>
              </a:ext>
            </a:extLst>
          </p:cNvPr>
          <p:cNvSpPr>
            <a:spLocks noGrp="1"/>
          </p:cNvSpPr>
          <p:nvPr>
            <p:ph type="body" sz="quarter" idx="17" hasCustomPrompt="1"/>
          </p:nvPr>
        </p:nvSpPr>
        <p:spPr>
          <a:xfrm>
            <a:off x="743578" y="1581150"/>
            <a:ext cx="6195940" cy="348047"/>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Tree>
    <p:extLst>
      <p:ext uri="{BB962C8B-B14F-4D97-AF65-F5344CB8AC3E}">
        <p14:creationId xmlns:p14="http://schemas.microsoft.com/office/powerpoint/2010/main" val="207193244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and Content with two Image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6" name="Text Placeholder 5"/>
          <p:cNvSpPr>
            <a:spLocks noGrp="1"/>
          </p:cNvSpPr>
          <p:nvPr>
            <p:ph type="body" sz="quarter" idx="15" hasCustomPrompt="1"/>
          </p:nvPr>
        </p:nvSpPr>
        <p:spPr>
          <a:xfrm>
            <a:off x="743577" y="1580707"/>
            <a:ext cx="5999194" cy="4253024"/>
          </a:xfrm>
        </p:spPr>
        <p:txBody>
          <a:bodyPr>
            <a:noAutofit/>
          </a:bodyPr>
          <a:lstStyle>
            <a:lvl1pPr marL="0" indent="0" algn="l">
              <a:lnSpc>
                <a:spcPct val="100000"/>
              </a:lnSpc>
              <a:spcBef>
                <a:spcPts val="600"/>
              </a:spcBef>
              <a:buFont typeface="Arial" panose="020B0604020202020204" pitchFamily="34" charset="0"/>
              <a:buNone/>
              <a:defRPr sz="2000" b="0" i="0" baseline="0">
                <a:solidFill>
                  <a:srgbClr val="000000"/>
                </a:solidFill>
                <a:latin typeface="Arial" charset="0"/>
                <a:ea typeface="Arial" charset="0"/>
                <a:cs typeface="Arial" charset="0"/>
              </a:defRPr>
            </a:lvl1pPr>
            <a:lvl2pPr>
              <a:defRPr>
                <a:solidFill>
                  <a:srgbClr val="000000"/>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Click to add text here. 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 </a:t>
            </a:r>
            <a:r>
              <a:rPr lang="en-US" dirty="0" err="1"/>
              <a:t>nullam</a:t>
            </a:r>
            <a:r>
              <a:rPr lang="en-US" dirty="0"/>
              <a:t> non. </a:t>
            </a:r>
            <a:r>
              <a:rPr lang="en-US" dirty="0" err="1"/>
              <a:t>Mauris</a:t>
            </a:r>
            <a:r>
              <a:rPr lang="en-US" dirty="0"/>
              <a:t> a </a:t>
            </a:r>
            <a:r>
              <a:rPr lang="en-US" dirty="0" err="1"/>
              <a:t>diam</a:t>
            </a:r>
            <a:r>
              <a:rPr lang="en-US" dirty="0"/>
              <a:t> </a:t>
            </a:r>
            <a:r>
              <a:rPr lang="en-US" dirty="0" err="1"/>
              <a:t>maecenas</a:t>
            </a:r>
            <a:r>
              <a:rPr lang="en-US" dirty="0"/>
              <a:t> </a:t>
            </a:r>
            <a:r>
              <a:rPr lang="en-US" dirty="0" err="1"/>
              <a:t>sed</a:t>
            </a:r>
            <a:r>
              <a:rPr lang="en-US" dirty="0"/>
              <a:t> </a:t>
            </a:r>
            <a:r>
              <a:rPr lang="en-US" dirty="0" err="1"/>
              <a:t>enim</a:t>
            </a:r>
            <a:r>
              <a:rPr lang="en-US" dirty="0"/>
              <a:t> </a:t>
            </a:r>
            <a:r>
              <a:rPr lang="en-US" dirty="0" err="1"/>
              <a:t>ut</a:t>
            </a:r>
            <a:r>
              <a:rPr lang="en-US" dirty="0"/>
              <a:t> </a:t>
            </a:r>
            <a:r>
              <a:rPr lang="en-US" dirty="0" err="1"/>
              <a:t>sem</a:t>
            </a:r>
            <a:r>
              <a:rPr lang="en-US" dirty="0"/>
              <a:t> </a:t>
            </a:r>
            <a:r>
              <a:rPr lang="en-US" dirty="0" err="1"/>
              <a:t>viverra</a:t>
            </a:r>
            <a:r>
              <a:rPr lang="en-US" dirty="0"/>
              <a:t>. </a:t>
            </a:r>
            <a:r>
              <a:rPr lang="en-US" dirty="0" err="1"/>
              <a:t>Sed</a:t>
            </a:r>
            <a:r>
              <a:rPr lang="en-US" dirty="0"/>
              <a:t> </a:t>
            </a:r>
            <a:r>
              <a:rPr lang="en-US" dirty="0" err="1"/>
              <a:t>ullamcorper</a:t>
            </a:r>
            <a:r>
              <a:rPr lang="en-US" dirty="0"/>
              <a:t> </a:t>
            </a:r>
            <a:r>
              <a:rPr lang="en-US" dirty="0" err="1"/>
              <a:t>morbi</a:t>
            </a:r>
            <a:r>
              <a:rPr lang="en-US" dirty="0"/>
              <a:t> </a:t>
            </a:r>
            <a:r>
              <a:rPr lang="en-US" dirty="0" err="1"/>
              <a:t>tincidunt</a:t>
            </a:r>
            <a:r>
              <a:rPr lang="en-US" dirty="0"/>
              <a:t> </a:t>
            </a:r>
            <a:r>
              <a:rPr lang="en-US" dirty="0" err="1"/>
              <a:t>ornare</a:t>
            </a:r>
            <a:r>
              <a:rPr lang="en-US" dirty="0"/>
              <a:t>. Sit </a:t>
            </a:r>
            <a:r>
              <a:rPr lang="en-US" dirty="0" err="1"/>
              <a:t>amet</a:t>
            </a:r>
            <a:r>
              <a:rPr lang="en-US" dirty="0"/>
              <a:t> </a:t>
            </a:r>
            <a:r>
              <a:rPr lang="en-US" dirty="0" err="1"/>
              <a:t>volutpat</a:t>
            </a:r>
            <a:r>
              <a:rPr lang="en-US" dirty="0"/>
              <a:t> </a:t>
            </a:r>
            <a:r>
              <a:rPr lang="en-US" dirty="0" err="1"/>
              <a:t>consequat</a:t>
            </a:r>
            <a:r>
              <a:rPr lang="en-US" dirty="0"/>
              <a:t> </a:t>
            </a:r>
            <a:r>
              <a:rPr lang="en-US" dirty="0" err="1"/>
              <a:t>mauris</a:t>
            </a:r>
            <a:r>
              <a:rPr lang="en-US" dirty="0"/>
              <a:t> </a:t>
            </a:r>
            <a:r>
              <a:rPr lang="en-US" dirty="0" err="1"/>
              <a:t>nunc</a:t>
            </a:r>
            <a:r>
              <a:rPr lang="en-US" dirty="0"/>
              <a:t> </a:t>
            </a:r>
            <a:r>
              <a:rPr lang="en-US" dirty="0" err="1"/>
              <a:t>congue</a:t>
            </a:r>
            <a:r>
              <a:rPr lang="en-US" dirty="0"/>
              <a:t> nisi. </a:t>
            </a:r>
            <a:r>
              <a:rPr lang="en-US" dirty="0" err="1"/>
              <a:t>Mauris</a:t>
            </a:r>
            <a:r>
              <a:rPr lang="en-US" dirty="0"/>
              <a:t> sit </a:t>
            </a:r>
            <a:r>
              <a:rPr lang="en-US" dirty="0" err="1"/>
              <a:t>amet</a:t>
            </a:r>
            <a:r>
              <a:rPr lang="en-US" dirty="0"/>
              <a:t> </a:t>
            </a:r>
            <a:r>
              <a:rPr lang="en-US" dirty="0" err="1"/>
              <a:t>massa</a:t>
            </a:r>
            <a:r>
              <a:rPr lang="en-US" dirty="0"/>
              <a:t> vitae. </a:t>
            </a:r>
            <a:r>
              <a:rPr lang="en-US" dirty="0" err="1"/>
              <a:t>Consectetur</a:t>
            </a:r>
            <a:r>
              <a:rPr lang="en-US" dirty="0"/>
              <a:t> libero id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 </a:t>
            </a:r>
          </a:p>
        </p:txBody>
      </p:sp>
      <p:sp>
        <p:nvSpPr>
          <p:cNvPr id="7" name="Footer">
            <a:extLst>
              <a:ext uri="{FF2B5EF4-FFF2-40B4-BE49-F238E27FC236}">
                <a16:creationId xmlns:a16="http://schemas.microsoft.com/office/drawing/2014/main" id="{0570013D-3B1C-4AF8-AD98-AB90ACB2D259}"/>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
        <p:nvSpPr>
          <p:cNvPr id="5" name="Picture Placeholder 4">
            <a:extLst>
              <a:ext uri="{FF2B5EF4-FFF2-40B4-BE49-F238E27FC236}">
                <a16:creationId xmlns:a16="http://schemas.microsoft.com/office/drawing/2014/main" id="{2B6934A1-7BBA-4016-870B-731F27FB98E1}"/>
              </a:ext>
            </a:extLst>
          </p:cNvPr>
          <p:cNvSpPr>
            <a:spLocks noGrp="1"/>
          </p:cNvSpPr>
          <p:nvPr>
            <p:ph type="pic" sz="quarter" idx="16"/>
          </p:nvPr>
        </p:nvSpPr>
        <p:spPr>
          <a:xfrm>
            <a:off x="6846846" y="1581151"/>
            <a:ext cx="4562856" cy="2098751"/>
          </a:xfrm>
        </p:spPr>
        <p:txBody>
          <a:bodyPr/>
          <a:lstStyle/>
          <a:p>
            <a:endParaRPr lang="en-US" dirty="0"/>
          </a:p>
        </p:txBody>
      </p:sp>
      <p:sp>
        <p:nvSpPr>
          <p:cNvPr id="4" name="Picture Placeholder 3">
            <a:extLst>
              <a:ext uri="{FF2B5EF4-FFF2-40B4-BE49-F238E27FC236}">
                <a16:creationId xmlns:a16="http://schemas.microsoft.com/office/drawing/2014/main" id="{3ECEBE1D-025F-4B90-E515-0E08F23F3E85}"/>
              </a:ext>
            </a:extLst>
          </p:cNvPr>
          <p:cNvSpPr>
            <a:spLocks noGrp="1"/>
          </p:cNvSpPr>
          <p:nvPr>
            <p:ph type="pic" sz="quarter" idx="17"/>
          </p:nvPr>
        </p:nvSpPr>
        <p:spPr>
          <a:xfrm>
            <a:off x="6846846" y="3740149"/>
            <a:ext cx="4562856" cy="2103120"/>
          </a:xfrm>
        </p:spPr>
        <p:txBody>
          <a:bodyPr/>
          <a:lstStyle/>
          <a:p>
            <a:endParaRPr lang="en-US" dirty="0"/>
          </a:p>
        </p:txBody>
      </p:sp>
    </p:spTree>
    <p:extLst>
      <p:ext uri="{BB962C8B-B14F-4D97-AF65-F5344CB8AC3E}">
        <p14:creationId xmlns:p14="http://schemas.microsoft.com/office/powerpoint/2010/main" val="299664588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wo Sections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6" name="Text Placeholder 5"/>
          <p:cNvSpPr>
            <a:spLocks noGrp="1"/>
          </p:cNvSpPr>
          <p:nvPr>
            <p:ph type="body" sz="quarter" idx="15" hasCustomPrompt="1"/>
          </p:nvPr>
        </p:nvSpPr>
        <p:spPr>
          <a:xfrm>
            <a:off x="743574" y="1290690"/>
            <a:ext cx="10711543" cy="348047"/>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11" name="Text Placeholder 5"/>
          <p:cNvSpPr>
            <a:spLocks noGrp="1"/>
          </p:cNvSpPr>
          <p:nvPr>
            <p:ph type="body" sz="quarter" idx="18" hasCustomPrompt="1"/>
          </p:nvPr>
        </p:nvSpPr>
        <p:spPr>
          <a:xfrm>
            <a:off x="740228" y="1737343"/>
            <a:ext cx="10711543" cy="1462674"/>
          </a:xfrm>
        </p:spPr>
        <p:txBody>
          <a:bodyPr>
            <a:noAutofit/>
          </a:bodyPr>
          <a:lstStyle>
            <a:lvl1pPr marL="342900" indent="-342900" algn="l">
              <a:buFont typeface="Arial" panose="020B0604020202020204" pitchFamily="34" charset="0"/>
              <a:buChar char="•"/>
              <a:defRPr sz="2400" b="0" i="0" baseline="0">
                <a:solidFill>
                  <a:srgbClr val="000000"/>
                </a:solidFill>
                <a:latin typeface="Arial" charset="0"/>
                <a:ea typeface="Arial" charset="0"/>
                <a:cs typeface="Arial" charset="0"/>
              </a:defRPr>
            </a:lvl1pPr>
            <a:lvl2pPr marL="457200" indent="0">
              <a:buClr>
                <a:srgbClr val="000000"/>
              </a:buClr>
              <a:buFont typeface="Arial" panose="020B0604020202020204" pitchFamily="34" charset="0"/>
              <a:buNone/>
              <a:defRPr>
                <a:solidFill>
                  <a:srgbClr val="000000"/>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Click to add text here. 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 </a:t>
            </a:r>
            <a:r>
              <a:rPr lang="en-US" dirty="0" err="1"/>
              <a:t>nullam</a:t>
            </a:r>
            <a:r>
              <a:rPr lang="en-US" dirty="0"/>
              <a:t> non. </a:t>
            </a:r>
            <a:r>
              <a:rPr lang="en-US" dirty="0" err="1"/>
              <a:t>Mauris</a:t>
            </a:r>
            <a:r>
              <a:rPr lang="en-US" dirty="0"/>
              <a:t> a </a:t>
            </a:r>
            <a:r>
              <a:rPr lang="en-US" dirty="0" err="1"/>
              <a:t>diam</a:t>
            </a:r>
            <a:r>
              <a:rPr lang="en-US" dirty="0"/>
              <a:t> </a:t>
            </a:r>
            <a:r>
              <a:rPr lang="en-US" dirty="0" err="1"/>
              <a:t>maecenas</a:t>
            </a:r>
            <a:r>
              <a:rPr lang="en-US" dirty="0"/>
              <a:t> </a:t>
            </a:r>
            <a:r>
              <a:rPr lang="en-US" dirty="0" err="1"/>
              <a:t>sed</a:t>
            </a:r>
            <a:r>
              <a:rPr lang="en-US" dirty="0"/>
              <a:t> </a:t>
            </a:r>
            <a:r>
              <a:rPr lang="en-US" dirty="0" err="1"/>
              <a:t>enim</a:t>
            </a:r>
            <a:r>
              <a:rPr lang="en-US" dirty="0"/>
              <a:t> </a:t>
            </a:r>
            <a:r>
              <a:rPr lang="en-US" dirty="0" err="1"/>
              <a:t>ut</a:t>
            </a:r>
            <a:r>
              <a:rPr lang="en-US" dirty="0"/>
              <a:t> </a:t>
            </a:r>
            <a:r>
              <a:rPr lang="en-US" dirty="0" err="1"/>
              <a:t>sem</a:t>
            </a:r>
            <a:r>
              <a:rPr lang="en-US" dirty="0"/>
              <a:t> </a:t>
            </a:r>
            <a:r>
              <a:rPr lang="en-US" dirty="0" err="1"/>
              <a:t>viverra</a:t>
            </a:r>
            <a:r>
              <a:rPr lang="en-US" dirty="0"/>
              <a:t>. Sed </a:t>
            </a:r>
            <a:r>
              <a:rPr lang="en-US" dirty="0" err="1"/>
              <a:t>ullamcorper</a:t>
            </a:r>
            <a:r>
              <a:rPr lang="en-US" dirty="0"/>
              <a:t> </a:t>
            </a:r>
            <a:r>
              <a:rPr lang="en-US" dirty="0" err="1"/>
              <a:t>morbi</a:t>
            </a:r>
            <a:r>
              <a:rPr lang="en-US" dirty="0"/>
              <a:t> </a:t>
            </a:r>
            <a:r>
              <a:rPr lang="en-US" dirty="0" err="1"/>
              <a:t>tincidunt</a:t>
            </a:r>
            <a:r>
              <a:rPr lang="en-US" dirty="0"/>
              <a:t> </a:t>
            </a:r>
            <a:r>
              <a:rPr lang="en-US" dirty="0" err="1"/>
              <a:t>ornare</a:t>
            </a:r>
            <a:r>
              <a:rPr lang="en-US" dirty="0"/>
              <a:t>.</a:t>
            </a:r>
          </a:p>
        </p:txBody>
      </p:sp>
      <p:sp>
        <p:nvSpPr>
          <p:cNvPr id="9" name="Text Placeholder 5"/>
          <p:cNvSpPr>
            <a:spLocks noGrp="1"/>
          </p:cNvSpPr>
          <p:nvPr>
            <p:ph type="body" sz="quarter" idx="17" hasCustomPrompt="1"/>
          </p:nvPr>
        </p:nvSpPr>
        <p:spPr>
          <a:xfrm>
            <a:off x="743573" y="3389727"/>
            <a:ext cx="10711543" cy="348047"/>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8" name="Text Placeholder 5"/>
          <p:cNvSpPr>
            <a:spLocks noGrp="1"/>
          </p:cNvSpPr>
          <p:nvPr>
            <p:ph type="body" sz="quarter" idx="16" hasCustomPrompt="1"/>
          </p:nvPr>
        </p:nvSpPr>
        <p:spPr>
          <a:xfrm>
            <a:off x="743572" y="3856204"/>
            <a:ext cx="10711543" cy="1462674"/>
          </a:xfrm>
        </p:spPr>
        <p:txBody>
          <a:bodyPr>
            <a:noAutofit/>
          </a:bodyPr>
          <a:lstStyle>
            <a:lvl1pPr marL="0" indent="0" algn="l">
              <a:buNone/>
              <a:defRPr sz="2400" b="0" i="0" baseline="0">
                <a:solidFill>
                  <a:srgbClr val="000000"/>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Click to add text here. 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 </a:t>
            </a:r>
            <a:r>
              <a:rPr lang="en-US" dirty="0" err="1"/>
              <a:t>nullam</a:t>
            </a:r>
            <a:r>
              <a:rPr lang="en-US" dirty="0"/>
              <a:t> non. </a:t>
            </a:r>
            <a:r>
              <a:rPr lang="en-US" dirty="0" err="1"/>
              <a:t>Mauris</a:t>
            </a:r>
            <a:r>
              <a:rPr lang="en-US" dirty="0"/>
              <a:t> a </a:t>
            </a:r>
            <a:r>
              <a:rPr lang="en-US" dirty="0" err="1"/>
              <a:t>diam</a:t>
            </a:r>
            <a:r>
              <a:rPr lang="en-US" dirty="0"/>
              <a:t> </a:t>
            </a:r>
            <a:r>
              <a:rPr lang="en-US" dirty="0" err="1"/>
              <a:t>maecenas</a:t>
            </a:r>
            <a:r>
              <a:rPr lang="en-US" dirty="0"/>
              <a:t> </a:t>
            </a:r>
            <a:r>
              <a:rPr lang="en-US" dirty="0" err="1"/>
              <a:t>sed</a:t>
            </a:r>
            <a:r>
              <a:rPr lang="en-US" dirty="0"/>
              <a:t> </a:t>
            </a:r>
            <a:r>
              <a:rPr lang="en-US" dirty="0" err="1"/>
              <a:t>enim</a:t>
            </a:r>
            <a:r>
              <a:rPr lang="en-US" dirty="0"/>
              <a:t> </a:t>
            </a:r>
            <a:r>
              <a:rPr lang="en-US" dirty="0" err="1"/>
              <a:t>ut</a:t>
            </a:r>
            <a:r>
              <a:rPr lang="en-US" dirty="0"/>
              <a:t> </a:t>
            </a:r>
            <a:r>
              <a:rPr lang="en-US" dirty="0" err="1"/>
              <a:t>sem</a:t>
            </a:r>
            <a:r>
              <a:rPr lang="en-US" dirty="0"/>
              <a:t> </a:t>
            </a:r>
            <a:r>
              <a:rPr lang="en-US" dirty="0" err="1"/>
              <a:t>viverra</a:t>
            </a:r>
            <a:r>
              <a:rPr lang="en-US" dirty="0"/>
              <a:t>. </a:t>
            </a:r>
            <a:r>
              <a:rPr lang="en-US" dirty="0" err="1"/>
              <a:t>Sed</a:t>
            </a:r>
            <a:r>
              <a:rPr lang="en-US" dirty="0"/>
              <a:t> </a:t>
            </a:r>
            <a:r>
              <a:rPr lang="en-US" dirty="0" err="1"/>
              <a:t>ullamcorper</a:t>
            </a:r>
            <a:r>
              <a:rPr lang="en-US" dirty="0"/>
              <a:t> </a:t>
            </a:r>
            <a:r>
              <a:rPr lang="en-US" dirty="0" err="1"/>
              <a:t>morbi</a:t>
            </a:r>
            <a:r>
              <a:rPr lang="en-US" dirty="0"/>
              <a:t> </a:t>
            </a:r>
            <a:r>
              <a:rPr lang="en-US" dirty="0" err="1"/>
              <a:t>tincidunt</a:t>
            </a:r>
            <a:r>
              <a:rPr lang="en-US" dirty="0"/>
              <a:t> </a:t>
            </a:r>
            <a:r>
              <a:rPr lang="en-US" dirty="0" err="1"/>
              <a:t>ornare</a:t>
            </a:r>
            <a:r>
              <a:rPr lang="en-US" dirty="0"/>
              <a:t>.</a:t>
            </a:r>
          </a:p>
        </p:txBody>
      </p:sp>
      <p:sp>
        <p:nvSpPr>
          <p:cNvPr id="10" name="Footer">
            <a:extLst>
              <a:ext uri="{FF2B5EF4-FFF2-40B4-BE49-F238E27FC236}">
                <a16:creationId xmlns:a16="http://schemas.microsoft.com/office/drawing/2014/main" id="{9D76B700-6743-49A6-AB3E-162BD3923336}"/>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Tree>
    <p:extLst>
      <p:ext uri="{BB962C8B-B14F-4D97-AF65-F5344CB8AC3E}">
        <p14:creationId xmlns:p14="http://schemas.microsoft.com/office/powerpoint/2010/main" val="87936681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Section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6" name="Text Placeholder 5"/>
          <p:cNvSpPr>
            <a:spLocks noGrp="1"/>
          </p:cNvSpPr>
          <p:nvPr>
            <p:ph type="body" sz="quarter" idx="15" hasCustomPrompt="1"/>
          </p:nvPr>
        </p:nvSpPr>
        <p:spPr>
          <a:xfrm>
            <a:off x="743574" y="1717410"/>
            <a:ext cx="10711543" cy="348047"/>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11" name="Text Placeholder 5"/>
          <p:cNvSpPr>
            <a:spLocks noGrp="1"/>
          </p:cNvSpPr>
          <p:nvPr>
            <p:ph type="body" sz="quarter" idx="18" hasCustomPrompt="1"/>
          </p:nvPr>
        </p:nvSpPr>
        <p:spPr>
          <a:xfrm>
            <a:off x="740228" y="2164062"/>
            <a:ext cx="10711543" cy="3489977"/>
          </a:xfrm>
        </p:spPr>
        <p:txBody>
          <a:bodyPr>
            <a:noAutofit/>
          </a:bodyPr>
          <a:lstStyle>
            <a:lvl1pPr marL="342900" indent="-342900" algn="l">
              <a:buFont typeface="Arial" panose="020B0604020202020204" pitchFamily="34" charset="0"/>
              <a:buChar char="•"/>
              <a:defRPr sz="2400" b="0" i="0" baseline="0">
                <a:solidFill>
                  <a:srgbClr val="000000"/>
                </a:solidFill>
                <a:latin typeface="Arial" charset="0"/>
                <a:ea typeface="Arial" charset="0"/>
                <a:cs typeface="Arial" charset="0"/>
              </a:defRPr>
            </a:lvl1pPr>
            <a:lvl2pPr marL="457200" indent="0">
              <a:buClr>
                <a:srgbClr val="000000"/>
              </a:buClr>
              <a:buFont typeface="Arial" panose="020B0604020202020204" pitchFamily="34" charset="0"/>
              <a:buNone/>
              <a:defRPr>
                <a:solidFill>
                  <a:srgbClr val="000000"/>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Click to add text here. 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 </a:t>
            </a:r>
            <a:r>
              <a:rPr lang="en-US" dirty="0" err="1"/>
              <a:t>nullam</a:t>
            </a:r>
            <a:r>
              <a:rPr lang="en-US" dirty="0"/>
              <a:t> non. </a:t>
            </a:r>
            <a:r>
              <a:rPr lang="en-US" dirty="0" err="1"/>
              <a:t>Mauris</a:t>
            </a:r>
            <a:r>
              <a:rPr lang="en-US" dirty="0"/>
              <a:t> a </a:t>
            </a:r>
            <a:r>
              <a:rPr lang="en-US" dirty="0" err="1"/>
              <a:t>diam</a:t>
            </a:r>
            <a:r>
              <a:rPr lang="en-US" dirty="0"/>
              <a:t> </a:t>
            </a:r>
            <a:r>
              <a:rPr lang="en-US" dirty="0" err="1"/>
              <a:t>maecenas</a:t>
            </a:r>
            <a:r>
              <a:rPr lang="en-US" dirty="0"/>
              <a:t> </a:t>
            </a:r>
            <a:r>
              <a:rPr lang="en-US" dirty="0" err="1"/>
              <a:t>sed</a:t>
            </a:r>
            <a:r>
              <a:rPr lang="en-US" dirty="0"/>
              <a:t> </a:t>
            </a:r>
            <a:r>
              <a:rPr lang="en-US" dirty="0" err="1"/>
              <a:t>enim</a:t>
            </a:r>
            <a:r>
              <a:rPr lang="en-US" dirty="0"/>
              <a:t> </a:t>
            </a:r>
            <a:r>
              <a:rPr lang="en-US" dirty="0" err="1"/>
              <a:t>ut</a:t>
            </a:r>
            <a:r>
              <a:rPr lang="en-US" dirty="0"/>
              <a:t> </a:t>
            </a:r>
            <a:r>
              <a:rPr lang="en-US" dirty="0" err="1"/>
              <a:t>sem</a:t>
            </a:r>
            <a:r>
              <a:rPr lang="en-US" dirty="0"/>
              <a:t> </a:t>
            </a:r>
            <a:r>
              <a:rPr lang="en-US" dirty="0" err="1"/>
              <a:t>viverra</a:t>
            </a:r>
            <a:r>
              <a:rPr lang="en-US" dirty="0"/>
              <a:t>. Sed </a:t>
            </a:r>
            <a:r>
              <a:rPr lang="en-US" dirty="0" err="1"/>
              <a:t>ullamcorper</a:t>
            </a:r>
            <a:r>
              <a:rPr lang="en-US" dirty="0"/>
              <a:t> </a:t>
            </a:r>
            <a:r>
              <a:rPr lang="en-US" dirty="0" err="1"/>
              <a:t>morbi</a:t>
            </a:r>
            <a:r>
              <a:rPr lang="en-US" dirty="0"/>
              <a:t> </a:t>
            </a:r>
            <a:r>
              <a:rPr lang="en-US" dirty="0" err="1"/>
              <a:t>tincidunt</a:t>
            </a:r>
            <a:r>
              <a:rPr lang="en-US" dirty="0"/>
              <a:t> </a:t>
            </a:r>
            <a:r>
              <a:rPr lang="en-US" dirty="0" err="1"/>
              <a:t>ornare</a:t>
            </a:r>
            <a:r>
              <a:rPr lang="en-US" dirty="0"/>
              <a:t>.</a:t>
            </a:r>
          </a:p>
        </p:txBody>
      </p:sp>
      <p:sp>
        <p:nvSpPr>
          <p:cNvPr id="10" name="Footer">
            <a:extLst>
              <a:ext uri="{FF2B5EF4-FFF2-40B4-BE49-F238E27FC236}">
                <a16:creationId xmlns:a16="http://schemas.microsoft.com/office/drawing/2014/main" id="{9D76B700-6743-49A6-AB3E-162BD3923336}"/>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Tree>
    <p:extLst>
      <p:ext uri="{BB962C8B-B14F-4D97-AF65-F5344CB8AC3E}">
        <p14:creationId xmlns:p14="http://schemas.microsoft.com/office/powerpoint/2010/main" val="48013158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wo Content 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9" name="Text Placeholder 5">
            <a:extLst>
              <a:ext uri="{FF2B5EF4-FFF2-40B4-BE49-F238E27FC236}">
                <a16:creationId xmlns:a16="http://schemas.microsoft.com/office/drawing/2014/main" id="{1542E2FD-95B9-4097-A050-23445A4F14AF}"/>
              </a:ext>
            </a:extLst>
          </p:cNvPr>
          <p:cNvSpPr>
            <a:spLocks noGrp="1"/>
          </p:cNvSpPr>
          <p:nvPr>
            <p:ph type="body" sz="quarter" idx="21" hasCustomPrompt="1"/>
          </p:nvPr>
        </p:nvSpPr>
        <p:spPr>
          <a:xfrm>
            <a:off x="743575" y="1486867"/>
            <a:ext cx="5200024" cy="349023"/>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4" name="Text Placeholder 3"/>
          <p:cNvSpPr>
            <a:spLocks noGrp="1"/>
          </p:cNvSpPr>
          <p:nvPr>
            <p:ph type="body" sz="quarter" idx="15" hasCustomPrompt="1"/>
          </p:nvPr>
        </p:nvSpPr>
        <p:spPr>
          <a:xfrm>
            <a:off x="743576" y="1926330"/>
            <a:ext cx="5200024" cy="3562595"/>
          </a:xfrm>
        </p:spPr>
        <p:txBody>
          <a:bodyPr>
            <a:normAutofit/>
          </a:bodyPr>
          <a:lstStyle>
            <a:lvl1pPr marL="0" indent="0">
              <a:lnSpc>
                <a:spcPct val="100000"/>
              </a:lnSpc>
              <a:spcBef>
                <a:spcPts val="600"/>
              </a:spcBef>
              <a:buClr>
                <a:srgbClr val="004A78"/>
              </a:buClr>
              <a:buFont typeface="Arial" charset="0"/>
              <a:buNone/>
              <a:defRPr sz="1800">
                <a:solidFill>
                  <a:srgbClr val="000000"/>
                </a:solidFill>
              </a:defRPr>
            </a:lvl1pPr>
            <a:lvl2pPr marL="457200" indent="0">
              <a:buClr>
                <a:srgbClr val="004A78"/>
              </a:buClr>
              <a:buFont typeface="Arial" charset="0"/>
              <a:buNone/>
              <a:defRPr sz="1800">
                <a:solidFill>
                  <a:srgbClr val="000000"/>
                </a:solidFill>
              </a:defRPr>
            </a:lvl2pPr>
            <a:lvl3pPr marL="1143000" indent="-228600">
              <a:buClr>
                <a:srgbClr val="004A78"/>
              </a:buClr>
              <a:buFont typeface="Arial" charset="0"/>
              <a:buChar char="•"/>
              <a:defRPr sz="1800">
                <a:solidFill>
                  <a:srgbClr val="000000"/>
                </a:solidFill>
              </a:defRPr>
            </a:lvl3pPr>
            <a:lvl4pPr marL="1600200" indent="-228600">
              <a:buClr>
                <a:srgbClr val="004A78"/>
              </a:buClr>
              <a:buFont typeface="Arial" charset="0"/>
              <a:buChar char="•"/>
              <a:defRPr sz="1800">
                <a:solidFill>
                  <a:srgbClr val="000000"/>
                </a:solidFill>
              </a:defRPr>
            </a:lvl4pPr>
            <a:lvl5pPr marL="2057400" indent="-228600">
              <a:buClr>
                <a:srgbClr val="004A78"/>
              </a:buClr>
              <a:buFont typeface="Arial" charset="0"/>
              <a:buChar char="•"/>
              <a:defRPr sz="1800">
                <a:solidFill>
                  <a:srgbClr val="000000"/>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Massa </a:t>
            </a:r>
            <a:r>
              <a:rPr lang="en-US" dirty="0" err="1"/>
              <a:t>tempor</a:t>
            </a:r>
            <a:r>
              <a:rPr lang="en-US" dirty="0"/>
              <a:t> </a:t>
            </a:r>
            <a:r>
              <a:rPr lang="en-US" dirty="0" err="1"/>
              <a:t>nec</a:t>
            </a:r>
            <a:r>
              <a:rPr lang="en-US" dirty="0"/>
              <a:t> </a:t>
            </a:r>
            <a:r>
              <a:rPr lang="en-US" dirty="0" err="1"/>
              <a:t>feugiat</a:t>
            </a:r>
            <a:r>
              <a:rPr lang="en-US" dirty="0"/>
              <a:t> </a:t>
            </a:r>
            <a:r>
              <a:rPr lang="en-US" dirty="0" err="1"/>
              <a:t>nisl</a:t>
            </a:r>
            <a:r>
              <a:rPr lang="en-US" dirty="0"/>
              <a:t> </a:t>
            </a:r>
            <a:r>
              <a:rPr lang="en-US" dirty="0" err="1"/>
              <a:t>pretium</a:t>
            </a:r>
            <a:r>
              <a:rPr lang="en-US" dirty="0"/>
              <a:t> </a:t>
            </a:r>
            <a:r>
              <a:rPr lang="en-US" dirty="0" err="1"/>
              <a:t>fusce</a:t>
            </a:r>
            <a:r>
              <a:rPr lang="en-US" dirty="0"/>
              <a:t> id </a:t>
            </a:r>
            <a:r>
              <a:rPr lang="en-US" dirty="0" err="1"/>
              <a:t>velit</a:t>
            </a:r>
            <a:r>
              <a:rPr lang="en-US" dirty="0"/>
              <a:t>. </a:t>
            </a:r>
            <a:r>
              <a:rPr lang="en-US" dirty="0" err="1"/>
              <a:t>Amet</a:t>
            </a:r>
            <a:r>
              <a:rPr lang="en-US" dirty="0"/>
              <a:t> </a:t>
            </a:r>
            <a:r>
              <a:rPr lang="en-US" dirty="0" err="1"/>
              <a:t>est</a:t>
            </a:r>
            <a:r>
              <a:rPr lang="en-US" dirty="0"/>
              <a:t> </a:t>
            </a:r>
            <a:r>
              <a:rPr lang="en-US" dirty="0" err="1"/>
              <a:t>placerat</a:t>
            </a:r>
            <a:r>
              <a:rPr lang="en-US" dirty="0"/>
              <a:t> in </a:t>
            </a:r>
            <a:r>
              <a:rPr lang="en-US" dirty="0" err="1"/>
              <a:t>egestas</a:t>
            </a:r>
            <a:r>
              <a:rPr lang="en-US" dirty="0"/>
              <a:t> </a:t>
            </a:r>
            <a:r>
              <a:rPr lang="en-US" dirty="0" err="1"/>
              <a:t>erat</a:t>
            </a:r>
            <a:r>
              <a:rPr lang="en-US" dirty="0"/>
              <a:t> </a:t>
            </a:r>
            <a:r>
              <a:rPr lang="en-US" dirty="0" err="1"/>
              <a:t>imperdiet</a:t>
            </a:r>
            <a:r>
              <a:rPr lang="en-US" dirty="0"/>
              <a:t> </a:t>
            </a:r>
            <a:r>
              <a:rPr lang="en-US" dirty="0" err="1"/>
              <a:t>sed</a:t>
            </a:r>
            <a:r>
              <a:rPr lang="en-US" dirty="0"/>
              <a:t> </a:t>
            </a:r>
            <a:r>
              <a:rPr lang="en-US" dirty="0" err="1"/>
              <a:t>euismod</a:t>
            </a:r>
            <a:r>
              <a:rPr lang="en-US" dirty="0"/>
              <a:t>. In </a:t>
            </a:r>
            <a:r>
              <a:rPr lang="en-US" dirty="0" err="1"/>
              <a:t>egestas</a:t>
            </a:r>
            <a:r>
              <a:rPr lang="en-US" dirty="0"/>
              <a:t> </a:t>
            </a:r>
            <a:r>
              <a:rPr lang="en-US" dirty="0" err="1"/>
              <a:t>erat</a:t>
            </a:r>
            <a:r>
              <a:rPr lang="en-US" dirty="0"/>
              <a:t> </a:t>
            </a:r>
            <a:r>
              <a:rPr lang="en-US" dirty="0" err="1"/>
              <a:t>imperdiet</a:t>
            </a:r>
            <a:r>
              <a:rPr lang="en-US" dirty="0"/>
              <a:t> </a:t>
            </a:r>
            <a:r>
              <a:rPr lang="en-US" dirty="0" err="1"/>
              <a:t>sed</a:t>
            </a:r>
            <a:r>
              <a:rPr lang="en-US" dirty="0"/>
              <a:t> </a:t>
            </a:r>
            <a:r>
              <a:rPr lang="en-US" dirty="0" err="1"/>
              <a:t>euismod</a:t>
            </a:r>
            <a:r>
              <a:rPr lang="en-US" dirty="0"/>
              <a:t> nisi porta lorem. </a:t>
            </a:r>
            <a:r>
              <a:rPr lang="en-US" dirty="0" err="1"/>
              <a:t>Fermentum</a:t>
            </a:r>
            <a:r>
              <a:rPr lang="en-US" dirty="0"/>
              <a:t> et </a:t>
            </a:r>
            <a:r>
              <a:rPr lang="en-US" dirty="0" err="1"/>
              <a:t>sollicitudin</a:t>
            </a:r>
            <a:r>
              <a:rPr lang="en-US" dirty="0"/>
              <a:t> ac </a:t>
            </a:r>
            <a:r>
              <a:rPr lang="en-US" dirty="0" err="1"/>
              <a:t>orci</a:t>
            </a:r>
            <a:r>
              <a:rPr lang="en-US" dirty="0"/>
              <a:t> </a:t>
            </a:r>
            <a:r>
              <a:rPr lang="en-US" dirty="0" err="1"/>
              <a:t>phasellus</a:t>
            </a:r>
            <a:r>
              <a:rPr lang="en-US" dirty="0"/>
              <a:t> </a:t>
            </a:r>
            <a:r>
              <a:rPr lang="en-US" dirty="0" err="1"/>
              <a:t>egestas</a:t>
            </a:r>
            <a:r>
              <a:rPr lang="en-US" dirty="0"/>
              <a:t> </a:t>
            </a:r>
            <a:r>
              <a:rPr lang="en-US" dirty="0" err="1"/>
              <a:t>tellus</a:t>
            </a:r>
            <a:r>
              <a:rPr lang="en-US" dirty="0"/>
              <a:t> </a:t>
            </a:r>
            <a:r>
              <a:rPr lang="en-US" dirty="0" err="1"/>
              <a:t>rutrum</a:t>
            </a:r>
            <a:r>
              <a:rPr lang="en-US" dirty="0"/>
              <a:t> </a:t>
            </a:r>
            <a:r>
              <a:rPr lang="en-US" dirty="0" err="1"/>
              <a:t>tellus</a:t>
            </a:r>
            <a:r>
              <a:rPr lang="en-US" dirty="0"/>
              <a:t>. </a:t>
            </a:r>
            <a:r>
              <a:rPr lang="en-US" dirty="0" err="1"/>
              <a:t>Nec</a:t>
            </a:r>
            <a:r>
              <a:rPr lang="en-US" dirty="0"/>
              <a:t> dui </a:t>
            </a:r>
            <a:r>
              <a:rPr lang="en-US" dirty="0" err="1"/>
              <a:t>nunc</a:t>
            </a:r>
            <a:r>
              <a:rPr lang="en-US" dirty="0"/>
              <a:t> </a:t>
            </a:r>
            <a:r>
              <a:rPr lang="en-US" dirty="0" err="1"/>
              <a:t>mattis</a:t>
            </a:r>
            <a:r>
              <a:rPr lang="en-US" dirty="0"/>
              <a:t> </a:t>
            </a:r>
            <a:r>
              <a:rPr lang="en-US" dirty="0" err="1"/>
              <a:t>enim</a:t>
            </a:r>
            <a:r>
              <a:rPr lang="en-US" dirty="0"/>
              <a:t>. </a:t>
            </a:r>
            <a:r>
              <a:rPr lang="en-US" dirty="0" err="1"/>
              <a:t>Nisl</a:t>
            </a:r>
            <a:r>
              <a:rPr lang="en-US" dirty="0"/>
              <a:t> </a:t>
            </a:r>
            <a:r>
              <a:rPr lang="en-US" dirty="0" err="1"/>
              <a:t>condimentum</a:t>
            </a:r>
            <a:r>
              <a:rPr lang="en-US" dirty="0"/>
              <a:t> id </a:t>
            </a:r>
            <a:r>
              <a:rPr lang="en-US" dirty="0" err="1"/>
              <a:t>venenatis</a:t>
            </a:r>
            <a:r>
              <a:rPr lang="en-US" dirty="0"/>
              <a:t> a </a:t>
            </a:r>
            <a:r>
              <a:rPr lang="en-US" dirty="0" err="1"/>
              <a:t>condimentum</a:t>
            </a:r>
            <a:r>
              <a:rPr lang="en-US" dirty="0"/>
              <a:t>. Non </a:t>
            </a:r>
            <a:r>
              <a:rPr lang="en-US" dirty="0" err="1"/>
              <a:t>enim</a:t>
            </a:r>
            <a:r>
              <a:rPr lang="en-US" dirty="0"/>
              <a:t> </a:t>
            </a:r>
            <a:r>
              <a:rPr lang="en-US" dirty="0" err="1"/>
              <a:t>praesent</a:t>
            </a:r>
            <a:r>
              <a:rPr lang="en-US" dirty="0"/>
              <a:t> </a:t>
            </a:r>
            <a:r>
              <a:rPr lang="en-US" dirty="0" err="1"/>
              <a:t>elementum</a:t>
            </a:r>
            <a:r>
              <a:rPr lang="en-US" dirty="0"/>
              <a:t> </a:t>
            </a:r>
            <a:r>
              <a:rPr lang="en-US" dirty="0" err="1"/>
              <a:t>facilisis</a:t>
            </a:r>
            <a:r>
              <a:rPr lang="en-US" dirty="0"/>
              <a:t> </a:t>
            </a:r>
            <a:r>
              <a:rPr lang="en-US" dirty="0" err="1"/>
              <a:t>leo</a:t>
            </a:r>
            <a:r>
              <a:rPr lang="en-US" dirty="0"/>
              <a:t> vel </a:t>
            </a:r>
            <a:r>
              <a:rPr lang="en-US" dirty="0" err="1"/>
              <a:t>fringilla</a:t>
            </a:r>
            <a:r>
              <a:rPr lang="en-US" dirty="0"/>
              <a:t> </a:t>
            </a:r>
            <a:r>
              <a:rPr lang="en-US" dirty="0" err="1"/>
              <a:t>est</a:t>
            </a:r>
            <a:r>
              <a:rPr lang="en-US" dirty="0"/>
              <a:t> </a:t>
            </a:r>
            <a:r>
              <a:rPr lang="en-US" dirty="0" err="1"/>
              <a:t>ullamcorper</a:t>
            </a:r>
            <a:r>
              <a:rPr lang="en-US" dirty="0"/>
              <a:t>.</a:t>
            </a:r>
          </a:p>
        </p:txBody>
      </p:sp>
      <p:sp>
        <p:nvSpPr>
          <p:cNvPr id="11" name="Text Placeholder 5">
            <a:extLst>
              <a:ext uri="{FF2B5EF4-FFF2-40B4-BE49-F238E27FC236}">
                <a16:creationId xmlns:a16="http://schemas.microsoft.com/office/drawing/2014/main" id="{0AC24C91-37E1-4B91-8D52-7CF491B0013E}"/>
              </a:ext>
            </a:extLst>
          </p:cNvPr>
          <p:cNvSpPr>
            <a:spLocks noGrp="1"/>
          </p:cNvSpPr>
          <p:nvPr>
            <p:ph type="body" sz="quarter" idx="22" hasCustomPrompt="1"/>
          </p:nvPr>
        </p:nvSpPr>
        <p:spPr>
          <a:xfrm>
            <a:off x="6122680" y="1486866"/>
            <a:ext cx="5200024" cy="349023"/>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14" name="Text Placeholder 3"/>
          <p:cNvSpPr>
            <a:spLocks noGrp="1"/>
          </p:cNvSpPr>
          <p:nvPr>
            <p:ph type="body" sz="quarter" idx="18" hasCustomPrompt="1"/>
          </p:nvPr>
        </p:nvSpPr>
        <p:spPr>
          <a:xfrm>
            <a:off x="6122680" y="1926330"/>
            <a:ext cx="5200024" cy="3562595"/>
          </a:xfrm>
        </p:spPr>
        <p:txBody>
          <a:bodyPr>
            <a:normAutofit/>
          </a:bodyPr>
          <a:lstStyle>
            <a:lvl1pPr>
              <a:lnSpc>
                <a:spcPct val="100000"/>
              </a:lnSpc>
              <a:spcBef>
                <a:spcPts val="600"/>
              </a:spcBef>
              <a:buClr>
                <a:srgbClr val="004A78"/>
              </a:buClr>
              <a:defRPr sz="1800">
                <a:solidFill>
                  <a:srgbClr val="000000"/>
                </a:solidFill>
              </a:defRPr>
            </a:lvl1pPr>
            <a:lvl2pPr marL="685800" indent="-228600">
              <a:buClr>
                <a:srgbClr val="004A78"/>
              </a:buClr>
              <a:buFontTx/>
              <a:buChar char="‒"/>
              <a:defRPr sz="1800">
                <a:solidFill>
                  <a:srgbClr val="000000"/>
                </a:solidFill>
              </a:defRPr>
            </a:lvl2pPr>
            <a:lvl3pPr>
              <a:buClr>
                <a:srgbClr val="004A78"/>
              </a:buClr>
              <a:defRPr sz="1800">
                <a:solidFill>
                  <a:srgbClr val="000000"/>
                </a:solidFill>
              </a:defRPr>
            </a:lvl3pPr>
            <a:lvl4pPr>
              <a:buClr>
                <a:srgbClr val="004A78"/>
              </a:buClr>
              <a:defRPr sz="1800">
                <a:solidFill>
                  <a:srgbClr val="000000"/>
                </a:solidFill>
              </a:defRPr>
            </a:lvl4pPr>
            <a:lvl5pPr>
              <a:buClr>
                <a:srgbClr val="004A78"/>
              </a:buClr>
              <a:defRPr sz="1800">
                <a:solidFill>
                  <a:srgbClr val="000000"/>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p>
          <a:p>
            <a:pPr lvl="0"/>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Massa </a:t>
            </a:r>
            <a:r>
              <a:rPr lang="en-US" dirty="0" err="1"/>
              <a:t>tempor</a:t>
            </a:r>
            <a:r>
              <a:rPr lang="en-US" dirty="0"/>
              <a:t> </a:t>
            </a:r>
            <a:r>
              <a:rPr lang="en-US" dirty="0" err="1"/>
              <a:t>nec</a:t>
            </a:r>
            <a:r>
              <a:rPr lang="en-US" dirty="0"/>
              <a:t> </a:t>
            </a:r>
            <a:r>
              <a:rPr lang="en-US" dirty="0" err="1"/>
              <a:t>feugiat</a:t>
            </a:r>
            <a:r>
              <a:rPr lang="en-US" dirty="0"/>
              <a:t> </a:t>
            </a:r>
            <a:r>
              <a:rPr lang="en-US" dirty="0" err="1"/>
              <a:t>nisl</a:t>
            </a:r>
            <a:r>
              <a:rPr lang="en-US" dirty="0"/>
              <a:t> </a:t>
            </a:r>
            <a:r>
              <a:rPr lang="en-US" dirty="0" err="1"/>
              <a:t>pretium</a:t>
            </a:r>
            <a:r>
              <a:rPr lang="en-US" dirty="0"/>
              <a:t> </a:t>
            </a:r>
            <a:r>
              <a:rPr lang="en-US" dirty="0" err="1"/>
              <a:t>fusce</a:t>
            </a:r>
            <a:r>
              <a:rPr lang="en-US" dirty="0"/>
              <a:t> id </a:t>
            </a:r>
            <a:r>
              <a:rPr lang="en-US" dirty="0" err="1"/>
              <a:t>velit</a:t>
            </a:r>
            <a:r>
              <a:rPr lang="en-US" dirty="0"/>
              <a:t>. </a:t>
            </a:r>
          </a:p>
          <a:p>
            <a:pPr lvl="0"/>
            <a:r>
              <a:rPr lang="en-US" dirty="0" err="1"/>
              <a:t>Amet</a:t>
            </a:r>
            <a:r>
              <a:rPr lang="en-US" dirty="0"/>
              <a:t> </a:t>
            </a:r>
            <a:r>
              <a:rPr lang="en-US" dirty="0" err="1"/>
              <a:t>est</a:t>
            </a:r>
            <a:r>
              <a:rPr lang="en-US" dirty="0"/>
              <a:t> </a:t>
            </a:r>
            <a:r>
              <a:rPr lang="en-US" dirty="0" err="1"/>
              <a:t>placerat</a:t>
            </a:r>
            <a:r>
              <a:rPr lang="en-US" dirty="0"/>
              <a:t> in </a:t>
            </a:r>
            <a:r>
              <a:rPr lang="en-US" dirty="0" err="1"/>
              <a:t>egestas</a:t>
            </a:r>
            <a:r>
              <a:rPr lang="en-US" dirty="0"/>
              <a:t> </a:t>
            </a:r>
            <a:r>
              <a:rPr lang="en-US" dirty="0" err="1"/>
              <a:t>erat</a:t>
            </a:r>
            <a:r>
              <a:rPr lang="en-US" dirty="0"/>
              <a:t> </a:t>
            </a:r>
            <a:r>
              <a:rPr lang="en-US" dirty="0" err="1"/>
              <a:t>imperdiet</a:t>
            </a:r>
            <a:r>
              <a:rPr lang="en-US" dirty="0"/>
              <a:t> </a:t>
            </a:r>
            <a:r>
              <a:rPr lang="en-US" dirty="0" err="1"/>
              <a:t>sed</a:t>
            </a:r>
            <a:r>
              <a:rPr lang="en-US" dirty="0"/>
              <a:t> </a:t>
            </a:r>
            <a:r>
              <a:rPr lang="en-US" dirty="0" err="1"/>
              <a:t>euismod</a:t>
            </a:r>
            <a:r>
              <a:rPr lang="en-US" dirty="0"/>
              <a:t>. In </a:t>
            </a:r>
            <a:r>
              <a:rPr lang="en-US" dirty="0" err="1"/>
              <a:t>egestas</a:t>
            </a:r>
            <a:r>
              <a:rPr lang="en-US" dirty="0"/>
              <a:t> </a:t>
            </a:r>
            <a:r>
              <a:rPr lang="en-US" dirty="0" err="1"/>
              <a:t>erat</a:t>
            </a:r>
            <a:r>
              <a:rPr lang="en-US" dirty="0"/>
              <a:t> </a:t>
            </a:r>
            <a:r>
              <a:rPr lang="en-US" dirty="0" err="1"/>
              <a:t>imperdiet</a:t>
            </a:r>
            <a:r>
              <a:rPr lang="en-US" dirty="0"/>
              <a:t> </a:t>
            </a:r>
            <a:r>
              <a:rPr lang="en-US" dirty="0" err="1"/>
              <a:t>sed</a:t>
            </a:r>
            <a:r>
              <a:rPr lang="en-US" dirty="0"/>
              <a:t> </a:t>
            </a:r>
            <a:r>
              <a:rPr lang="en-US" dirty="0" err="1"/>
              <a:t>euismod</a:t>
            </a:r>
            <a:r>
              <a:rPr lang="en-US" dirty="0"/>
              <a:t> nisi porta lorem. </a:t>
            </a:r>
            <a:r>
              <a:rPr lang="en-US" dirty="0" err="1"/>
              <a:t>Fermentum</a:t>
            </a:r>
            <a:r>
              <a:rPr lang="en-US" dirty="0"/>
              <a:t> et </a:t>
            </a:r>
            <a:r>
              <a:rPr lang="en-US" dirty="0" err="1"/>
              <a:t>sollicitudin</a:t>
            </a:r>
            <a:r>
              <a:rPr lang="en-US" dirty="0"/>
              <a:t> ac </a:t>
            </a:r>
            <a:r>
              <a:rPr lang="en-US" dirty="0" err="1"/>
              <a:t>orci</a:t>
            </a:r>
            <a:r>
              <a:rPr lang="en-US" dirty="0"/>
              <a:t> </a:t>
            </a:r>
            <a:r>
              <a:rPr lang="en-US" dirty="0" err="1"/>
              <a:t>phasellus</a:t>
            </a:r>
            <a:r>
              <a:rPr lang="en-US" dirty="0"/>
              <a:t> </a:t>
            </a:r>
            <a:r>
              <a:rPr lang="en-US" dirty="0" err="1"/>
              <a:t>egestas</a:t>
            </a:r>
            <a:r>
              <a:rPr lang="en-US" dirty="0"/>
              <a:t> </a:t>
            </a:r>
            <a:r>
              <a:rPr lang="en-US" dirty="0" err="1"/>
              <a:t>tellus</a:t>
            </a:r>
            <a:r>
              <a:rPr lang="en-US" dirty="0"/>
              <a:t> </a:t>
            </a:r>
            <a:r>
              <a:rPr lang="en-US" dirty="0" err="1"/>
              <a:t>rutrum</a:t>
            </a:r>
            <a:r>
              <a:rPr lang="en-US" dirty="0"/>
              <a:t> </a:t>
            </a:r>
            <a:r>
              <a:rPr lang="en-US" dirty="0" err="1"/>
              <a:t>tellus</a:t>
            </a:r>
            <a:r>
              <a:rPr lang="en-US" dirty="0"/>
              <a:t>. </a:t>
            </a:r>
            <a:r>
              <a:rPr lang="en-US" dirty="0" err="1"/>
              <a:t>Nec</a:t>
            </a:r>
            <a:r>
              <a:rPr lang="en-US" dirty="0"/>
              <a:t> dui </a:t>
            </a:r>
            <a:r>
              <a:rPr lang="en-US" dirty="0" err="1"/>
              <a:t>nunc</a:t>
            </a:r>
            <a:r>
              <a:rPr lang="en-US" dirty="0"/>
              <a:t> </a:t>
            </a:r>
            <a:r>
              <a:rPr lang="en-US" dirty="0" err="1"/>
              <a:t>mattis</a:t>
            </a:r>
            <a:r>
              <a:rPr lang="en-US" dirty="0"/>
              <a:t> </a:t>
            </a:r>
            <a:r>
              <a:rPr lang="en-US" dirty="0" err="1"/>
              <a:t>enim</a:t>
            </a:r>
            <a:r>
              <a:rPr lang="en-US" dirty="0"/>
              <a:t>. </a:t>
            </a:r>
            <a:r>
              <a:rPr lang="en-US" dirty="0" err="1"/>
              <a:t>Nisl</a:t>
            </a:r>
            <a:r>
              <a:rPr lang="en-US" dirty="0"/>
              <a:t> </a:t>
            </a:r>
            <a:r>
              <a:rPr lang="en-US" dirty="0" err="1"/>
              <a:t>condimentum</a:t>
            </a:r>
            <a:r>
              <a:rPr lang="en-US" dirty="0"/>
              <a:t> id </a:t>
            </a:r>
            <a:r>
              <a:rPr lang="en-US" dirty="0" err="1"/>
              <a:t>venenatis</a:t>
            </a:r>
            <a:r>
              <a:rPr lang="en-US" dirty="0"/>
              <a:t> a </a:t>
            </a:r>
            <a:r>
              <a:rPr lang="en-US" dirty="0" err="1"/>
              <a:t>condimentum</a:t>
            </a:r>
            <a:r>
              <a:rPr lang="en-US" dirty="0"/>
              <a:t>. Non </a:t>
            </a:r>
            <a:r>
              <a:rPr lang="en-US" dirty="0" err="1"/>
              <a:t>enim</a:t>
            </a:r>
            <a:r>
              <a:rPr lang="en-US" dirty="0"/>
              <a:t> </a:t>
            </a:r>
            <a:r>
              <a:rPr lang="en-US" dirty="0" err="1"/>
              <a:t>praesent</a:t>
            </a:r>
            <a:r>
              <a:rPr lang="en-US" dirty="0"/>
              <a:t> </a:t>
            </a:r>
            <a:r>
              <a:rPr lang="en-US" dirty="0" err="1"/>
              <a:t>elementum</a:t>
            </a:r>
            <a:r>
              <a:rPr lang="en-US" dirty="0"/>
              <a:t> </a:t>
            </a:r>
            <a:r>
              <a:rPr lang="en-US" dirty="0" err="1"/>
              <a:t>facilisis</a:t>
            </a:r>
            <a:r>
              <a:rPr lang="en-US" dirty="0"/>
              <a:t> </a:t>
            </a:r>
            <a:r>
              <a:rPr lang="en-US" dirty="0" err="1"/>
              <a:t>leo</a:t>
            </a:r>
            <a:r>
              <a:rPr lang="en-US" dirty="0"/>
              <a:t> </a:t>
            </a:r>
            <a:r>
              <a:rPr lang="en-US" dirty="0" err="1"/>
              <a:t>vel</a:t>
            </a:r>
            <a:r>
              <a:rPr lang="en-US" dirty="0"/>
              <a:t> </a:t>
            </a:r>
            <a:r>
              <a:rPr lang="en-US" dirty="0" err="1"/>
              <a:t>fringilla</a:t>
            </a:r>
            <a:r>
              <a:rPr lang="en-US" dirty="0"/>
              <a:t> </a:t>
            </a:r>
            <a:r>
              <a:rPr lang="en-US" dirty="0" err="1"/>
              <a:t>est</a:t>
            </a:r>
            <a:r>
              <a:rPr lang="en-US" dirty="0"/>
              <a:t> </a:t>
            </a:r>
            <a:r>
              <a:rPr lang="en-US" dirty="0" err="1"/>
              <a:t>ullamcorper</a:t>
            </a:r>
            <a:r>
              <a:rPr lang="en-US" dirty="0"/>
              <a:t>.</a:t>
            </a:r>
          </a:p>
        </p:txBody>
      </p:sp>
      <p:sp>
        <p:nvSpPr>
          <p:cNvPr id="13" name="Footer">
            <a:extLst>
              <a:ext uri="{FF2B5EF4-FFF2-40B4-BE49-F238E27FC236}">
                <a16:creationId xmlns:a16="http://schemas.microsoft.com/office/drawing/2014/main" id="{C32D58F0-8CFB-431E-8C5F-ADDA41A34DC5}"/>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Tree>
    <p:extLst>
      <p:ext uri="{BB962C8B-B14F-4D97-AF65-F5344CB8AC3E}">
        <p14:creationId xmlns:p14="http://schemas.microsoft.com/office/powerpoint/2010/main" val="175900738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wo Content Comparison with Tabl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9" name="Text Placeholder 5">
            <a:extLst>
              <a:ext uri="{FF2B5EF4-FFF2-40B4-BE49-F238E27FC236}">
                <a16:creationId xmlns:a16="http://schemas.microsoft.com/office/drawing/2014/main" id="{1542E2FD-95B9-4097-A050-23445A4F14AF}"/>
              </a:ext>
            </a:extLst>
          </p:cNvPr>
          <p:cNvSpPr>
            <a:spLocks noGrp="1"/>
          </p:cNvSpPr>
          <p:nvPr>
            <p:ph type="body" sz="quarter" idx="21" hasCustomPrompt="1"/>
          </p:nvPr>
        </p:nvSpPr>
        <p:spPr>
          <a:xfrm>
            <a:off x="743575" y="1486867"/>
            <a:ext cx="5200024" cy="349023"/>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4" name="Text Placeholder 3"/>
          <p:cNvSpPr>
            <a:spLocks noGrp="1"/>
          </p:cNvSpPr>
          <p:nvPr>
            <p:ph type="body" sz="quarter" idx="15" hasCustomPrompt="1"/>
          </p:nvPr>
        </p:nvSpPr>
        <p:spPr>
          <a:xfrm>
            <a:off x="743576" y="1926330"/>
            <a:ext cx="5200024" cy="3562595"/>
          </a:xfrm>
        </p:spPr>
        <p:txBody>
          <a:bodyPr>
            <a:normAutofit/>
          </a:bodyPr>
          <a:lstStyle>
            <a:lvl1pPr marL="0" indent="0">
              <a:lnSpc>
                <a:spcPct val="100000"/>
              </a:lnSpc>
              <a:spcBef>
                <a:spcPts val="600"/>
              </a:spcBef>
              <a:buClr>
                <a:srgbClr val="004A78"/>
              </a:buClr>
              <a:buFont typeface="Arial" charset="0"/>
              <a:buNone/>
              <a:defRPr sz="1800">
                <a:solidFill>
                  <a:srgbClr val="000000"/>
                </a:solidFill>
              </a:defRPr>
            </a:lvl1pPr>
            <a:lvl2pPr marL="457200" indent="0">
              <a:buClr>
                <a:srgbClr val="004A78"/>
              </a:buClr>
              <a:buFont typeface="Arial" charset="0"/>
              <a:buNone/>
              <a:defRPr sz="1800">
                <a:solidFill>
                  <a:srgbClr val="000000"/>
                </a:solidFill>
              </a:defRPr>
            </a:lvl2pPr>
            <a:lvl3pPr marL="1143000" indent="-228600">
              <a:buClr>
                <a:srgbClr val="004A78"/>
              </a:buClr>
              <a:buFont typeface="Arial" charset="0"/>
              <a:buChar char="•"/>
              <a:defRPr sz="1800">
                <a:solidFill>
                  <a:srgbClr val="000000"/>
                </a:solidFill>
              </a:defRPr>
            </a:lvl3pPr>
            <a:lvl4pPr marL="1600200" indent="-228600">
              <a:buClr>
                <a:srgbClr val="004A78"/>
              </a:buClr>
              <a:buFont typeface="Arial" charset="0"/>
              <a:buChar char="•"/>
              <a:defRPr sz="1800">
                <a:solidFill>
                  <a:srgbClr val="000000"/>
                </a:solidFill>
              </a:defRPr>
            </a:lvl4pPr>
            <a:lvl5pPr marL="2057400" indent="-228600">
              <a:buClr>
                <a:srgbClr val="004A78"/>
              </a:buClr>
              <a:buFont typeface="Arial" charset="0"/>
              <a:buChar char="•"/>
              <a:defRPr sz="1800">
                <a:solidFill>
                  <a:srgbClr val="000000"/>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Massa </a:t>
            </a:r>
            <a:r>
              <a:rPr lang="en-US" dirty="0" err="1"/>
              <a:t>tempor</a:t>
            </a:r>
            <a:r>
              <a:rPr lang="en-US" dirty="0"/>
              <a:t> </a:t>
            </a:r>
            <a:r>
              <a:rPr lang="en-US" dirty="0" err="1"/>
              <a:t>nec</a:t>
            </a:r>
            <a:r>
              <a:rPr lang="en-US" dirty="0"/>
              <a:t> </a:t>
            </a:r>
            <a:r>
              <a:rPr lang="en-US" dirty="0" err="1"/>
              <a:t>feugiat</a:t>
            </a:r>
            <a:r>
              <a:rPr lang="en-US" dirty="0"/>
              <a:t> </a:t>
            </a:r>
            <a:r>
              <a:rPr lang="en-US" dirty="0" err="1"/>
              <a:t>nisl</a:t>
            </a:r>
            <a:r>
              <a:rPr lang="en-US" dirty="0"/>
              <a:t> </a:t>
            </a:r>
            <a:r>
              <a:rPr lang="en-US" dirty="0" err="1"/>
              <a:t>pretium</a:t>
            </a:r>
            <a:r>
              <a:rPr lang="en-US" dirty="0"/>
              <a:t> </a:t>
            </a:r>
            <a:r>
              <a:rPr lang="en-US" dirty="0" err="1"/>
              <a:t>fusce</a:t>
            </a:r>
            <a:r>
              <a:rPr lang="en-US" dirty="0"/>
              <a:t> id </a:t>
            </a:r>
            <a:r>
              <a:rPr lang="en-US" dirty="0" err="1"/>
              <a:t>velit</a:t>
            </a:r>
            <a:r>
              <a:rPr lang="en-US" dirty="0"/>
              <a:t>. </a:t>
            </a:r>
            <a:r>
              <a:rPr lang="en-US" dirty="0" err="1"/>
              <a:t>Amet</a:t>
            </a:r>
            <a:r>
              <a:rPr lang="en-US" dirty="0"/>
              <a:t> </a:t>
            </a:r>
            <a:r>
              <a:rPr lang="en-US" dirty="0" err="1"/>
              <a:t>est</a:t>
            </a:r>
            <a:r>
              <a:rPr lang="en-US" dirty="0"/>
              <a:t> </a:t>
            </a:r>
            <a:r>
              <a:rPr lang="en-US" dirty="0" err="1"/>
              <a:t>placerat</a:t>
            </a:r>
            <a:r>
              <a:rPr lang="en-US" dirty="0"/>
              <a:t> in </a:t>
            </a:r>
            <a:r>
              <a:rPr lang="en-US" dirty="0" err="1"/>
              <a:t>egestas</a:t>
            </a:r>
            <a:r>
              <a:rPr lang="en-US" dirty="0"/>
              <a:t> </a:t>
            </a:r>
            <a:r>
              <a:rPr lang="en-US" dirty="0" err="1"/>
              <a:t>erat</a:t>
            </a:r>
            <a:r>
              <a:rPr lang="en-US" dirty="0"/>
              <a:t> </a:t>
            </a:r>
            <a:r>
              <a:rPr lang="en-US" dirty="0" err="1"/>
              <a:t>imperdiet</a:t>
            </a:r>
            <a:r>
              <a:rPr lang="en-US" dirty="0"/>
              <a:t> </a:t>
            </a:r>
            <a:r>
              <a:rPr lang="en-US" dirty="0" err="1"/>
              <a:t>sed</a:t>
            </a:r>
            <a:r>
              <a:rPr lang="en-US" dirty="0"/>
              <a:t> </a:t>
            </a:r>
            <a:r>
              <a:rPr lang="en-US" dirty="0" err="1"/>
              <a:t>euismod</a:t>
            </a:r>
            <a:r>
              <a:rPr lang="en-US" dirty="0"/>
              <a:t>. In </a:t>
            </a:r>
            <a:r>
              <a:rPr lang="en-US" dirty="0" err="1"/>
              <a:t>egestas</a:t>
            </a:r>
            <a:r>
              <a:rPr lang="en-US" dirty="0"/>
              <a:t> </a:t>
            </a:r>
            <a:r>
              <a:rPr lang="en-US" dirty="0" err="1"/>
              <a:t>erat</a:t>
            </a:r>
            <a:r>
              <a:rPr lang="en-US" dirty="0"/>
              <a:t> </a:t>
            </a:r>
            <a:r>
              <a:rPr lang="en-US" dirty="0" err="1"/>
              <a:t>imperdiet</a:t>
            </a:r>
            <a:r>
              <a:rPr lang="en-US" dirty="0"/>
              <a:t> </a:t>
            </a:r>
            <a:r>
              <a:rPr lang="en-US" dirty="0" err="1"/>
              <a:t>sed</a:t>
            </a:r>
            <a:r>
              <a:rPr lang="en-US" dirty="0"/>
              <a:t> </a:t>
            </a:r>
            <a:r>
              <a:rPr lang="en-US" dirty="0" err="1"/>
              <a:t>euismod</a:t>
            </a:r>
            <a:r>
              <a:rPr lang="en-US" dirty="0"/>
              <a:t> nisi porta lorem. </a:t>
            </a:r>
            <a:r>
              <a:rPr lang="en-US" dirty="0" err="1"/>
              <a:t>Fermentum</a:t>
            </a:r>
            <a:r>
              <a:rPr lang="en-US" dirty="0"/>
              <a:t> et </a:t>
            </a:r>
            <a:r>
              <a:rPr lang="en-US" dirty="0" err="1"/>
              <a:t>sollicitudin</a:t>
            </a:r>
            <a:r>
              <a:rPr lang="en-US" dirty="0"/>
              <a:t> ac </a:t>
            </a:r>
            <a:r>
              <a:rPr lang="en-US" dirty="0" err="1"/>
              <a:t>orci</a:t>
            </a:r>
            <a:r>
              <a:rPr lang="en-US" dirty="0"/>
              <a:t> </a:t>
            </a:r>
            <a:r>
              <a:rPr lang="en-US" dirty="0" err="1"/>
              <a:t>phasellus</a:t>
            </a:r>
            <a:r>
              <a:rPr lang="en-US" dirty="0"/>
              <a:t> </a:t>
            </a:r>
            <a:r>
              <a:rPr lang="en-US" dirty="0" err="1"/>
              <a:t>egestas</a:t>
            </a:r>
            <a:r>
              <a:rPr lang="en-US" dirty="0"/>
              <a:t> </a:t>
            </a:r>
            <a:r>
              <a:rPr lang="en-US" dirty="0" err="1"/>
              <a:t>tellus</a:t>
            </a:r>
            <a:r>
              <a:rPr lang="en-US" dirty="0"/>
              <a:t> </a:t>
            </a:r>
            <a:r>
              <a:rPr lang="en-US" dirty="0" err="1"/>
              <a:t>rutrum</a:t>
            </a:r>
            <a:r>
              <a:rPr lang="en-US" dirty="0"/>
              <a:t> </a:t>
            </a:r>
            <a:r>
              <a:rPr lang="en-US" dirty="0" err="1"/>
              <a:t>tellus</a:t>
            </a:r>
            <a:r>
              <a:rPr lang="en-US" dirty="0"/>
              <a:t>. </a:t>
            </a:r>
            <a:r>
              <a:rPr lang="en-US" dirty="0" err="1"/>
              <a:t>Nec</a:t>
            </a:r>
            <a:r>
              <a:rPr lang="en-US" dirty="0"/>
              <a:t> dui </a:t>
            </a:r>
            <a:r>
              <a:rPr lang="en-US" dirty="0" err="1"/>
              <a:t>nunc</a:t>
            </a:r>
            <a:r>
              <a:rPr lang="en-US" dirty="0"/>
              <a:t> </a:t>
            </a:r>
            <a:r>
              <a:rPr lang="en-US" dirty="0" err="1"/>
              <a:t>mattis</a:t>
            </a:r>
            <a:r>
              <a:rPr lang="en-US" dirty="0"/>
              <a:t> </a:t>
            </a:r>
            <a:r>
              <a:rPr lang="en-US" dirty="0" err="1"/>
              <a:t>enim</a:t>
            </a:r>
            <a:r>
              <a:rPr lang="en-US" dirty="0"/>
              <a:t>. </a:t>
            </a:r>
            <a:r>
              <a:rPr lang="en-US" dirty="0" err="1"/>
              <a:t>Nisl</a:t>
            </a:r>
            <a:r>
              <a:rPr lang="en-US" dirty="0"/>
              <a:t> </a:t>
            </a:r>
            <a:r>
              <a:rPr lang="en-US" dirty="0" err="1"/>
              <a:t>condimentum</a:t>
            </a:r>
            <a:r>
              <a:rPr lang="en-US" dirty="0"/>
              <a:t> id </a:t>
            </a:r>
            <a:r>
              <a:rPr lang="en-US" dirty="0" err="1"/>
              <a:t>venenatis</a:t>
            </a:r>
            <a:r>
              <a:rPr lang="en-US" dirty="0"/>
              <a:t> a </a:t>
            </a:r>
            <a:r>
              <a:rPr lang="en-US" dirty="0" err="1"/>
              <a:t>condimentum</a:t>
            </a:r>
            <a:r>
              <a:rPr lang="en-US" dirty="0"/>
              <a:t>. Non </a:t>
            </a:r>
            <a:r>
              <a:rPr lang="en-US" dirty="0" err="1"/>
              <a:t>enim</a:t>
            </a:r>
            <a:r>
              <a:rPr lang="en-US" dirty="0"/>
              <a:t> </a:t>
            </a:r>
            <a:r>
              <a:rPr lang="en-US" dirty="0" err="1"/>
              <a:t>praesent</a:t>
            </a:r>
            <a:r>
              <a:rPr lang="en-US" dirty="0"/>
              <a:t> </a:t>
            </a:r>
            <a:r>
              <a:rPr lang="en-US" dirty="0" err="1"/>
              <a:t>elementum</a:t>
            </a:r>
            <a:r>
              <a:rPr lang="en-US" dirty="0"/>
              <a:t> </a:t>
            </a:r>
            <a:r>
              <a:rPr lang="en-US" dirty="0" err="1"/>
              <a:t>facilisis</a:t>
            </a:r>
            <a:r>
              <a:rPr lang="en-US" dirty="0"/>
              <a:t> </a:t>
            </a:r>
            <a:r>
              <a:rPr lang="en-US" dirty="0" err="1"/>
              <a:t>leo</a:t>
            </a:r>
            <a:r>
              <a:rPr lang="en-US" dirty="0"/>
              <a:t> vel </a:t>
            </a:r>
            <a:r>
              <a:rPr lang="en-US" dirty="0" err="1"/>
              <a:t>fringilla</a:t>
            </a:r>
            <a:r>
              <a:rPr lang="en-US" dirty="0"/>
              <a:t> </a:t>
            </a:r>
            <a:r>
              <a:rPr lang="en-US" dirty="0" err="1"/>
              <a:t>est</a:t>
            </a:r>
            <a:r>
              <a:rPr lang="en-US" dirty="0"/>
              <a:t> </a:t>
            </a:r>
            <a:r>
              <a:rPr lang="en-US" dirty="0" err="1"/>
              <a:t>ullamcorper</a:t>
            </a:r>
            <a:r>
              <a:rPr lang="en-US" dirty="0"/>
              <a:t>.</a:t>
            </a:r>
          </a:p>
        </p:txBody>
      </p:sp>
      <p:sp>
        <p:nvSpPr>
          <p:cNvPr id="11" name="Text Placeholder 5">
            <a:extLst>
              <a:ext uri="{FF2B5EF4-FFF2-40B4-BE49-F238E27FC236}">
                <a16:creationId xmlns:a16="http://schemas.microsoft.com/office/drawing/2014/main" id="{0AC24C91-37E1-4B91-8D52-7CF491B0013E}"/>
              </a:ext>
            </a:extLst>
          </p:cNvPr>
          <p:cNvSpPr>
            <a:spLocks noGrp="1"/>
          </p:cNvSpPr>
          <p:nvPr>
            <p:ph type="body" sz="quarter" idx="22" hasCustomPrompt="1"/>
          </p:nvPr>
        </p:nvSpPr>
        <p:spPr>
          <a:xfrm>
            <a:off x="6122680" y="1486866"/>
            <a:ext cx="5200024" cy="349023"/>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14" name="Text Placeholder 3"/>
          <p:cNvSpPr>
            <a:spLocks noGrp="1"/>
          </p:cNvSpPr>
          <p:nvPr>
            <p:ph type="body" sz="quarter" idx="18" hasCustomPrompt="1"/>
          </p:nvPr>
        </p:nvSpPr>
        <p:spPr>
          <a:xfrm>
            <a:off x="6122680" y="1926331"/>
            <a:ext cx="5200024" cy="1809241"/>
          </a:xfrm>
        </p:spPr>
        <p:txBody>
          <a:bodyPr>
            <a:normAutofit/>
          </a:bodyPr>
          <a:lstStyle>
            <a:lvl1pPr>
              <a:lnSpc>
                <a:spcPct val="100000"/>
              </a:lnSpc>
              <a:spcBef>
                <a:spcPts val="600"/>
              </a:spcBef>
              <a:buClr>
                <a:srgbClr val="004A78"/>
              </a:buClr>
              <a:defRPr sz="1800">
                <a:solidFill>
                  <a:srgbClr val="000000"/>
                </a:solidFill>
              </a:defRPr>
            </a:lvl1pPr>
            <a:lvl2pPr marL="685800" indent="-228600">
              <a:buClr>
                <a:srgbClr val="004A78"/>
              </a:buClr>
              <a:buFontTx/>
              <a:buChar char="‒"/>
              <a:defRPr sz="1800">
                <a:solidFill>
                  <a:srgbClr val="000000"/>
                </a:solidFill>
              </a:defRPr>
            </a:lvl2pPr>
            <a:lvl3pPr>
              <a:buClr>
                <a:srgbClr val="004A78"/>
              </a:buClr>
              <a:defRPr sz="1800">
                <a:solidFill>
                  <a:srgbClr val="000000"/>
                </a:solidFill>
              </a:defRPr>
            </a:lvl3pPr>
            <a:lvl4pPr>
              <a:buClr>
                <a:srgbClr val="004A78"/>
              </a:buClr>
              <a:defRPr sz="1800">
                <a:solidFill>
                  <a:srgbClr val="000000"/>
                </a:solidFill>
              </a:defRPr>
            </a:lvl4pPr>
            <a:lvl5pPr>
              <a:buClr>
                <a:srgbClr val="004A78"/>
              </a:buClr>
              <a:defRPr sz="1800">
                <a:solidFill>
                  <a:srgbClr val="000000"/>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p>
          <a:p>
            <a:pPr lvl="0"/>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Massa </a:t>
            </a:r>
            <a:r>
              <a:rPr lang="en-US" dirty="0" err="1"/>
              <a:t>tempor</a:t>
            </a:r>
            <a:r>
              <a:rPr lang="en-US" dirty="0"/>
              <a:t> </a:t>
            </a:r>
            <a:r>
              <a:rPr lang="en-US" dirty="0" err="1"/>
              <a:t>nec</a:t>
            </a:r>
            <a:r>
              <a:rPr lang="en-US" dirty="0"/>
              <a:t> </a:t>
            </a:r>
            <a:r>
              <a:rPr lang="en-US" dirty="0" err="1"/>
              <a:t>feugiat</a:t>
            </a:r>
            <a:r>
              <a:rPr lang="en-US" dirty="0"/>
              <a:t> </a:t>
            </a:r>
            <a:r>
              <a:rPr lang="en-US" dirty="0" err="1"/>
              <a:t>nisl</a:t>
            </a:r>
            <a:r>
              <a:rPr lang="en-US" dirty="0"/>
              <a:t> </a:t>
            </a:r>
            <a:r>
              <a:rPr lang="en-US" dirty="0" err="1"/>
              <a:t>pretium</a:t>
            </a:r>
            <a:r>
              <a:rPr lang="en-US" dirty="0"/>
              <a:t> </a:t>
            </a:r>
            <a:r>
              <a:rPr lang="en-US" dirty="0" err="1"/>
              <a:t>fusce</a:t>
            </a:r>
            <a:r>
              <a:rPr lang="en-US" dirty="0"/>
              <a:t> id </a:t>
            </a:r>
            <a:r>
              <a:rPr lang="en-US" dirty="0" err="1"/>
              <a:t>velit</a:t>
            </a:r>
            <a:r>
              <a:rPr lang="en-US" dirty="0"/>
              <a:t>. </a:t>
            </a:r>
          </a:p>
        </p:txBody>
      </p:sp>
      <p:sp>
        <p:nvSpPr>
          <p:cNvPr id="13" name="Footer">
            <a:extLst>
              <a:ext uri="{FF2B5EF4-FFF2-40B4-BE49-F238E27FC236}">
                <a16:creationId xmlns:a16="http://schemas.microsoft.com/office/drawing/2014/main" id="{C32D58F0-8CFB-431E-8C5F-ADDA41A34DC5}"/>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
        <p:nvSpPr>
          <p:cNvPr id="5" name="Table Placeholder 4">
            <a:extLst>
              <a:ext uri="{FF2B5EF4-FFF2-40B4-BE49-F238E27FC236}">
                <a16:creationId xmlns:a16="http://schemas.microsoft.com/office/drawing/2014/main" id="{669B0CE8-551A-4D26-B868-2B7B38256262}"/>
              </a:ext>
            </a:extLst>
          </p:cNvPr>
          <p:cNvSpPr>
            <a:spLocks noGrp="1"/>
          </p:cNvSpPr>
          <p:nvPr>
            <p:ph type="tbl" sz="quarter" idx="23"/>
          </p:nvPr>
        </p:nvSpPr>
        <p:spPr>
          <a:xfrm>
            <a:off x="6122988" y="3933825"/>
            <a:ext cx="5230812" cy="1555750"/>
          </a:xfrm>
        </p:spPr>
        <p:txBody>
          <a:bodyPr/>
          <a:lstStyle/>
          <a:p>
            <a:endParaRPr lang="en-US"/>
          </a:p>
        </p:txBody>
      </p:sp>
    </p:spTree>
    <p:extLst>
      <p:ext uri="{BB962C8B-B14F-4D97-AF65-F5344CB8AC3E}">
        <p14:creationId xmlns:p14="http://schemas.microsoft.com/office/powerpoint/2010/main" val="106673003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_Two Content Comparison with Tabl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9" name="Text Placeholder 5">
            <a:extLst>
              <a:ext uri="{FF2B5EF4-FFF2-40B4-BE49-F238E27FC236}">
                <a16:creationId xmlns:a16="http://schemas.microsoft.com/office/drawing/2014/main" id="{1542E2FD-95B9-4097-A050-23445A4F14AF}"/>
              </a:ext>
            </a:extLst>
          </p:cNvPr>
          <p:cNvSpPr>
            <a:spLocks noGrp="1"/>
          </p:cNvSpPr>
          <p:nvPr>
            <p:ph type="body" sz="quarter" idx="21" hasCustomPrompt="1"/>
          </p:nvPr>
        </p:nvSpPr>
        <p:spPr>
          <a:xfrm>
            <a:off x="743575" y="1486867"/>
            <a:ext cx="5200024" cy="292315"/>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4" name="Text Placeholder 3"/>
          <p:cNvSpPr>
            <a:spLocks noGrp="1"/>
          </p:cNvSpPr>
          <p:nvPr>
            <p:ph type="body" sz="quarter" idx="15" hasCustomPrompt="1"/>
          </p:nvPr>
        </p:nvSpPr>
        <p:spPr>
          <a:xfrm>
            <a:off x="743576" y="1926331"/>
            <a:ext cx="5200024" cy="1809242"/>
          </a:xfrm>
        </p:spPr>
        <p:txBody>
          <a:bodyPr>
            <a:normAutofit/>
          </a:bodyPr>
          <a:lstStyle>
            <a:lvl1pPr marL="0" indent="0">
              <a:buClr>
                <a:srgbClr val="004A78"/>
              </a:buClr>
              <a:buFont typeface="Arial" charset="0"/>
              <a:buNone/>
              <a:defRPr sz="1800">
                <a:solidFill>
                  <a:srgbClr val="000000"/>
                </a:solidFill>
              </a:defRPr>
            </a:lvl1pPr>
            <a:lvl2pPr marL="457200" indent="0">
              <a:buClr>
                <a:srgbClr val="004A78"/>
              </a:buClr>
              <a:buFont typeface="Arial" charset="0"/>
              <a:buNone/>
              <a:defRPr sz="1800">
                <a:solidFill>
                  <a:srgbClr val="000000"/>
                </a:solidFill>
              </a:defRPr>
            </a:lvl2pPr>
            <a:lvl3pPr marL="1143000" indent="-228600">
              <a:buClr>
                <a:srgbClr val="004A78"/>
              </a:buClr>
              <a:buFont typeface="Arial" charset="0"/>
              <a:buChar char="•"/>
              <a:defRPr sz="1800">
                <a:solidFill>
                  <a:srgbClr val="000000"/>
                </a:solidFill>
              </a:defRPr>
            </a:lvl3pPr>
            <a:lvl4pPr marL="1600200" indent="-228600">
              <a:buClr>
                <a:srgbClr val="004A78"/>
              </a:buClr>
              <a:buFont typeface="Arial" charset="0"/>
              <a:buChar char="•"/>
              <a:defRPr sz="1800">
                <a:solidFill>
                  <a:srgbClr val="000000"/>
                </a:solidFill>
              </a:defRPr>
            </a:lvl4pPr>
            <a:lvl5pPr marL="2057400" indent="-228600">
              <a:buClr>
                <a:srgbClr val="004A78"/>
              </a:buClr>
              <a:buFont typeface="Arial" charset="0"/>
              <a:buChar char="•"/>
              <a:defRPr sz="1800">
                <a:solidFill>
                  <a:srgbClr val="000000"/>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Massa </a:t>
            </a:r>
            <a:r>
              <a:rPr lang="en-US" dirty="0" err="1"/>
              <a:t>tempor</a:t>
            </a:r>
            <a:r>
              <a:rPr lang="en-US" dirty="0"/>
              <a:t> </a:t>
            </a:r>
            <a:r>
              <a:rPr lang="en-US" dirty="0" err="1"/>
              <a:t>nec</a:t>
            </a:r>
            <a:r>
              <a:rPr lang="en-US" dirty="0"/>
              <a:t> </a:t>
            </a:r>
            <a:r>
              <a:rPr lang="en-US" dirty="0" err="1"/>
              <a:t>feugiat</a:t>
            </a:r>
            <a:r>
              <a:rPr lang="en-US" dirty="0"/>
              <a:t> </a:t>
            </a:r>
            <a:r>
              <a:rPr lang="en-US" dirty="0" err="1"/>
              <a:t>nisl</a:t>
            </a:r>
            <a:r>
              <a:rPr lang="en-US" dirty="0"/>
              <a:t> </a:t>
            </a:r>
            <a:r>
              <a:rPr lang="en-US" dirty="0" err="1"/>
              <a:t>pretium</a:t>
            </a:r>
            <a:r>
              <a:rPr lang="en-US" dirty="0"/>
              <a:t> </a:t>
            </a:r>
            <a:r>
              <a:rPr lang="en-US" dirty="0" err="1"/>
              <a:t>fusce</a:t>
            </a:r>
            <a:r>
              <a:rPr lang="en-US" dirty="0"/>
              <a:t> id </a:t>
            </a:r>
            <a:r>
              <a:rPr lang="en-US" dirty="0" err="1"/>
              <a:t>velit</a:t>
            </a:r>
            <a:r>
              <a:rPr lang="en-US" dirty="0"/>
              <a:t>. </a:t>
            </a:r>
            <a:r>
              <a:rPr lang="en-US" dirty="0" err="1"/>
              <a:t>Amet</a:t>
            </a:r>
            <a:r>
              <a:rPr lang="en-US" dirty="0"/>
              <a:t> </a:t>
            </a:r>
            <a:r>
              <a:rPr lang="en-US" dirty="0" err="1"/>
              <a:t>est</a:t>
            </a:r>
            <a:r>
              <a:rPr lang="en-US" dirty="0"/>
              <a:t> </a:t>
            </a:r>
            <a:r>
              <a:rPr lang="en-US" dirty="0" err="1"/>
              <a:t>placerat</a:t>
            </a:r>
            <a:r>
              <a:rPr lang="en-US" dirty="0"/>
              <a:t> in </a:t>
            </a:r>
            <a:r>
              <a:rPr lang="en-US" dirty="0" err="1"/>
              <a:t>egestas</a:t>
            </a:r>
            <a:r>
              <a:rPr lang="en-US" dirty="0"/>
              <a:t> </a:t>
            </a:r>
            <a:r>
              <a:rPr lang="en-US" dirty="0" err="1"/>
              <a:t>erat</a:t>
            </a:r>
            <a:r>
              <a:rPr lang="en-US" dirty="0"/>
              <a:t> </a:t>
            </a:r>
            <a:r>
              <a:rPr lang="en-US" dirty="0" err="1"/>
              <a:t>imperdiet</a:t>
            </a:r>
            <a:r>
              <a:rPr lang="en-US" dirty="0"/>
              <a:t> sed </a:t>
            </a:r>
            <a:r>
              <a:rPr lang="en-US" dirty="0" err="1"/>
              <a:t>euismod</a:t>
            </a:r>
            <a:r>
              <a:rPr lang="en-US" dirty="0"/>
              <a:t>.</a:t>
            </a:r>
          </a:p>
        </p:txBody>
      </p:sp>
      <p:sp>
        <p:nvSpPr>
          <p:cNvPr id="11" name="Text Placeholder 5">
            <a:extLst>
              <a:ext uri="{FF2B5EF4-FFF2-40B4-BE49-F238E27FC236}">
                <a16:creationId xmlns:a16="http://schemas.microsoft.com/office/drawing/2014/main" id="{0AC24C91-37E1-4B91-8D52-7CF491B0013E}"/>
              </a:ext>
            </a:extLst>
          </p:cNvPr>
          <p:cNvSpPr>
            <a:spLocks noGrp="1"/>
          </p:cNvSpPr>
          <p:nvPr>
            <p:ph type="body" sz="quarter" idx="22" hasCustomPrompt="1"/>
          </p:nvPr>
        </p:nvSpPr>
        <p:spPr>
          <a:xfrm>
            <a:off x="6122680" y="1486867"/>
            <a:ext cx="5200024" cy="292316"/>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14" name="Text Placeholder 3"/>
          <p:cNvSpPr>
            <a:spLocks noGrp="1"/>
          </p:cNvSpPr>
          <p:nvPr>
            <p:ph type="body" sz="quarter" idx="18" hasCustomPrompt="1"/>
          </p:nvPr>
        </p:nvSpPr>
        <p:spPr>
          <a:xfrm>
            <a:off x="6122680" y="1926331"/>
            <a:ext cx="5200024" cy="1809241"/>
          </a:xfrm>
        </p:spPr>
        <p:txBody>
          <a:bodyPr>
            <a:normAutofit/>
          </a:bodyPr>
          <a:lstStyle>
            <a:lvl1pPr>
              <a:buClr>
                <a:srgbClr val="004A78"/>
              </a:buClr>
              <a:defRPr sz="1800">
                <a:solidFill>
                  <a:srgbClr val="000000"/>
                </a:solidFill>
              </a:defRPr>
            </a:lvl1pPr>
            <a:lvl2pPr marL="685800" indent="-228600">
              <a:buClr>
                <a:srgbClr val="004A78"/>
              </a:buClr>
              <a:buFontTx/>
              <a:buChar char="‒"/>
              <a:defRPr sz="1800">
                <a:solidFill>
                  <a:srgbClr val="000000"/>
                </a:solidFill>
              </a:defRPr>
            </a:lvl2pPr>
            <a:lvl3pPr>
              <a:buClr>
                <a:srgbClr val="004A78"/>
              </a:buClr>
              <a:defRPr sz="1800">
                <a:solidFill>
                  <a:srgbClr val="000000"/>
                </a:solidFill>
              </a:defRPr>
            </a:lvl3pPr>
            <a:lvl4pPr>
              <a:buClr>
                <a:srgbClr val="004A78"/>
              </a:buClr>
              <a:defRPr sz="1800">
                <a:solidFill>
                  <a:srgbClr val="000000"/>
                </a:solidFill>
              </a:defRPr>
            </a:lvl4pPr>
            <a:lvl5pPr>
              <a:buClr>
                <a:srgbClr val="004A78"/>
              </a:buClr>
              <a:defRPr sz="1800">
                <a:solidFill>
                  <a:srgbClr val="000000"/>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p>
          <a:p>
            <a:pPr lvl="0"/>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Massa </a:t>
            </a:r>
            <a:r>
              <a:rPr lang="en-US" dirty="0" err="1"/>
              <a:t>tempor</a:t>
            </a:r>
            <a:r>
              <a:rPr lang="en-US" dirty="0"/>
              <a:t> </a:t>
            </a:r>
            <a:r>
              <a:rPr lang="en-US" dirty="0" err="1"/>
              <a:t>nec</a:t>
            </a:r>
            <a:r>
              <a:rPr lang="en-US" dirty="0"/>
              <a:t> </a:t>
            </a:r>
            <a:r>
              <a:rPr lang="en-US" dirty="0" err="1"/>
              <a:t>feugiat</a:t>
            </a:r>
            <a:r>
              <a:rPr lang="en-US" dirty="0"/>
              <a:t> </a:t>
            </a:r>
            <a:r>
              <a:rPr lang="en-US" dirty="0" err="1"/>
              <a:t>nisl</a:t>
            </a:r>
            <a:r>
              <a:rPr lang="en-US" dirty="0"/>
              <a:t> </a:t>
            </a:r>
            <a:r>
              <a:rPr lang="en-US" dirty="0" err="1"/>
              <a:t>pretium</a:t>
            </a:r>
            <a:r>
              <a:rPr lang="en-US" dirty="0"/>
              <a:t> </a:t>
            </a:r>
            <a:r>
              <a:rPr lang="en-US" dirty="0" err="1"/>
              <a:t>fusce</a:t>
            </a:r>
            <a:r>
              <a:rPr lang="en-US" dirty="0"/>
              <a:t> id </a:t>
            </a:r>
            <a:r>
              <a:rPr lang="en-US" dirty="0" err="1"/>
              <a:t>velit</a:t>
            </a:r>
            <a:r>
              <a:rPr lang="en-US" dirty="0"/>
              <a:t>. </a:t>
            </a:r>
          </a:p>
        </p:txBody>
      </p:sp>
      <p:sp>
        <p:nvSpPr>
          <p:cNvPr id="13" name="Footer">
            <a:extLst>
              <a:ext uri="{FF2B5EF4-FFF2-40B4-BE49-F238E27FC236}">
                <a16:creationId xmlns:a16="http://schemas.microsoft.com/office/drawing/2014/main" id="{C32D58F0-8CFB-431E-8C5F-ADDA41A34DC5}"/>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
        <p:nvSpPr>
          <p:cNvPr id="5" name="Table Placeholder 4">
            <a:extLst>
              <a:ext uri="{FF2B5EF4-FFF2-40B4-BE49-F238E27FC236}">
                <a16:creationId xmlns:a16="http://schemas.microsoft.com/office/drawing/2014/main" id="{669B0CE8-551A-4D26-B868-2B7B38256262}"/>
              </a:ext>
            </a:extLst>
          </p:cNvPr>
          <p:cNvSpPr>
            <a:spLocks noGrp="1"/>
          </p:cNvSpPr>
          <p:nvPr>
            <p:ph type="tbl" sz="quarter" idx="23"/>
          </p:nvPr>
        </p:nvSpPr>
        <p:spPr>
          <a:xfrm>
            <a:off x="6122988" y="3848766"/>
            <a:ext cx="5230812" cy="1555750"/>
          </a:xfrm>
        </p:spPr>
        <p:txBody>
          <a:bodyPr/>
          <a:lstStyle/>
          <a:p>
            <a:endParaRPr lang="en-US"/>
          </a:p>
        </p:txBody>
      </p:sp>
      <p:sp>
        <p:nvSpPr>
          <p:cNvPr id="10" name="Table Placeholder 4">
            <a:extLst>
              <a:ext uri="{FF2B5EF4-FFF2-40B4-BE49-F238E27FC236}">
                <a16:creationId xmlns:a16="http://schemas.microsoft.com/office/drawing/2014/main" id="{BFBD6013-A996-47C7-87DD-3ACE6A10E002}"/>
              </a:ext>
            </a:extLst>
          </p:cNvPr>
          <p:cNvSpPr>
            <a:spLocks noGrp="1"/>
          </p:cNvSpPr>
          <p:nvPr>
            <p:ph type="tbl" sz="quarter" idx="24"/>
          </p:nvPr>
        </p:nvSpPr>
        <p:spPr>
          <a:xfrm>
            <a:off x="722312" y="3848769"/>
            <a:ext cx="5230812" cy="1555750"/>
          </a:xfrm>
        </p:spPr>
        <p:txBody>
          <a:bodyPr/>
          <a:lstStyle/>
          <a:p>
            <a:endParaRPr lang="en-US"/>
          </a:p>
        </p:txBody>
      </p:sp>
    </p:spTree>
    <p:extLst>
      <p:ext uri="{BB962C8B-B14F-4D97-AF65-F5344CB8AC3E}">
        <p14:creationId xmlns:p14="http://schemas.microsoft.com/office/powerpoint/2010/main" val="124324418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wo Content Comparison with Bottom Imag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9" name="Text Placeholder 5">
            <a:extLst>
              <a:ext uri="{FF2B5EF4-FFF2-40B4-BE49-F238E27FC236}">
                <a16:creationId xmlns:a16="http://schemas.microsoft.com/office/drawing/2014/main" id="{1542E2FD-95B9-4097-A050-23445A4F14AF}"/>
              </a:ext>
            </a:extLst>
          </p:cNvPr>
          <p:cNvSpPr>
            <a:spLocks noGrp="1"/>
          </p:cNvSpPr>
          <p:nvPr>
            <p:ph type="body" sz="quarter" idx="21" hasCustomPrompt="1"/>
          </p:nvPr>
        </p:nvSpPr>
        <p:spPr>
          <a:xfrm>
            <a:off x="743575" y="1406630"/>
            <a:ext cx="5200024" cy="362211"/>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4" name="Text Placeholder 3"/>
          <p:cNvSpPr>
            <a:spLocks noGrp="1"/>
          </p:cNvSpPr>
          <p:nvPr>
            <p:ph type="body" sz="quarter" idx="15" hasCustomPrompt="1"/>
          </p:nvPr>
        </p:nvSpPr>
        <p:spPr>
          <a:xfrm>
            <a:off x="743576" y="1843015"/>
            <a:ext cx="5200024" cy="2189339"/>
          </a:xfrm>
        </p:spPr>
        <p:txBody>
          <a:bodyPr>
            <a:normAutofit/>
          </a:bodyPr>
          <a:lstStyle>
            <a:lvl1pPr marL="0" indent="0">
              <a:buClr>
                <a:srgbClr val="004A78"/>
              </a:buClr>
              <a:buFont typeface="Arial" charset="0"/>
              <a:buNone/>
              <a:defRPr sz="1800">
                <a:solidFill>
                  <a:srgbClr val="000000"/>
                </a:solidFill>
              </a:defRPr>
            </a:lvl1pPr>
            <a:lvl2pPr marL="457200" indent="0">
              <a:buClr>
                <a:srgbClr val="004A78"/>
              </a:buClr>
              <a:buFont typeface="Arial" charset="0"/>
              <a:buNone/>
              <a:defRPr sz="1800">
                <a:solidFill>
                  <a:srgbClr val="000000"/>
                </a:solidFill>
              </a:defRPr>
            </a:lvl2pPr>
            <a:lvl3pPr marL="1143000" indent="-228600">
              <a:buClr>
                <a:srgbClr val="004A78"/>
              </a:buClr>
              <a:buFont typeface="Arial" charset="0"/>
              <a:buChar char="•"/>
              <a:defRPr sz="1800">
                <a:solidFill>
                  <a:srgbClr val="000000"/>
                </a:solidFill>
              </a:defRPr>
            </a:lvl3pPr>
            <a:lvl4pPr marL="1600200" indent="-228600">
              <a:buClr>
                <a:srgbClr val="004A78"/>
              </a:buClr>
              <a:buFont typeface="Arial" charset="0"/>
              <a:buChar char="•"/>
              <a:defRPr sz="1800">
                <a:solidFill>
                  <a:srgbClr val="000000"/>
                </a:solidFill>
              </a:defRPr>
            </a:lvl4pPr>
            <a:lvl5pPr marL="2057400" indent="-228600">
              <a:buClr>
                <a:srgbClr val="004A78"/>
              </a:buClr>
              <a:buFont typeface="Arial" charset="0"/>
              <a:buChar char="•"/>
              <a:defRPr sz="1800">
                <a:solidFill>
                  <a:srgbClr val="000000"/>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Massa </a:t>
            </a:r>
            <a:r>
              <a:rPr lang="en-US" dirty="0" err="1"/>
              <a:t>tempor</a:t>
            </a:r>
            <a:r>
              <a:rPr lang="en-US" dirty="0"/>
              <a:t> </a:t>
            </a:r>
            <a:r>
              <a:rPr lang="en-US" dirty="0" err="1"/>
              <a:t>nec</a:t>
            </a:r>
            <a:r>
              <a:rPr lang="en-US" dirty="0"/>
              <a:t> </a:t>
            </a:r>
            <a:r>
              <a:rPr lang="en-US" dirty="0" err="1"/>
              <a:t>feugiat</a:t>
            </a:r>
            <a:r>
              <a:rPr lang="en-US" dirty="0"/>
              <a:t> </a:t>
            </a:r>
            <a:r>
              <a:rPr lang="en-US" dirty="0" err="1"/>
              <a:t>nisl</a:t>
            </a:r>
            <a:r>
              <a:rPr lang="en-US" dirty="0"/>
              <a:t> </a:t>
            </a:r>
            <a:r>
              <a:rPr lang="en-US" dirty="0" err="1"/>
              <a:t>pretium</a:t>
            </a:r>
            <a:r>
              <a:rPr lang="en-US" dirty="0"/>
              <a:t> </a:t>
            </a:r>
            <a:r>
              <a:rPr lang="en-US" dirty="0" err="1"/>
              <a:t>fusce</a:t>
            </a:r>
            <a:r>
              <a:rPr lang="en-US" dirty="0"/>
              <a:t> id </a:t>
            </a:r>
            <a:r>
              <a:rPr lang="en-US" dirty="0" err="1"/>
              <a:t>velit</a:t>
            </a:r>
            <a:r>
              <a:rPr lang="en-US" dirty="0"/>
              <a:t>. </a:t>
            </a:r>
            <a:r>
              <a:rPr lang="en-US" dirty="0" err="1"/>
              <a:t>Amet</a:t>
            </a:r>
            <a:r>
              <a:rPr lang="en-US" dirty="0"/>
              <a:t> </a:t>
            </a:r>
            <a:r>
              <a:rPr lang="en-US" dirty="0" err="1"/>
              <a:t>est</a:t>
            </a:r>
            <a:r>
              <a:rPr lang="en-US" dirty="0"/>
              <a:t> </a:t>
            </a:r>
            <a:r>
              <a:rPr lang="en-US" dirty="0" err="1"/>
              <a:t>placerat</a:t>
            </a:r>
            <a:r>
              <a:rPr lang="en-US" dirty="0"/>
              <a:t> in </a:t>
            </a:r>
            <a:r>
              <a:rPr lang="en-US" dirty="0" err="1"/>
              <a:t>egestas</a:t>
            </a:r>
            <a:r>
              <a:rPr lang="en-US" dirty="0"/>
              <a:t> </a:t>
            </a:r>
            <a:r>
              <a:rPr lang="en-US" dirty="0" err="1"/>
              <a:t>erat</a:t>
            </a:r>
            <a:r>
              <a:rPr lang="en-US" dirty="0"/>
              <a:t> </a:t>
            </a:r>
            <a:r>
              <a:rPr lang="en-US" dirty="0" err="1"/>
              <a:t>imperdiet</a:t>
            </a:r>
            <a:r>
              <a:rPr lang="en-US" dirty="0"/>
              <a:t> </a:t>
            </a:r>
            <a:r>
              <a:rPr lang="en-US" dirty="0" err="1"/>
              <a:t>sed</a:t>
            </a:r>
            <a:r>
              <a:rPr lang="en-US" dirty="0"/>
              <a:t> </a:t>
            </a:r>
            <a:r>
              <a:rPr lang="en-US" dirty="0" err="1"/>
              <a:t>euismod</a:t>
            </a:r>
            <a:r>
              <a:rPr lang="en-US" dirty="0"/>
              <a:t>. In </a:t>
            </a:r>
            <a:r>
              <a:rPr lang="en-US" dirty="0" err="1"/>
              <a:t>egestas</a:t>
            </a:r>
            <a:r>
              <a:rPr lang="en-US" dirty="0"/>
              <a:t> </a:t>
            </a:r>
            <a:r>
              <a:rPr lang="en-US" dirty="0" err="1"/>
              <a:t>erat</a:t>
            </a:r>
            <a:r>
              <a:rPr lang="en-US" dirty="0"/>
              <a:t> </a:t>
            </a:r>
            <a:r>
              <a:rPr lang="en-US" dirty="0" err="1"/>
              <a:t>imperdiet</a:t>
            </a:r>
            <a:r>
              <a:rPr lang="en-US" dirty="0"/>
              <a:t> sed </a:t>
            </a:r>
            <a:r>
              <a:rPr lang="en-US" dirty="0" err="1"/>
              <a:t>euismod</a:t>
            </a:r>
            <a:r>
              <a:rPr lang="en-US" dirty="0"/>
              <a:t> nisi porta lorem.</a:t>
            </a:r>
          </a:p>
        </p:txBody>
      </p:sp>
      <p:sp>
        <p:nvSpPr>
          <p:cNvPr id="11" name="Text Placeholder 5">
            <a:extLst>
              <a:ext uri="{FF2B5EF4-FFF2-40B4-BE49-F238E27FC236}">
                <a16:creationId xmlns:a16="http://schemas.microsoft.com/office/drawing/2014/main" id="{0AC24C91-37E1-4B91-8D52-7CF491B0013E}"/>
              </a:ext>
            </a:extLst>
          </p:cNvPr>
          <p:cNvSpPr>
            <a:spLocks noGrp="1"/>
          </p:cNvSpPr>
          <p:nvPr>
            <p:ph type="body" sz="quarter" idx="22" hasCustomPrompt="1"/>
          </p:nvPr>
        </p:nvSpPr>
        <p:spPr>
          <a:xfrm>
            <a:off x="6122680" y="1406630"/>
            <a:ext cx="5200024" cy="362212"/>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14" name="Text Placeholder 3"/>
          <p:cNvSpPr>
            <a:spLocks noGrp="1"/>
          </p:cNvSpPr>
          <p:nvPr>
            <p:ph type="body" sz="quarter" idx="18" hasCustomPrompt="1"/>
          </p:nvPr>
        </p:nvSpPr>
        <p:spPr>
          <a:xfrm>
            <a:off x="6122680" y="1843015"/>
            <a:ext cx="5200024" cy="2189339"/>
          </a:xfrm>
        </p:spPr>
        <p:txBody>
          <a:bodyPr>
            <a:normAutofit/>
          </a:bodyPr>
          <a:lstStyle>
            <a:lvl1pPr>
              <a:buClr>
                <a:srgbClr val="004A78"/>
              </a:buClr>
              <a:defRPr sz="1800">
                <a:solidFill>
                  <a:srgbClr val="000000"/>
                </a:solidFill>
              </a:defRPr>
            </a:lvl1pPr>
            <a:lvl2pPr marL="685800" indent="-228600">
              <a:buClr>
                <a:srgbClr val="004A78"/>
              </a:buClr>
              <a:buFontTx/>
              <a:buChar char="‒"/>
              <a:defRPr sz="1800">
                <a:solidFill>
                  <a:srgbClr val="000000"/>
                </a:solidFill>
              </a:defRPr>
            </a:lvl2pPr>
            <a:lvl3pPr>
              <a:buClr>
                <a:srgbClr val="004A78"/>
              </a:buClr>
              <a:defRPr sz="1800">
                <a:solidFill>
                  <a:srgbClr val="000000"/>
                </a:solidFill>
              </a:defRPr>
            </a:lvl3pPr>
            <a:lvl4pPr>
              <a:buClr>
                <a:srgbClr val="004A78"/>
              </a:buClr>
              <a:defRPr sz="1800">
                <a:solidFill>
                  <a:srgbClr val="000000"/>
                </a:solidFill>
              </a:defRPr>
            </a:lvl4pPr>
            <a:lvl5pPr>
              <a:buClr>
                <a:srgbClr val="004A78"/>
              </a:buClr>
              <a:defRPr sz="1800">
                <a:solidFill>
                  <a:srgbClr val="000000"/>
                </a:solidFill>
              </a:defRPr>
            </a:lvl5pPr>
          </a:lstStyle>
          <a:p>
            <a:pPr marL="0" marR="0" lvl="0" indent="0" algn="l" defTabSz="914400" rtl="0" eaLnBrk="1" fontAlgn="base" latinLnBrk="0" hangingPunct="1">
              <a:lnSpc>
                <a:spcPct val="90000"/>
              </a:lnSpc>
              <a:spcBef>
                <a:spcPts val="1000"/>
              </a:spcBef>
              <a:spcAft>
                <a:spcPct val="0"/>
              </a:spcAft>
              <a:buClr>
                <a:srgbClr val="004A78"/>
              </a:buClr>
              <a:buSzTx/>
              <a:buFont typeface="Arial" charset="0"/>
              <a:buNone/>
              <a:tabLst/>
              <a:defRPr/>
            </a:pPr>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labore et dolore magna </a:t>
            </a:r>
            <a:r>
              <a:rPr lang="en-US" dirty="0" err="1"/>
              <a:t>aliqua</a:t>
            </a:r>
            <a:r>
              <a:rPr lang="en-US" dirty="0"/>
              <a:t>. </a:t>
            </a:r>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Massa </a:t>
            </a:r>
            <a:r>
              <a:rPr lang="en-US" dirty="0" err="1"/>
              <a:t>tempor</a:t>
            </a:r>
            <a:r>
              <a:rPr lang="en-US" dirty="0"/>
              <a:t> </a:t>
            </a:r>
            <a:r>
              <a:rPr lang="en-US" dirty="0" err="1"/>
              <a:t>nec</a:t>
            </a:r>
            <a:r>
              <a:rPr lang="en-US" dirty="0"/>
              <a:t> </a:t>
            </a:r>
            <a:r>
              <a:rPr lang="en-US" dirty="0" err="1"/>
              <a:t>feugiat</a:t>
            </a:r>
            <a:r>
              <a:rPr lang="en-US" dirty="0"/>
              <a:t> </a:t>
            </a:r>
            <a:r>
              <a:rPr lang="en-US" dirty="0" err="1"/>
              <a:t>nisl</a:t>
            </a:r>
            <a:r>
              <a:rPr lang="en-US" dirty="0"/>
              <a:t> </a:t>
            </a:r>
            <a:r>
              <a:rPr lang="en-US" dirty="0" err="1"/>
              <a:t>pretium</a:t>
            </a:r>
            <a:r>
              <a:rPr lang="en-US" dirty="0"/>
              <a:t> </a:t>
            </a:r>
            <a:r>
              <a:rPr lang="en-US" dirty="0" err="1"/>
              <a:t>fusce</a:t>
            </a:r>
            <a:r>
              <a:rPr lang="en-US" dirty="0"/>
              <a:t> id </a:t>
            </a:r>
            <a:r>
              <a:rPr lang="en-US" dirty="0" err="1"/>
              <a:t>velit</a:t>
            </a:r>
            <a:r>
              <a:rPr lang="en-US" dirty="0"/>
              <a:t>. </a:t>
            </a:r>
            <a:r>
              <a:rPr lang="en-US" dirty="0" err="1"/>
              <a:t>Amet</a:t>
            </a:r>
            <a:r>
              <a:rPr lang="en-US" dirty="0"/>
              <a:t> </a:t>
            </a:r>
            <a:r>
              <a:rPr lang="en-US" dirty="0" err="1"/>
              <a:t>est</a:t>
            </a:r>
            <a:r>
              <a:rPr lang="en-US" dirty="0"/>
              <a:t> </a:t>
            </a:r>
            <a:r>
              <a:rPr lang="en-US" dirty="0" err="1"/>
              <a:t>placerat</a:t>
            </a:r>
            <a:r>
              <a:rPr lang="en-US" dirty="0"/>
              <a:t> in </a:t>
            </a:r>
            <a:r>
              <a:rPr lang="en-US" dirty="0" err="1"/>
              <a:t>egestas</a:t>
            </a:r>
            <a:r>
              <a:rPr lang="en-US" dirty="0"/>
              <a:t> </a:t>
            </a:r>
            <a:r>
              <a:rPr lang="en-US" dirty="0" err="1"/>
              <a:t>erat</a:t>
            </a:r>
            <a:r>
              <a:rPr lang="en-US" dirty="0"/>
              <a:t> </a:t>
            </a:r>
            <a:r>
              <a:rPr lang="en-US" dirty="0" err="1"/>
              <a:t>imperdiet</a:t>
            </a:r>
            <a:r>
              <a:rPr lang="en-US" dirty="0"/>
              <a:t> sed </a:t>
            </a:r>
            <a:r>
              <a:rPr lang="en-US" dirty="0" err="1"/>
              <a:t>euismod</a:t>
            </a:r>
            <a:r>
              <a:rPr lang="en-US" dirty="0"/>
              <a:t>. In </a:t>
            </a:r>
            <a:r>
              <a:rPr lang="en-US" dirty="0" err="1"/>
              <a:t>egestas</a:t>
            </a:r>
            <a:r>
              <a:rPr lang="en-US" dirty="0"/>
              <a:t> </a:t>
            </a:r>
            <a:r>
              <a:rPr lang="en-US" dirty="0" err="1"/>
              <a:t>erat</a:t>
            </a:r>
            <a:r>
              <a:rPr lang="en-US" dirty="0"/>
              <a:t> </a:t>
            </a:r>
            <a:r>
              <a:rPr lang="en-US" dirty="0" err="1"/>
              <a:t>imperdiet</a:t>
            </a:r>
            <a:r>
              <a:rPr lang="en-US" dirty="0"/>
              <a:t> sed </a:t>
            </a:r>
            <a:r>
              <a:rPr lang="en-US" dirty="0" err="1"/>
              <a:t>euismod</a:t>
            </a:r>
            <a:r>
              <a:rPr lang="en-US" dirty="0"/>
              <a:t> nisi porta lorem.</a:t>
            </a:r>
          </a:p>
        </p:txBody>
      </p:sp>
      <p:sp>
        <p:nvSpPr>
          <p:cNvPr id="13" name="Footer">
            <a:extLst>
              <a:ext uri="{FF2B5EF4-FFF2-40B4-BE49-F238E27FC236}">
                <a16:creationId xmlns:a16="http://schemas.microsoft.com/office/drawing/2014/main" id="{C32D58F0-8CFB-431E-8C5F-ADDA41A34DC5}"/>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
        <p:nvSpPr>
          <p:cNvPr id="5" name="Picture Placeholder 4">
            <a:extLst>
              <a:ext uri="{FF2B5EF4-FFF2-40B4-BE49-F238E27FC236}">
                <a16:creationId xmlns:a16="http://schemas.microsoft.com/office/drawing/2014/main" id="{932C6E39-4812-4C9F-8462-1DDCB1C8A9E1}"/>
              </a:ext>
            </a:extLst>
          </p:cNvPr>
          <p:cNvSpPr>
            <a:spLocks noGrp="1"/>
          </p:cNvSpPr>
          <p:nvPr>
            <p:ph type="pic" sz="quarter" idx="23"/>
          </p:nvPr>
        </p:nvSpPr>
        <p:spPr>
          <a:xfrm>
            <a:off x="3882454" y="4159772"/>
            <a:ext cx="4302177" cy="1746094"/>
          </a:xfrm>
        </p:spPr>
        <p:txBody>
          <a:bodyPr/>
          <a:lstStyle/>
          <a:p>
            <a:endParaRPr lang="en-US" dirty="0"/>
          </a:p>
        </p:txBody>
      </p:sp>
    </p:spTree>
    <p:extLst>
      <p:ext uri="{BB962C8B-B14F-4D97-AF65-F5344CB8AC3E}">
        <p14:creationId xmlns:p14="http://schemas.microsoft.com/office/powerpoint/2010/main" val="238180312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wo Content Comparison with Top Capti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9" name="Text Placeholder 5">
            <a:extLst>
              <a:ext uri="{FF2B5EF4-FFF2-40B4-BE49-F238E27FC236}">
                <a16:creationId xmlns:a16="http://schemas.microsoft.com/office/drawing/2014/main" id="{1542E2FD-95B9-4097-A050-23445A4F14AF}"/>
              </a:ext>
            </a:extLst>
          </p:cNvPr>
          <p:cNvSpPr>
            <a:spLocks noGrp="1"/>
          </p:cNvSpPr>
          <p:nvPr>
            <p:ph type="body" sz="quarter" idx="21" hasCustomPrompt="1"/>
          </p:nvPr>
        </p:nvSpPr>
        <p:spPr>
          <a:xfrm>
            <a:off x="743575" y="2244690"/>
            <a:ext cx="5200024" cy="492443"/>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4" name="Text Placeholder 3"/>
          <p:cNvSpPr>
            <a:spLocks noGrp="1"/>
          </p:cNvSpPr>
          <p:nvPr>
            <p:ph type="body" sz="quarter" idx="15" hasCustomPrompt="1"/>
          </p:nvPr>
        </p:nvSpPr>
        <p:spPr>
          <a:xfrm>
            <a:off x="743576" y="2817245"/>
            <a:ext cx="5200024" cy="3076212"/>
          </a:xfrm>
        </p:spPr>
        <p:txBody>
          <a:bodyPr>
            <a:normAutofit/>
          </a:bodyPr>
          <a:lstStyle>
            <a:lvl1pPr marL="0" indent="0">
              <a:lnSpc>
                <a:spcPct val="100000"/>
              </a:lnSpc>
              <a:spcBef>
                <a:spcPts val="600"/>
              </a:spcBef>
              <a:buClr>
                <a:srgbClr val="004A78"/>
              </a:buClr>
              <a:buFont typeface="Arial" charset="0"/>
              <a:buNone/>
              <a:defRPr sz="2000">
                <a:solidFill>
                  <a:srgbClr val="000000"/>
                </a:solidFill>
              </a:defRPr>
            </a:lvl1pPr>
            <a:lvl2pPr marL="457200" indent="0">
              <a:buClr>
                <a:srgbClr val="004A78"/>
              </a:buClr>
              <a:buFont typeface="Arial" charset="0"/>
              <a:buNone/>
              <a:defRPr sz="1800">
                <a:solidFill>
                  <a:srgbClr val="000000"/>
                </a:solidFill>
              </a:defRPr>
            </a:lvl2pPr>
            <a:lvl3pPr marL="1143000" indent="-228600">
              <a:buClr>
                <a:srgbClr val="004A78"/>
              </a:buClr>
              <a:buFont typeface="Arial" charset="0"/>
              <a:buChar char="•"/>
              <a:defRPr sz="1800">
                <a:solidFill>
                  <a:srgbClr val="000000"/>
                </a:solidFill>
              </a:defRPr>
            </a:lvl3pPr>
            <a:lvl4pPr marL="1600200" indent="-228600">
              <a:buClr>
                <a:srgbClr val="004A78"/>
              </a:buClr>
              <a:buFont typeface="Arial" charset="0"/>
              <a:buChar char="•"/>
              <a:defRPr sz="1800">
                <a:solidFill>
                  <a:srgbClr val="000000"/>
                </a:solidFill>
              </a:defRPr>
            </a:lvl4pPr>
            <a:lvl5pPr marL="2057400" indent="-228600">
              <a:buClr>
                <a:srgbClr val="004A78"/>
              </a:buClr>
              <a:buFont typeface="Arial" charset="0"/>
              <a:buChar char="•"/>
              <a:defRPr sz="1800">
                <a:solidFill>
                  <a:srgbClr val="000000"/>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labore et dolore magna </a:t>
            </a:r>
            <a:r>
              <a:rPr lang="en-US" dirty="0" err="1"/>
              <a:t>aliqua</a:t>
            </a:r>
            <a:r>
              <a:rPr lang="en-US" dirty="0"/>
              <a:t>. </a:t>
            </a:r>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Massa </a:t>
            </a:r>
            <a:r>
              <a:rPr lang="en-US" dirty="0" err="1"/>
              <a:t>tempor</a:t>
            </a:r>
            <a:r>
              <a:rPr lang="en-US" dirty="0"/>
              <a:t> </a:t>
            </a:r>
            <a:r>
              <a:rPr lang="en-US" dirty="0" err="1"/>
              <a:t>nec</a:t>
            </a:r>
            <a:r>
              <a:rPr lang="en-US" dirty="0"/>
              <a:t> </a:t>
            </a:r>
            <a:r>
              <a:rPr lang="en-US" dirty="0" err="1"/>
              <a:t>feugiat</a:t>
            </a:r>
            <a:r>
              <a:rPr lang="en-US" dirty="0"/>
              <a:t> </a:t>
            </a:r>
            <a:r>
              <a:rPr lang="en-US" dirty="0" err="1"/>
              <a:t>nisl</a:t>
            </a:r>
            <a:r>
              <a:rPr lang="en-US" dirty="0"/>
              <a:t> </a:t>
            </a:r>
            <a:r>
              <a:rPr lang="en-US" dirty="0" err="1"/>
              <a:t>pretium</a:t>
            </a:r>
            <a:r>
              <a:rPr lang="en-US" dirty="0"/>
              <a:t> </a:t>
            </a:r>
            <a:r>
              <a:rPr lang="en-US" dirty="0" err="1"/>
              <a:t>fusce</a:t>
            </a:r>
            <a:r>
              <a:rPr lang="en-US" dirty="0"/>
              <a:t> id </a:t>
            </a:r>
            <a:r>
              <a:rPr lang="en-US" dirty="0" err="1"/>
              <a:t>velit</a:t>
            </a:r>
            <a:r>
              <a:rPr lang="en-US" dirty="0"/>
              <a:t>. </a:t>
            </a:r>
            <a:r>
              <a:rPr lang="en-US" dirty="0" err="1"/>
              <a:t>Amet</a:t>
            </a:r>
            <a:r>
              <a:rPr lang="en-US" dirty="0"/>
              <a:t> </a:t>
            </a:r>
            <a:r>
              <a:rPr lang="en-US" dirty="0" err="1"/>
              <a:t>est</a:t>
            </a:r>
            <a:r>
              <a:rPr lang="en-US" dirty="0"/>
              <a:t> </a:t>
            </a:r>
            <a:r>
              <a:rPr lang="en-US" dirty="0" err="1"/>
              <a:t>placerat</a:t>
            </a:r>
            <a:r>
              <a:rPr lang="en-US" dirty="0"/>
              <a:t> in </a:t>
            </a:r>
            <a:r>
              <a:rPr lang="en-US" dirty="0" err="1"/>
              <a:t>egestas</a:t>
            </a:r>
            <a:r>
              <a:rPr lang="en-US" dirty="0"/>
              <a:t> </a:t>
            </a:r>
            <a:r>
              <a:rPr lang="en-US" dirty="0" err="1"/>
              <a:t>erat</a:t>
            </a:r>
            <a:r>
              <a:rPr lang="en-US" dirty="0"/>
              <a:t> </a:t>
            </a:r>
            <a:r>
              <a:rPr lang="en-US" dirty="0" err="1"/>
              <a:t>imperdiet</a:t>
            </a:r>
            <a:r>
              <a:rPr lang="en-US" dirty="0"/>
              <a:t> </a:t>
            </a:r>
            <a:r>
              <a:rPr lang="en-US" dirty="0" err="1"/>
              <a:t>sed</a:t>
            </a:r>
            <a:r>
              <a:rPr lang="en-US" dirty="0"/>
              <a:t> </a:t>
            </a:r>
            <a:r>
              <a:rPr lang="en-US" dirty="0" err="1"/>
              <a:t>euismod</a:t>
            </a:r>
            <a:r>
              <a:rPr lang="en-US" dirty="0"/>
              <a:t>. In </a:t>
            </a:r>
            <a:r>
              <a:rPr lang="en-US" dirty="0" err="1"/>
              <a:t>egestas</a:t>
            </a:r>
            <a:r>
              <a:rPr lang="en-US" dirty="0"/>
              <a:t> </a:t>
            </a:r>
            <a:r>
              <a:rPr lang="en-US" dirty="0" err="1"/>
              <a:t>erat</a:t>
            </a:r>
            <a:r>
              <a:rPr lang="en-US" dirty="0"/>
              <a:t> </a:t>
            </a:r>
            <a:r>
              <a:rPr lang="en-US" dirty="0" err="1"/>
              <a:t>imperdiet</a:t>
            </a:r>
            <a:r>
              <a:rPr lang="en-US" dirty="0"/>
              <a:t> </a:t>
            </a:r>
            <a:r>
              <a:rPr lang="en-US" dirty="0" err="1"/>
              <a:t>sed</a:t>
            </a:r>
            <a:r>
              <a:rPr lang="en-US" dirty="0"/>
              <a:t> </a:t>
            </a:r>
            <a:r>
              <a:rPr lang="en-US" dirty="0" err="1"/>
              <a:t>euismod</a:t>
            </a:r>
            <a:r>
              <a:rPr lang="en-US" dirty="0"/>
              <a:t> nisi porta lorem. </a:t>
            </a:r>
            <a:r>
              <a:rPr lang="en-US" dirty="0" err="1"/>
              <a:t>Fermentum</a:t>
            </a:r>
            <a:r>
              <a:rPr lang="en-US" dirty="0"/>
              <a:t> et </a:t>
            </a:r>
            <a:r>
              <a:rPr lang="en-US" dirty="0" err="1"/>
              <a:t>sollicitudin</a:t>
            </a:r>
            <a:r>
              <a:rPr lang="en-US" dirty="0"/>
              <a:t> ac </a:t>
            </a:r>
            <a:r>
              <a:rPr lang="en-US" dirty="0" err="1"/>
              <a:t>orci</a:t>
            </a:r>
            <a:r>
              <a:rPr lang="en-US" dirty="0"/>
              <a:t> </a:t>
            </a:r>
            <a:r>
              <a:rPr lang="en-US" dirty="0" err="1"/>
              <a:t>phasellus</a:t>
            </a:r>
            <a:r>
              <a:rPr lang="en-US" dirty="0"/>
              <a:t> </a:t>
            </a:r>
            <a:r>
              <a:rPr lang="en-US" dirty="0" err="1"/>
              <a:t>egestas</a:t>
            </a:r>
            <a:r>
              <a:rPr lang="en-US" dirty="0"/>
              <a:t> </a:t>
            </a:r>
            <a:r>
              <a:rPr lang="en-US" dirty="0" err="1"/>
              <a:t>tellus</a:t>
            </a:r>
            <a:r>
              <a:rPr lang="en-US" dirty="0"/>
              <a:t> </a:t>
            </a:r>
            <a:r>
              <a:rPr lang="en-US" dirty="0" err="1"/>
              <a:t>rutrum</a:t>
            </a:r>
            <a:r>
              <a:rPr lang="en-US" dirty="0"/>
              <a:t> </a:t>
            </a:r>
            <a:r>
              <a:rPr lang="en-US" dirty="0" err="1"/>
              <a:t>tellus</a:t>
            </a:r>
            <a:r>
              <a:rPr lang="en-US" dirty="0"/>
              <a:t>. </a:t>
            </a:r>
            <a:r>
              <a:rPr lang="en-US" dirty="0" err="1"/>
              <a:t>Nec</a:t>
            </a:r>
            <a:r>
              <a:rPr lang="en-US" dirty="0"/>
              <a:t> dui </a:t>
            </a:r>
            <a:r>
              <a:rPr lang="en-US" dirty="0" err="1"/>
              <a:t>nunc</a:t>
            </a:r>
            <a:r>
              <a:rPr lang="en-US" dirty="0"/>
              <a:t> </a:t>
            </a:r>
            <a:r>
              <a:rPr lang="en-US" dirty="0" err="1"/>
              <a:t>mattis</a:t>
            </a:r>
            <a:r>
              <a:rPr lang="en-US" dirty="0"/>
              <a:t> </a:t>
            </a:r>
            <a:r>
              <a:rPr lang="en-US" dirty="0" err="1"/>
              <a:t>enim</a:t>
            </a:r>
            <a:r>
              <a:rPr lang="en-US" dirty="0"/>
              <a:t>. </a:t>
            </a:r>
            <a:r>
              <a:rPr lang="en-US" dirty="0" err="1"/>
              <a:t>Nisl</a:t>
            </a:r>
            <a:r>
              <a:rPr lang="en-US" dirty="0"/>
              <a:t> </a:t>
            </a:r>
            <a:r>
              <a:rPr lang="en-US" dirty="0" err="1"/>
              <a:t>condimentum</a:t>
            </a:r>
            <a:r>
              <a:rPr lang="en-US" dirty="0"/>
              <a:t> id </a:t>
            </a:r>
            <a:r>
              <a:rPr lang="en-US" dirty="0" err="1"/>
              <a:t>venenatis</a:t>
            </a:r>
            <a:r>
              <a:rPr lang="en-US" dirty="0"/>
              <a:t> a </a:t>
            </a:r>
            <a:r>
              <a:rPr lang="en-US" dirty="0" err="1"/>
              <a:t>condimentum</a:t>
            </a:r>
            <a:r>
              <a:rPr lang="en-US" dirty="0"/>
              <a:t>. Non </a:t>
            </a:r>
            <a:r>
              <a:rPr lang="en-US" dirty="0" err="1"/>
              <a:t>enim</a:t>
            </a:r>
            <a:r>
              <a:rPr lang="en-US" dirty="0"/>
              <a:t> </a:t>
            </a:r>
            <a:r>
              <a:rPr lang="en-US" dirty="0" err="1"/>
              <a:t>praesent</a:t>
            </a:r>
            <a:r>
              <a:rPr lang="en-US" dirty="0"/>
              <a:t> </a:t>
            </a:r>
            <a:r>
              <a:rPr lang="en-US" dirty="0" err="1"/>
              <a:t>elementum</a:t>
            </a:r>
            <a:r>
              <a:rPr lang="en-US" dirty="0"/>
              <a:t> </a:t>
            </a:r>
            <a:r>
              <a:rPr lang="en-US" dirty="0" err="1"/>
              <a:t>facilisis</a:t>
            </a:r>
            <a:r>
              <a:rPr lang="en-US" dirty="0"/>
              <a:t> </a:t>
            </a:r>
            <a:r>
              <a:rPr lang="en-US" dirty="0" err="1"/>
              <a:t>leo</a:t>
            </a:r>
            <a:r>
              <a:rPr lang="en-US" dirty="0"/>
              <a:t> vel </a:t>
            </a:r>
            <a:r>
              <a:rPr lang="en-US" dirty="0" err="1"/>
              <a:t>fringilla</a:t>
            </a:r>
            <a:r>
              <a:rPr lang="en-US" dirty="0"/>
              <a:t> </a:t>
            </a:r>
            <a:r>
              <a:rPr lang="en-US" dirty="0" err="1"/>
              <a:t>est</a:t>
            </a:r>
            <a:r>
              <a:rPr lang="en-US" dirty="0"/>
              <a:t> </a:t>
            </a:r>
            <a:r>
              <a:rPr lang="en-US" dirty="0" err="1"/>
              <a:t>ullamcorper</a:t>
            </a:r>
            <a:r>
              <a:rPr lang="en-US" dirty="0"/>
              <a:t>.</a:t>
            </a:r>
          </a:p>
        </p:txBody>
      </p:sp>
      <p:sp>
        <p:nvSpPr>
          <p:cNvPr id="11" name="Text Placeholder 5">
            <a:extLst>
              <a:ext uri="{FF2B5EF4-FFF2-40B4-BE49-F238E27FC236}">
                <a16:creationId xmlns:a16="http://schemas.microsoft.com/office/drawing/2014/main" id="{0AC24C91-37E1-4B91-8D52-7CF491B0013E}"/>
              </a:ext>
            </a:extLst>
          </p:cNvPr>
          <p:cNvSpPr>
            <a:spLocks noGrp="1"/>
          </p:cNvSpPr>
          <p:nvPr>
            <p:ph type="body" sz="quarter" idx="22" hasCustomPrompt="1"/>
          </p:nvPr>
        </p:nvSpPr>
        <p:spPr>
          <a:xfrm>
            <a:off x="6122680" y="2244689"/>
            <a:ext cx="5200024" cy="492443"/>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14" name="Text Placeholder 3"/>
          <p:cNvSpPr>
            <a:spLocks noGrp="1"/>
          </p:cNvSpPr>
          <p:nvPr>
            <p:ph type="body" sz="quarter" idx="18" hasCustomPrompt="1"/>
          </p:nvPr>
        </p:nvSpPr>
        <p:spPr>
          <a:xfrm>
            <a:off x="6122680" y="2817245"/>
            <a:ext cx="5200024" cy="3076212"/>
          </a:xfrm>
        </p:spPr>
        <p:txBody>
          <a:bodyPr>
            <a:normAutofit/>
          </a:bodyPr>
          <a:lstStyle>
            <a:lvl1pPr>
              <a:lnSpc>
                <a:spcPct val="100000"/>
              </a:lnSpc>
              <a:spcBef>
                <a:spcPts val="600"/>
              </a:spcBef>
              <a:buClr>
                <a:srgbClr val="004A78"/>
              </a:buClr>
              <a:defRPr sz="2000">
                <a:solidFill>
                  <a:srgbClr val="000000"/>
                </a:solidFill>
              </a:defRPr>
            </a:lvl1pPr>
            <a:lvl2pPr marL="685800" indent="-228600">
              <a:buClr>
                <a:srgbClr val="004A78"/>
              </a:buClr>
              <a:buFontTx/>
              <a:buChar char="‒"/>
              <a:defRPr sz="1800">
                <a:solidFill>
                  <a:srgbClr val="000000"/>
                </a:solidFill>
              </a:defRPr>
            </a:lvl2pPr>
            <a:lvl3pPr>
              <a:buClr>
                <a:srgbClr val="004A78"/>
              </a:buClr>
              <a:defRPr sz="1800">
                <a:solidFill>
                  <a:srgbClr val="000000"/>
                </a:solidFill>
              </a:defRPr>
            </a:lvl3pPr>
            <a:lvl4pPr>
              <a:buClr>
                <a:srgbClr val="004A78"/>
              </a:buClr>
              <a:defRPr sz="1800">
                <a:solidFill>
                  <a:srgbClr val="000000"/>
                </a:solidFill>
              </a:defRPr>
            </a:lvl4pPr>
            <a:lvl5pPr>
              <a:buClr>
                <a:srgbClr val="004A78"/>
              </a:buClr>
              <a:defRPr sz="1800">
                <a:solidFill>
                  <a:srgbClr val="000000"/>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p>
          <a:p>
            <a:pPr lvl="0"/>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Massa </a:t>
            </a:r>
            <a:r>
              <a:rPr lang="en-US" dirty="0" err="1"/>
              <a:t>tempor</a:t>
            </a:r>
            <a:r>
              <a:rPr lang="en-US" dirty="0"/>
              <a:t> </a:t>
            </a:r>
            <a:r>
              <a:rPr lang="en-US" dirty="0" err="1"/>
              <a:t>nec</a:t>
            </a:r>
            <a:r>
              <a:rPr lang="en-US" dirty="0"/>
              <a:t> </a:t>
            </a:r>
            <a:r>
              <a:rPr lang="en-US" dirty="0" err="1"/>
              <a:t>feugiat</a:t>
            </a:r>
            <a:r>
              <a:rPr lang="en-US" dirty="0"/>
              <a:t> </a:t>
            </a:r>
            <a:r>
              <a:rPr lang="en-US" dirty="0" err="1"/>
              <a:t>nisl</a:t>
            </a:r>
            <a:r>
              <a:rPr lang="en-US" dirty="0"/>
              <a:t> </a:t>
            </a:r>
            <a:r>
              <a:rPr lang="en-US" dirty="0" err="1"/>
              <a:t>pretium</a:t>
            </a:r>
            <a:r>
              <a:rPr lang="en-US" dirty="0"/>
              <a:t> </a:t>
            </a:r>
            <a:r>
              <a:rPr lang="en-US" dirty="0" err="1"/>
              <a:t>fusce</a:t>
            </a:r>
            <a:r>
              <a:rPr lang="en-US" dirty="0"/>
              <a:t> id </a:t>
            </a:r>
            <a:r>
              <a:rPr lang="en-US" dirty="0" err="1"/>
              <a:t>velit</a:t>
            </a:r>
            <a:r>
              <a:rPr lang="en-US" dirty="0"/>
              <a:t>. </a:t>
            </a:r>
          </a:p>
          <a:p>
            <a:pPr lvl="0"/>
            <a:r>
              <a:rPr lang="en-US" dirty="0" err="1"/>
              <a:t>Amet</a:t>
            </a:r>
            <a:r>
              <a:rPr lang="en-US" dirty="0"/>
              <a:t> </a:t>
            </a:r>
            <a:r>
              <a:rPr lang="en-US" dirty="0" err="1"/>
              <a:t>est</a:t>
            </a:r>
            <a:r>
              <a:rPr lang="en-US" dirty="0"/>
              <a:t> </a:t>
            </a:r>
            <a:r>
              <a:rPr lang="en-US" dirty="0" err="1"/>
              <a:t>placerat</a:t>
            </a:r>
            <a:r>
              <a:rPr lang="en-US" dirty="0"/>
              <a:t> in </a:t>
            </a:r>
            <a:r>
              <a:rPr lang="en-US" dirty="0" err="1"/>
              <a:t>egestas</a:t>
            </a:r>
            <a:r>
              <a:rPr lang="en-US" dirty="0"/>
              <a:t> </a:t>
            </a:r>
            <a:r>
              <a:rPr lang="en-US" dirty="0" err="1"/>
              <a:t>erat</a:t>
            </a:r>
            <a:r>
              <a:rPr lang="en-US" dirty="0"/>
              <a:t> </a:t>
            </a:r>
            <a:r>
              <a:rPr lang="en-US" dirty="0" err="1"/>
              <a:t>imperdiet</a:t>
            </a:r>
            <a:r>
              <a:rPr lang="en-US" dirty="0"/>
              <a:t> </a:t>
            </a:r>
            <a:r>
              <a:rPr lang="en-US" dirty="0" err="1"/>
              <a:t>sed</a:t>
            </a:r>
            <a:r>
              <a:rPr lang="en-US" dirty="0"/>
              <a:t> </a:t>
            </a:r>
            <a:r>
              <a:rPr lang="en-US" dirty="0" err="1"/>
              <a:t>euismod</a:t>
            </a:r>
            <a:r>
              <a:rPr lang="en-US" dirty="0"/>
              <a:t>. In </a:t>
            </a:r>
            <a:r>
              <a:rPr lang="en-US" dirty="0" err="1"/>
              <a:t>egestas</a:t>
            </a:r>
            <a:r>
              <a:rPr lang="en-US" dirty="0"/>
              <a:t> </a:t>
            </a:r>
            <a:r>
              <a:rPr lang="en-US" dirty="0" err="1"/>
              <a:t>erat</a:t>
            </a:r>
            <a:r>
              <a:rPr lang="en-US" dirty="0"/>
              <a:t> </a:t>
            </a:r>
            <a:r>
              <a:rPr lang="en-US" dirty="0" err="1"/>
              <a:t>imperdiet</a:t>
            </a:r>
            <a:r>
              <a:rPr lang="en-US" dirty="0"/>
              <a:t> </a:t>
            </a:r>
            <a:r>
              <a:rPr lang="en-US" dirty="0" err="1"/>
              <a:t>sed</a:t>
            </a:r>
            <a:r>
              <a:rPr lang="en-US" dirty="0"/>
              <a:t> </a:t>
            </a:r>
            <a:r>
              <a:rPr lang="en-US" dirty="0" err="1"/>
              <a:t>euismod</a:t>
            </a:r>
            <a:r>
              <a:rPr lang="en-US" dirty="0"/>
              <a:t> nisi porta lorem. </a:t>
            </a:r>
            <a:r>
              <a:rPr lang="en-US" dirty="0" err="1"/>
              <a:t>Fermentum</a:t>
            </a:r>
            <a:r>
              <a:rPr lang="en-US" dirty="0"/>
              <a:t> et </a:t>
            </a:r>
            <a:r>
              <a:rPr lang="en-US" dirty="0" err="1"/>
              <a:t>sollicitudin</a:t>
            </a:r>
            <a:r>
              <a:rPr lang="en-US" dirty="0"/>
              <a:t> ac </a:t>
            </a:r>
            <a:r>
              <a:rPr lang="en-US" dirty="0" err="1"/>
              <a:t>orci</a:t>
            </a:r>
            <a:r>
              <a:rPr lang="en-US" dirty="0"/>
              <a:t> </a:t>
            </a:r>
            <a:r>
              <a:rPr lang="en-US" dirty="0" err="1"/>
              <a:t>phasellus</a:t>
            </a:r>
            <a:r>
              <a:rPr lang="en-US" dirty="0"/>
              <a:t> </a:t>
            </a:r>
            <a:r>
              <a:rPr lang="en-US" dirty="0" err="1"/>
              <a:t>egestas</a:t>
            </a:r>
            <a:r>
              <a:rPr lang="en-US" dirty="0"/>
              <a:t> </a:t>
            </a:r>
            <a:r>
              <a:rPr lang="en-US" dirty="0" err="1"/>
              <a:t>tellus</a:t>
            </a:r>
            <a:r>
              <a:rPr lang="en-US" dirty="0"/>
              <a:t> </a:t>
            </a:r>
            <a:r>
              <a:rPr lang="en-US" dirty="0" err="1"/>
              <a:t>rutrum</a:t>
            </a:r>
            <a:r>
              <a:rPr lang="en-US" dirty="0"/>
              <a:t> </a:t>
            </a:r>
            <a:r>
              <a:rPr lang="en-US" dirty="0" err="1"/>
              <a:t>tellus</a:t>
            </a:r>
            <a:r>
              <a:rPr lang="en-US" dirty="0"/>
              <a:t>. </a:t>
            </a:r>
            <a:r>
              <a:rPr lang="en-US" dirty="0" err="1"/>
              <a:t>Nec</a:t>
            </a:r>
            <a:r>
              <a:rPr lang="en-US" dirty="0"/>
              <a:t> dui </a:t>
            </a:r>
            <a:r>
              <a:rPr lang="en-US" dirty="0" err="1"/>
              <a:t>nunc</a:t>
            </a:r>
            <a:r>
              <a:rPr lang="en-US" dirty="0"/>
              <a:t> </a:t>
            </a:r>
            <a:r>
              <a:rPr lang="en-US" dirty="0" err="1"/>
              <a:t>mattis</a:t>
            </a:r>
            <a:r>
              <a:rPr lang="en-US" dirty="0"/>
              <a:t> </a:t>
            </a:r>
            <a:r>
              <a:rPr lang="en-US" dirty="0" err="1"/>
              <a:t>enim</a:t>
            </a:r>
            <a:r>
              <a:rPr lang="en-US" dirty="0"/>
              <a:t>. </a:t>
            </a:r>
            <a:r>
              <a:rPr lang="en-US" dirty="0" err="1"/>
              <a:t>Nisl</a:t>
            </a:r>
            <a:r>
              <a:rPr lang="en-US" dirty="0"/>
              <a:t> </a:t>
            </a:r>
            <a:r>
              <a:rPr lang="en-US" dirty="0" err="1"/>
              <a:t>condimentum</a:t>
            </a:r>
            <a:r>
              <a:rPr lang="en-US" dirty="0"/>
              <a:t> id </a:t>
            </a:r>
            <a:r>
              <a:rPr lang="en-US" dirty="0" err="1"/>
              <a:t>venenatis</a:t>
            </a:r>
            <a:r>
              <a:rPr lang="en-US" dirty="0"/>
              <a:t> a </a:t>
            </a:r>
            <a:r>
              <a:rPr lang="en-US" dirty="0" err="1"/>
              <a:t>condimentum</a:t>
            </a:r>
            <a:r>
              <a:rPr lang="en-US" dirty="0"/>
              <a:t>. Non </a:t>
            </a:r>
            <a:r>
              <a:rPr lang="en-US" dirty="0" err="1"/>
              <a:t>enim</a:t>
            </a:r>
            <a:r>
              <a:rPr lang="en-US" dirty="0"/>
              <a:t> </a:t>
            </a:r>
            <a:r>
              <a:rPr lang="en-US" dirty="0" err="1"/>
              <a:t>praesent</a:t>
            </a:r>
            <a:r>
              <a:rPr lang="en-US" dirty="0"/>
              <a:t> </a:t>
            </a:r>
            <a:r>
              <a:rPr lang="en-US" dirty="0" err="1"/>
              <a:t>elementum</a:t>
            </a:r>
            <a:r>
              <a:rPr lang="en-US" dirty="0"/>
              <a:t> </a:t>
            </a:r>
            <a:r>
              <a:rPr lang="en-US" dirty="0" err="1"/>
              <a:t>facilisis</a:t>
            </a:r>
            <a:r>
              <a:rPr lang="en-US" dirty="0"/>
              <a:t> </a:t>
            </a:r>
            <a:r>
              <a:rPr lang="en-US" dirty="0" err="1"/>
              <a:t>leo</a:t>
            </a:r>
            <a:r>
              <a:rPr lang="en-US" dirty="0"/>
              <a:t> </a:t>
            </a:r>
            <a:r>
              <a:rPr lang="en-US" dirty="0" err="1"/>
              <a:t>vel</a:t>
            </a:r>
            <a:r>
              <a:rPr lang="en-US" dirty="0"/>
              <a:t> </a:t>
            </a:r>
            <a:r>
              <a:rPr lang="en-US" dirty="0" err="1"/>
              <a:t>fringilla</a:t>
            </a:r>
            <a:r>
              <a:rPr lang="en-US" dirty="0"/>
              <a:t> </a:t>
            </a:r>
            <a:r>
              <a:rPr lang="en-US" dirty="0" err="1"/>
              <a:t>est</a:t>
            </a:r>
            <a:r>
              <a:rPr lang="en-US" dirty="0"/>
              <a:t> </a:t>
            </a:r>
            <a:r>
              <a:rPr lang="en-US" dirty="0" err="1"/>
              <a:t>ullamcorper</a:t>
            </a:r>
            <a:r>
              <a:rPr lang="en-US" dirty="0"/>
              <a:t>.</a:t>
            </a:r>
          </a:p>
        </p:txBody>
      </p:sp>
      <p:sp>
        <p:nvSpPr>
          <p:cNvPr id="13" name="Footer">
            <a:extLst>
              <a:ext uri="{FF2B5EF4-FFF2-40B4-BE49-F238E27FC236}">
                <a16:creationId xmlns:a16="http://schemas.microsoft.com/office/drawing/2014/main" id="{C32D58F0-8CFB-431E-8C5F-ADDA41A34DC5}"/>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
        <p:nvSpPr>
          <p:cNvPr id="10" name="Text Placeholder 2">
            <a:extLst>
              <a:ext uri="{FF2B5EF4-FFF2-40B4-BE49-F238E27FC236}">
                <a16:creationId xmlns:a16="http://schemas.microsoft.com/office/drawing/2014/main" id="{EB608122-F2C9-4E86-9F56-B820F387CA18}"/>
              </a:ext>
            </a:extLst>
          </p:cNvPr>
          <p:cNvSpPr>
            <a:spLocks noGrp="1"/>
          </p:cNvSpPr>
          <p:nvPr>
            <p:ph type="body" sz="quarter" idx="16" hasCustomPrompt="1"/>
          </p:nvPr>
        </p:nvSpPr>
        <p:spPr>
          <a:xfrm>
            <a:off x="740228" y="1349990"/>
            <a:ext cx="10711543" cy="825500"/>
          </a:xfrm>
        </p:spPr>
        <p:txBody>
          <a:bodyPr/>
          <a:lstStyle>
            <a:lvl1pPr marL="0" marR="0" indent="0" algn="l" defTabSz="914400" rtl="0" eaLnBrk="0" fontAlgn="base" latinLnBrk="0" hangingPunct="0">
              <a:lnSpc>
                <a:spcPct val="100000"/>
              </a:lnSpc>
              <a:spcBef>
                <a:spcPts val="600"/>
              </a:spcBef>
              <a:spcAft>
                <a:spcPct val="0"/>
              </a:spcAft>
              <a:buClrTx/>
              <a:buSzTx/>
              <a:buFontTx/>
              <a:buNone/>
              <a:tabLst/>
              <a:defRPr sz="2000">
                <a:solidFill>
                  <a:srgbClr val="000000"/>
                </a:solidFill>
                <a:latin typeface="Arial" panose="020B0604020202020204" pitchFamily="34" charset="0"/>
                <a:cs typeface="Arial" panose="020B0604020202020204" pitchFamily="34" charset="0"/>
              </a:defRPr>
            </a:lvl1pPr>
          </a:lstStyle>
          <a:p>
            <a:pPr marL="0" marR="0" lvl="0" indent="0" algn="l" defTabSz="914400" rtl="0" eaLnBrk="0" fontAlgn="base" latinLnBrk="0" hangingPunct="0">
              <a:lnSpc>
                <a:spcPct val="100000"/>
              </a:lnSpc>
              <a:spcBef>
                <a:spcPct val="0"/>
              </a:spcBef>
              <a:spcAft>
                <a:spcPct val="0"/>
              </a:spcAft>
              <a:buClrTx/>
              <a:buSzTx/>
              <a:buFontTx/>
              <a:buNone/>
              <a:tabLst/>
              <a:defRPr/>
            </a:pPr>
            <a:r>
              <a:rPr lang="en-US" dirty="0"/>
              <a:t>Click to add content. 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labore et dolore magna </a:t>
            </a:r>
            <a:r>
              <a:rPr lang="en-US" dirty="0" err="1"/>
              <a:t>aliqua</a:t>
            </a:r>
            <a:r>
              <a:rPr lang="en-US" dirty="0"/>
              <a:t>. </a:t>
            </a:r>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a:t>
            </a:r>
            <a:endPar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endParaRPr>
          </a:p>
        </p:txBody>
      </p:sp>
    </p:spTree>
    <p:extLst>
      <p:ext uri="{BB962C8B-B14F-4D97-AF65-F5344CB8AC3E}">
        <p14:creationId xmlns:p14="http://schemas.microsoft.com/office/powerpoint/2010/main" val="39892331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wo Content Comparison with Two Images and Top Capti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9" name="Text Placeholder 5">
            <a:extLst>
              <a:ext uri="{FF2B5EF4-FFF2-40B4-BE49-F238E27FC236}">
                <a16:creationId xmlns:a16="http://schemas.microsoft.com/office/drawing/2014/main" id="{1542E2FD-95B9-4097-A050-23445A4F14AF}"/>
              </a:ext>
            </a:extLst>
          </p:cNvPr>
          <p:cNvSpPr>
            <a:spLocks noGrp="1"/>
          </p:cNvSpPr>
          <p:nvPr>
            <p:ph type="body" sz="quarter" idx="21" hasCustomPrompt="1"/>
          </p:nvPr>
        </p:nvSpPr>
        <p:spPr>
          <a:xfrm>
            <a:off x="743575" y="2202162"/>
            <a:ext cx="5200024" cy="363831"/>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4" name="Text Placeholder 3"/>
          <p:cNvSpPr>
            <a:spLocks noGrp="1"/>
          </p:cNvSpPr>
          <p:nvPr>
            <p:ph type="body" sz="quarter" idx="15" hasCustomPrompt="1"/>
          </p:nvPr>
        </p:nvSpPr>
        <p:spPr>
          <a:xfrm>
            <a:off x="743576" y="2647133"/>
            <a:ext cx="5200024" cy="1612988"/>
          </a:xfrm>
        </p:spPr>
        <p:txBody>
          <a:bodyPr>
            <a:normAutofit/>
          </a:bodyPr>
          <a:lstStyle>
            <a:lvl1pPr marL="0" indent="0">
              <a:lnSpc>
                <a:spcPct val="100000"/>
              </a:lnSpc>
              <a:spcBef>
                <a:spcPts val="600"/>
              </a:spcBef>
              <a:buClr>
                <a:srgbClr val="004A78"/>
              </a:buClr>
              <a:buFont typeface="Arial" charset="0"/>
              <a:buNone/>
              <a:defRPr sz="2000">
                <a:solidFill>
                  <a:srgbClr val="000000"/>
                </a:solidFill>
              </a:defRPr>
            </a:lvl1pPr>
            <a:lvl2pPr marL="457200" indent="0">
              <a:buClr>
                <a:srgbClr val="004A78"/>
              </a:buClr>
              <a:buFont typeface="Arial" charset="0"/>
              <a:buNone/>
              <a:defRPr sz="1800">
                <a:solidFill>
                  <a:srgbClr val="000000"/>
                </a:solidFill>
              </a:defRPr>
            </a:lvl2pPr>
            <a:lvl3pPr marL="1143000" indent="-228600">
              <a:buClr>
                <a:srgbClr val="004A78"/>
              </a:buClr>
              <a:buFont typeface="Arial" charset="0"/>
              <a:buChar char="•"/>
              <a:defRPr sz="1800">
                <a:solidFill>
                  <a:srgbClr val="000000"/>
                </a:solidFill>
              </a:defRPr>
            </a:lvl3pPr>
            <a:lvl4pPr marL="1600200" indent="-228600">
              <a:buClr>
                <a:srgbClr val="004A78"/>
              </a:buClr>
              <a:buFont typeface="Arial" charset="0"/>
              <a:buChar char="•"/>
              <a:defRPr sz="1800">
                <a:solidFill>
                  <a:srgbClr val="000000"/>
                </a:solidFill>
              </a:defRPr>
            </a:lvl4pPr>
            <a:lvl5pPr marL="2057400" indent="-228600">
              <a:buClr>
                <a:srgbClr val="004A78"/>
              </a:buClr>
              <a:buFont typeface="Arial" charset="0"/>
              <a:buChar char="•"/>
              <a:defRPr sz="1800">
                <a:solidFill>
                  <a:srgbClr val="000000"/>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a:t>
            </a:r>
            <a:endParaRPr lang="en-US" dirty="0"/>
          </a:p>
          <a:p>
            <a:pPr lvl="0"/>
            <a:r>
              <a:rPr lang="en-US" dirty="0"/>
              <a:t>d </a:t>
            </a:r>
            <a:r>
              <a:rPr lang="en-US" dirty="0" err="1"/>
              <a:t>tempor</a:t>
            </a:r>
            <a:r>
              <a:rPr lang="en-US" dirty="0"/>
              <a:t> </a:t>
            </a:r>
            <a:r>
              <a:rPr lang="en-US" dirty="0" err="1"/>
              <a:t>incididunt</a:t>
            </a:r>
            <a:r>
              <a:rPr lang="en-US" dirty="0"/>
              <a:t> </a:t>
            </a:r>
            <a:r>
              <a:rPr lang="en-US" dirty="0" err="1"/>
              <a:t>ut</a:t>
            </a:r>
            <a:r>
              <a:rPr lang="en-US" dirty="0"/>
              <a:t> labore et dolore magna </a:t>
            </a:r>
            <a:r>
              <a:rPr lang="en-US" dirty="0" err="1"/>
              <a:t>aliqua</a:t>
            </a:r>
            <a:r>
              <a:rPr lang="en-US" dirty="0"/>
              <a:t>. </a:t>
            </a:r>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p>
        </p:txBody>
      </p:sp>
      <p:sp>
        <p:nvSpPr>
          <p:cNvPr id="11" name="Text Placeholder 5">
            <a:extLst>
              <a:ext uri="{FF2B5EF4-FFF2-40B4-BE49-F238E27FC236}">
                <a16:creationId xmlns:a16="http://schemas.microsoft.com/office/drawing/2014/main" id="{0AC24C91-37E1-4B91-8D52-7CF491B0013E}"/>
              </a:ext>
            </a:extLst>
          </p:cNvPr>
          <p:cNvSpPr>
            <a:spLocks noGrp="1"/>
          </p:cNvSpPr>
          <p:nvPr>
            <p:ph type="body" sz="quarter" idx="22" hasCustomPrompt="1"/>
          </p:nvPr>
        </p:nvSpPr>
        <p:spPr>
          <a:xfrm>
            <a:off x="6122680" y="2202162"/>
            <a:ext cx="5200024" cy="363832"/>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14" name="Text Placeholder 3"/>
          <p:cNvSpPr>
            <a:spLocks noGrp="1"/>
          </p:cNvSpPr>
          <p:nvPr>
            <p:ph type="body" sz="quarter" idx="18" hasCustomPrompt="1"/>
          </p:nvPr>
        </p:nvSpPr>
        <p:spPr>
          <a:xfrm>
            <a:off x="6122680" y="2647133"/>
            <a:ext cx="5200024" cy="1612988"/>
          </a:xfrm>
        </p:spPr>
        <p:txBody>
          <a:bodyPr>
            <a:normAutofit/>
          </a:bodyPr>
          <a:lstStyle>
            <a:lvl1pPr>
              <a:lnSpc>
                <a:spcPct val="100000"/>
              </a:lnSpc>
              <a:spcBef>
                <a:spcPts val="600"/>
              </a:spcBef>
              <a:buClr>
                <a:srgbClr val="004A78"/>
              </a:buClr>
              <a:defRPr sz="2000">
                <a:solidFill>
                  <a:srgbClr val="000000"/>
                </a:solidFill>
              </a:defRPr>
            </a:lvl1pPr>
            <a:lvl2pPr marL="685800" indent="-228600">
              <a:buClr>
                <a:srgbClr val="004A78"/>
              </a:buClr>
              <a:buFontTx/>
              <a:buChar char="‒"/>
              <a:defRPr sz="1800">
                <a:solidFill>
                  <a:srgbClr val="000000"/>
                </a:solidFill>
              </a:defRPr>
            </a:lvl2pPr>
            <a:lvl3pPr>
              <a:buClr>
                <a:srgbClr val="004A78"/>
              </a:buClr>
              <a:defRPr sz="1800">
                <a:solidFill>
                  <a:srgbClr val="000000"/>
                </a:solidFill>
              </a:defRPr>
            </a:lvl3pPr>
            <a:lvl4pPr>
              <a:buClr>
                <a:srgbClr val="004A78"/>
              </a:buClr>
              <a:defRPr sz="1800">
                <a:solidFill>
                  <a:srgbClr val="000000"/>
                </a:solidFill>
              </a:defRPr>
            </a:lvl4pPr>
            <a:lvl5pPr>
              <a:buClr>
                <a:srgbClr val="004A78"/>
              </a:buClr>
              <a:defRPr sz="1800">
                <a:solidFill>
                  <a:srgbClr val="000000"/>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p>
          <a:p>
            <a:pPr lvl="0"/>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p>
        </p:txBody>
      </p:sp>
      <p:sp>
        <p:nvSpPr>
          <p:cNvPr id="13" name="Footer">
            <a:extLst>
              <a:ext uri="{FF2B5EF4-FFF2-40B4-BE49-F238E27FC236}">
                <a16:creationId xmlns:a16="http://schemas.microsoft.com/office/drawing/2014/main" id="{C32D58F0-8CFB-431E-8C5F-ADDA41A34DC5}"/>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
        <p:nvSpPr>
          <p:cNvPr id="10" name="Text Placeholder 2">
            <a:extLst>
              <a:ext uri="{FF2B5EF4-FFF2-40B4-BE49-F238E27FC236}">
                <a16:creationId xmlns:a16="http://schemas.microsoft.com/office/drawing/2014/main" id="{EB608122-F2C9-4E86-9F56-B820F387CA18}"/>
              </a:ext>
            </a:extLst>
          </p:cNvPr>
          <p:cNvSpPr>
            <a:spLocks noGrp="1"/>
          </p:cNvSpPr>
          <p:nvPr>
            <p:ph type="body" sz="quarter" idx="16" hasCustomPrompt="1"/>
          </p:nvPr>
        </p:nvSpPr>
        <p:spPr>
          <a:xfrm>
            <a:off x="740228" y="1307462"/>
            <a:ext cx="10711543" cy="825500"/>
          </a:xfrm>
        </p:spPr>
        <p:txBody>
          <a:bodyPr/>
          <a:lstStyle>
            <a:lvl1pPr marL="0" marR="0" indent="0" algn="l" defTabSz="914400" rtl="0" eaLnBrk="0" fontAlgn="base" latinLnBrk="0" hangingPunct="0">
              <a:lnSpc>
                <a:spcPct val="100000"/>
              </a:lnSpc>
              <a:spcBef>
                <a:spcPts val="600"/>
              </a:spcBef>
              <a:spcAft>
                <a:spcPct val="0"/>
              </a:spcAft>
              <a:buClrTx/>
              <a:buSzTx/>
              <a:buFontTx/>
              <a:buNone/>
              <a:tabLst/>
              <a:defRPr sz="2000">
                <a:solidFill>
                  <a:srgbClr val="000000"/>
                </a:solidFill>
                <a:latin typeface="Arial" panose="020B0604020202020204" pitchFamily="34" charset="0"/>
                <a:cs typeface="Arial" panose="020B0604020202020204" pitchFamily="34" charset="0"/>
              </a:defRPr>
            </a:lvl1pPr>
          </a:lstStyle>
          <a:p>
            <a:pPr marL="0" marR="0" lvl="0" indent="0" algn="l" defTabSz="914400" rtl="0" eaLnBrk="0" fontAlgn="base" latinLnBrk="0" hangingPunct="0">
              <a:lnSpc>
                <a:spcPct val="100000"/>
              </a:lnSpc>
              <a:spcBef>
                <a:spcPct val="0"/>
              </a:spcBef>
              <a:spcAft>
                <a:spcPct val="0"/>
              </a:spcAft>
              <a:buClrTx/>
              <a:buSzTx/>
              <a:buFontTx/>
              <a:buNone/>
              <a:tabLst/>
              <a:defRPr/>
            </a:pPr>
            <a:r>
              <a:rPr lang="en-US" dirty="0"/>
              <a:t>Click to add content. 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labore et dolore magna </a:t>
            </a:r>
            <a:r>
              <a:rPr lang="en-US" dirty="0" err="1"/>
              <a:t>aliqua</a:t>
            </a:r>
            <a:r>
              <a:rPr lang="en-US" dirty="0"/>
              <a:t>. </a:t>
            </a:r>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a:t>
            </a:r>
            <a:endPar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endParaRPr>
          </a:p>
        </p:txBody>
      </p:sp>
      <p:sp>
        <p:nvSpPr>
          <p:cNvPr id="5" name="Picture Placeholder 4">
            <a:extLst>
              <a:ext uri="{FF2B5EF4-FFF2-40B4-BE49-F238E27FC236}">
                <a16:creationId xmlns:a16="http://schemas.microsoft.com/office/drawing/2014/main" id="{81A3663D-1B8C-C824-C7CF-41B9E80BDD28}"/>
              </a:ext>
            </a:extLst>
          </p:cNvPr>
          <p:cNvSpPr>
            <a:spLocks noGrp="1"/>
          </p:cNvSpPr>
          <p:nvPr>
            <p:ph type="pic" sz="quarter" idx="23"/>
          </p:nvPr>
        </p:nvSpPr>
        <p:spPr>
          <a:xfrm>
            <a:off x="742950" y="4316747"/>
            <a:ext cx="5200650" cy="1612900"/>
          </a:xfrm>
        </p:spPr>
        <p:txBody>
          <a:bodyPr/>
          <a:lstStyle/>
          <a:p>
            <a:endParaRPr lang="en-US"/>
          </a:p>
        </p:txBody>
      </p:sp>
      <p:sp>
        <p:nvSpPr>
          <p:cNvPr id="12" name="Picture Placeholder 4">
            <a:extLst>
              <a:ext uri="{FF2B5EF4-FFF2-40B4-BE49-F238E27FC236}">
                <a16:creationId xmlns:a16="http://schemas.microsoft.com/office/drawing/2014/main" id="{BD70375B-824A-4FDD-8853-6162FA066C41}"/>
              </a:ext>
            </a:extLst>
          </p:cNvPr>
          <p:cNvSpPr>
            <a:spLocks noGrp="1"/>
          </p:cNvSpPr>
          <p:nvPr>
            <p:ph type="pic" sz="quarter" idx="24"/>
          </p:nvPr>
        </p:nvSpPr>
        <p:spPr>
          <a:xfrm>
            <a:off x="6122054" y="4316747"/>
            <a:ext cx="5200650" cy="1612900"/>
          </a:xfrm>
        </p:spPr>
        <p:txBody>
          <a:bodyPr/>
          <a:lstStyle/>
          <a:p>
            <a:endParaRPr lang="en-US"/>
          </a:p>
        </p:txBody>
      </p:sp>
    </p:spTree>
    <p:extLst>
      <p:ext uri="{BB962C8B-B14F-4D97-AF65-F5344CB8AC3E}">
        <p14:creationId xmlns:p14="http://schemas.microsoft.com/office/powerpoint/2010/main" val="154641627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wo Content with Secti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9" name="Text Placeholder 5">
            <a:extLst>
              <a:ext uri="{FF2B5EF4-FFF2-40B4-BE49-F238E27FC236}">
                <a16:creationId xmlns:a16="http://schemas.microsoft.com/office/drawing/2014/main" id="{1542E2FD-95B9-4097-A050-23445A4F14AF}"/>
              </a:ext>
            </a:extLst>
          </p:cNvPr>
          <p:cNvSpPr>
            <a:spLocks noGrp="1"/>
          </p:cNvSpPr>
          <p:nvPr>
            <p:ph type="body" sz="quarter" idx="21" hasCustomPrompt="1"/>
          </p:nvPr>
        </p:nvSpPr>
        <p:spPr>
          <a:xfrm>
            <a:off x="743574" y="1518055"/>
            <a:ext cx="10579129" cy="492443"/>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4" name="Text Placeholder 3"/>
          <p:cNvSpPr>
            <a:spLocks noGrp="1"/>
          </p:cNvSpPr>
          <p:nvPr>
            <p:ph type="body" sz="quarter" idx="15" hasCustomPrompt="1"/>
          </p:nvPr>
        </p:nvSpPr>
        <p:spPr>
          <a:xfrm>
            <a:off x="743576" y="2141814"/>
            <a:ext cx="5200024" cy="3562595"/>
          </a:xfrm>
        </p:spPr>
        <p:txBody>
          <a:bodyPr>
            <a:normAutofit/>
          </a:bodyPr>
          <a:lstStyle>
            <a:lvl1pPr marL="0" indent="0">
              <a:buClr>
                <a:srgbClr val="004A78"/>
              </a:buClr>
              <a:buFont typeface="Arial" charset="0"/>
              <a:buNone/>
              <a:defRPr sz="1800">
                <a:solidFill>
                  <a:srgbClr val="000000"/>
                </a:solidFill>
              </a:defRPr>
            </a:lvl1pPr>
            <a:lvl2pPr marL="457200" indent="0">
              <a:buClr>
                <a:srgbClr val="004A78"/>
              </a:buClr>
              <a:buFont typeface="Arial" charset="0"/>
              <a:buNone/>
              <a:defRPr sz="1800">
                <a:solidFill>
                  <a:srgbClr val="000000"/>
                </a:solidFill>
              </a:defRPr>
            </a:lvl2pPr>
            <a:lvl3pPr marL="1143000" indent="-228600">
              <a:buClr>
                <a:srgbClr val="004A78"/>
              </a:buClr>
              <a:buFont typeface="Arial" charset="0"/>
              <a:buChar char="•"/>
              <a:defRPr sz="1800">
                <a:solidFill>
                  <a:srgbClr val="000000"/>
                </a:solidFill>
              </a:defRPr>
            </a:lvl3pPr>
            <a:lvl4pPr marL="1600200" indent="-228600">
              <a:buClr>
                <a:srgbClr val="004A78"/>
              </a:buClr>
              <a:buFont typeface="Arial" charset="0"/>
              <a:buChar char="•"/>
              <a:defRPr sz="1800">
                <a:solidFill>
                  <a:srgbClr val="000000"/>
                </a:solidFill>
              </a:defRPr>
            </a:lvl4pPr>
            <a:lvl5pPr marL="2057400" indent="-228600">
              <a:buClr>
                <a:srgbClr val="004A78"/>
              </a:buClr>
              <a:buFont typeface="Arial" charset="0"/>
              <a:buChar char="•"/>
              <a:defRPr sz="1800">
                <a:solidFill>
                  <a:srgbClr val="000000"/>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dolore magna </a:t>
            </a:r>
            <a:r>
              <a:rPr lang="en-US" dirty="0" err="1"/>
              <a:t>aliqua</a:t>
            </a:r>
            <a:r>
              <a:rPr lang="en-US" dirty="0"/>
              <a:t>. </a:t>
            </a:r>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Massa </a:t>
            </a:r>
            <a:r>
              <a:rPr lang="en-US" dirty="0" err="1"/>
              <a:t>tempor</a:t>
            </a:r>
            <a:r>
              <a:rPr lang="en-US" dirty="0"/>
              <a:t> </a:t>
            </a:r>
            <a:r>
              <a:rPr lang="en-US" dirty="0" err="1"/>
              <a:t>nec</a:t>
            </a:r>
            <a:r>
              <a:rPr lang="en-US" dirty="0"/>
              <a:t> </a:t>
            </a:r>
            <a:r>
              <a:rPr lang="en-US" dirty="0" err="1"/>
              <a:t>feugiat</a:t>
            </a:r>
            <a:r>
              <a:rPr lang="en-US" dirty="0"/>
              <a:t> </a:t>
            </a:r>
            <a:r>
              <a:rPr lang="en-US" dirty="0" err="1"/>
              <a:t>nisl</a:t>
            </a:r>
            <a:r>
              <a:rPr lang="en-US" dirty="0"/>
              <a:t> </a:t>
            </a:r>
            <a:r>
              <a:rPr lang="en-US" dirty="0" err="1"/>
              <a:t>pretium</a:t>
            </a:r>
            <a:r>
              <a:rPr lang="en-US" dirty="0"/>
              <a:t> </a:t>
            </a:r>
            <a:r>
              <a:rPr lang="en-US" dirty="0" err="1"/>
              <a:t>fusce</a:t>
            </a:r>
            <a:r>
              <a:rPr lang="en-US" dirty="0"/>
              <a:t> id </a:t>
            </a:r>
            <a:r>
              <a:rPr lang="en-US" dirty="0" err="1"/>
              <a:t>velit</a:t>
            </a:r>
            <a:r>
              <a:rPr lang="en-US" dirty="0"/>
              <a:t>. </a:t>
            </a:r>
            <a:r>
              <a:rPr lang="en-US" dirty="0" err="1"/>
              <a:t>Amet</a:t>
            </a:r>
            <a:r>
              <a:rPr lang="en-US" dirty="0"/>
              <a:t> </a:t>
            </a:r>
            <a:r>
              <a:rPr lang="en-US" dirty="0" err="1"/>
              <a:t>est</a:t>
            </a:r>
            <a:r>
              <a:rPr lang="en-US" dirty="0"/>
              <a:t> </a:t>
            </a:r>
            <a:r>
              <a:rPr lang="en-US" dirty="0" err="1"/>
              <a:t>placerat</a:t>
            </a:r>
            <a:r>
              <a:rPr lang="en-US" dirty="0"/>
              <a:t> in </a:t>
            </a:r>
            <a:r>
              <a:rPr lang="en-US" dirty="0" err="1"/>
              <a:t>egestas</a:t>
            </a:r>
            <a:r>
              <a:rPr lang="en-US" dirty="0"/>
              <a:t> </a:t>
            </a:r>
            <a:r>
              <a:rPr lang="en-US" dirty="0" err="1"/>
              <a:t>erat</a:t>
            </a:r>
            <a:r>
              <a:rPr lang="en-US" dirty="0"/>
              <a:t> </a:t>
            </a:r>
            <a:r>
              <a:rPr lang="en-US" dirty="0" err="1"/>
              <a:t>imperdiet</a:t>
            </a:r>
            <a:r>
              <a:rPr lang="en-US" dirty="0"/>
              <a:t> </a:t>
            </a:r>
            <a:r>
              <a:rPr lang="en-US" dirty="0" err="1"/>
              <a:t>sed</a:t>
            </a:r>
            <a:r>
              <a:rPr lang="en-US" dirty="0"/>
              <a:t> </a:t>
            </a:r>
            <a:r>
              <a:rPr lang="en-US" dirty="0" err="1"/>
              <a:t>euismod</a:t>
            </a:r>
            <a:r>
              <a:rPr lang="en-US" dirty="0"/>
              <a:t>. In </a:t>
            </a:r>
            <a:r>
              <a:rPr lang="en-US" dirty="0" err="1"/>
              <a:t>egestas</a:t>
            </a:r>
            <a:r>
              <a:rPr lang="en-US" dirty="0"/>
              <a:t> </a:t>
            </a:r>
            <a:r>
              <a:rPr lang="en-US" dirty="0" err="1"/>
              <a:t>erat</a:t>
            </a:r>
            <a:r>
              <a:rPr lang="en-US" dirty="0"/>
              <a:t> </a:t>
            </a:r>
            <a:r>
              <a:rPr lang="en-US" dirty="0" err="1"/>
              <a:t>imperdiet</a:t>
            </a:r>
            <a:r>
              <a:rPr lang="en-US" dirty="0"/>
              <a:t> </a:t>
            </a:r>
            <a:r>
              <a:rPr lang="en-US" dirty="0" err="1"/>
              <a:t>sed</a:t>
            </a:r>
            <a:r>
              <a:rPr lang="en-US" dirty="0"/>
              <a:t> </a:t>
            </a:r>
            <a:r>
              <a:rPr lang="en-US" dirty="0" err="1"/>
              <a:t>euismod</a:t>
            </a:r>
            <a:r>
              <a:rPr lang="en-US" dirty="0"/>
              <a:t> nisi porta lorem. </a:t>
            </a:r>
            <a:r>
              <a:rPr lang="en-US" dirty="0" err="1"/>
              <a:t>Fermentum</a:t>
            </a:r>
            <a:r>
              <a:rPr lang="en-US" dirty="0"/>
              <a:t> et </a:t>
            </a:r>
            <a:r>
              <a:rPr lang="en-US" dirty="0" err="1"/>
              <a:t>sollicitudin</a:t>
            </a:r>
            <a:r>
              <a:rPr lang="en-US" dirty="0"/>
              <a:t> ac </a:t>
            </a:r>
            <a:r>
              <a:rPr lang="en-US" dirty="0" err="1"/>
              <a:t>orci</a:t>
            </a:r>
            <a:r>
              <a:rPr lang="en-US" dirty="0"/>
              <a:t> </a:t>
            </a:r>
            <a:r>
              <a:rPr lang="en-US" dirty="0" err="1"/>
              <a:t>phasellus</a:t>
            </a:r>
            <a:r>
              <a:rPr lang="en-US" dirty="0"/>
              <a:t> </a:t>
            </a:r>
            <a:r>
              <a:rPr lang="en-US" dirty="0" err="1"/>
              <a:t>egestas</a:t>
            </a:r>
            <a:r>
              <a:rPr lang="en-US" dirty="0"/>
              <a:t> </a:t>
            </a:r>
            <a:r>
              <a:rPr lang="en-US" dirty="0" err="1"/>
              <a:t>tellus</a:t>
            </a:r>
            <a:r>
              <a:rPr lang="en-US" dirty="0"/>
              <a:t> </a:t>
            </a:r>
            <a:r>
              <a:rPr lang="en-US" dirty="0" err="1"/>
              <a:t>rutrum</a:t>
            </a:r>
            <a:r>
              <a:rPr lang="en-US" dirty="0"/>
              <a:t> </a:t>
            </a:r>
            <a:r>
              <a:rPr lang="en-US" dirty="0" err="1"/>
              <a:t>tellus</a:t>
            </a:r>
            <a:r>
              <a:rPr lang="en-US" dirty="0"/>
              <a:t>. </a:t>
            </a:r>
            <a:r>
              <a:rPr lang="en-US" dirty="0" err="1"/>
              <a:t>Nec</a:t>
            </a:r>
            <a:r>
              <a:rPr lang="en-US" dirty="0"/>
              <a:t> dui </a:t>
            </a:r>
            <a:r>
              <a:rPr lang="en-US" dirty="0" err="1"/>
              <a:t>nunc</a:t>
            </a:r>
            <a:r>
              <a:rPr lang="en-US" dirty="0"/>
              <a:t> </a:t>
            </a:r>
            <a:r>
              <a:rPr lang="en-US" dirty="0" err="1"/>
              <a:t>mattis</a:t>
            </a:r>
            <a:r>
              <a:rPr lang="en-US" dirty="0"/>
              <a:t> </a:t>
            </a:r>
            <a:r>
              <a:rPr lang="en-US" dirty="0" err="1"/>
              <a:t>enim</a:t>
            </a:r>
            <a:r>
              <a:rPr lang="en-US" dirty="0"/>
              <a:t>. </a:t>
            </a:r>
            <a:r>
              <a:rPr lang="en-US" dirty="0" err="1"/>
              <a:t>Nisl</a:t>
            </a:r>
            <a:r>
              <a:rPr lang="en-US" dirty="0"/>
              <a:t> </a:t>
            </a:r>
            <a:r>
              <a:rPr lang="en-US" dirty="0" err="1"/>
              <a:t>condimentum</a:t>
            </a:r>
            <a:r>
              <a:rPr lang="en-US" dirty="0"/>
              <a:t> id </a:t>
            </a:r>
            <a:r>
              <a:rPr lang="en-US" dirty="0" err="1"/>
              <a:t>venenatis</a:t>
            </a:r>
            <a:r>
              <a:rPr lang="en-US" dirty="0"/>
              <a:t> a </a:t>
            </a:r>
            <a:r>
              <a:rPr lang="en-US" dirty="0" err="1"/>
              <a:t>condimentum</a:t>
            </a:r>
            <a:r>
              <a:rPr lang="en-US" dirty="0"/>
              <a:t>. Non </a:t>
            </a:r>
            <a:r>
              <a:rPr lang="en-US" dirty="0" err="1"/>
              <a:t>enim</a:t>
            </a:r>
            <a:r>
              <a:rPr lang="en-US" dirty="0"/>
              <a:t> </a:t>
            </a:r>
            <a:r>
              <a:rPr lang="en-US" dirty="0" err="1"/>
              <a:t>praesent</a:t>
            </a:r>
            <a:r>
              <a:rPr lang="en-US" dirty="0"/>
              <a:t> </a:t>
            </a:r>
            <a:r>
              <a:rPr lang="en-US" dirty="0" err="1"/>
              <a:t>elementum</a:t>
            </a:r>
            <a:r>
              <a:rPr lang="en-US" dirty="0"/>
              <a:t> </a:t>
            </a:r>
            <a:r>
              <a:rPr lang="en-US" dirty="0" err="1"/>
              <a:t>facilisis</a:t>
            </a:r>
            <a:r>
              <a:rPr lang="en-US" dirty="0"/>
              <a:t> </a:t>
            </a:r>
            <a:r>
              <a:rPr lang="en-US" dirty="0" err="1"/>
              <a:t>leo</a:t>
            </a:r>
            <a:r>
              <a:rPr lang="en-US" dirty="0"/>
              <a:t> vel </a:t>
            </a:r>
            <a:r>
              <a:rPr lang="en-US" dirty="0" err="1"/>
              <a:t>fringilla</a:t>
            </a:r>
            <a:r>
              <a:rPr lang="en-US" dirty="0"/>
              <a:t> </a:t>
            </a:r>
            <a:r>
              <a:rPr lang="en-US" dirty="0" err="1"/>
              <a:t>est</a:t>
            </a:r>
            <a:r>
              <a:rPr lang="en-US" dirty="0"/>
              <a:t> </a:t>
            </a:r>
            <a:r>
              <a:rPr lang="en-US" dirty="0" err="1"/>
              <a:t>ullamcorper</a:t>
            </a:r>
            <a:r>
              <a:rPr lang="en-US" dirty="0"/>
              <a:t>.</a:t>
            </a:r>
          </a:p>
        </p:txBody>
      </p:sp>
      <p:sp>
        <p:nvSpPr>
          <p:cNvPr id="14" name="Text Placeholder 3"/>
          <p:cNvSpPr>
            <a:spLocks noGrp="1"/>
          </p:cNvSpPr>
          <p:nvPr>
            <p:ph type="body" sz="quarter" idx="18" hasCustomPrompt="1"/>
          </p:nvPr>
        </p:nvSpPr>
        <p:spPr>
          <a:xfrm>
            <a:off x="6122680" y="2141814"/>
            <a:ext cx="5200024" cy="3562595"/>
          </a:xfrm>
        </p:spPr>
        <p:txBody>
          <a:bodyPr>
            <a:normAutofit/>
          </a:bodyPr>
          <a:lstStyle>
            <a:lvl1pPr>
              <a:buClr>
                <a:srgbClr val="004A78"/>
              </a:buClr>
              <a:defRPr sz="1800">
                <a:solidFill>
                  <a:srgbClr val="000000"/>
                </a:solidFill>
              </a:defRPr>
            </a:lvl1pPr>
            <a:lvl2pPr marL="685800" indent="-228600">
              <a:buClr>
                <a:srgbClr val="004A78"/>
              </a:buClr>
              <a:buFontTx/>
              <a:buChar char="‒"/>
              <a:defRPr sz="1800">
                <a:solidFill>
                  <a:srgbClr val="000000"/>
                </a:solidFill>
              </a:defRPr>
            </a:lvl2pPr>
            <a:lvl3pPr>
              <a:buClr>
                <a:srgbClr val="004A78"/>
              </a:buClr>
              <a:defRPr sz="1800">
                <a:solidFill>
                  <a:srgbClr val="000000"/>
                </a:solidFill>
              </a:defRPr>
            </a:lvl3pPr>
            <a:lvl4pPr>
              <a:buClr>
                <a:srgbClr val="004A78"/>
              </a:buClr>
              <a:defRPr sz="1800">
                <a:solidFill>
                  <a:srgbClr val="000000"/>
                </a:solidFill>
              </a:defRPr>
            </a:lvl4pPr>
            <a:lvl5pPr>
              <a:buClr>
                <a:srgbClr val="004A78"/>
              </a:buClr>
              <a:defRPr sz="1800">
                <a:solidFill>
                  <a:srgbClr val="000000"/>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p>
          <a:p>
            <a:pPr lvl="0"/>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Massa </a:t>
            </a:r>
            <a:r>
              <a:rPr lang="en-US" dirty="0" err="1"/>
              <a:t>tempor</a:t>
            </a:r>
            <a:r>
              <a:rPr lang="en-US" dirty="0"/>
              <a:t> </a:t>
            </a:r>
            <a:r>
              <a:rPr lang="en-US" dirty="0" err="1"/>
              <a:t>nec</a:t>
            </a:r>
            <a:r>
              <a:rPr lang="en-US" dirty="0"/>
              <a:t> </a:t>
            </a:r>
            <a:r>
              <a:rPr lang="en-US" dirty="0" err="1"/>
              <a:t>feugiat</a:t>
            </a:r>
            <a:r>
              <a:rPr lang="en-US" dirty="0"/>
              <a:t> </a:t>
            </a:r>
            <a:r>
              <a:rPr lang="en-US" dirty="0" err="1"/>
              <a:t>nisl</a:t>
            </a:r>
            <a:r>
              <a:rPr lang="en-US" dirty="0"/>
              <a:t> </a:t>
            </a:r>
            <a:r>
              <a:rPr lang="en-US" dirty="0" err="1"/>
              <a:t>pretium</a:t>
            </a:r>
            <a:r>
              <a:rPr lang="en-US" dirty="0"/>
              <a:t> </a:t>
            </a:r>
            <a:r>
              <a:rPr lang="en-US" dirty="0" err="1"/>
              <a:t>fusce</a:t>
            </a:r>
            <a:r>
              <a:rPr lang="en-US" dirty="0"/>
              <a:t> id </a:t>
            </a:r>
            <a:r>
              <a:rPr lang="en-US" dirty="0" err="1"/>
              <a:t>velit</a:t>
            </a:r>
            <a:r>
              <a:rPr lang="en-US" dirty="0"/>
              <a:t>. </a:t>
            </a:r>
          </a:p>
          <a:p>
            <a:pPr lvl="0"/>
            <a:r>
              <a:rPr lang="en-US" dirty="0" err="1"/>
              <a:t>Amet</a:t>
            </a:r>
            <a:r>
              <a:rPr lang="en-US" dirty="0"/>
              <a:t> </a:t>
            </a:r>
            <a:r>
              <a:rPr lang="en-US" dirty="0" err="1"/>
              <a:t>est</a:t>
            </a:r>
            <a:r>
              <a:rPr lang="en-US" dirty="0"/>
              <a:t> </a:t>
            </a:r>
            <a:r>
              <a:rPr lang="en-US" dirty="0" err="1"/>
              <a:t>placerat</a:t>
            </a:r>
            <a:r>
              <a:rPr lang="en-US" dirty="0"/>
              <a:t> in </a:t>
            </a:r>
            <a:r>
              <a:rPr lang="en-US" dirty="0" err="1"/>
              <a:t>egestas</a:t>
            </a:r>
            <a:r>
              <a:rPr lang="en-US" dirty="0"/>
              <a:t> </a:t>
            </a:r>
            <a:r>
              <a:rPr lang="en-US" dirty="0" err="1"/>
              <a:t>erat</a:t>
            </a:r>
            <a:r>
              <a:rPr lang="en-US" dirty="0"/>
              <a:t> </a:t>
            </a:r>
            <a:r>
              <a:rPr lang="en-US" dirty="0" err="1"/>
              <a:t>imperdiet</a:t>
            </a:r>
            <a:r>
              <a:rPr lang="en-US" dirty="0"/>
              <a:t> </a:t>
            </a:r>
            <a:r>
              <a:rPr lang="en-US" dirty="0" err="1"/>
              <a:t>sed</a:t>
            </a:r>
            <a:r>
              <a:rPr lang="en-US" dirty="0"/>
              <a:t> </a:t>
            </a:r>
            <a:r>
              <a:rPr lang="en-US" dirty="0" err="1"/>
              <a:t>euismod</a:t>
            </a:r>
            <a:r>
              <a:rPr lang="en-US" dirty="0"/>
              <a:t>. In </a:t>
            </a:r>
            <a:r>
              <a:rPr lang="en-US" dirty="0" err="1"/>
              <a:t>egestas</a:t>
            </a:r>
            <a:r>
              <a:rPr lang="en-US" dirty="0"/>
              <a:t> </a:t>
            </a:r>
            <a:r>
              <a:rPr lang="en-US" dirty="0" err="1"/>
              <a:t>erat</a:t>
            </a:r>
            <a:r>
              <a:rPr lang="en-US" dirty="0"/>
              <a:t> </a:t>
            </a:r>
            <a:r>
              <a:rPr lang="en-US" dirty="0" err="1"/>
              <a:t>imperdiet</a:t>
            </a:r>
            <a:r>
              <a:rPr lang="en-US" dirty="0"/>
              <a:t> </a:t>
            </a:r>
            <a:r>
              <a:rPr lang="en-US" dirty="0" err="1"/>
              <a:t>sed</a:t>
            </a:r>
            <a:r>
              <a:rPr lang="en-US" dirty="0"/>
              <a:t> </a:t>
            </a:r>
            <a:r>
              <a:rPr lang="en-US" dirty="0" err="1"/>
              <a:t>euismod</a:t>
            </a:r>
            <a:r>
              <a:rPr lang="en-US" dirty="0"/>
              <a:t> nisi porta lorem. </a:t>
            </a:r>
            <a:r>
              <a:rPr lang="en-US" dirty="0" err="1"/>
              <a:t>Fermentum</a:t>
            </a:r>
            <a:r>
              <a:rPr lang="en-US" dirty="0"/>
              <a:t> et </a:t>
            </a:r>
            <a:r>
              <a:rPr lang="en-US" dirty="0" err="1"/>
              <a:t>sollicitudin</a:t>
            </a:r>
            <a:r>
              <a:rPr lang="en-US" dirty="0"/>
              <a:t> ac </a:t>
            </a:r>
            <a:r>
              <a:rPr lang="en-US" dirty="0" err="1"/>
              <a:t>orci</a:t>
            </a:r>
            <a:r>
              <a:rPr lang="en-US" dirty="0"/>
              <a:t> </a:t>
            </a:r>
            <a:r>
              <a:rPr lang="en-US" dirty="0" err="1"/>
              <a:t>phasellus</a:t>
            </a:r>
            <a:r>
              <a:rPr lang="en-US" dirty="0"/>
              <a:t> </a:t>
            </a:r>
            <a:r>
              <a:rPr lang="en-US" dirty="0" err="1"/>
              <a:t>egestas</a:t>
            </a:r>
            <a:r>
              <a:rPr lang="en-US" dirty="0"/>
              <a:t> </a:t>
            </a:r>
            <a:r>
              <a:rPr lang="en-US" dirty="0" err="1"/>
              <a:t>tellus</a:t>
            </a:r>
            <a:r>
              <a:rPr lang="en-US" dirty="0"/>
              <a:t> </a:t>
            </a:r>
            <a:r>
              <a:rPr lang="en-US" dirty="0" err="1"/>
              <a:t>rutrum</a:t>
            </a:r>
            <a:r>
              <a:rPr lang="en-US" dirty="0"/>
              <a:t> </a:t>
            </a:r>
            <a:r>
              <a:rPr lang="en-US" dirty="0" err="1"/>
              <a:t>tellus</a:t>
            </a:r>
            <a:r>
              <a:rPr lang="en-US" dirty="0"/>
              <a:t>. </a:t>
            </a:r>
            <a:r>
              <a:rPr lang="en-US" dirty="0" err="1"/>
              <a:t>Nec</a:t>
            </a:r>
            <a:r>
              <a:rPr lang="en-US" dirty="0"/>
              <a:t> dui </a:t>
            </a:r>
            <a:r>
              <a:rPr lang="en-US" dirty="0" err="1"/>
              <a:t>nunc</a:t>
            </a:r>
            <a:r>
              <a:rPr lang="en-US" dirty="0"/>
              <a:t> </a:t>
            </a:r>
            <a:r>
              <a:rPr lang="en-US" dirty="0" err="1"/>
              <a:t>mattis</a:t>
            </a:r>
            <a:r>
              <a:rPr lang="en-US" dirty="0"/>
              <a:t> </a:t>
            </a:r>
            <a:r>
              <a:rPr lang="en-US" dirty="0" err="1"/>
              <a:t>enim</a:t>
            </a:r>
            <a:r>
              <a:rPr lang="en-US" dirty="0"/>
              <a:t>. </a:t>
            </a:r>
            <a:r>
              <a:rPr lang="en-US" dirty="0" err="1"/>
              <a:t>Nisl</a:t>
            </a:r>
            <a:r>
              <a:rPr lang="en-US" dirty="0"/>
              <a:t> </a:t>
            </a:r>
            <a:r>
              <a:rPr lang="en-US" dirty="0" err="1"/>
              <a:t>condimentum</a:t>
            </a:r>
            <a:r>
              <a:rPr lang="en-US" dirty="0"/>
              <a:t> id </a:t>
            </a:r>
            <a:r>
              <a:rPr lang="en-US" dirty="0" err="1"/>
              <a:t>venenatis</a:t>
            </a:r>
            <a:r>
              <a:rPr lang="en-US" dirty="0"/>
              <a:t> a </a:t>
            </a:r>
            <a:r>
              <a:rPr lang="en-US" dirty="0" err="1"/>
              <a:t>condimentum</a:t>
            </a:r>
            <a:r>
              <a:rPr lang="en-US" dirty="0"/>
              <a:t>. Non </a:t>
            </a:r>
            <a:r>
              <a:rPr lang="en-US" dirty="0" err="1"/>
              <a:t>enim</a:t>
            </a:r>
            <a:r>
              <a:rPr lang="en-US" dirty="0"/>
              <a:t> </a:t>
            </a:r>
            <a:r>
              <a:rPr lang="en-US" dirty="0" err="1"/>
              <a:t>praesent</a:t>
            </a:r>
            <a:r>
              <a:rPr lang="en-US" dirty="0"/>
              <a:t> </a:t>
            </a:r>
            <a:r>
              <a:rPr lang="en-US" dirty="0" err="1"/>
              <a:t>elementum</a:t>
            </a:r>
            <a:r>
              <a:rPr lang="en-US" dirty="0"/>
              <a:t> </a:t>
            </a:r>
            <a:r>
              <a:rPr lang="en-US" dirty="0" err="1"/>
              <a:t>facilisis</a:t>
            </a:r>
            <a:r>
              <a:rPr lang="en-US" dirty="0"/>
              <a:t> </a:t>
            </a:r>
            <a:r>
              <a:rPr lang="en-US" dirty="0" err="1"/>
              <a:t>leo</a:t>
            </a:r>
            <a:r>
              <a:rPr lang="en-US" dirty="0"/>
              <a:t> </a:t>
            </a:r>
            <a:r>
              <a:rPr lang="en-US" dirty="0" err="1"/>
              <a:t>vel</a:t>
            </a:r>
            <a:r>
              <a:rPr lang="en-US" dirty="0"/>
              <a:t> </a:t>
            </a:r>
            <a:r>
              <a:rPr lang="en-US" dirty="0" err="1"/>
              <a:t>fringilla</a:t>
            </a:r>
            <a:r>
              <a:rPr lang="en-US" dirty="0"/>
              <a:t> </a:t>
            </a:r>
            <a:r>
              <a:rPr lang="en-US" dirty="0" err="1"/>
              <a:t>est</a:t>
            </a:r>
            <a:r>
              <a:rPr lang="en-US" dirty="0"/>
              <a:t> </a:t>
            </a:r>
            <a:r>
              <a:rPr lang="en-US" dirty="0" err="1"/>
              <a:t>ullamcorper</a:t>
            </a:r>
            <a:r>
              <a:rPr lang="en-US" dirty="0"/>
              <a:t>.</a:t>
            </a:r>
          </a:p>
        </p:txBody>
      </p:sp>
      <p:sp>
        <p:nvSpPr>
          <p:cNvPr id="13" name="Footer">
            <a:extLst>
              <a:ext uri="{FF2B5EF4-FFF2-40B4-BE49-F238E27FC236}">
                <a16:creationId xmlns:a16="http://schemas.microsoft.com/office/drawing/2014/main" id="{C32D58F0-8CFB-431E-8C5F-ADDA41A34DC5}"/>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Tree>
    <p:extLst>
      <p:ext uri="{BB962C8B-B14F-4D97-AF65-F5344CB8AC3E}">
        <p14:creationId xmlns:p14="http://schemas.microsoft.com/office/powerpoint/2010/main" val="267945303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wo Content with Section and Tabl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9" name="Text Placeholder 5">
            <a:extLst>
              <a:ext uri="{FF2B5EF4-FFF2-40B4-BE49-F238E27FC236}">
                <a16:creationId xmlns:a16="http://schemas.microsoft.com/office/drawing/2014/main" id="{1542E2FD-95B9-4097-A050-23445A4F14AF}"/>
              </a:ext>
            </a:extLst>
          </p:cNvPr>
          <p:cNvSpPr>
            <a:spLocks noGrp="1"/>
          </p:cNvSpPr>
          <p:nvPr>
            <p:ph type="body" sz="quarter" idx="21" hasCustomPrompt="1"/>
          </p:nvPr>
        </p:nvSpPr>
        <p:spPr>
          <a:xfrm>
            <a:off x="743574" y="1518055"/>
            <a:ext cx="10579129" cy="492443"/>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4" name="Text Placeholder 3"/>
          <p:cNvSpPr>
            <a:spLocks noGrp="1"/>
          </p:cNvSpPr>
          <p:nvPr>
            <p:ph type="body" sz="quarter" idx="15" hasCustomPrompt="1"/>
          </p:nvPr>
        </p:nvSpPr>
        <p:spPr>
          <a:xfrm>
            <a:off x="743576" y="2141815"/>
            <a:ext cx="5200024" cy="1742614"/>
          </a:xfrm>
        </p:spPr>
        <p:txBody>
          <a:bodyPr>
            <a:normAutofit/>
          </a:bodyPr>
          <a:lstStyle>
            <a:lvl1pPr marL="0" indent="0">
              <a:buClr>
                <a:srgbClr val="004A78"/>
              </a:buClr>
              <a:buFont typeface="Arial" charset="0"/>
              <a:buNone/>
              <a:defRPr sz="1800">
                <a:solidFill>
                  <a:srgbClr val="000000"/>
                </a:solidFill>
              </a:defRPr>
            </a:lvl1pPr>
            <a:lvl2pPr marL="457200" indent="0">
              <a:buClr>
                <a:srgbClr val="004A78"/>
              </a:buClr>
              <a:buFont typeface="Arial" charset="0"/>
              <a:buNone/>
              <a:defRPr sz="1800">
                <a:solidFill>
                  <a:srgbClr val="000000"/>
                </a:solidFill>
              </a:defRPr>
            </a:lvl2pPr>
            <a:lvl3pPr marL="1143000" indent="-228600">
              <a:buClr>
                <a:srgbClr val="004A78"/>
              </a:buClr>
              <a:buFont typeface="Arial" charset="0"/>
              <a:buChar char="•"/>
              <a:defRPr sz="1800">
                <a:solidFill>
                  <a:srgbClr val="000000"/>
                </a:solidFill>
              </a:defRPr>
            </a:lvl3pPr>
            <a:lvl4pPr marL="1600200" indent="-228600">
              <a:buClr>
                <a:srgbClr val="004A78"/>
              </a:buClr>
              <a:buFont typeface="Arial" charset="0"/>
              <a:buChar char="•"/>
              <a:defRPr sz="1800">
                <a:solidFill>
                  <a:srgbClr val="000000"/>
                </a:solidFill>
              </a:defRPr>
            </a:lvl4pPr>
            <a:lvl5pPr marL="2057400" indent="-228600">
              <a:buClr>
                <a:srgbClr val="004A78"/>
              </a:buClr>
              <a:buFont typeface="Arial" charset="0"/>
              <a:buChar char="•"/>
              <a:defRPr sz="1800">
                <a:solidFill>
                  <a:srgbClr val="000000"/>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dolore magna </a:t>
            </a:r>
            <a:r>
              <a:rPr lang="en-US" dirty="0" err="1"/>
              <a:t>aliqua</a:t>
            </a:r>
            <a:r>
              <a:rPr lang="en-US" dirty="0"/>
              <a:t>. </a:t>
            </a:r>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Massa </a:t>
            </a:r>
            <a:r>
              <a:rPr lang="en-US" dirty="0" err="1"/>
              <a:t>tempor</a:t>
            </a:r>
            <a:r>
              <a:rPr lang="en-US" dirty="0"/>
              <a:t> </a:t>
            </a:r>
            <a:r>
              <a:rPr lang="en-US" dirty="0" err="1"/>
              <a:t>nec</a:t>
            </a:r>
            <a:r>
              <a:rPr lang="en-US" dirty="0"/>
              <a:t> </a:t>
            </a:r>
            <a:r>
              <a:rPr lang="en-US" dirty="0" err="1"/>
              <a:t>feugiat</a:t>
            </a:r>
            <a:r>
              <a:rPr lang="en-US" dirty="0"/>
              <a:t> </a:t>
            </a:r>
            <a:r>
              <a:rPr lang="en-US" dirty="0" err="1"/>
              <a:t>nisl</a:t>
            </a:r>
            <a:r>
              <a:rPr lang="en-US" dirty="0"/>
              <a:t> </a:t>
            </a:r>
            <a:r>
              <a:rPr lang="en-US" dirty="0" err="1"/>
              <a:t>pretium</a:t>
            </a:r>
            <a:r>
              <a:rPr lang="en-US" dirty="0"/>
              <a:t> </a:t>
            </a:r>
            <a:r>
              <a:rPr lang="en-US" dirty="0" err="1"/>
              <a:t>fusce</a:t>
            </a:r>
            <a:r>
              <a:rPr lang="en-US" dirty="0"/>
              <a:t> id </a:t>
            </a:r>
            <a:r>
              <a:rPr lang="en-US" dirty="0" err="1"/>
              <a:t>velit</a:t>
            </a:r>
            <a:r>
              <a:rPr lang="en-US" dirty="0"/>
              <a:t>. </a:t>
            </a:r>
            <a:r>
              <a:rPr lang="en-US" dirty="0" err="1"/>
              <a:t>Amet</a:t>
            </a:r>
            <a:r>
              <a:rPr lang="en-US" dirty="0"/>
              <a:t> </a:t>
            </a:r>
            <a:r>
              <a:rPr lang="en-US" dirty="0" err="1"/>
              <a:t>est</a:t>
            </a:r>
            <a:r>
              <a:rPr lang="en-US" dirty="0"/>
              <a:t> </a:t>
            </a:r>
            <a:r>
              <a:rPr lang="en-US" dirty="0" err="1"/>
              <a:t>placerat</a:t>
            </a:r>
            <a:r>
              <a:rPr lang="en-US" dirty="0"/>
              <a:t> in </a:t>
            </a:r>
            <a:r>
              <a:rPr lang="en-US" dirty="0" err="1"/>
              <a:t>egestas</a:t>
            </a:r>
            <a:r>
              <a:rPr lang="en-US" dirty="0"/>
              <a:t> </a:t>
            </a:r>
            <a:r>
              <a:rPr lang="en-US" dirty="0" err="1"/>
              <a:t>erat</a:t>
            </a:r>
            <a:r>
              <a:rPr lang="en-US" dirty="0"/>
              <a:t> </a:t>
            </a:r>
            <a:r>
              <a:rPr lang="en-US" dirty="0" err="1"/>
              <a:t>imperdiet</a:t>
            </a:r>
            <a:r>
              <a:rPr lang="en-US" dirty="0"/>
              <a:t> sed </a:t>
            </a:r>
            <a:r>
              <a:rPr lang="en-US" dirty="0" err="1"/>
              <a:t>euismod</a:t>
            </a:r>
            <a:r>
              <a:rPr lang="en-US" dirty="0"/>
              <a:t>. </a:t>
            </a:r>
          </a:p>
        </p:txBody>
      </p:sp>
      <p:sp>
        <p:nvSpPr>
          <p:cNvPr id="14" name="Text Placeholder 3"/>
          <p:cNvSpPr>
            <a:spLocks noGrp="1"/>
          </p:cNvSpPr>
          <p:nvPr>
            <p:ph type="body" sz="quarter" idx="18" hasCustomPrompt="1"/>
          </p:nvPr>
        </p:nvSpPr>
        <p:spPr>
          <a:xfrm>
            <a:off x="6122680" y="2141814"/>
            <a:ext cx="5200024" cy="3562595"/>
          </a:xfrm>
        </p:spPr>
        <p:txBody>
          <a:bodyPr>
            <a:normAutofit/>
          </a:bodyPr>
          <a:lstStyle>
            <a:lvl1pPr>
              <a:buClr>
                <a:srgbClr val="004A78"/>
              </a:buClr>
              <a:defRPr sz="1800">
                <a:solidFill>
                  <a:srgbClr val="000000"/>
                </a:solidFill>
              </a:defRPr>
            </a:lvl1pPr>
            <a:lvl2pPr marL="685800" indent="-228600">
              <a:buClr>
                <a:srgbClr val="004A78"/>
              </a:buClr>
              <a:buFontTx/>
              <a:buChar char="‒"/>
              <a:defRPr sz="1800">
                <a:solidFill>
                  <a:srgbClr val="000000"/>
                </a:solidFill>
              </a:defRPr>
            </a:lvl2pPr>
            <a:lvl3pPr>
              <a:buClr>
                <a:srgbClr val="004A78"/>
              </a:buClr>
              <a:defRPr sz="1800">
                <a:solidFill>
                  <a:srgbClr val="000000"/>
                </a:solidFill>
              </a:defRPr>
            </a:lvl3pPr>
            <a:lvl4pPr>
              <a:buClr>
                <a:srgbClr val="004A78"/>
              </a:buClr>
              <a:defRPr sz="1800">
                <a:solidFill>
                  <a:srgbClr val="000000"/>
                </a:solidFill>
              </a:defRPr>
            </a:lvl4pPr>
            <a:lvl5pPr>
              <a:buClr>
                <a:srgbClr val="004A78"/>
              </a:buClr>
              <a:defRPr sz="1800">
                <a:solidFill>
                  <a:srgbClr val="000000"/>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p>
          <a:p>
            <a:pPr lvl="0"/>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Massa </a:t>
            </a:r>
            <a:r>
              <a:rPr lang="en-US" dirty="0" err="1"/>
              <a:t>tempor</a:t>
            </a:r>
            <a:r>
              <a:rPr lang="en-US" dirty="0"/>
              <a:t> </a:t>
            </a:r>
            <a:r>
              <a:rPr lang="en-US" dirty="0" err="1"/>
              <a:t>nec</a:t>
            </a:r>
            <a:r>
              <a:rPr lang="en-US" dirty="0"/>
              <a:t> </a:t>
            </a:r>
            <a:r>
              <a:rPr lang="en-US" dirty="0" err="1"/>
              <a:t>feugiat</a:t>
            </a:r>
            <a:r>
              <a:rPr lang="en-US" dirty="0"/>
              <a:t> </a:t>
            </a:r>
            <a:r>
              <a:rPr lang="en-US" dirty="0" err="1"/>
              <a:t>nisl</a:t>
            </a:r>
            <a:r>
              <a:rPr lang="en-US" dirty="0"/>
              <a:t> </a:t>
            </a:r>
            <a:r>
              <a:rPr lang="en-US" dirty="0" err="1"/>
              <a:t>pretium</a:t>
            </a:r>
            <a:r>
              <a:rPr lang="en-US" dirty="0"/>
              <a:t> </a:t>
            </a:r>
            <a:r>
              <a:rPr lang="en-US" dirty="0" err="1"/>
              <a:t>fusce</a:t>
            </a:r>
            <a:r>
              <a:rPr lang="en-US" dirty="0"/>
              <a:t> id </a:t>
            </a:r>
            <a:r>
              <a:rPr lang="en-US" dirty="0" err="1"/>
              <a:t>velit</a:t>
            </a:r>
            <a:r>
              <a:rPr lang="en-US" dirty="0"/>
              <a:t>. </a:t>
            </a:r>
          </a:p>
          <a:p>
            <a:pPr lvl="0"/>
            <a:r>
              <a:rPr lang="en-US" dirty="0" err="1"/>
              <a:t>Amet</a:t>
            </a:r>
            <a:r>
              <a:rPr lang="en-US" dirty="0"/>
              <a:t> </a:t>
            </a:r>
            <a:r>
              <a:rPr lang="en-US" dirty="0" err="1"/>
              <a:t>est</a:t>
            </a:r>
            <a:r>
              <a:rPr lang="en-US" dirty="0"/>
              <a:t> </a:t>
            </a:r>
            <a:r>
              <a:rPr lang="en-US" dirty="0" err="1"/>
              <a:t>placerat</a:t>
            </a:r>
            <a:r>
              <a:rPr lang="en-US" dirty="0"/>
              <a:t> in </a:t>
            </a:r>
            <a:r>
              <a:rPr lang="en-US" dirty="0" err="1"/>
              <a:t>egestas</a:t>
            </a:r>
            <a:r>
              <a:rPr lang="en-US" dirty="0"/>
              <a:t> </a:t>
            </a:r>
            <a:r>
              <a:rPr lang="en-US" dirty="0" err="1"/>
              <a:t>erat</a:t>
            </a:r>
            <a:r>
              <a:rPr lang="en-US" dirty="0"/>
              <a:t> </a:t>
            </a:r>
            <a:r>
              <a:rPr lang="en-US" dirty="0" err="1"/>
              <a:t>imperdiet</a:t>
            </a:r>
            <a:r>
              <a:rPr lang="en-US" dirty="0"/>
              <a:t> </a:t>
            </a:r>
            <a:r>
              <a:rPr lang="en-US" dirty="0" err="1"/>
              <a:t>sed</a:t>
            </a:r>
            <a:r>
              <a:rPr lang="en-US" dirty="0"/>
              <a:t> </a:t>
            </a:r>
            <a:r>
              <a:rPr lang="en-US" dirty="0" err="1"/>
              <a:t>euismod</a:t>
            </a:r>
            <a:r>
              <a:rPr lang="en-US" dirty="0"/>
              <a:t>. In </a:t>
            </a:r>
            <a:r>
              <a:rPr lang="en-US" dirty="0" err="1"/>
              <a:t>egestas</a:t>
            </a:r>
            <a:r>
              <a:rPr lang="en-US" dirty="0"/>
              <a:t> </a:t>
            </a:r>
            <a:r>
              <a:rPr lang="en-US" dirty="0" err="1"/>
              <a:t>erat</a:t>
            </a:r>
            <a:r>
              <a:rPr lang="en-US" dirty="0"/>
              <a:t> </a:t>
            </a:r>
            <a:r>
              <a:rPr lang="en-US" dirty="0" err="1"/>
              <a:t>imperdiet</a:t>
            </a:r>
            <a:r>
              <a:rPr lang="en-US" dirty="0"/>
              <a:t> </a:t>
            </a:r>
            <a:r>
              <a:rPr lang="en-US" dirty="0" err="1"/>
              <a:t>sed</a:t>
            </a:r>
            <a:r>
              <a:rPr lang="en-US" dirty="0"/>
              <a:t> </a:t>
            </a:r>
            <a:r>
              <a:rPr lang="en-US" dirty="0" err="1"/>
              <a:t>euismod</a:t>
            </a:r>
            <a:r>
              <a:rPr lang="en-US" dirty="0"/>
              <a:t> nisi porta lorem. </a:t>
            </a:r>
            <a:r>
              <a:rPr lang="en-US" dirty="0" err="1"/>
              <a:t>Fermentum</a:t>
            </a:r>
            <a:r>
              <a:rPr lang="en-US" dirty="0"/>
              <a:t> et </a:t>
            </a:r>
            <a:r>
              <a:rPr lang="en-US" dirty="0" err="1"/>
              <a:t>sollicitudin</a:t>
            </a:r>
            <a:r>
              <a:rPr lang="en-US" dirty="0"/>
              <a:t> ac </a:t>
            </a:r>
            <a:r>
              <a:rPr lang="en-US" dirty="0" err="1"/>
              <a:t>orci</a:t>
            </a:r>
            <a:r>
              <a:rPr lang="en-US" dirty="0"/>
              <a:t> </a:t>
            </a:r>
            <a:r>
              <a:rPr lang="en-US" dirty="0" err="1"/>
              <a:t>phasellus</a:t>
            </a:r>
            <a:r>
              <a:rPr lang="en-US" dirty="0"/>
              <a:t> </a:t>
            </a:r>
            <a:r>
              <a:rPr lang="en-US" dirty="0" err="1"/>
              <a:t>egestas</a:t>
            </a:r>
            <a:r>
              <a:rPr lang="en-US" dirty="0"/>
              <a:t> </a:t>
            </a:r>
            <a:r>
              <a:rPr lang="en-US" dirty="0" err="1"/>
              <a:t>tellus</a:t>
            </a:r>
            <a:r>
              <a:rPr lang="en-US" dirty="0"/>
              <a:t> </a:t>
            </a:r>
            <a:r>
              <a:rPr lang="en-US" dirty="0" err="1"/>
              <a:t>rutrum</a:t>
            </a:r>
            <a:r>
              <a:rPr lang="en-US" dirty="0"/>
              <a:t> </a:t>
            </a:r>
            <a:r>
              <a:rPr lang="en-US" dirty="0" err="1"/>
              <a:t>tellus</a:t>
            </a:r>
            <a:r>
              <a:rPr lang="en-US" dirty="0"/>
              <a:t>. </a:t>
            </a:r>
            <a:r>
              <a:rPr lang="en-US" dirty="0" err="1"/>
              <a:t>Nec</a:t>
            </a:r>
            <a:r>
              <a:rPr lang="en-US" dirty="0"/>
              <a:t> dui </a:t>
            </a:r>
            <a:r>
              <a:rPr lang="en-US" dirty="0" err="1"/>
              <a:t>nunc</a:t>
            </a:r>
            <a:r>
              <a:rPr lang="en-US" dirty="0"/>
              <a:t> </a:t>
            </a:r>
            <a:r>
              <a:rPr lang="en-US" dirty="0" err="1"/>
              <a:t>mattis</a:t>
            </a:r>
            <a:r>
              <a:rPr lang="en-US" dirty="0"/>
              <a:t> </a:t>
            </a:r>
            <a:r>
              <a:rPr lang="en-US" dirty="0" err="1"/>
              <a:t>enim</a:t>
            </a:r>
            <a:r>
              <a:rPr lang="en-US" dirty="0"/>
              <a:t>. </a:t>
            </a:r>
            <a:r>
              <a:rPr lang="en-US" dirty="0" err="1"/>
              <a:t>Nisl</a:t>
            </a:r>
            <a:r>
              <a:rPr lang="en-US" dirty="0"/>
              <a:t> </a:t>
            </a:r>
            <a:r>
              <a:rPr lang="en-US" dirty="0" err="1"/>
              <a:t>condimentum</a:t>
            </a:r>
            <a:r>
              <a:rPr lang="en-US" dirty="0"/>
              <a:t> id </a:t>
            </a:r>
            <a:r>
              <a:rPr lang="en-US" dirty="0" err="1"/>
              <a:t>venenatis</a:t>
            </a:r>
            <a:r>
              <a:rPr lang="en-US" dirty="0"/>
              <a:t> a </a:t>
            </a:r>
            <a:r>
              <a:rPr lang="en-US" dirty="0" err="1"/>
              <a:t>condimentum</a:t>
            </a:r>
            <a:r>
              <a:rPr lang="en-US" dirty="0"/>
              <a:t>. Non </a:t>
            </a:r>
            <a:r>
              <a:rPr lang="en-US" dirty="0" err="1"/>
              <a:t>enim</a:t>
            </a:r>
            <a:r>
              <a:rPr lang="en-US" dirty="0"/>
              <a:t> </a:t>
            </a:r>
            <a:r>
              <a:rPr lang="en-US" dirty="0" err="1"/>
              <a:t>praesent</a:t>
            </a:r>
            <a:r>
              <a:rPr lang="en-US" dirty="0"/>
              <a:t> </a:t>
            </a:r>
            <a:r>
              <a:rPr lang="en-US" dirty="0" err="1"/>
              <a:t>elementum</a:t>
            </a:r>
            <a:r>
              <a:rPr lang="en-US" dirty="0"/>
              <a:t> </a:t>
            </a:r>
            <a:r>
              <a:rPr lang="en-US" dirty="0" err="1"/>
              <a:t>facilisis</a:t>
            </a:r>
            <a:r>
              <a:rPr lang="en-US" dirty="0"/>
              <a:t> </a:t>
            </a:r>
            <a:r>
              <a:rPr lang="en-US" dirty="0" err="1"/>
              <a:t>leo</a:t>
            </a:r>
            <a:r>
              <a:rPr lang="en-US" dirty="0"/>
              <a:t> </a:t>
            </a:r>
            <a:r>
              <a:rPr lang="en-US" dirty="0" err="1"/>
              <a:t>vel</a:t>
            </a:r>
            <a:r>
              <a:rPr lang="en-US" dirty="0"/>
              <a:t> </a:t>
            </a:r>
            <a:r>
              <a:rPr lang="en-US" dirty="0" err="1"/>
              <a:t>fringilla</a:t>
            </a:r>
            <a:r>
              <a:rPr lang="en-US" dirty="0"/>
              <a:t> </a:t>
            </a:r>
            <a:r>
              <a:rPr lang="en-US" dirty="0" err="1"/>
              <a:t>est</a:t>
            </a:r>
            <a:r>
              <a:rPr lang="en-US" dirty="0"/>
              <a:t> </a:t>
            </a:r>
            <a:r>
              <a:rPr lang="en-US" dirty="0" err="1"/>
              <a:t>ullamcorper</a:t>
            </a:r>
            <a:r>
              <a:rPr lang="en-US" dirty="0"/>
              <a:t>.</a:t>
            </a:r>
          </a:p>
        </p:txBody>
      </p:sp>
      <p:sp>
        <p:nvSpPr>
          <p:cNvPr id="13" name="Footer">
            <a:extLst>
              <a:ext uri="{FF2B5EF4-FFF2-40B4-BE49-F238E27FC236}">
                <a16:creationId xmlns:a16="http://schemas.microsoft.com/office/drawing/2014/main" id="{C32D58F0-8CFB-431E-8C5F-ADDA41A34DC5}"/>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
        <p:nvSpPr>
          <p:cNvPr id="5" name="Table Placeholder 4">
            <a:extLst>
              <a:ext uri="{FF2B5EF4-FFF2-40B4-BE49-F238E27FC236}">
                <a16:creationId xmlns:a16="http://schemas.microsoft.com/office/drawing/2014/main" id="{5146E2AD-8FA1-4555-8FAA-A3BA850C16F5}"/>
              </a:ext>
            </a:extLst>
          </p:cNvPr>
          <p:cNvSpPr>
            <a:spLocks noGrp="1"/>
          </p:cNvSpPr>
          <p:nvPr>
            <p:ph type="tbl" sz="quarter" idx="22"/>
          </p:nvPr>
        </p:nvSpPr>
        <p:spPr>
          <a:xfrm>
            <a:off x="743574" y="3920391"/>
            <a:ext cx="5200024" cy="1742614"/>
          </a:xfrm>
        </p:spPr>
        <p:txBody>
          <a:bodyPr/>
          <a:lstStyle/>
          <a:p>
            <a:endParaRPr lang="en-US" dirty="0"/>
          </a:p>
        </p:txBody>
      </p:sp>
    </p:spTree>
    <p:extLst>
      <p:ext uri="{BB962C8B-B14F-4D97-AF65-F5344CB8AC3E}">
        <p14:creationId xmlns:p14="http://schemas.microsoft.com/office/powerpoint/2010/main" val="83804553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Content with Image and Tabl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4" name="Text Placeholder 3"/>
          <p:cNvSpPr>
            <a:spLocks noGrp="1"/>
          </p:cNvSpPr>
          <p:nvPr>
            <p:ph type="body" sz="quarter" idx="15" hasCustomPrompt="1"/>
          </p:nvPr>
        </p:nvSpPr>
        <p:spPr>
          <a:xfrm>
            <a:off x="743576" y="1664494"/>
            <a:ext cx="5200024" cy="1793081"/>
          </a:xfrm>
        </p:spPr>
        <p:txBody>
          <a:bodyPr>
            <a:normAutofit/>
          </a:bodyPr>
          <a:lstStyle>
            <a:lvl1pPr marL="0" indent="0">
              <a:lnSpc>
                <a:spcPct val="100000"/>
              </a:lnSpc>
              <a:spcBef>
                <a:spcPts val="600"/>
              </a:spcBef>
              <a:buClr>
                <a:srgbClr val="004A78"/>
              </a:buClr>
              <a:buFont typeface="Arial" charset="0"/>
              <a:buNone/>
              <a:defRPr sz="1800">
                <a:solidFill>
                  <a:srgbClr val="000000"/>
                </a:solidFill>
              </a:defRPr>
            </a:lvl1pPr>
            <a:lvl2pPr marL="457200" indent="0">
              <a:buClr>
                <a:srgbClr val="004A78"/>
              </a:buClr>
              <a:buFont typeface="Arial" charset="0"/>
              <a:buNone/>
              <a:defRPr sz="1800">
                <a:solidFill>
                  <a:srgbClr val="000000"/>
                </a:solidFill>
              </a:defRPr>
            </a:lvl2pPr>
            <a:lvl3pPr marL="1143000" indent="-228600">
              <a:buClr>
                <a:srgbClr val="004A78"/>
              </a:buClr>
              <a:buFont typeface="Arial" charset="0"/>
              <a:buChar char="•"/>
              <a:defRPr sz="1800">
                <a:solidFill>
                  <a:srgbClr val="000000"/>
                </a:solidFill>
              </a:defRPr>
            </a:lvl3pPr>
            <a:lvl4pPr marL="1600200" indent="-228600">
              <a:buClr>
                <a:srgbClr val="004A78"/>
              </a:buClr>
              <a:buFont typeface="Arial" charset="0"/>
              <a:buChar char="•"/>
              <a:defRPr sz="1800">
                <a:solidFill>
                  <a:srgbClr val="000000"/>
                </a:solidFill>
              </a:defRPr>
            </a:lvl4pPr>
            <a:lvl5pPr marL="2057400" indent="-228600">
              <a:buClr>
                <a:srgbClr val="004A78"/>
              </a:buClr>
              <a:buFont typeface="Arial" charset="0"/>
              <a:buChar char="•"/>
              <a:defRPr sz="1800">
                <a:solidFill>
                  <a:srgbClr val="000000"/>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dolore magna </a:t>
            </a:r>
            <a:r>
              <a:rPr lang="en-US" dirty="0" err="1"/>
              <a:t>aliqua</a:t>
            </a:r>
            <a:r>
              <a:rPr lang="en-US" dirty="0"/>
              <a:t>. </a:t>
            </a:r>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Massa </a:t>
            </a:r>
            <a:r>
              <a:rPr lang="en-US" dirty="0" err="1"/>
              <a:t>tempor</a:t>
            </a:r>
            <a:r>
              <a:rPr lang="en-US" dirty="0"/>
              <a:t> </a:t>
            </a:r>
            <a:r>
              <a:rPr lang="en-US" dirty="0" err="1"/>
              <a:t>nec</a:t>
            </a:r>
            <a:r>
              <a:rPr lang="en-US" dirty="0"/>
              <a:t> </a:t>
            </a:r>
            <a:r>
              <a:rPr lang="en-US" dirty="0" err="1"/>
              <a:t>feugiat</a:t>
            </a:r>
            <a:r>
              <a:rPr lang="en-US" dirty="0"/>
              <a:t> </a:t>
            </a:r>
            <a:r>
              <a:rPr lang="en-US" dirty="0" err="1"/>
              <a:t>nisl</a:t>
            </a:r>
            <a:r>
              <a:rPr lang="en-US" dirty="0"/>
              <a:t> </a:t>
            </a:r>
            <a:r>
              <a:rPr lang="en-US" dirty="0" err="1"/>
              <a:t>pretium</a:t>
            </a:r>
            <a:r>
              <a:rPr lang="en-US" dirty="0"/>
              <a:t> </a:t>
            </a:r>
            <a:r>
              <a:rPr lang="en-US" dirty="0" err="1"/>
              <a:t>fusce</a:t>
            </a:r>
            <a:r>
              <a:rPr lang="en-US" dirty="0"/>
              <a:t> id </a:t>
            </a:r>
            <a:r>
              <a:rPr lang="en-US" dirty="0" err="1"/>
              <a:t>velit</a:t>
            </a:r>
            <a:r>
              <a:rPr lang="en-US" dirty="0"/>
              <a:t>. </a:t>
            </a:r>
            <a:r>
              <a:rPr lang="en-US" dirty="0" err="1"/>
              <a:t>Amet</a:t>
            </a:r>
            <a:r>
              <a:rPr lang="en-US" dirty="0"/>
              <a:t> </a:t>
            </a:r>
            <a:r>
              <a:rPr lang="en-US" dirty="0" err="1"/>
              <a:t>est</a:t>
            </a:r>
            <a:r>
              <a:rPr lang="en-US" dirty="0"/>
              <a:t> </a:t>
            </a:r>
            <a:r>
              <a:rPr lang="en-US" dirty="0" err="1"/>
              <a:t>placerat</a:t>
            </a:r>
            <a:r>
              <a:rPr lang="en-US" dirty="0"/>
              <a:t> in </a:t>
            </a:r>
            <a:r>
              <a:rPr lang="en-US" dirty="0" err="1"/>
              <a:t>egestas</a:t>
            </a:r>
            <a:r>
              <a:rPr lang="en-US" dirty="0"/>
              <a:t> </a:t>
            </a:r>
            <a:r>
              <a:rPr lang="en-US" dirty="0" err="1"/>
              <a:t>erat</a:t>
            </a:r>
            <a:r>
              <a:rPr lang="en-US" dirty="0"/>
              <a:t> </a:t>
            </a:r>
            <a:r>
              <a:rPr lang="en-US" dirty="0" err="1"/>
              <a:t>imperdiet</a:t>
            </a:r>
            <a:r>
              <a:rPr lang="en-US" dirty="0"/>
              <a:t> sed </a:t>
            </a:r>
            <a:r>
              <a:rPr lang="en-US" dirty="0" err="1"/>
              <a:t>euismod</a:t>
            </a:r>
            <a:r>
              <a:rPr lang="en-US" dirty="0"/>
              <a:t>. </a:t>
            </a:r>
          </a:p>
        </p:txBody>
      </p:sp>
      <p:sp>
        <p:nvSpPr>
          <p:cNvPr id="13" name="Footer">
            <a:extLst>
              <a:ext uri="{FF2B5EF4-FFF2-40B4-BE49-F238E27FC236}">
                <a16:creationId xmlns:a16="http://schemas.microsoft.com/office/drawing/2014/main" id="{C32D58F0-8CFB-431E-8C5F-ADDA41A34DC5}"/>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
        <p:nvSpPr>
          <p:cNvPr id="5" name="Table Placeholder 4">
            <a:extLst>
              <a:ext uri="{FF2B5EF4-FFF2-40B4-BE49-F238E27FC236}">
                <a16:creationId xmlns:a16="http://schemas.microsoft.com/office/drawing/2014/main" id="{5146E2AD-8FA1-4555-8FAA-A3BA850C16F5}"/>
              </a:ext>
            </a:extLst>
          </p:cNvPr>
          <p:cNvSpPr>
            <a:spLocks noGrp="1"/>
          </p:cNvSpPr>
          <p:nvPr>
            <p:ph type="tbl" sz="quarter" idx="22"/>
          </p:nvPr>
        </p:nvSpPr>
        <p:spPr>
          <a:xfrm>
            <a:off x="743574" y="3521869"/>
            <a:ext cx="5200024" cy="2141136"/>
          </a:xfrm>
        </p:spPr>
        <p:txBody>
          <a:bodyPr/>
          <a:lstStyle/>
          <a:p>
            <a:endParaRPr lang="en-US" dirty="0"/>
          </a:p>
        </p:txBody>
      </p:sp>
      <p:sp>
        <p:nvSpPr>
          <p:cNvPr id="6" name="Picture Placeholder 5">
            <a:extLst>
              <a:ext uri="{FF2B5EF4-FFF2-40B4-BE49-F238E27FC236}">
                <a16:creationId xmlns:a16="http://schemas.microsoft.com/office/drawing/2014/main" id="{E6DBC352-4EC3-4444-88AA-46EC23FA4DCF}"/>
              </a:ext>
            </a:extLst>
          </p:cNvPr>
          <p:cNvSpPr>
            <a:spLocks noGrp="1"/>
          </p:cNvSpPr>
          <p:nvPr>
            <p:ph type="pic" sz="quarter" idx="23"/>
          </p:nvPr>
        </p:nvSpPr>
        <p:spPr>
          <a:xfrm>
            <a:off x="6072187" y="1664494"/>
            <a:ext cx="5267325" cy="3998119"/>
          </a:xfrm>
        </p:spPr>
        <p:txBody>
          <a:bodyPr/>
          <a:lstStyle/>
          <a:p>
            <a:endParaRPr lang="en-US"/>
          </a:p>
        </p:txBody>
      </p:sp>
    </p:spTree>
    <p:extLst>
      <p:ext uri="{BB962C8B-B14F-4D97-AF65-F5344CB8AC3E}">
        <p14:creationId xmlns:p14="http://schemas.microsoft.com/office/powerpoint/2010/main" val="399152231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Content with Section, Image and Tabl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9" name="Text Placeholder 5">
            <a:extLst>
              <a:ext uri="{FF2B5EF4-FFF2-40B4-BE49-F238E27FC236}">
                <a16:creationId xmlns:a16="http://schemas.microsoft.com/office/drawing/2014/main" id="{1542E2FD-95B9-4097-A050-23445A4F14AF}"/>
              </a:ext>
            </a:extLst>
          </p:cNvPr>
          <p:cNvSpPr>
            <a:spLocks noGrp="1"/>
          </p:cNvSpPr>
          <p:nvPr>
            <p:ph type="body" sz="quarter" idx="21" hasCustomPrompt="1"/>
          </p:nvPr>
        </p:nvSpPr>
        <p:spPr>
          <a:xfrm>
            <a:off x="743574" y="1518055"/>
            <a:ext cx="10579129" cy="492443"/>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4" name="Text Placeholder 3"/>
          <p:cNvSpPr>
            <a:spLocks noGrp="1"/>
          </p:cNvSpPr>
          <p:nvPr>
            <p:ph type="body" sz="quarter" idx="15" hasCustomPrompt="1"/>
          </p:nvPr>
        </p:nvSpPr>
        <p:spPr>
          <a:xfrm>
            <a:off x="743576" y="2141815"/>
            <a:ext cx="5200024" cy="1742614"/>
          </a:xfrm>
        </p:spPr>
        <p:txBody>
          <a:bodyPr>
            <a:normAutofit/>
          </a:bodyPr>
          <a:lstStyle>
            <a:lvl1pPr marL="0" indent="0">
              <a:buClr>
                <a:srgbClr val="004A78"/>
              </a:buClr>
              <a:buFont typeface="Arial" charset="0"/>
              <a:buNone/>
              <a:defRPr sz="1800">
                <a:solidFill>
                  <a:srgbClr val="000000"/>
                </a:solidFill>
              </a:defRPr>
            </a:lvl1pPr>
            <a:lvl2pPr marL="457200" indent="0">
              <a:buClr>
                <a:srgbClr val="004A78"/>
              </a:buClr>
              <a:buFont typeface="Arial" charset="0"/>
              <a:buNone/>
              <a:defRPr sz="1800">
                <a:solidFill>
                  <a:srgbClr val="000000"/>
                </a:solidFill>
              </a:defRPr>
            </a:lvl2pPr>
            <a:lvl3pPr marL="1143000" indent="-228600">
              <a:buClr>
                <a:srgbClr val="004A78"/>
              </a:buClr>
              <a:buFont typeface="Arial" charset="0"/>
              <a:buChar char="•"/>
              <a:defRPr sz="1800">
                <a:solidFill>
                  <a:srgbClr val="000000"/>
                </a:solidFill>
              </a:defRPr>
            </a:lvl3pPr>
            <a:lvl4pPr marL="1600200" indent="-228600">
              <a:buClr>
                <a:srgbClr val="004A78"/>
              </a:buClr>
              <a:buFont typeface="Arial" charset="0"/>
              <a:buChar char="•"/>
              <a:defRPr sz="1800">
                <a:solidFill>
                  <a:srgbClr val="000000"/>
                </a:solidFill>
              </a:defRPr>
            </a:lvl4pPr>
            <a:lvl5pPr marL="2057400" indent="-228600">
              <a:buClr>
                <a:srgbClr val="004A78"/>
              </a:buClr>
              <a:buFont typeface="Arial" charset="0"/>
              <a:buChar char="•"/>
              <a:defRPr sz="1800">
                <a:solidFill>
                  <a:srgbClr val="000000"/>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dolore magna </a:t>
            </a:r>
            <a:r>
              <a:rPr lang="en-US" dirty="0" err="1"/>
              <a:t>aliqua</a:t>
            </a:r>
            <a:r>
              <a:rPr lang="en-US" dirty="0"/>
              <a:t>. </a:t>
            </a:r>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Massa </a:t>
            </a:r>
            <a:r>
              <a:rPr lang="en-US" dirty="0" err="1"/>
              <a:t>tempor</a:t>
            </a:r>
            <a:r>
              <a:rPr lang="en-US" dirty="0"/>
              <a:t> </a:t>
            </a:r>
            <a:r>
              <a:rPr lang="en-US" dirty="0" err="1"/>
              <a:t>nec</a:t>
            </a:r>
            <a:r>
              <a:rPr lang="en-US" dirty="0"/>
              <a:t> </a:t>
            </a:r>
            <a:r>
              <a:rPr lang="en-US" dirty="0" err="1"/>
              <a:t>feugiat</a:t>
            </a:r>
            <a:r>
              <a:rPr lang="en-US" dirty="0"/>
              <a:t> </a:t>
            </a:r>
            <a:r>
              <a:rPr lang="en-US" dirty="0" err="1"/>
              <a:t>nisl</a:t>
            </a:r>
            <a:r>
              <a:rPr lang="en-US" dirty="0"/>
              <a:t> </a:t>
            </a:r>
            <a:r>
              <a:rPr lang="en-US" dirty="0" err="1"/>
              <a:t>pretium</a:t>
            </a:r>
            <a:r>
              <a:rPr lang="en-US" dirty="0"/>
              <a:t> </a:t>
            </a:r>
            <a:r>
              <a:rPr lang="en-US" dirty="0" err="1"/>
              <a:t>fusce</a:t>
            </a:r>
            <a:r>
              <a:rPr lang="en-US" dirty="0"/>
              <a:t> id </a:t>
            </a:r>
            <a:r>
              <a:rPr lang="en-US" dirty="0" err="1"/>
              <a:t>velit</a:t>
            </a:r>
            <a:r>
              <a:rPr lang="en-US" dirty="0"/>
              <a:t>. </a:t>
            </a:r>
            <a:r>
              <a:rPr lang="en-US" dirty="0" err="1"/>
              <a:t>Amet</a:t>
            </a:r>
            <a:r>
              <a:rPr lang="en-US" dirty="0"/>
              <a:t> </a:t>
            </a:r>
            <a:r>
              <a:rPr lang="en-US" dirty="0" err="1"/>
              <a:t>est</a:t>
            </a:r>
            <a:r>
              <a:rPr lang="en-US" dirty="0"/>
              <a:t> </a:t>
            </a:r>
            <a:r>
              <a:rPr lang="en-US" dirty="0" err="1"/>
              <a:t>placerat</a:t>
            </a:r>
            <a:r>
              <a:rPr lang="en-US" dirty="0"/>
              <a:t> in </a:t>
            </a:r>
            <a:r>
              <a:rPr lang="en-US" dirty="0" err="1"/>
              <a:t>egestas</a:t>
            </a:r>
            <a:r>
              <a:rPr lang="en-US" dirty="0"/>
              <a:t> </a:t>
            </a:r>
            <a:r>
              <a:rPr lang="en-US" dirty="0" err="1"/>
              <a:t>erat</a:t>
            </a:r>
            <a:r>
              <a:rPr lang="en-US" dirty="0"/>
              <a:t> </a:t>
            </a:r>
            <a:r>
              <a:rPr lang="en-US" dirty="0" err="1"/>
              <a:t>imperdiet</a:t>
            </a:r>
            <a:r>
              <a:rPr lang="en-US" dirty="0"/>
              <a:t> sed </a:t>
            </a:r>
            <a:r>
              <a:rPr lang="en-US" dirty="0" err="1"/>
              <a:t>euismod</a:t>
            </a:r>
            <a:r>
              <a:rPr lang="en-US" dirty="0"/>
              <a:t>. </a:t>
            </a:r>
          </a:p>
        </p:txBody>
      </p:sp>
      <p:sp>
        <p:nvSpPr>
          <p:cNvPr id="13" name="Footer">
            <a:extLst>
              <a:ext uri="{FF2B5EF4-FFF2-40B4-BE49-F238E27FC236}">
                <a16:creationId xmlns:a16="http://schemas.microsoft.com/office/drawing/2014/main" id="{C32D58F0-8CFB-431E-8C5F-ADDA41A34DC5}"/>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
        <p:nvSpPr>
          <p:cNvPr id="5" name="Table Placeholder 4">
            <a:extLst>
              <a:ext uri="{FF2B5EF4-FFF2-40B4-BE49-F238E27FC236}">
                <a16:creationId xmlns:a16="http://schemas.microsoft.com/office/drawing/2014/main" id="{5146E2AD-8FA1-4555-8FAA-A3BA850C16F5}"/>
              </a:ext>
            </a:extLst>
          </p:cNvPr>
          <p:cNvSpPr>
            <a:spLocks noGrp="1"/>
          </p:cNvSpPr>
          <p:nvPr>
            <p:ph type="tbl" sz="quarter" idx="22"/>
          </p:nvPr>
        </p:nvSpPr>
        <p:spPr>
          <a:xfrm>
            <a:off x="743574" y="3920391"/>
            <a:ext cx="5200024" cy="1742614"/>
          </a:xfrm>
        </p:spPr>
        <p:txBody>
          <a:bodyPr/>
          <a:lstStyle/>
          <a:p>
            <a:endParaRPr lang="en-US" dirty="0"/>
          </a:p>
        </p:txBody>
      </p:sp>
      <p:sp>
        <p:nvSpPr>
          <p:cNvPr id="6" name="Picture Placeholder 5">
            <a:extLst>
              <a:ext uri="{FF2B5EF4-FFF2-40B4-BE49-F238E27FC236}">
                <a16:creationId xmlns:a16="http://schemas.microsoft.com/office/drawing/2014/main" id="{E6DBC352-4EC3-4444-88AA-46EC23FA4DCF}"/>
              </a:ext>
            </a:extLst>
          </p:cNvPr>
          <p:cNvSpPr>
            <a:spLocks noGrp="1"/>
          </p:cNvSpPr>
          <p:nvPr>
            <p:ph type="pic" sz="quarter" idx="23"/>
          </p:nvPr>
        </p:nvSpPr>
        <p:spPr>
          <a:xfrm>
            <a:off x="6072187" y="2141538"/>
            <a:ext cx="5267325" cy="3521075"/>
          </a:xfrm>
        </p:spPr>
        <p:txBody>
          <a:bodyPr/>
          <a:lstStyle/>
          <a:p>
            <a:endParaRPr lang="en-US"/>
          </a:p>
        </p:txBody>
      </p:sp>
    </p:spTree>
    <p:extLst>
      <p:ext uri="{BB962C8B-B14F-4D97-AF65-F5344CB8AC3E}">
        <p14:creationId xmlns:p14="http://schemas.microsoft.com/office/powerpoint/2010/main" val="377067018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wo Contents with Section, Image and Tabl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9" name="Text Placeholder 5">
            <a:extLst>
              <a:ext uri="{FF2B5EF4-FFF2-40B4-BE49-F238E27FC236}">
                <a16:creationId xmlns:a16="http://schemas.microsoft.com/office/drawing/2014/main" id="{1542E2FD-95B9-4097-A050-23445A4F14AF}"/>
              </a:ext>
            </a:extLst>
          </p:cNvPr>
          <p:cNvSpPr>
            <a:spLocks noGrp="1"/>
          </p:cNvSpPr>
          <p:nvPr>
            <p:ph type="body" sz="quarter" idx="21" hasCustomPrompt="1"/>
          </p:nvPr>
        </p:nvSpPr>
        <p:spPr>
          <a:xfrm>
            <a:off x="743572" y="3486150"/>
            <a:ext cx="5200026" cy="398279"/>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4" name="Text Placeholder 3"/>
          <p:cNvSpPr>
            <a:spLocks noGrp="1"/>
          </p:cNvSpPr>
          <p:nvPr>
            <p:ph type="body" sz="quarter" idx="15" hasCustomPrompt="1"/>
          </p:nvPr>
        </p:nvSpPr>
        <p:spPr>
          <a:xfrm>
            <a:off x="743576" y="1518057"/>
            <a:ext cx="5200024" cy="1873930"/>
          </a:xfrm>
        </p:spPr>
        <p:txBody>
          <a:bodyPr>
            <a:normAutofit/>
          </a:bodyPr>
          <a:lstStyle>
            <a:lvl1pPr marL="0" indent="0">
              <a:buClr>
                <a:srgbClr val="004A78"/>
              </a:buClr>
              <a:buFont typeface="Arial" charset="0"/>
              <a:buNone/>
              <a:defRPr sz="1800">
                <a:solidFill>
                  <a:srgbClr val="000000"/>
                </a:solidFill>
              </a:defRPr>
            </a:lvl1pPr>
            <a:lvl2pPr marL="457200" indent="0">
              <a:buClr>
                <a:srgbClr val="004A78"/>
              </a:buClr>
              <a:buFont typeface="Arial" charset="0"/>
              <a:buNone/>
              <a:defRPr sz="1800">
                <a:solidFill>
                  <a:srgbClr val="000000"/>
                </a:solidFill>
              </a:defRPr>
            </a:lvl2pPr>
            <a:lvl3pPr marL="1143000" indent="-228600">
              <a:buClr>
                <a:srgbClr val="004A78"/>
              </a:buClr>
              <a:buFont typeface="Arial" charset="0"/>
              <a:buChar char="•"/>
              <a:defRPr sz="1800">
                <a:solidFill>
                  <a:srgbClr val="000000"/>
                </a:solidFill>
              </a:defRPr>
            </a:lvl3pPr>
            <a:lvl4pPr marL="1600200" indent="-228600">
              <a:buClr>
                <a:srgbClr val="004A78"/>
              </a:buClr>
              <a:buFont typeface="Arial" charset="0"/>
              <a:buChar char="•"/>
              <a:defRPr sz="1800">
                <a:solidFill>
                  <a:srgbClr val="000000"/>
                </a:solidFill>
              </a:defRPr>
            </a:lvl4pPr>
            <a:lvl5pPr marL="2057400" indent="-228600">
              <a:buClr>
                <a:srgbClr val="004A78"/>
              </a:buClr>
              <a:buFont typeface="Arial" charset="0"/>
              <a:buChar char="•"/>
              <a:defRPr sz="1800">
                <a:solidFill>
                  <a:srgbClr val="000000"/>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dolore magna </a:t>
            </a:r>
            <a:r>
              <a:rPr lang="en-US" dirty="0" err="1"/>
              <a:t>aliqua</a:t>
            </a:r>
            <a:r>
              <a:rPr lang="en-US" dirty="0"/>
              <a:t>. </a:t>
            </a:r>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Massa </a:t>
            </a:r>
            <a:r>
              <a:rPr lang="en-US" dirty="0" err="1"/>
              <a:t>tempor</a:t>
            </a:r>
            <a:r>
              <a:rPr lang="en-US" dirty="0"/>
              <a:t> </a:t>
            </a:r>
            <a:r>
              <a:rPr lang="en-US" dirty="0" err="1"/>
              <a:t>nec</a:t>
            </a:r>
            <a:r>
              <a:rPr lang="en-US" dirty="0"/>
              <a:t> </a:t>
            </a:r>
            <a:r>
              <a:rPr lang="en-US" dirty="0" err="1"/>
              <a:t>feugiat</a:t>
            </a:r>
            <a:r>
              <a:rPr lang="en-US" dirty="0"/>
              <a:t> </a:t>
            </a:r>
            <a:r>
              <a:rPr lang="en-US" dirty="0" err="1"/>
              <a:t>nisl</a:t>
            </a:r>
            <a:r>
              <a:rPr lang="en-US" dirty="0"/>
              <a:t> </a:t>
            </a:r>
            <a:r>
              <a:rPr lang="en-US" dirty="0" err="1"/>
              <a:t>pretium</a:t>
            </a:r>
            <a:r>
              <a:rPr lang="en-US" dirty="0"/>
              <a:t> </a:t>
            </a:r>
            <a:r>
              <a:rPr lang="en-US" dirty="0" err="1"/>
              <a:t>fusce</a:t>
            </a:r>
            <a:r>
              <a:rPr lang="en-US" dirty="0"/>
              <a:t> id </a:t>
            </a:r>
            <a:r>
              <a:rPr lang="en-US" dirty="0" err="1"/>
              <a:t>velit</a:t>
            </a:r>
            <a:r>
              <a:rPr lang="en-US" dirty="0"/>
              <a:t>. </a:t>
            </a:r>
            <a:r>
              <a:rPr lang="en-US" dirty="0" err="1"/>
              <a:t>Amet</a:t>
            </a:r>
            <a:r>
              <a:rPr lang="en-US" dirty="0"/>
              <a:t> </a:t>
            </a:r>
            <a:r>
              <a:rPr lang="en-US" dirty="0" err="1"/>
              <a:t>est</a:t>
            </a:r>
            <a:r>
              <a:rPr lang="en-US" dirty="0"/>
              <a:t> </a:t>
            </a:r>
            <a:r>
              <a:rPr lang="en-US" dirty="0" err="1"/>
              <a:t>placerat</a:t>
            </a:r>
            <a:r>
              <a:rPr lang="en-US" dirty="0"/>
              <a:t> in </a:t>
            </a:r>
            <a:r>
              <a:rPr lang="en-US" dirty="0" err="1"/>
              <a:t>egestas</a:t>
            </a:r>
            <a:r>
              <a:rPr lang="en-US" dirty="0"/>
              <a:t> </a:t>
            </a:r>
            <a:r>
              <a:rPr lang="en-US" dirty="0" err="1"/>
              <a:t>erat</a:t>
            </a:r>
            <a:r>
              <a:rPr lang="en-US" dirty="0"/>
              <a:t> </a:t>
            </a:r>
            <a:r>
              <a:rPr lang="en-US" dirty="0" err="1"/>
              <a:t>imperdiet</a:t>
            </a:r>
            <a:r>
              <a:rPr lang="en-US" dirty="0"/>
              <a:t> sed </a:t>
            </a:r>
            <a:r>
              <a:rPr lang="en-US" dirty="0" err="1"/>
              <a:t>euismod</a:t>
            </a:r>
            <a:r>
              <a:rPr lang="en-US" dirty="0"/>
              <a:t>. </a:t>
            </a:r>
          </a:p>
        </p:txBody>
      </p:sp>
      <p:sp>
        <p:nvSpPr>
          <p:cNvPr id="13" name="Footer">
            <a:extLst>
              <a:ext uri="{FF2B5EF4-FFF2-40B4-BE49-F238E27FC236}">
                <a16:creationId xmlns:a16="http://schemas.microsoft.com/office/drawing/2014/main" id="{C32D58F0-8CFB-431E-8C5F-ADDA41A34DC5}"/>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
        <p:nvSpPr>
          <p:cNvPr id="5" name="Table Placeholder 4">
            <a:extLst>
              <a:ext uri="{FF2B5EF4-FFF2-40B4-BE49-F238E27FC236}">
                <a16:creationId xmlns:a16="http://schemas.microsoft.com/office/drawing/2014/main" id="{5146E2AD-8FA1-4555-8FAA-A3BA850C16F5}"/>
              </a:ext>
            </a:extLst>
          </p:cNvPr>
          <p:cNvSpPr>
            <a:spLocks noGrp="1"/>
          </p:cNvSpPr>
          <p:nvPr>
            <p:ph type="tbl" sz="quarter" idx="22"/>
          </p:nvPr>
        </p:nvSpPr>
        <p:spPr>
          <a:xfrm>
            <a:off x="743574" y="3920391"/>
            <a:ext cx="5200024" cy="1742614"/>
          </a:xfrm>
        </p:spPr>
        <p:txBody>
          <a:bodyPr/>
          <a:lstStyle/>
          <a:p>
            <a:endParaRPr lang="en-US" dirty="0"/>
          </a:p>
        </p:txBody>
      </p:sp>
      <p:sp>
        <p:nvSpPr>
          <p:cNvPr id="6" name="Picture Placeholder 5">
            <a:extLst>
              <a:ext uri="{FF2B5EF4-FFF2-40B4-BE49-F238E27FC236}">
                <a16:creationId xmlns:a16="http://schemas.microsoft.com/office/drawing/2014/main" id="{E6DBC352-4EC3-4444-88AA-46EC23FA4DCF}"/>
              </a:ext>
            </a:extLst>
          </p:cNvPr>
          <p:cNvSpPr>
            <a:spLocks noGrp="1"/>
          </p:cNvSpPr>
          <p:nvPr>
            <p:ph type="pic" sz="quarter" idx="23"/>
          </p:nvPr>
        </p:nvSpPr>
        <p:spPr>
          <a:xfrm>
            <a:off x="6072187" y="1518056"/>
            <a:ext cx="5267325" cy="2296707"/>
          </a:xfrm>
        </p:spPr>
        <p:txBody>
          <a:bodyPr/>
          <a:lstStyle/>
          <a:p>
            <a:endParaRPr lang="en-US" dirty="0"/>
          </a:p>
        </p:txBody>
      </p:sp>
      <p:sp>
        <p:nvSpPr>
          <p:cNvPr id="8" name="Text Placeholder 3">
            <a:extLst>
              <a:ext uri="{FF2B5EF4-FFF2-40B4-BE49-F238E27FC236}">
                <a16:creationId xmlns:a16="http://schemas.microsoft.com/office/drawing/2014/main" id="{132852D7-7305-4783-BC51-A96CDD825281}"/>
              </a:ext>
            </a:extLst>
          </p:cNvPr>
          <p:cNvSpPr>
            <a:spLocks noGrp="1"/>
          </p:cNvSpPr>
          <p:nvPr>
            <p:ph type="body" sz="quarter" idx="24" hasCustomPrompt="1"/>
          </p:nvPr>
        </p:nvSpPr>
        <p:spPr>
          <a:xfrm>
            <a:off x="6072187" y="3942432"/>
            <a:ext cx="5250516" cy="1742614"/>
          </a:xfrm>
        </p:spPr>
        <p:txBody>
          <a:bodyPr>
            <a:normAutofit/>
          </a:bodyPr>
          <a:lstStyle>
            <a:lvl1pPr marL="0" indent="0">
              <a:buClr>
                <a:srgbClr val="004A78"/>
              </a:buClr>
              <a:buFont typeface="Arial" charset="0"/>
              <a:buNone/>
              <a:defRPr sz="1800">
                <a:solidFill>
                  <a:srgbClr val="000000"/>
                </a:solidFill>
              </a:defRPr>
            </a:lvl1pPr>
            <a:lvl2pPr marL="457200" indent="0">
              <a:buClr>
                <a:srgbClr val="004A78"/>
              </a:buClr>
              <a:buFont typeface="Arial" charset="0"/>
              <a:buNone/>
              <a:defRPr sz="1800">
                <a:solidFill>
                  <a:srgbClr val="000000"/>
                </a:solidFill>
              </a:defRPr>
            </a:lvl2pPr>
            <a:lvl3pPr marL="1143000" indent="-228600">
              <a:buClr>
                <a:srgbClr val="004A78"/>
              </a:buClr>
              <a:buFont typeface="Arial" charset="0"/>
              <a:buChar char="•"/>
              <a:defRPr sz="1800">
                <a:solidFill>
                  <a:srgbClr val="000000"/>
                </a:solidFill>
              </a:defRPr>
            </a:lvl3pPr>
            <a:lvl4pPr marL="1600200" indent="-228600">
              <a:buClr>
                <a:srgbClr val="004A78"/>
              </a:buClr>
              <a:buFont typeface="Arial" charset="0"/>
              <a:buChar char="•"/>
              <a:defRPr sz="1800">
                <a:solidFill>
                  <a:srgbClr val="000000"/>
                </a:solidFill>
              </a:defRPr>
            </a:lvl4pPr>
            <a:lvl5pPr marL="2057400" indent="-228600">
              <a:buClr>
                <a:srgbClr val="004A78"/>
              </a:buClr>
              <a:buFont typeface="Arial" charset="0"/>
              <a:buChar char="•"/>
              <a:defRPr sz="1800">
                <a:solidFill>
                  <a:srgbClr val="000000"/>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dolore magna </a:t>
            </a:r>
            <a:r>
              <a:rPr lang="en-US" dirty="0" err="1"/>
              <a:t>aliqua</a:t>
            </a:r>
            <a:r>
              <a:rPr lang="en-US" dirty="0"/>
              <a:t>. </a:t>
            </a:r>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Massa </a:t>
            </a:r>
            <a:r>
              <a:rPr lang="en-US" dirty="0" err="1"/>
              <a:t>tempor</a:t>
            </a:r>
            <a:r>
              <a:rPr lang="en-US" dirty="0"/>
              <a:t> </a:t>
            </a:r>
            <a:r>
              <a:rPr lang="en-US" dirty="0" err="1"/>
              <a:t>nec</a:t>
            </a:r>
            <a:r>
              <a:rPr lang="en-US" dirty="0"/>
              <a:t> </a:t>
            </a:r>
            <a:r>
              <a:rPr lang="en-US" dirty="0" err="1"/>
              <a:t>feugiat</a:t>
            </a:r>
            <a:r>
              <a:rPr lang="en-US" dirty="0"/>
              <a:t> </a:t>
            </a:r>
            <a:r>
              <a:rPr lang="en-US" dirty="0" err="1"/>
              <a:t>nisl</a:t>
            </a:r>
            <a:r>
              <a:rPr lang="en-US" dirty="0"/>
              <a:t> </a:t>
            </a:r>
            <a:r>
              <a:rPr lang="en-US" dirty="0" err="1"/>
              <a:t>pretium</a:t>
            </a:r>
            <a:r>
              <a:rPr lang="en-US" dirty="0"/>
              <a:t> </a:t>
            </a:r>
            <a:r>
              <a:rPr lang="en-US" dirty="0" err="1"/>
              <a:t>fusce</a:t>
            </a:r>
            <a:r>
              <a:rPr lang="en-US" dirty="0"/>
              <a:t> id </a:t>
            </a:r>
            <a:r>
              <a:rPr lang="en-US" dirty="0" err="1"/>
              <a:t>velit</a:t>
            </a:r>
            <a:r>
              <a:rPr lang="en-US" dirty="0"/>
              <a:t>. </a:t>
            </a:r>
            <a:r>
              <a:rPr lang="en-US" dirty="0" err="1"/>
              <a:t>Amet</a:t>
            </a:r>
            <a:r>
              <a:rPr lang="en-US" dirty="0"/>
              <a:t> </a:t>
            </a:r>
            <a:r>
              <a:rPr lang="en-US" dirty="0" err="1"/>
              <a:t>est</a:t>
            </a:r>
            <a:r>
              <a:rPr lang="en-US" dirty="0"/>
              <a:t> </a:t>
            </a:r>
            <a:r>
              <a:rPr lang="en-US" dirty="0" err="1"/>
              <a:t>placerat</a:t>
            </a:r>
            <a:r>
              <a:rPr lang="en-US" dirty="0"/>
              <a:t> in </a:t>
            </a:r>
            <a:r>
              <a:rPr lang="en-US" dirty="0" err="1"/>
              <a:t>egestas</a:t>
            </a:r>
            <a:r>
              <a:rPr lang="en-US" dirty="0"/>
              <a:t> </a:t>
            </a:r>
            <a:r>
              <a:rPr lang="en-US" dirty="0" err="1"/>
              <a:t>erat</a:t>
            </a:r>
            <a:r>
              <a:rPr lang="en-US" dirty="0"/>
              <a:t> </a:t>
            </a:r>
            <a:r>
              <a:rPr lang="en-US" dirty="0" err="1"/>
              <a:t>imperdiet</a:t>
            </a:r>
            <a:r>
              <a:rPr lang="en-US" dirty="0"/>
              <a:t> sed </a:t>
            </a:r>
            <a:r>
              <a:rPr lang="en-US" dirty="0" err="1"/>
              <a:t>euismod</a:t>
            </a:r>
            <a:r>
              <a:rPr lang="en-US" dirty="0"/>
              <a:t>. </a:t>
            </a:r>
          </a:p>
        </p:txBody>
      </p:sp>
    </p:spTree>
    <p:extLst>
      <p:ext uri="{BB962C8B-B14F-4D97-AF65-F5344CB8AC3E}">
        <p14:creationId xmlns:p14="http://schemas.microsoft.com/office/powerpoint/2010/main" val="156288484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wo Content with Tabl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4" name="Text Placeholder 3"/>
          <p:cNvSpPr>
            <a:spLocks noGrp="1"/>
          </p:cNvSpPr>
          <p:nvPr>
            <p:ph type="body" sz="quarter" idx="15" hasCustomPrompt="1"/>
          </p:nvPr>
        </p:nvSpPr>
        <p:spPr>
          <a:xfrm>
            <a:off x="793194" y="1650311"/>
            <a:ext cx="5150404" cy="2134879"/>
          </a:xfrm>
        </p:spPr>
        <p:txBody>
          <a:bodyPr>
            <a:noAutofit/>
          </a:bodyPr>
          <a:lstStyle>
            <a:lvl1pPr marL="0" indent="0">
              <a:lnSpc>
                <a:spcPct val="100000"/>
              </a:lnSpc>
              <a:spcBef>
                <a:spcPts val="600"/>
              </a:spcBef>
              <a:buClr>
                <a:srgbClr val="004A78"/>
              </a:buClr>
              <a:buFont typeface="Arial" charset="0"/>
              <a:buNone/>
              <a:defRPr sz="2000">
                <a:solidFill>
                  <a:srgbClr val="000000"/>
                </a:solidFill>
              </a:defRPr>
            </a:lvl1pPr>
            <a:lvl2pPr marL="457200" indent="0">
              <a:buClr>
                <a:srgbClr val="004A78"/>
              </a:buClr>
              <a:buFont typeface="Arial" charset="0"/>
              <a:buNone/>
              <a:defRPr sz="1800">
                <a:solidFill>
                  <a:srgbClr val="000000"/>
                </a:solidFill>
              </a:defRPr>
            </a:lvl2pPr>
            <a:lvl3pPr marL="1143000" indent="-228600">
              <a:buClr>
                <a:srgbClr val="004A78"/>
              </a:buClr>
              <a:buFont typeface="Arial" charset="0"/>
              <a:buChar char="•"/>
              <a:defRPr sz="1800">
                <a:solidFill>
                  <a:srgbClr val="000000"/>
                </a:solidFill>
              </a:defRPr>
            </a:lvl3pPr>
            <a:lvl4pPr marL="1600200" indent="-228600">
              <a:buClr>
                <a:srgbClr val="004A78"/>
              </a:buClr>
              <a:buFont typeface="Arial" charset="0"/>
              <a:buChar char="•"/>
              <a:defRPr sz="1800">
                <a:solidFill>
                  <a:srgbClr val="000000"/>
                </a:solidFill>
              </a:defRPr>
            </a:lvl4pPr>
            <a:lvl5pPr marL="2057400" indent="-228600">
              <a:buClr>
                <a:srgbClr val="004A78"/>
              </a:buClr>
              <a:buFont typeface="Arial" charset="0"/>
              <a:buChar char="•"/>
              <a:defRPr sz="1800">
                <a:solidFill>
                  <a:srgbClr val="000000"/>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dolore magna </a:t>
            </a:r>
            <a:r>
              <a:rPr lang="en-US" dirty="0" err="1"/>
              <a:t>aliqua</a:t>
            </a:r>
            <a:r>
              <a:rPr lang="en-US" dirty="0"/>
              <a:t>. </a:t>
            </a:r>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Massa </a:t>
            </a:r>
            <a:r>
              <a:rPr lang="en-US" dirty="0" err="1"/>
              <a:t>tempor</a:t>
            </a:r>
            <a:r>
              <a:rPr lang="en-US" dirty="0"/>
              <a:t> </a:t>
            </a:r>
            <a:r>
              <a:rPr lang="en-US" dirty="0" err="1"/>
              <a:t>nec</a:t>
            </a:r>
            <a:r>
              <a:rPr lang="en-US" dirty="0"/>
              <a:t> </a:t>
            </a:r>
            <a:r>
              <a:rPr lang="en-US" dirty="0" err="1"/>
              <a:t>feugiat</a:t>
            </a:r>
            <a:r>
              <a:rPr lang="en-US" dirty="0"/>
              <a:t> </a:t>
            </a:r>
            <a:r>
              <a:rPr lang="en-US" dirty="0" err="1"/>
              <a:t>nisl</a:t>
            </a:r>
            <a:r>
              <a:rPr lang="en-US" dirty="0"/>
              <a:t> </a:t>
            </a:r>
            <a:r>
              <a:rPr lang="en-US" dirty="0" err="1"/>
              <a:t>pretium</a:t>
            </a:r>
            <a:r>
              <a:rPr lang="en-US" dirty="0"/>
              <a:t> </a:t>
            </a:r>
            <a:r>
              <a:rPr lang="en-US" dirty="0" err="1"/>
              <a:t>fusce</a:t>
            </a:r>
            <a:r>
              <a:rPr lang="en-US" dirty="0"/>
              <a:t> id </a:t>
            </a:r>
            <a:r>
              <a:rPr lang="en-US" dirty="0" err="1"/>
              <a:t>velit</a:t>
            </a:r>
            <a:r>
              <a:rPr lang="en-US" dirty="0"/>
              <a:t>. </a:t>
            </a:r>
            <a:r>
              <a:rPr lang="en-US" dirty="0" err="1"/>
              <a:t>Amet</a:t>
            </a:r>
            <a:r>
              <a:rPr lang="en-US" dirty="0"/>
              <a:t> </a:t>
            </a:r>
            <a:r>
              <a:rPr lang="en-US" dirty="0" err="1"/>
              <a:t>est</a:t>
            </a:r>
            <a:r>
              <a:rPr lang="en-US" dirty="0"/>
              <a:t> </a:t>
            </a:r>
            <a:r>
              <a:rPr lang="en-US" dirty="0" err="1"/>
              <a:t>placerat</a:t>
            </a:r>
            <a:r>
              <a:rPr lang="en-US" dirty="0"/>
              <a:t> in </a:t>
            </a:r>
            <a:r>
              <a:rPr lang="en-US" dirty="0" err="1"/>
              <a:t>egestas</a:t>
            </a:r>
            <a:r>
              <a:rPr lang="en-US" dirty="0"/>
              <a:t> </a:t>
            </a:r>
            <a:r>
              <a:rPr lang="en-US" dirty="0" err="1"/>
              <a:t>erat</a:t>
            </a:r>
            <a:r>
              <a:rPr lang="en-US" dirty="0"/>
              <a:t> </a:t>
            </a:r>
            <a:r>
              <a:rPr lang="en-US" dirty="0" err="1"/>
              <a:t>imperdiet</a:t>
            </a:r>
            <a:r>
              <a:rPr lang="en-US" dirty="0"/>
              <a:t> sed </a:t>
            </a:r>
            <a:r>
              <a:rPr lang="en-US" dirty="0" err="1"/>
              <a:t>euismod</a:t>
            </a:r>
            <a:r>
              <a:rPr lang="en-US" dirty="0"/>
              <a:t>. </a:t>
            </a:r>
          </a:p>
        </p:txBody>
      </p:sp>
      <p:sp>
        <p:nvSpPr>
          <p:cNvPr id="14" name="Text Placeholder 3"/>
          <p:cNvSpPr>
            <a:spLocks noGrp="1"/>
          </p:cNvSpPr>
          <p:nvPr>
            <p:ph type="body" sz="quarter" idx="18" hasCustomPrompt="1"/>
          </p:nvPr>
        </p:nvSpPr>
        <p:spPr>
          <a:xfrm>
            <a:off x="6122680" y="1658680"/>
            <a:ext cx="5200024" cy="4045730"/>
          </a:xfrm>
        </p:spPr>
        <p:txBody>
          <a:bodyPr>
            <a:noAutofit/>
          </a:bodyPr>
          <a:lstStyle>
            <a:lvl1pPr>
              <a:lnSpc>
                <a:spcPct val="100000"/>
              </a:lnSpc>
              <a:spcBef>
                <a:spcPts val="600"/>
              </a:spcBef>
              <a:buClr>
                <a:srgbClr val="004A78"/>
              </a:buClr>
              <a:defRPr sz="2000">
                <a:solidFill>
                  <a:srgbClr val="000000"/>
                </a:solidFill>
              </a:defRPr>
            </a:lvl1pPr>
            <a:lvl2pPr marL="685800" indent="-228600">
              <a:buClr>
                <a:srgbClr val="004A78"/>
              </a:buClr>
              <a:buFontTx/>
              <a:buChar char="‒"/>
              <a:defRPr sz="1800">
                <a:solidFill>
                  <a:srgbClr val="000000"/>
                </a:solidFill>
              </a:defRPr>
            </a:lvl2pPr>
            <a:lvl3pPr>
              <a:buClr>
                <a:srgbClr val="004A78"/>
              </a:buClr>
              <a:defRPr sz="1800">
                <a:solidFill>
                  <a:srgbClr val="000000"/>
                </a:solidFill>
              </a:defRPr>
            </a:lvl3pPr>
            <a:lvl4pPr>
              <a:buClr>
                <a:srgbClr val="004A78"/>
              </a:buClr>
              <a:defRPr sz="1800">
                <a:solidFill>
                  <a:srgbClr val="000000"/>
                </a:solidFill>
              </a:defRPr>
            </a:lvl4pPr>
            <a:lvl5pPr>
              <a:buClr>
                <a:srgbClr val="004A78"/>
              </a:buClr>
              <a:defRPr sz="1800">
                <a:solidFill>
                  <a:srgbClr val="000000"/>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p>
          <a:p>
            <a:pPr lvl="0"/>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Massa </a:t>
            </a:r>
            <a:r>
              <a:rPr lang="en-US" dirty="0" err="1"/>
              <a:t>tempor</a:t>
            </a:r>
            <a:r>
              <a:rPr lang="en-US" dirty="0"/>
              <a:t> </a:t>
            </a:r>
            <a:r>
              <a:rPr lang="en-US" dirty="0" err="1"/>
              <a:t>nec</a:t>
            </a:r>
            <a:r>
              <a:rPr lang="en-US" dirty="0"/>
              <a:t> </a:t>
            </a:r>
            <a:r>
              <a:rPr lang="en-US" dirty="0" err="1"/>
              <a:t>feugiat</a:t>
            </a:r>
            <a:r>
              <a:rPr lang="en-US" dirty="0"/>
              <a:t> </a:t>
            </a:r>
            <a:r>
              <a:rPr lang="en-US" dirty="0" err="1"/>
              <a:t>nisl</a:t>
            </a:r>
            <a:r>
              <a:rPr lang="en-US" dirty="0"/>
              <a:t> </a:t>
            </a:r>
            <a:r>
              <a:rPr lang="en-US" dirty="0" err="1"/>
              <a:t>pretium</a:t>
            </a:r>
            <a:r>
              <a:rPr lang="en-US" dirty="0"/>
              <a:t> </a:t>
            </a:r>
            <a:r>
              <a:rPr lang="en-US" dirty="0" err="1"/>
              <a:t>fusce</a:t>
            </a:r>
            <a:r>
              <a:rPr lang="en-US" dirty="0"/>
              <a:t> id </a:t>
            </a:r>
            <a:r>
              <a:rPr lang="en-US" dirty="0" err="1"/>
              <a:t>velit</a:t>
            </a:r>
            <a:r>
              <a:rPr lang="en-US" dirty="0"/>
              <a:t>. </a:t>
            </a:r>
          </a:p>
          <a:p>
            <a:pPr lvl="0"/>
            <a:r>
              <a:rPr lang="en-US" dirty="0" err="1"/>
              <a:t>Amet</a:t>
            </a:r>
            <a:r>
              <a:rPr lang="en-US" dirty="0"/>
              <a:t> </a:t>
            </a:r>
            <a:r>
              <a:rPr lang="en-US" dirty="0" err="1"/>
              <a:t>est</a:t>
            </a:r>
            <a:r>
              <a:rPr lang="en-US" dirty="0"/>
              <a:t> </a:t>
            </a:r>
            <a:r>
              <a:rPr lang="en-US" dirty="0" err="1"/>
              <a:t>placerat</a:t>
            </a:r>
            <a:r>
              <a:rPr lang="en-US" dirty="0"/>
              <a:t> in </a:t>
            </a:r>
            <a:r>
              <a:rPr lang="en-US" dirty="0" err="1"/>
              <a:t>egestas</a:t>
            </a:r>
            <a:r>
              <a:rPr lang="en-US" dirty="0"/>
              <a:t> </a:t>
            </a:r>
            <a:r>
              <a:rPr lang="en-US" dirty="0" err="1"/>
              <a:t>erat</a:t>
            </a:r>
            <a:r>
              <a:rPr lang="en-US" dirty="0"/>
              <a:t> </a:t>
            </a:r>
            <a:r>
              <a:rPr lang="en-US" dirty="0" err="1"/>
              <a:t>imperdiet</a:t>
            </a:r>
            <a:r>
              <a:rPr lang="en-US" dirty="0"/>
              <a:t> </a:t>
            </a:r>
            <a:r>
              <a:rPr lang="en-US" dirty="0" err="1"/>
              <a:t>sed</a:t>
            </a:r>
            <a:r>
              <a:rPr lang="en-US" dirty="0"/>
              <a:t> </a:t>
            </a:r>
            <a:r>
              <a:rPr lang="en-US" dirty="0" err="1"/>
              <a:t>euismod</a:t>
            </a:r>
            <a:r>
              <a:rPr lang="en-US" dirty="0"/>
              <a:t>. In </a:t>
            </a:r>
            <a:r>
              <a:rPr lang="en-US" dirty="0" err="1"/>
              <a:t>egestas</a:t>
            </a:r>
            <a:r>
              <a:rPr lang="en-US" dirty="0"/>
              <a:t> </a:t>
            </a:r>
            <a:r>
              <a:rPr lang="en-US" dirty="0" err="1"/>
              <a:t>erat</a:t>
            </a:r>
            <a:r>
              <a:rPr lang="en-US" dirty="0"/>
              <a:t> </a:t>
            </a:r>
            <a:r>
              <a:rPr lang="en-US" dirty="0" err="1"/>
              <a:t>imperdiet</a:t>
            </a:r>
            <a:r>
              <a:rPr lang="en-US" dirty="0"/>
              <a:t> </a:t>
            </a:r>
            <a:r>
              <a:rPr lang="en-US" dirty="0" err="1"/>
              <a:t>sed</a:t>
            </a:r>
            <a:r>
              <a:rPr lang="en-US" dirty="0"/>
              <a:t> </a:t>
            </a:r>
            <a:r>
              <a:rPr lang="en-US" dirty="0" err="1"/>
              <a:t>euismod</a:t>
            </a:r>
            <a:r>
              <a:rPr lang="en-US" dirty="0"/>
              <a:t> nisi porta lorem. </a:t>
            </a:r>
            <a:r>
              <a:rPr lang="en-US" dirty="0" err="1"/>
              <a:t>Fermentum</a:t>
            </a:r>
            <a:r>
              <a:rPr lang="en-US" dirty="0"/>
              <a:t> et </a:t>
            </a:r>
            <a:r>
              <a:rPr lang="en-US" dirty="0" err="1"/>
              <a:t>sollicitudin</a:t>
            </a:r>
            <a:r>
              <a:rPr lang="en-US" dirty="0"/>
              <a:t> ac </a:t>
            </a:r>
            <a:r>
              <a:rPr lang="en-US" dirty="0" err="1"/>
              <a:t>orci</a:t>
            </a:r>
            <a:r>
              <a:rPr lang="en-US" dirty="0"/>
              <a:t> </a:t>
            </a:r>
            <a:r>
              <a:rPr lang="en-US" dirty="0" err="1"/>
              <a:t>phasellus</a:t>
            </a:r>
            <a:r>
              <a:rPr lang="en-US" dirty="0"/>
              <a:t> </a:t>
            </a:r>
            <a:r>
              <a:rPr lang="en-US" dirty="0" err="1"/>
              <a:t>egestas</a:t>
            </a:r>
            <a:r>
              <a:rPr lang="en-US" dirty="0"/>
              <a:t> </a:t>
            </a:r>
            <a:r>
              <a:rPr lang="en-US" dirty="0" err="1"/>
              <a:t>tellus</a:t>
            </a:r>
            <a:r>
              <a:rPr lang="en-US" dirty="0"/>
              <a:t> </a:t>
            </a:r>
            <a:r>
              <a:rPr lang="en-US" dirty="0" err="1"/>
              <a:t>rutrum</a:t>
            </a:r>
            <a:r>
              <a:rPr lang="en-US" dirty="0"/>
              <a:t> </a:t>
            </a:r>
            <a:r>
              <a:rPr lang="en-US" dirty="0" err="1"/>
              <a:t>tellus</a:t>
            </a:r>
            <a:r>
              <a:rPr lang="en-US" dirty="0"/>
              <a:t>. </a:t>
            </a:r>
            <a:r>
              <a:rPr lang="en-US" dirty="0" err="1"/>
              <a:t>Nec</a:t>
            </a:r>
            <a:r>
              <a:rPr lang="en-US" dirty="0"/>
              <a:t> dui </a:t>
            </a:r>
            <a:r>
              <a:rPr lang="en-US" dirty="0" err="1"/>
              <a:t>nunc</a:t>
            </a:r>
            <a:r>
              <a:rPr lang="en-US" dirty="0"/>
              <a:t> </a:t>
            </a:r>
            <a:r>
              <a:rPr lang="en-US" dirty="0" err="1"/>
              <a:t>mattis</a:t>
            </a:r>
            <a:r>
              <a:rPr lang="en-US" dirty="0"/>
              <a:t> </a:t>
            </a:r>
            <a:r>
              <a:rPr lang="en-US" dirty="0" err="1"/>
              <a:t>enim</a:t>
            </a:r>
            <a:r>
              <a:rPr lang="en-US" dirty="0"/>
              <a:t>. </a:t>
            </a:r>
            <a:r>
              <a:rPr lang="en-US" dirty="0" err="1"/>
              <a:t>Nisl</a:t>
            </a:r>
            <a:r>
              <a:rPr lang="en-US" dirty="0"/>
              <a:t> </a:t>
            </a:r>
            <a:r>
              <a:rPr lang="en-US" dirty="0" err="1"/>
              <a:t>condimentum</a:t>
            </a:r>
            <a:r>
              <a:rPr lang="en-US" dirty="0"/>
              <a:t> id </a:t>
            </a:r>
            <a:r>
              <a:rPr lang="en-US" dirty="0" err="1"/>
              <a:t>venenatis</a:t>
            </a:r>
            <a:r>
              <a:rPr lang="en-US" dirty="0"/>
              <a:t> a </a:t>
            </a:r>
            <a:r>
              <a:rPr lang="en-US" dirty="0" err="1"/>
              <a:t>condimentum</a:t>
            </a:r>
            <a:r>
              <a:rPr lang="en-US" dirty="0"/>
              <a:t>. Non </a:t>
            </a:r>
            <a:r>
              <a:rPr lang="en-US" dirty="0" err="1"/>
              <a:t>enim</a:t>
            </a:r>
            <a:r>
              <a:rPr lang="en-US" dirty="0"/>
              <a:t> </a:t>
            </a:r>
            <a:r>
              <a:rPr lang="en-US" dirty="0" err="1"/>
              <a:t>praesent</a:t>
            </a:r>
            <a:r>
              <a:rPr lang="en-US" dirty="0"/>
              <a:t> </a:t>
            </a:r>
            <a:r>
              <a:rPr lang="en-US" dirty="0" err="1"/>
              <a:t>elementum</a:t>
            </a:r>
            <a:r>
              <a:rPr lang="en-US" dirty="0"/>
              <a:t> </a:t>
            </a:r>
            <a:r>
              <a:rPr lang="en-US" dirty="0" err="1"/>
              <a:t>facilisis</a:t>
            </a:r>
            <a:r>
              <a:rPr lang="en-US" dirty="0"/>
              <a:t> </a:t>
            </a:r>
            <a:r>
              <a:rPr lang="en-US" dirty="0" err="1"/>
              <a:t>leo</a:t>
            </a:r>
            <a:r>
              <a:rPr lang="en-US" dirty="0"/>
              <a:t> </a:t>
            </a:r>
            <a:r>
              <a:rPr lang="en-US" dirty="0" err="1"/>
              <a:t>vel</a:t>
            </a:r>
            <a:r>
              <a:rPr lang="en-US" dirty="0"/>
              <a:t> </a:t>
            </a:r>
            <a:r>
              <a:rPr lang="en-US" dirty="0" err="1"/>
              <a:t>fringilla</a:t>
            </a:r>
            <a:r>
              <a:rPr lang="en-US" dirty="0"/>
              <a:t> </a:t>
            </a:r>
            <a:r>
              <a:rPr lang="en-US" dirty="0" err="1"/>
              <a:t>est</a:t>
            </a:r>
            <a:r>
              <a:rPr lang="en-US" dirty="0"/>
              <a:t> </a:t>
            </a:r>
            <a:r>
              <a:rPr lang="en-US" dirty="0" err="1"/>
              <a:t>ullamcorper</a:t>
            </a:r>
            <a:r>
              <a:rPr lang="en-US" dirty="0"/>
              <a:t>.</a:t>
            </a:r>
          </a:p>
        </p:txBody>
      </p:sp>
      <p:sp>
        <p:nvSpPr>
          <p:cNvPr id="13" name="Footer">
            <a:extLst>
              <a:ext uri="{FF2B5EF4-FFF2-40B4-BE49-F238E27FC236}">
                <a16:creationId xmlns:a16="http://schemas.microsoft.com/office/drawing/2014/main" id="{C32D58F0-8CFB-431E-8C5F-ADDA41A34DC5}"/>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
        <p:nvSpPr>
          <p:cNvPr id="5" name="Table Placeholder 4">
            <a:extLst>
              <a:ext uri="{FF2B5EF4-FFF2-40B4-BE49-F238E27FC236}">
                <a16:creationId xmlns:a16="http://schemas.microsoft.com/office/drawing/2014/main" id="{5146E2AD-8FA1-4555-8FAA-A3BA850C16F5}"/>
              </a:ext>
            </a:extLst>
          </p:cNvPr>
          <p:cNvSpPr>
            <a:spLocks noGrp="1"/>
          </p:cNvSpPr>
          <p:nvPr>
            <p:ph type="tbl" sz="quarter" idx="22"/>
          </p:nvPr>
        </p:nvSpPr>
        <p:spPr>
          <a:xfrm>
            <a:off x="743574" y="3920390"/>
            <a:ext cx="5200024" cy="1784019"/>
          </a:xfrm>
        </p:spPr>
        <p:txBody>
          <a:bodyPr/>
          <a:lstStyle/>
          <a:p>
            <a:endParaRPr lang="en-US" dirty="0"/>
          </a:p>
        </p:txBody>
      </p:sp>
    </p:spTree>
    <p:extLst>
      <p:ext uri="{BB962C8B-B14F-4D97-AF65-F5344CB8AC3E}">
        <p14:creationId xmlns:p14="http://schemas.microsoft.com/office/powerpoint/2010/main" val="273789747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Two Content with Two Image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4" name="Text Placeholder 3"/>
          <p:cNvSpPr>
            <a:spLocks noGrp="1"/>
          </p:cNvSpPr>
          <p:nvPr>
            <p:ph type="body" sz="quarter" idx="15" hasCustomPrompt="1"/>
          </p:nvPr>
        </p:nvSpPr>
        <p:spPr>
          <a:xfrm>
            <a:off x="743576" y="1531089"/>
            <a:ext cx="5200024" cy="2105246"/>
          </a:xfrm>
        </p:spPr>
        <p:txBody>
          <a:bodyPr>
            <a:normAutofit/>
          </a:bodyPr>
          <a:lstStyle>
            <a:lvl1pPr marL="0" indent="0">
              <a:buClr>
                <a:srgbClr val="004A78"/>
              </a:buClr>
              <a:buFont typeface="Arial" charset="0"/>
              <a:buNone/>
              <a:defRPr sz="1800">
                <a:solidFill>
                  <a:srgbClr val="000000"/>
                </a:solidFill>
              </a:defRPr>
            </a:lvl1pPr>
            <a:lvl2pPr marL="457200" indent="0">
              <a:buClr>
                <a:srgbClr val="004A78"/>
              </a:buClr>
              <a:buFont typeface="Arial" charset="0"/>
              <a:buNone/>
              <a:defRPr sz="1800">
                <a:solidFill>
                  <a:srgbClr val="000000"/>
                </a:solidFill>
              </a:defRPr>
            </a:lvl2pPr>
            <a:lvl3pPr marL="1143000" indent="-228600">
              <a:buClr>
                <a:srgbClr val="004A78"/>
              </a:buClr>
              <a:buFont typeface="Arial" charset="0"/>
              <a:buChar char="•"/>
              <a:defRPr sz="1800">
                <a:solidFill>
                  <a:srgbClr val="000000"/>
                </a:solidFill>
              </a:defRPr>
            </a:lvl3pPr>
            <a:lvl4pPr marL="1600200" indent="-228600">
              <a:buClr>
                <a:srgbClr val="004A78"/>
              </a:buClr>
              <a:buFont typeface="Arial" charset="0"/>
              <a:buChar char="•"/>
              <a:defRPr sz="1800">
                <a:solidFill>
                  <a:srgbClr val="000000"/>
                </a:solidFill>
              </a:defRPr>
            </a:lvl4pPr>
            <a:lvl5pPr marL="2057400" indent="-228600">
              <a:buClr>
                <a:srgbClr val="004A78"/>
              </a:buClr>
              <a:buFont typeface="Arial" charset="0"/>
              <a:buChar char="•"/>
              <a:defRPr sz="1800">
                <a:solidFill>
                  <a:srgbClr val="000000"/>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dolore magna </a:t>
            </a:r>
            <a:r>
              <a:rPr lang="en-US" dirty="0" err="1"/>
              <a:t>aliqua</a:t>
            </a:r>
            <a:r>
              <a:rPr lang="en-US" dirty="0"/>
              <a:t>. </a:t>
            </a:r>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Massa </a:t>
            </a:r>
            <a:r>
              <a:rPr lang="en-US" dirty="0" err="1"/>
              <a:t>tempor</a:t>
            </a:r>
            <a:r>
              <a:rPr lang="en-US" dirty="0"/>
              <a:t> </a:t>
            </a:r>
            <a:r>
              <a:rPr lang="en-US" dirty="0" err="1"/>
              <a:t>nec</a:t>
            </a:r>
            <a:r>
              <a:rPr lang="en-US" dirty="0"/>
              <a:t> </a:t>
            </a:r>
            <a:r>
              <a:rPr lang="en-US" dirty="0" err="1"/>
              <a:t>feugiat</a:t>
            </a:r>
            <a:r>
              <a:rPr lang="en-US" dirty="0"/>
              <a:t> </a:t>
            </a:r>
            <a:r>
              <a:rPr lang="en-US" dirty="0" err="1"/>
              <a:t>nisl</a:t>
            </a:r>
            <a:r>
              <a:rPr lang="en-US" dirty="0"/>
              <a:t> </a:t>
            </a:r>
            <a:r>
              <a:rPr lang="en-US" dirty="0" err="1"/>
              <a:t>pretium</a:t>
            </a:r>
            <a:r>
              <a:rPr lang="en-US" dirty="0"/>
              <a:t> </a:t>
            </a:r>
            <a:r>
              <a:rPr lang="en-US" dirty="0" err="1"/>
              <a:t>fusce</a:t>
            </a:r>
            <a:r>
              <a:rPr lang="en-US" dirty="0"/>
              <a:t> id </a:t>
            </a:r>
            <a:r>
              <a:rPr lang="en-US" dirty="0" err="1"/>
              <a:t>velit</a:t>
            </a:r>
            <a:r>
              <a:rPr lang="en-US" dirty="0"/>
              <a:t>. </a:t>
            </a:r>
            <a:r>
              <a:rPr lang="en-US" dirty="0" err="1"/>
              <a:t>Amet</a:t>
            </a:r>
            <a:r>
              <a:rPr lang="en-US" dirty="0"/>
              <a:t> </a:t>
            </a:r>
            <a:r>
              <a:rPr lang="en-US" dirty="0" err="1"/>
              <a:t>est</a:t>
            </a:r>
            <a:r>
              <a:rPr lang="en-US" dirty="0"/>
              <a:t> </a:t>
            </a:r>
            <a:r>
              <a:rPr lang="en-US" dirty="0" err="1"/>
              <a:t>placerat</a:t>
            </a:r>
            <a:r>
              <a:rPr lang="en-US" dirty="0"/>
              <a:t> in </a:t>
            </a:r>
            <a:r>
              <a:rPr lang="en-US" dirty="0" err="1"/>
              <a:t>egestas</a:t>
            </a:r>
            <a:r>
              <a:rPr lang="en-US" dirty="0"/>
              <a:t> </a:t>
            </a:r>
            <a:r>
              <a:rPr lang="en-US" dirty="0" err="1"/>
              <a:t>erat</a:t>
            </a:r>
            <a:r>
              <a:rPr lang="en-US" dirty="0"/>
              <a:t> </a:t>
            </a:r>
            <a:r>
              <a:rPr lang="en-US" dirty="0" err="1"/>
              <a:t>imperdiet</a:t>
            </a:r>
            <a:r>
              <a:rPr lang="en-US" dirty="0"/>
              <a:t> </a:t>
            </a:r>
            <a:r>
              <a:rPr lang="en-US" dirty="0" err="1"/>
              <a:t>sed</a:t>
            </a:r>
            <a:r>
              <a:rPr lang="en-US" dirty="0"/>
              <a:t> </a:t>
            </a:r>
            <a:r>
              <a:rPr lang="en-US" dirty="0" err="1"/>
              <a:t>euismod</a:t>
            </a:r>
            <a:r>
              <a:rPr lang="en-US" dirty="0"/>
              <a:t>. In </a:t>
            </a:r>
            <a:r>
              <a:rPr lang="en-US" dirty="0" err="1"/>
              <a:t>egestas</a:t>
            </a:r>
            <a:r>
              <a:rPr lang="en-US" dirty="0"/>
              <a:t> </a:t>
            </a:r>
            <a:r>
              <a:rPr lang="en-US" dirty="0" err="1"/>
              <a:t>erat</a:t>
            </a:r>
            <a:r>
              <a:rPr lang="en-US" dirty="0"/>
              <a:t> </a:t>
            </a:r>
            <a:r>
              <a:rPr lang="en-US" dirty="0" err="1"/>
              <a:t>imperdiet</a:t>
            </a:r>
            <a:r>
              <a:rPr lang="en-US" dirty="0"/>
              <a:t> sed </a:t>
            </a:r>
            <a:r>
              <a:rPr lang="en-US" dirty="0" err="1"/>
              <a:t>euismod</a:t>
            </a:r>
            <a:r>
              <a:rPr lang="en-US" dirty="0"/>
              <a:t> nisi porta lorem</a:t>
            </a:r>
          </a:p>
        </p:txBody>
      </p:sp>
      <p:sp>
        <p:nvSpPr>
          <p:cNvPr id="14" name="Text Placeholder 3"/>
          <p:cNvSpPr>
            <a:spLocks noGrp="1"/>
          </p:cNvSpPr>
          <p:nvPr>
            <p:ph type="body" sz="quarter" idx="18" hasCustomPrompt="1"/>
          </p:nvPr>
        </p:nvSpPr>
        <p:spPr>
          <a:xfrm>
            <a:off x="6058884" y="1531089"/>
            <a:ext cx="5200024" cy="2105246"/>
          </a:xfrm>
        </p:spPr>
        <p:txBody>
          <a:bodyPr>
            <a:normAutofit/>
          </a:bodyPr>
          <a:lstStyle>
            <a:lvl1pPr>
              <a:buClr>
                <a:srgbClr val="004A78"/>
              </a:buClr>
              <a:defRPr sz="1800">
                <a:solidFill>
                  <a:srgbClr val="000000"/>
                </a:solidFill>
              </a:defRPr>
            </a:lvl1pPr>
            <a:lvl2pPr marL="685800" indent="-228600">
              <a:buClr>
                <a:srgbClr val="004A78"/>
              </a:buClr>
              <a:buFontTx/>
              <a:buChar char="‒"/>
              <a:defRPr sz="1800">
                <a:solidFill>
                  <a:srgbClr val="000000"/>
                </a:solidFill>
              </a:defRPr>
            </a:lvl2pPr>
            <a:lvl3pPr>
              <a:buClr>
                <a:srgbClr val="004A78"/>
              </a:buClr>
              <a:defRPr sz="1800">
                <a:solidFill>
                  <a:srgbClr val="000000"/>
                </a:solidFill>
              </a:defRPr>
            </a:lvl3pPr>
            <a:lvl4pPr>
              <a:buClr>
                <a:srgbClr val="004A78"/>
              </a:buClr>
              <a:defRPr sz="1800">
                <a:solidFill>
                  <a:srgbClr val="000000"/>
                </a:solidFill>
              </a:defRPr>
            </a:lvl4pPr>
            <a:lvl5pPr>
              <a:buClr>
                <a:srgbClr val="004A78"/>
              </a:buClr>
              <a:defRPr sz="1800">
                <a:solidFill>
                  <a:srgbClr val="000000"/>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p>
          <a:p>
            <a:pPr lvl="0"/>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Massa </a:t>
            </a:r>
            <a:r>
              <a:rPr lang="en-US" dirty="0" err="1"/>
              <a:t>tempor</a:t>
            </a:r>
            <a:r>
              <a:rPr lang="en-US" dirty="0"/>
              <a:t> </a:t>
            </a:r>
            <a:r>
              <a:rPr lang="en-US" dirty="0" err="1"/>
              <a:t>nec</a:t>
            </a:r>
            <a:r>
              <a:rPr lang="en-US" dirty="0"/>
              <a:t> </a:t>
            </a:r>
            <a:r>
              <a:rPr lang="en-US" dirty="0" err="1"/>
              <a:t>feugiat</a:t>
            </a:r>
            <a:r>
              <a:rPr lang="en-US" dirty="0"/>
              <a:t> </a:t>
            </a:r>
            <a:r>
              <a:rPr lang="en-US" dirty="0" err="1"/>
              <a:t>nisl</a:t>
            </a:r>
            <a:r>
              <a:rPr lang="en-US" dirty="0"/>
              <a:t> </a:t>
            </a:r>
            <a:r>
              <a:rPr lang="en-US" dirty="0" err="1"/>
              <a:t>pretium</a:t>
            </a:r>
            <a:r>
              <a:rPr lang="en-US" dirty="0"/>
              <a:t> </a:t>
            </a:r>
            <a:r>
              <a:rPr lang="en-US" dirty="0" err="1"/>
              <a:t>fusce</a:t>
            </a:r>
            <a:r>
              <a:rPr lang="en-US" dirty="0"/>
              <a:t> id </a:t>
            </a:r>
            <a:r>
              <a:rPr lang="en-US" dirty="0" err="1"/>
              <a:t>velit</a:t>
            </a:r>
            <a:r>
              <a:rPr lang="en-US" dirty="0"/>
              <a:t>. </a:t>
            </a:r>
          </a:p>
        </p:txBody>
      </p:sp>
      <p:sp>
        <p:nvSpPr>
          <p:cNvPr id="13" name="Footer">
            <a:extLst>
              <a:ext uri="{FF2B5EF4-FFF2-40B4-BE49-F238E27FC236}">
                <a16:creationId xmlns:a16="http://schemas.microsoft.com/office/drawing/2014/main" id="{C32D58F0-8CFB-431E-8C5F-ADDA41A34DC5}"/>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
        <p:nvSpPr>
          <p:cNvPr id="6" name="Picture Placeholder 5">
            <a:extLst>
              <a:ext uri="{FF2B5EF4-FFF2-40B4-BE49-F238E27FC236}">
                <a16:creationId xmlns:a16="http://schemas.microsoft.com/office/drawing/2014/main" id="{7AA9C5A4-F6E1-4AC4-ABB3-A6B1A6CDECC6}"/>
              </a:ext>
            </a:extLst>
          </p:cNvPr>
          <p:cNvSpPr>
            <a:spLocks noGrp="1"/>
          </p:cNvSpPr>
          <p:nvPr>
            <p:ph type="pic" sz="quarter" idx="23"/>
          </p:nvPr>
        </p:nvSpPr>
        <p:spPr>
          <a:xfrm>
            <a:off x="743576" y="3699589"/>
            <a:ext cx="5199062" cy="2048750"/>
          </a:xfrm>
        </p:spPr>
        <p:txBody>
          <a:bodyPr/>
          <a:lstStyle/>
          <a:p>
            <a:endParaRPr lang="en-US"/>
          </a:p>
        </p:txBody>
      </p:sp>
      <p:sp>
        <p:nvSpPr>
          <p:cNvPr id="8" name="Picture Placeholder 5">
            <a:extLst>
              <a:ext uri="{FF2B5EF4-FFF2-40B4-BE49-F238E27FC236}">
                <a16:creationId xmlns:a16="http://schemas.microsoft.com/office/drawing/2014/main" id="{61FEC39F-B328-4CE7-2F1D-35822585607B}"/>
              </a:ext>
            </a:extLst>
          </p:cNvPr>
          <p:cNvSpPr>
            <a:spLocks noGrp="1"/>
          </p:cNvSpPr>
          <p:nvPr>
            <p:ph type="pic" sz="quarter" idx="24"/>
          </p:nvPr>
        </p:nvSpPr>
        <p:spPr>
          <a:xfrm>
            <a:off x="6058884" y="3699589"/>
            <a:ext cx="5199062" cy="2048750"/>
          </a:xfrm>
        </p:spPr>
        <p:txBody>
          <a:bodyPr/>
          <a:lstStyle/>
          <a:p>
            <a:endParaRPr lang="en-US"/>
          </a:p>
        </p:txBody>
      </p:sp>
    </p:spTree>
    <p:extLst>
      <p:ext uri="{BB962C8B-B14F-4D97-AF65-F5344CB8AC3E}">
        <p14:creationId xmlns:p14="http://schemas.microsoft.com/office/powerpoint/2010/main" val="1490737074"/>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wo Content with Image and Tabl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4" name="Text Placeholder 3"/>
          <p:cNvSpPr>
            <a:spLocks noGrp="1"/>
          </p:cNvSpPr>
          <p:nvPr>
            <p:ph type="body" sz="quarter" idx="15" hasCustomPrompt="1"/>
          </p:nvPr>
        </p:nvSpPr>
        <p:spPr>
          <a:xfrm>
            <a:off x="743576" y="1531089"/>
            <a:ext cx="5200024" cy="2105246"/>
          </a:xfrm>
        </p:spPr>
        <p:txBody>
          <a:bodyPr>
            <a:normAutofit/>
          </a:bodyPr>
          <a:lstStyle>
            <a:lvl1pPr marL="0" indent="0">
              <a:buClr>
                <a:srgbClr val="004A78"/>
              </a:buClr>
              <a:buFont typeface="Arial" charset="0"/>
              <a:buNone/>
              <a:defRPr sz="1800">
                <a:solidFill>
                  <a:srgbClr val="000000"/>
                </a:solidFill>
              </a:defRPr>
            </a:lvl1pPr>
            <a:lvl2pPr marL="457200" indent="0">
              <a:buClr>
                <a:srgbClr val="004A78"/>
              </a:buClr>
              <a:buFont typeface="Arial" charset="0"/>
              <a:buNone/>
              <a:defRPr sz="1800">
                <a:solidFill>
                  <a:srgbClr val="000000"/>
                </a:solidFill>
              </a:defRPr>
            </a:lvl2pPr>
            <a:lvl3pPr marL="1143000" indent="-228600">
              <a:buClr>
                <a:srgbClr val="004A78"/>
              </a:buClr>
              <a:buFont typeface="Arial" charset="0"/>
              <a:buChar char="•"/>
              <a:defRPr sz="1800">
                <a:solidFill>
                  <a:srgbClr val="000000"/>
                </a:solidFill>
              </a:defRPr>
            </a:lvl3pPr>
            <a:lvl4pPr marL="1600200" indent="-228600">
              <a:buClr>
                <a:srgbClr val="004A78"/>
              </a:buClr>
              <a:buFont typeface="Arial" charset="0"/>
              <a:buChar char="•"/>
              <a:defRPr sz="1800">
                <a:solidFill>
                  <a:srgbClr val="000000"/>
                </a:solidFill>
              </a:defRPr>
            </a:lvl4pPr>
            <a:lvl5pPr marL="2057400" indent="-228600">
              <a:buClr>
                <a:srgbClr val="004A78"/>
              </a:buClr>
              <a:buFont typeface="Arial" charset="0"/>
              <a:buChar char="•"/>
              <a:defRPr sz="1800">
                <a:solidFill>
                  <a:srgbClr val="000000"/>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dolore magna </a:t>
            </a:r>
            <a:r>
              <a:rPr lang="en-US" dirty="0" err="1"/>
              <a:t>aliqua</a:t>
            </a:r>
            <a:r>
              <a:rPr lang="en-US" dirty="0"/>
              <a:t>. </a:t>
            </a:r>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Massa </a:t>
            </a:r>
            <a:r>
              <a:rPr lang="en-US" dirty="0" err="1"/>
              <a:t>tempor</a:t>
            </a:r>
            <a:r>
              <a:rPr lang="en-US" dirty="0"/>
              <a:t> </a:t>
            </a:r>
            <a:r>
              <a:rPr lang="en-US" dirty="0" err="1"/>
              <a:t>nec</a:t>
            </a:r>
            <a:r>
              <a:rPr lang="en-US" dirty="0"/>
              <a:t> </a:t>
            </a:r>
            <a:r>
              <a:rPr lang="en-US" dirty="0" err="1"/>
              <a:t>feugiat</a:t>
            </a:r>
            <a:r>
              <a:rPr lang="en-US" dirty="0"/>
              <a:t> </a:t>
            </a:r>
            <a:r>
              <a:rPr lang="en-US" dirty="0" err="1"/>
              <a:t>nisl</a:t>
            </a:r>
            <a:r>
              <a:rPr lang="en-US" dirty="0"/>
              <a:t> </a:t>
            </a:r>
            <a:r>
              <a:rPr lang="en-US" dirty="0" err="1"/>
              <a:t>pretium</a:t>
            </a:r>
            <a:r>
              <a:rPr lang="en-US" dirty="0"/>
              <a:t> </a:t>
            </a:r>
            <a:r>
              <a:rPr lang="en-US" dirty="0" err="1"/>
              <a:t>fusce</a:t>
            </a:r>
            <a:r>
              <a:rPr lang="en-US" dirty="0"/>
              <a:t> id </a:t>
            </a:r>
            <a:r>
              <a:rPr lang="en-US" dirty="0" err="1"/>
              <a:t>velit</a:t>
            </a:r>
            <a:r>
              <a:rPr lang="en-US" dirty="0"/>
              <a:t>. </a:t>
            </a:r>
            <a:r>
              <a:rPr lang="en-US" dirty="0" err="1"/>
              <a:t>Amet</a:t>
            </a:r>
            <a:r>
              <a:rPr lang="en-US" dirty="0"/>
              <a:t> </a:t>
            </a:r>
            <a:r>
              <a:rPr lang="en-US" dirty="0" err="1"/>
              <a:t>est</a:t>
            </a:r>
            <a:r>
              <a:rPr lang="en-US" dirty="0"/>
              <a:t> </a:t>
            </a:r>
            <a:r>
              <a:rPr lang="en-US" dirty="0" err="1"/>
              <a:t>placerat</a:t>
            </a:r>
            <a:r>
              <a:rPr lang="en-US" dirty="0"/>
              <a:t> in </a:t>
            </a:r>
            <a:r>
              <a:rPr lang="en-US" dirty="0" err="1"/>
              <a:t>egestas</a:t>
            </a:r>
            <a:r>
              <a:rPr lang="en-US" dirty="0"/>
              <a:t> </a:t>
            </a:r>
            <a:r>
              <a:rPr lang="en-US" dirty="0" err="1"/>
              <a:t>erat</a:t>
            </a:r>
            <a:r>
              <a:rPr lang="en-US" dirty="0"/>
              <a:t> </a:t>
            </a:r>
            <a:r>
              <a:rPr lang="en-US" dirty="0" err="1"/>
              <a:t>imperdiet</a:t>
            </a:r>
            <a:r>
              <a:rPr lang="en-US" dirty="0"/>
              <a:t> </a:t>
            </a:r>
            <a:r>
              <a:rPr lang="en-US" dirty="0" err="1"/>
              <a:t>sed</a:t>
            </a:r>
            <a:r>
              <a:rPr lang="en-US" dirty="0"/>
              <a:t> </a:t>
            </a:r>
            <a:r>
              <a:rPr lang="en-US" dirty="0" err="1"/>
              <a:t>euismod</a:t>
            </a:r>
            <a:r>
              <a:rPr lang="en-US" dirty="0"/>
              <a:t>. In </a:t>
            </a:r>
            <a:r>
              <a:rPr lang="en-US" dirty="0" err="1"/>
              <a:t>egestas</a:t>
            </a:r>
            <a:r>
              <a:rPr lang="en-US" dirty="0"/>
              <a:t> </a:t>
            </a:r>
            <a:r>
              <a:rPr lang="en-US" dirty="0" err="1"/>
              <a:t>erat</a:t>
            </a:r>
            <a:r>
              <a:rPr lang="en-US" dirty="0"/>
              <a:t> </a:t>
            </a:r>
            <a:r>
              <a:rPr lang="en-US" dirty="0" err="1"/>
              <a:t>imperdiet</a:t>
            </a:r>
            <a:r>
              <a:rPr lang="en-US" dirty="0"/>
              <a:t> sed </a:t>
            </a:r>
            <a:r>
              <a:rPr lang="en-US" dirty="0" err="1"/>
              <a:t>euismod</a:t>
            </a:r>
            <a:r>
              <a:rPr lang="en-US" dirty="0"/>
              <a:t> nisi porta lorem</a:t>
            </a:r>
          </a:p>
        </p:txBody>
      </p:sp>
      <p:sp>
        <p:nvSpPr>
          <p:cNvPr id="14" name="Text Placeholder 3"/>
          <p:cNvSpPr>
            <a:spLocks noGrp="1"/>
          </p:cNvSpPr>
          <p:nvPr>
            <p:ph type="body" sz="quarter" idx="18" hasCustomPrompt="1"/>
          </p:nvPr>
        </p:nvSpPr>
        <p:spPr>
          <a:xfrm>
            <a:off x="6058884" y="1531089"/>
            <a:ext cx="5200024" cy="2105246"/>
          </a:xfrm>
        </p:spPr>
        <p:txBody>
          <a:bodyPr>
            <a:normAutofit/>
          </a:bodyPr>
          <a:lstStyle>
            <a:lvl1pPr>
              <a:buClr>
                <a:srgbClr val="004A78"/>
              </a:buClr>
              <a:defRPr sz="1800">
                <a:solidFill>
                  <a:srgbClr val="000000"/>
                </a:solidFill>
              </a:defRPr>
            </a:lvl1pPr>
            <a:lvl2pPr marL="685800" indent="-228600">
              <a:buClr>
                <a:srgbClr val="004A78"/>
              </a:buClr>
              <a:buFontTx/>
              <a:buChar char="‒"/>
              <a:defRPr sz="1800">
                <a:solidFill>
                  <a:srgbClr val="000000"/>
                </a:solidFill>
              </a:defRPr>
            </a:lvl2pPr>
            <a:lvl3pPr>
              <a:buClr>
                <a:srgbClr val="004A78"/>
              </a:buClr>
              <a:defRPr sz="1800">
                <a:solidFill>
                  <a:srgbClr val="000000"/>
                </a:solidFill>
              </a:defRPr>
            </a:lvl3pPr>
            <a:lvl4pPr>
              <a:buClr>
                <a:srgbClr val="004A78"/>
              </a:buClr>
              <a:defRPr sz="1800">
                <a:solidFill>
                  <a:srgbClr val="000000"/>
                </a:solidFill>
              </a:defRPr>
            </a:lvl4pPr>
            <a:lvl5pPr>
              <a:buClr>
                <a:srgbClr val="004A78"/>
              </a:buClr>
              <a:defRPr sz="1800">
                <a:solidFill>
                  <a:srgbClr val="000000"/>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p>
          <a:p>
            <a:pPr lvl="0"/>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Massa </a:t>
            </a:r>
            <a:r>
              <a:rPr lang="en-US" dirty="0" err="1"/>
              <a:t>tempor</a:t>
            </a:r>
            <a:r>
              <a:rPr lang="en-US" dirty="0"/>
              <a:t> </a:t>
            </a:r>
            <a:r>
              <a:rPr lang="en-US" dirty="0" err="1"/>
              <a:t>nec</a:t>
            </a:r>
            <a:r>
              <a:rPr lang="en-US" dirty="0"/>
              <a:t> </a:t>
            </a:r>
            <a:r>
              <a:rPr lang="en-US" dirty="0" err="1"/>
              <a:t>feugiat</a:t>
            </a:r>
            <a:r>
              <a:rPr lang="en-US" dirty="0"/>
              <a:t> </a:t>
            </a:r>
            <a:r>
              <a:rPr lang="en-US" dirty="0" err="1"/>
              <a:t>nisl</a:t>
            </a:r>
            <a:r>
              <a:rPr lang="en-US" dirty="0"/>
              <a:t> </a:t>
            </a:r>
            <a:r>
              <a:rPr lang="en-US" dirty="0" err="1"/>
              <a:t>pretium</a:t>
            </a:r>
            <a:r>
              <a:rPr lang="en-US" dirty="0"/>
              <a:t> </a:t>
            </a:r>
            <a:r>
              <a:rPr lang="en-US" dirty="0" err="1"/>
              <a:t>fusce</a:t>
            </a:r>
            <a:r>
              <a:rPr lang="en-US" dirty="0"/>
              <a:t> id </a:t>
            </a:r>
            <a:r>
              <a:rPr lang="en-US" dirty="0" err="1"/>
              <a:t>velit</a:t>
            </a:r>
            <a:r>
              <a:rPr lang="en-US" dirty="0"/>
              <a:t>. </a:t>
            </a:r>
          </a:p>
        </p:txBody>
      </p:sp>
      <p:sp>
        <p:nvSpPr>
          <p:cNvPr id="13" name="Footer">
            <a:extLst>
              <a:ext uri="{FF2B5EF4-FFF2-40B4-BE49-F238E27FC236}">
                <a16:creationId xmlns:a16="http://schemas.microsoft.com/office/drawing/2014/main" id="{C32D58F0-8CFB-431E-8C5F-ADDA41A34DC5}"/>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
        <p:nvSpPr>
          <p:cNvPr id="5" name="Table Placeholder 4">
            <a:extLst>
              <a:ext uri="{FF2B5EF4-FFF2-40B4-BE49-F238E27FC236}">
                <a16:creationId xmlns:a16="http://schemas.microsoft.com/office/drawing/2014/main" id="{5146E2AD-8FA1-4555-8FAA-A3BA850C16F5}"/>
              </a:ext>
            </a:extLst>
          </p:cNvPr>
          <p:cNvSpPr>
            <a:spLocks noGrp="1"/>
          </p:cNvSpPr>
          <p:nvPr>
            <p:ph type="tbl" sz="quarter" idx="22"/>
          </p:nvPr>
        </p:nvSpPr>
        <p:spPr>
          <a:xfrm>
            <a:off x="6058884" y="3700130"/>
            <a:ext cx="5200024" cy="2048208"/>
          </a:xfrm>
        </p:spPr>
        <p:txBody>
          <a:bodyPr/>
          <a:lstStyle/>
          <a:p>
            <a:endParaRPr lang="en-US" dirty="0"/>
          </a:p>
        </p:txBody>
      </p:sp>
      <p:sp>
        <p:nvSpPr>
          <p:cNvPr id="6" name="Picture Placeholder 5">
            <a:extLst>
              <a:ext uri="{FF2B5EF4-FFF2-40B4-BE49-F238E27FC236}">
                <a16:creationId xmlns:a16="http://schemas.microsoft.com/office/drawing/2014/main" id="{7AA9C5A4-F6E1-4AC4-ABB3-A6B1A6CDECC6}"/>
              </a:ext>
            </a:extLst>
          </p:cNvPr>
          <p:cNvSpPr>
            <a:spLocks noGrp="1"/>
          </p:cNvSpPr>
          <p:nvPr>
            <p:ph type="pic" sz="quarter" idx="23"/>
          </p:nvPr>
        </p:nvSpPr>
        <p:spPr>
          <a:xfrm>
            <a:off x="743576" y="3699589"/>
            <a:ext cx="5199062" cy="2048750"/>
          </a:xfrm>
        </p:spPr>
        <p:txBody>
          <a:bodyPr/>
          <a:lstStyle/>
          <a:p>
            <a:endParaRPr lang="en-US"/>
          </a:p>
        </p:txBody>
      </p:sp>
    </p:spTree>
    <p:extLst>
      <p:ext uri="{BB962C8B-B14F-4D97-AF65-F5344CB8AC3E}">
        <p14:creationId xmlns:p14="http://schemas.microsoft.com/office/powerpoint/2010/main" val="3013076341"/>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Two Content with Two Table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4" name="Text Placeholder 3"/>
          <p:cNvSpPr>
            <a:spLocks noGrp="1"/>
          </p:cNvSpPr>
          <p:nvPr>
            <p:ph type="body" sz="quarter" idx="15" hasCustomPrompt="1"/>
          </p:nvPr>
        </p:nvSpPr>
        <p:spPr>
          <a:xfrm>
            <a:off x="743576" y="1531089"/>
            <a:ext cx="5200024" cy="2105246"/>
          </a:xfrm>
        </p:spPr>
        <p:txBody>
          <a:bodyPr>
            <a:normAutofit/>
          </a:bodyPr>
          <a:lstStyle>
            <a:lvl1pPr marL="0" indent="0">
              <a:buClr>
                <a:srgbClr val="004A78"/>
              </a:buClr>
              <a:buFont typeface="Arial" charset="0"/>
              <a:buNone/>
              <a:defRPr sz="1800">
                <a:solidFill>
                  <a:srgbClr val="000000"/>
                </a:solidFill>
              </a:defRPr>
            </a:lvl1pPr>
            <a:lvl2pPr marL="457200" indent="0">
              <a:buClr>
                <a:srgbClr val="004A78"/>
              </a:buClr>
              <a:buFont typeface="Arial" charset="0"/>
              <a:buNone/>
              <a:defRPr sz="1800">
                <a:solidFill>
                  <a:srgbClr val="000000"/>
                </a:solidFill>
              </a:defRPr>
            </a:lvl2pPr>
            <a:lvl3pPr marL="1143000" indent="-228600">
              <a:buClr>
                <a:srgbClr val="004A78"/>
              </a:buClr>
              <a:buFont typeface="Arial" charset="0"/>
              <a:buChar char="•"/>
              <a:defRPr sz="1800">
                <a:solidFill>
                  <a:srgbClr val="000000"/>
                </a:solidFill>
              </a:defRPr>
            </a:lvl3pPr>
            <a:lvl4pPr marL="1600200" indent="-228600">
              <a:buClr>
                <a:srgbClr val="004A78"/>
              </a:buClr>
              <a:buFont typeface="Arial" charset="0"/>
              <a:buChar char="•"/>
              <a:defRPr sz="1800">
                <a:solidFill>
                  <a:srgbClr val="000000"/>
                </a:solidFill>
              </a:defRPr>
            </a:lvl4pPr>
            <a:lvl5pPr marL="2057400" indent="-228600">
              <a:buClr>
                <a:srgbClr val="004A78"/>
              </a:buClr>
              <a:buFont typeface="Arial" charset="0"/>
              <a:buChar char="•"/>
              <a:defRPr sz="1800">
                <a:solidFill>
                  <a:srgbClr val="000000"/>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dolore magna </a:t>
            </a:r>
            <a:r>
              <a:rPr lang="en-US" dirty="0" err="1"/>
              <a:t>aliqua</a:t>
            </a:r>
            <a:r>
              <a:rPr lang="en-US" dirty="0"/>
              <a:t>. </a:t>
            </a:r>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Massa </a:t>
            </a:r>
            <a:r>
              <a:rPr lang="en-US" dirty="0" err="1"/>
              <a:t>tempor</a:t>
            </a:r>
            <a:r>
              <a:rPr lang="en-US" dirty="0"/>
              <a:t> </a:t>
            </a:r>
            <a:r>
              <a:rPr lang="en-US" dirty="0" err="1"/>
              <a:t>nec</a:t>
            </a:r>
            <a:r>
              <a:rPr lang="en-US" dirty="0"/>
              <a:t> </a:t>
            </a:r>
            <a:r>
              <a:rPr lang="en-US" dirty="0" err="1"/>
              <a:t>feugiat</a:t>
            </a:r>
            <a:r>
              <a:rPr lang="en-US" dirty="0"/>
              <a:t> </a:t>
            </a:r>
            <a:r>
              <a:rPr lang="en-US" dirty="0" err="1"/>
              <a:t>nisl</a:t>
            </a:r>
            <a:r>
              <a:rPr lang="en-US" dirty="0"/>
              <a:t> </a:t>
            </a:r>
            <a:r>
              <a:rPr lang="en-US" dirty="0" err="1"/>
              <a:t>pretium</a:t>
            </a:r>
            <a:r>
              <a:rPr lang="en-US" dirty="0"/>
              <a:t> </a:t>
            </a:r>
            <a:r>
              <a:rPr lang="en-US" dirty="0" err="1"/>
              <a:t>fusce</a:t>
            </a:r>
            <a:r>
              <a:rPr lang="en-US" dirty="0"/>
              <a:t> id </a:t>
            </a:r>
            <a:r>
              <a:rPr lang="en-US" dirty="0" err="1"/>
              <a:t>velit</a:t>
            </a:r>
            <a:r>
              <a:rPr lang="en-US" dirty="0"/>
              <a:t>. </a:t>
            </a:r>
            <a:r>
              <a:rPr lang="en-US" dirty="0" err="1"/>
              <a:t>Amet</a:t>
            </a:r>
            <a:r>
              <a:rPr lang="en-US" dirty="0"/>
              <a:t> </a:t>
            </a:r>
            <a:r>
              <a:rPr lang="en-US" dirty="0" err="1"/>
              <a:t>est</a:t>
            </a:r>
            <a:r>
              <a:rPr lang="en-US" dirty="0"/>
              <a:t> </a:t>
            </a:r>
            <a:r>
              <a:rPr lang="en-US" dirty="0" err="1"/>
              <a:t>placerat</a:t>
            </a:r>
            <a:r>
              <a:rPr lang="en-US" dirty="0"/>
              <a:t> in </a:t>
            </a:r>
            <a:r>
              <a:rPr lang="en-US" dirty="0" err="1"/>
              <a:t>egestas</a:t>
            </a:r>
            <a:r>
              <a:rPr lang="en-US" dirty="0"/>
              <a:t> </a:t>
            </a:r>
            <a:r>
              <a:rPr lang="en-US" dirty="0" err="1"/>
              <a:t>erat</a:t>
            </a:r>
            <a:r>
              <a:rPr lang="en-US" dirty="0"/>
              <a:t> </a:t>
            </a:r>
            <a:r>
              <a:rPr lang="en-US" dirty="0" err="1"/>
              <a:t>imperdiet</a:t>
            </a:r>
            <a:r>
              <a:rPr lang="en-US" dirty="0"/>
              <a:t> </a:t>
            </a:r>
            <a:r>
              <a:rPr lang="en-US" dirty="0" err="1"/>
              <a:t>sed</a:t>
            </a:r>
            <a:r>
              <a:rPr lang="en-US" dirty="0"/>
              <a:t> </a:t>
            </a:r>
            <a:r>
              <a:rPr lang="en-US" dirty="0" err="1"/>
              <a:t>euismod</a:t>
            </a:r>
            <a:r>
              <a:rPr lang="en-US" dirty="0"/>
              <a:t>. In </a:t>
            </a:r>
            <a:r>
              <a:rPr lang="en-US" dirty="0" err="1"/>
              <a:t>egestas</a:t>
            </a:r>
            <a:r>
              <a:rPr lang="en-US" dirty="0"/>
              <a:t> </a:t>
            </a:r>
            <a:r>
              <a:rPr lang="en-US" dirty="0" err="1"/>
              <a:t>erat</a:t>
            </a:r>
            <a:r>
              <a:rPr lang="en-US" dirty="0"/>
              <a:t> </a:t>
            </a:r>
            <a:r>
              <a:rPr lang="en-US" dirty="0" err="1"/>
              <a:t>imperdiet</a:t>
            </a:r>
            <a:r>
              <a:rPr lang="en-US" dirty="0"/>
              <a:t> sed </a:t>
            </a:r>
            <a:r>
              <a:rPr lang="en-US" dirty="0" err="1"/>
              <a:t>euismod</a:t>
            </a:r>
            <a:r>
              <a:rPr lang="en-US" dirty="0"/>
              <a:t> nisi porta lorem</a:t>
            </a:r>
          </a:p>
        </p:txBody>
      </p:sp>
      <p:sp>
        <p:nvSpPr>
          <p:cNvPr id="14" name="Text Placeholder 3"/>
          <p:cNvSpPr>
            <a:spLocks noGrp="1"/>
          </p:cNvSpPr>
          <p:nvPr>
            <p:ph type="body" sz="quarter" idx="18" hasCustomPrompt="1"/>
          </p:nvPr>
        </p:nvSpPr>
        <p:spPr>
          <a:xfrm>
            <a:off x="6058884" y="1531089"/>
            <a:ext cx="5200024" cy="2105246"/>
          </a:xfrm>
        </p:spPr>
        <p:txBody>
          <a:bodyPr>
            <a:normAutofit/>
          </a:bodyPr>
          <a:lstStyle>
            <a:lvl1pPr>
              <a:buClr>
                <a:srgbClr val="004A78"/>
              </a:buClr>
              <a:defRPr sz="1800">
                <a:solidFill>
                  <a:srgbClr val="000000"/>
                </a:solidFill>
              </a:defRPr>
            </a:lvl1pPr>
            <a:lvl2pPr marL="685800" indent="-228600">
              <a:buClr>
                <a:srgbClr val="004A78"/>
              </a:buClr>
              <a:buFontTx/>
              <a:buChar char="‒"/>
              <a:defRPr sz="1800">
                <a:solidFill>
                  <a:srgbClr val="000000"/>
                </a:solidFill>
              </a:defRPr>
            </a:lvl2pPr>
            <a:lvl3pPr>
              <a:buClr>
                <a:srgbClr val="004A78"/>
              </a:buClr>
              <a:defRPr sz="1800">
                <a:solidFill>
                  <a:srgbClr val="000000"/>
                </a:solidFill>
              </a:defRPr>
            </a:lvl3pPr>
            <a:lvl4pPr>
              <a:buClr>
                <a:srgbClr val="004A78"/>
              </a:buClr>
              <a:defRPr sz="1800">
                <a:solidFill>
                  <a:srgbClr val="000000"/>
                </a:solidFill>
              </a:defRPr>
            </a:lvl4pPr>
            <a:lvl5pPr>
              <a:buClr>
                <a:srgbClr val="004A78"/>
              </a:buClr>
              <a:defRPr sz="1800">
                <a:solidFill>
                  <a:srgbClr val="000000"/>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p>
          <a:p>
            <a:pPr lvl="0"/>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Massa </a:t>
            </a:r>
            <a:r>
              <a:rPr lang="en-US" dirty="0" err="1"/>
              <a:t>tempor</a:t>
            </a:r>
            <a:r>
              <a:rPr lang="en-US" dirty="0"/>
              <a:t> </a:t>
            </a:r>
            <a:r>
              <a:rPr lang="en-US" dirty="0" err="1"/>
              <a:t>nec</a:t>
            </a:r>
            <a:r>
              <a:rPr lang="en-US" dirty="0"/>
              <a:t> </a:t>
            </a:r>
            <a:r>
              <a:rPr lang="en-US" dirty="0" err="1"/>
              <a:t>feugiat</a:t>
            </a:r>
            <a:r>
              <a:rPr lang="en-US" dirty="0"/>
              <a:t> </a:t>
            </a:r>
            <a:r>
              <a:rPr lang="en-US" dirty="0" err="1"/>
              <a:t>nisl</a:t>
            </a:r>
            <a:r>
              <a:rPr lang="en-US" dirty="0"/>
              <a:t> </a:t>
            </a:r>
            <a:r>
              <a:rPr lang="en-US" dirty="0" err="1"/>
              <a:t>pretium</a:t>
            </a:r>
            <a:r>
              <a:rPr lang="en-US" dirty="0"/>
              <a:t> </a:t>
            </a:r>
            <a:r>
              <a:rPr lang="en-US" dirty="0" err="1"/>
              <a:t>fusce</a:t>
            </a:r>
            <a:r>
              <a:rPr lang="en-US" dirty="0"/>
              <a:t> id </a:t>
            </a:r>
            <a:r>
              <a:rPr lang="en-US" dirty="0" err="1"/>
              <a:t>velit</a:t>
            </a:r>
            <a:r>
              <a:rPr lang="en-US" dirty="0"/>
              <a:t>. </a:t>
            </a:r>
          </a:p>
        </p:txBody>
      </p:sp>
      <p:sp>
        <p:nvSpPr>
          <p:cNvPr id="13" name="Footer">
            <a:extLst>
              <a:ext uri="{FF2B5EF4-FFF2-40B4-BE49-F238E27FC236}">
                <a16:creationId xmlns:a16="http://schemas.microsoft.com/office/drawing/2014/main" id="{C32D58F0-8CFB-431E-8C5F-ADDA41A34DC5}"/>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
        <p:nvSpPr>
          <p:cNvPr id="5" name="Table Placeholder 4">
            <a:extLst>
              <a:ext uri="{FF2B5EF4-FFF2-40B4-BE49-F238E27FC236}">
                <a16:creationId xmlns:a16="http://schemas.microsoft.com/office/drawing/2014/main" id="{5146E2AD-8FA1-4555-8FAA-A3BA850C16F5}"/>
              </a:ext>
            </a:extLst>
          </p:cNvPr>
          <p:cNvSpPr>
            <a:spLocks noGrp="1"/>
          </p:cNvSpPr>
          <p:nvPr>
            <p:ph type="tbl" sz="quarter" idx="22"/>
          </p:nvPr>
        </p:nvSpPr>
        <p:spPr>
          <a:xfrm>
            <a:off x="6058884" y="3700130"/>
            <a:ext cx="5200024" cy="2048208"/>
          </a:xfrm>
        </p:spPr>
        <p:txBody>
          <a:bodyPr/>
          <a:lstStyle/>
          <a:p>
            <a:endParaRPr lang="en-US" dirty="0"/>
          </a:p>
        </p:txBody>
      </p:sp>
      <p:sp>
        <p:nvSpPr>
          <p:cNvPr id="7" name="Table Placeholder 6">
            <a:extLst>
              <a:ext uri="{FF2B5EF4-FFF2-40B4-BE49-F238E27FC236}">
                <a16:creationId xmlns:a16="http://schemas.microsoft.com/office/drawing/2014/main" id="{56099177-DEE6-411F-9E87-D1D3CED5105A}"/>
              </a:ext>
            </a:extLst>
          </p:cNvPr>
          <p:cNvSpPr>
            <a:spLocks noGrp="1"/>
          </p:cNvSpPr>
          <p:nvPr>
            <p:ph type="tbl" sz="quarter" idx="23"/>
          </p:nvPr>
        </p:nvSpPr>
        <p:spPr>
          <a:xfrm>
            <a:off x="742950" y="3714347"/>
            <a:ext cx="5200650" cy="2033991"/>
          </a:xfrm>
        </p:spPr>
        <p:txBody>
          <a:bodyPr/>
          <a:lstStyle/>
          <a:p>
            <a:endParaRPr lang="en-US"/>
          </a:p>
        </p:txBody>
      </p:sp>
    </p:spTree>
    <p:extLst>
      <p:ext uri="{BB962C8B-B14F-4D97-AF65-F5344CB8AC3E}">
        <p14:creationId xmlns:p14="http://schemas.microsoft.com/office/powerpoint/2010/main" val="1332830089"/>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Two Columns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4" name="Text Placeholder 3"/>
          <p:cNvSpPr>
            <a:spLocks noGrp="1"/>
          </p:cNvSpPr>
          <p:nvPr>
            <p:ph type="body" sz="quarter" idx="15" hasCustomPrompt="1"/>
          </p:nvPr>
        </p:nvSpPr>
        <p:spPr>
          <a:xfrm>
            <a:off x="743576" y="1596327"/>
            <a:ext cx="5200024" cy="3770152"/>
          </a:xfrm>
        </p:spPr>
        <p:txBody>
          <a:bodyPr>
            <a:normAutofit/>
          </a:bodyPr>
          <a:lstStyle>
            <a:lvl1pPr marL="0" indent="0">
              <a:lnSpc>
                <a:spcPct val="100000"/>
              </a:lnSpc>
              <a:spcBef>
                <a:spcPts val="600"/>
              </a:spcBef>
              <a:buClr>
                <a:srgbClr val="004A78"/>
              </a:buClr>
              <a:buFont typeface="Arial" charset="0"/>
              <a:buNone/>
              <a:defRPr sz="1800">
                <a:solidFill>
                  <a:srgbClr val="000000"/>
                </a:solidFill>
              </a:defRPr>
            </a:lvl1pPr>
            <a:lvl2pPr marL="457200" indent="0">
              <a:buClr>
                <a:srgbClr val="004A78"/>
              </a:buClr>
              <a:buFont typeface="Arial" charset="0"/>
              <a:buNone/>
              <a:defRPr sz="1800">
                <a:solidFill>
                  <a:srgbClr val="000000"/>
                </a:solidFill>
              </a:defRPr>
            </a:lvl2pPr>
            <a:lvl3pPr marL="1143000" indent="-228600">
              <a:buClr>
                <a:srgbClr val="004A78"/>
              </a:buClr>
              <a:buFont typeface="Arial" charset="0"/>
              <a:buChar char="•"/>
              <a:defRPr sz="1800">
                <a:solidFill>
                  <a:srgbClr val="000000"/>
                </a:solidFill>
              </a:defRPr>
            </a:lvl3pPr>
            <a:lvl4pPr marL="1600200" indent="-228600">
              <a:buClr>
                <a:srgbClr val="004A78"/>
              </a:buClr>
              <a:buFont typeface="Arial" charset="0"/>
              <a:buChar char="•"/>
              <a:defRPr sz="1800">
                <a:solidFill>
                  <a:srgbClr val="000000"/>
                </a:solidFill>
              </a:defRPr>
            </a:lvl4pPr>
            <a:lvl5pPr marL="2057400" indent="-228600">
              <a:buClr>
                <a:srgbClr val="004A78"/>
              </a:buClr>
              <a:buFont typeface="Arial" charset="0"/>
              <a:buChar char="•"/>
              <a:defRPr sz="1800">
                <a:solidFill>
                  <a:srgbClr val="000000"/>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labore et dolore magna </a:t>
            </a:r>
            <a:r>
              <a:rPr lang="en-US" dirty="0" err="1"/>
              <a:t>aliqua</a:t>
            </a:r>
            <a:r>
              <a:rPr lang="en-US" dirty="0"/>
              <a:t>. </a:t>
            </a:r>
          </a:p>
          <a:p>
            <a:pPr lvl="0"/>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Massa </a:t>
            </a:r>
            <a:r>
              <a:rPr lang="en-US" dirty="0" err="1"/>
              <a:t>tempor</a:t>
            </a:r>
            <a:r>
              <a:rPr lang="en-US" dirty="0"/>
              <a:t> </a:t>
            </a:r>
            <a:r>
              <a:rPr lang="en-US" dirty="0" err="1"/>
              <a:t>nec</a:t>
            </a:r>
            <a:r>
              <a:rPr lang="en-US" dirty="0"/>
              <a:t> </a:t>
            </a:r>
            <a:r>
              <a:rPr lang="en-US" dirty="0" err="1"/>
              <a:t>feugiat</a:t>
            </a:r>
            <a:r>
              <a:rPr lang="en-US" dirty="0"/>
              <a:t> </a:t>
            </a:r>
            <a:r>
              <a:rPr lang="en-US" dirty="0" err="1"/>
              <a:t>nisl</a:t>
            </a:r>
            <a:r>
              <a:rPr lang="en-US" dirty="0"/>
              <a:t> </a:t>
            </a:r>
            <a:r>
              <a:rPr lang="en-US" dirty="0" err="1"/>
              <a:t>pretium</a:t>
            </a:r>
            <a:r>
              <a:rPr lang="en-US" dirty="0"/>
              <a:t> </a:t>
            </a:r>
            <a:r>
              <a:rPr lang="en-US" dirty="0" err="1"/>
              <a:t>fusce</a:t>
            </a:r>
            <a:r>
              <a:rPr lang="en-US" dirty="0"/>
              <a:t> id </a:t>
            </a:r>
            <a:r>
              <a:rPr lang="en-US" dirty="0" err="1"/>
              <a:t>velit</a:t>
            </a:r>
            <a:r>
              <a:rPr lang="en-US" dirty="0"/>
              <a:t>. </a:t>
            </a:r>
          </a:p>
          <a:p>
            <a:pPr lvl="0"/>
            <a:r>
              <a:rPr lang="en-US" dirty="0" err="1"/>
              <a:t>Amet</a:t>
            </a:r>
            <a:r>
              <a:rPr lang="en-US" dirty="0"/>
              <a:t> </a:t>
            </a:r>
            <a:r>
              <a:rPr lang="en-US" dirty="0" err="1"/>
              <a:t>est</a:t>
            </a:r>
            <a:r>
              <a:rPr lang="en-US" dirty="0"/>
              <a:t> </a:t>
            </a:r>
            <a:r>
              <a:rPr lang="en-US" dirty="0" err="1"/>
              <a:t>placerat</a:t>
            </a:r>
            <a:r>
              <a:rPr lang="en-US" dirty="0"/>
              <a:t> in </a:t>
            </a:r>
            <a:r>
              <a:rPr lang="en-US" dirty="0" err="1"/>
              <a:t>egestas</a:t>
            </a:r>
            <a:r>
              <a:rPr lang="en-US" dirty="0"/>
              <a:t> </a:t>
            </a:r>
            <a:r>
              <a:rPr lang="en-US" dirty="0" err="1"/>
              <a:t>erat</a:t>
            </a:r>
            <a:r>
              <a:rPr lang="en-US" dirty="0"/>
              <a:t> </a:t>
            </a:r>
            <a:r>
              <a:rPr lang="en-US" dirty="0" err="1"/>
              <a:t>imperdiet</a:t>
            </a:r>
            <a:r>
              <a:rPr lang="en-US" dirty="0"/>
              <a:t> sed </a:t>
            </a:r>
            <a:r>
              <a:rPr lang="en-US" dirty="0" err="1"/>
              <a:t>euismod</a:t>
            </a:r>
            <a:r>
              <a:rPr lang="en-US" dirty="0"/>
              <a:t>. In </a:t>
            </a:r>
            <a:r>
              <a:rPr lang="en-US" dirty="0" err="1"/>
              <a:t>egestas</a:t>
            </a:r>
            <a:r>
              <a:rPr lang="en-US" dirty="0"/>
              <a:t> </a:t>
            </a:r>
            <a:r>
              <a:rPr lang="en-US" dirty="0" err="1"/>
              <a:t>erat</a:t>
            </a:r>
            <a:r>
              <a:rPr lang="en-US" dirty="0"/>
              <a:t> </a:t>
            </a:r>
            <a:r>
              <a:rPr lang="en-US" dirty="0" err="1"/>
              <a:t>imperdiet</a:t>
            </a:r>
            <a:r>
              <a:rPr lang="en-US" dirty="0"/>
              <a:t> sed </a:t>
            </a:r>
            <a:r>
              <a:rPr lang="en-US" dirty="0" err="1"/>
              <a:t>euismod</a:t>
            </a:r>
            <a:r>
              <a:rPr lang="en-US" dirty="0"/>
              <a:t> nisi porta lorem. Fermentum et </a:t>
            </a:r>
            <a:r>
              <a:rPr lang="en-US" dirty="0" err="1"/>
              <a:t>sollicitudin</a:t>
            </a:r>
            <a:r>
              <a:rPr lang="en-US" dirty="0"/>
              <a:t> ac </a:t>
            </a:r>
            <a:r>
              <a:rPr lang="en-US" dirty="0" err="1"/>
              <a:t>orci</a:t>
            </a:r>
            <a:r>
              <a:rPr lang="en-US" dirty="0"/>
              <a:t> </a:t>
            </a:r>
            <a:r>
              <a:rPr lang="en-US" dirty="0" err="1"/>
              <a:t>phasellus</a:t>
            </a:r>
            <a:r>
              <a:rPr lang="en-US" dirty="0"/>
              <a:t> </a:t>
            </a:r>
            <a:r>
              <a:rPr lang="en-US" dirty="0" err="1"/>
              <a:t>egestas</a:t>
            </a:r>
            <a:r>
              <a:rPr lang="en-US" dirty="0"/>
              <a:t> </a:t>
            </a:r>
            <a:r>
              <a:rPr lang="en-US" dirty="0" err="1"/>
              <a:t>tellus</a:t>
            </a:r>
            <a:r>
              <a:rPr lang="en-US" dirty="0"/>
              <a:t> </a:t>
            </a:r>
            <a:r>
              <a:rPr lang="en-US" dirty="0" err="1"/>
              <a:t>rutrum</a:t>
            </a:r>
            <a:r>
              <a:rPr lang="en-US" dirty="0"/>
              <a:t> </a:t>
            </a:r>
            <a:r>
              <a:rPr lang="en-US" dirty="0" err="1"/>
              <a:t>tellus</a:t>
            </a:r>
            <a:r>
              <a:rPr lang="en-US" dirty="0"/>
              <a:t>. </a:t>
            </a:r>
            <a:r>
              <a:rPr lang="en-US" dirty="0" err="1"/>
              <a:t>Nec</a:t>
            </a:r>
            <a:r>
              <a:rPr lang="en-US" dirty="0"/>
              <a:t> dui </a:t>
            </a:r>
            <a:r>
              <a:rPr lang="en-US" dirty="0" err="1"/>
              <a:t>nunc</a:t>
            </a:r>
            <a:r>
              <a:rPr lang="en-US" dirty="0"/>
              <a:t> </a:t>
            </a:r>
            <a:r>
              <a:rPr lang="en-US" dirty="0" err="1"/>
              <a:t>mattis</a:t>
            </a:r>
            <a:r>
              <a:rPr lang="en-US" dirty="0"/>
              <a:t> </a:t>
            </a:r>
            <a:r>
              <a:rPr lang="en-US" dirty="0" err="1"/>
              <a:t>enim</a:t>
            </a:r>
            <a:r>
              <a:rPr lang="en-US" dirty="0"/>
              <a:t>. </a:t>
            </a:r>
            <a:r>
              <a:rPr lang="en-US" dirty="0" err="1"/>
              <a:t>Nisl</a:t>
            </a:r>
            <a:r>
              <a:rPr lang="en-US" dirty="0"/>
              <a:t> </a:t>
            </a:r>
            <a:r>
              <a:rPr lang="en-US" dirty="0" err="1"/>
              <a:t>condimentum</a:t>
            </a:r>
            <a:r>
              <a:rPr lang="en-US" dirty="0"/>
              <a:t> id </a:t>
            </a:r>
            <a:r>
              <a:rPr lang="en-US" dirty="0" err="1"/>
              <a:t>venenatis</a:t>
            </a:r>
            <a:r>
              <a:rPr lang="en-US" dirty="0"/>
              <a:t> a </a:t>
            </a:r>
            <a:r>
              <a:rPr lang="en-US" dirty="0" err="1"/>
              <a:t>condimentum</a:t>
            </a:r>
            <a:r>
              <a:rPr lang="en-US" dirty="0"/>
              <a:t>. Non </a:t>
            </a:r>
            <a:r>
              <a:rPr lang="en-US" dirty="0" err="1"/>
              <a:t>enim</a:t>
            </a:r>
            <a:r>
              <a:rPr lang="en-US" dirty="0"/>
              <a:t> </a:t>
            </a:r>
            <a:r>
              <a:rPr lang="en-US" dirty="0" err="1"/>
              <a:t>praesent</a:t>
            </a:r>
            <a:r>
              <a:rPr lang="en-US" dirty="0"/>
              <a:t> </a:t>
            </a:r>
            <a:r>
              <a:rPr lang="en-US" dirty="0" err="1"/>
              <a:t>elementum</a:t>
            </a:r>
            <a:r>
              <a:rPr lang="en-US" dirty="0"/>
              <a:t> </a:t>
            </a:r>
            <a:r>
              <a:rPr lang="en-US" dirty="0" err="1"/>
              <a:t>facilisis</a:t>
            </a:r>
            <a:r>
              <a:rPr lang="en-US" dirty="0"/>
              <a:t> </a:t>
            </a:r>
            <a:r>
              <a:rPr lang="en-US" dirty="0" err="1"/>
              <a:t>leo</a:t>
            </a:r>
            <a:r>
              <a:rPr lang="en-US" dirty="0"/>
              <a:t> vel </a:t>
            </a:r>
            <a:r>
              <a:rPr lang="en-US" dirty="0" err="1"/>
              <a:t>fringilla</a:t>
            </a:r>
            <a:r>
              <a:rPr lang="en-US" dirty="0"/>
              <a:t> </a:t>
            </a:r>
            <a:r>
              <a:rPr lang="en-US" dirty="0" err="1"/>
              <a:t>est</a:t>
            </a:r>
            <a:r>
              <a:rPr lang="en-US" dirty="0"/>
              <a:t> </a:t>
            </a:r>
            <a:r>
              <a:rPr lang="en-US" dirty="0" err="1"/>
              <a:t>ullamcorper</a:t>
            </a:r>
            <a:r>
              <a:rPr lang="en-US" dirty="0"/>
              <a:t>.</a:t>
            </a:r>
          </a:p>
        </p:txBody>
      </p:sp>
      <p:sp>
        <p:nvSpPr>
          <p:cNvPr id="14" name="Text Placeholder 3"/>
          <p:cNvSpPr>
            <a:spLocks noGrp="1"/>
          </p:cNvSpPr>
          <p:nvPr>
            <p:ph type="body" sz="quarter" idx="18" hasCustomPrompt="1"/>
          </p:nvPr>
        </p:nvSpPr>
        <p:spPr>
          <a:xfrm>
            <a:off x="6122680" y="1596326"/>
            <a:ext cx="5200024" cy="3770153"/>
          </a:xfrm>
        </p:spPr>
        <p:txBody>
          <a:bodyPr>
            <a:normAutofit/>
          </a:bodyPr>
          <a:lstStyle>
            <a:lvl1pPr>
              <a:lnSpc>
                <a:spcPct val="100000"/>
              </a:lnSpc>
              <a:spcBef>
                <a:spcPts val="600"/>
              </a:spcBef>
              <a:buClr>
                <a:srgbClr val="004A78"/>
              </a:buClr>
              <a:defRPr sz="1800">
                <a:solidFill>
                  <a:srgbClr val="000000"/>
                </a:solidFill>
              </a:defRPr>
            </a:lvl1pPr>
            <a:lvl2pPr marL="685800" indent="-228600">
              <a:buClr>
                <a:srgbClr val="004A78"/>
              </a:buClr>
              <a:buFontTx/>
              <a:buChar char="‒"/>
              <a:defRPr sz="1800">
                <a:solidFill>
                  <a:srgbClr val="000000"/>
                </a:solidFill>
              </a:defRPr>
            </a:lvl2pPr>
            <a:lvl3pPr>
              <a:buClr>
                <a:srgbClr val="004A78"/>
              </a:buClr>
              <a:defRPr sz="1800">
                <a:solidFill>
                  <a:srgbClr val="000000"/>
                </a:solidFill>
              </a:defRPr>
            </a:lvl3pPr>
            <a:lvl4pPr>
              <a:buClr>
                <a:srgbClr val="004A78"/>
              </a:buClr>
              <a:defRPr sz="1800">
                <a:solidFill>
                  <a:srgbClr val="000000"/>
                </a:solidFill>
              </a:defRPr>
            </a:lvl4pPr>
            <a:lvl5pPr>
              <a:buClr>
                <a:srgbClr val="004A78"/>
              </a:buClr>
              <a:defRPr sz="1800">
                <a:solidFill>
                  <a:srgbClr val="000000"/>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p>
          <a:p>
            <a:pPr lvl="0"/>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Massa </a:t>
            </a:r>
            <a:r>
              <a:rPr lang="en-US" dirty="0" err="1"/>
              <a:t>tempor</a:t>
            </a:r>
            <a:r>
              <a:rPr lang="en-US" dirty="0"/>
              <a:t> </a:t>
            </a:r>
            <a:r>
              <a:rPr lang="en-US" dirty="0" err="1"/>
              <a:t>nec</a:t>
            </a:r>
            <a:r>
              <a:rPr lang="en-US" dirty="0"/>
              <a:t> </a:t>
            </a:r>
            <a:r>
              <a:rPr lang="en-US" dirty="0" err="1"/>
              <a:t>feugiat</a:t>
            </a:r>
            <a:r>
              <a:rPr lang="en-US" dirty="0"/>
              <a:t> </a:t>
            </a:r>
            <a:r>
              <a:rPr lang="en-US" dirty="0" err="1"/>
              <a:t>nisl</a:t>
            </a:r>
            <a:r>
              <a:rPr lang="en-US" dirty="0"/>
              <a:t> </a:t>
            </a:r>
            <a:r>
              <a:rPr lang="en-US" dirty="0" err="1"/>
              <a:t>pretium</a:t>
            </a:r>
            <a:r>
              <a:rPr lang="en-US" dirty="0"/>
              <a:t> </a:t>
            </a:r>
            <a:r>
              <a:rPr lang="en-US" dirty="0" err="1"/>
              <a:t>fusce</a:t>
            </a:r>
            <a:r>
              <a:rPr lang="en-US" dirty="0"/>
              <a:t> id </a:t>
            </a:r>
            <a:r>
              <a:rPr lang="en-US" dirty="0" err="1"/>
              <a:t>velit</a:t>
            </a:r>
            <a:r>
              <a:rPr lang="en-US" dirty="0"/>
              <a:t>. </a:t>
            </a:r>
          </a:p>
          <a:p>
            <a:pPr lvl="0"/>
            <a:r>
              <a:rPr lang="en-US" dirty="0" err="1"/>
              <a:t>Amet</a:t>
            </a:r>
            <a:r>
              <a:rPr lang="en-US" dirty="0"/>
              <a:t> </a:t>
            </a:r>
            <a:r>
              <a:rPr lang="en-US" dirty="0" err="1"/>
              <a:t>est</a:t>
            </a:r>
            <a:r>
              <a:rPr lang="en-US" dirty="0"/>
              <a:t> </a:t>
            </a:r>
            <a:r>
              <a:rPr lang="en-US" dirty="0" err="1"/>
              <a:t>placerat</a:t>
            </a:r>
            <a:r>
              <a:rPr lang="en-US" dirty="0"/>
              <a:t> in </a:t>
            </a:r>
            <a:r>
              <a:rPr lang="en-US" dirty="0" err="1"/>
              <a:t>egestas</a:t>
            </a:r>
            <a:r>
              <a:rPr lang="en-US" dirty="0"/>
              <a:t> </a:t>
            </a:r>
            <a:r>
              <a:rPr lang="en-US" dirty="0" err="1"/>
              <a:t>erat</a:t>
            </a:r>
            <a:r>
              <a:rPr lang="en-US" dirty="0"/>
              <a:t> </a:t>
            </a:r>
            <a:r>
              <a:rPr lang="en-US" dirty="0" err="1"/>
              <a:t>imperdiet</a:t>
            </a:r>
            <a:r>
              <a:rPr lang="en-US" dirty="0"/>
              <a:t> </a:t>
            </a:r>
            <a:r>
              <a:rPr lang="en-US" dirty="0" err="1"/>
              <a:t>sed</a:t>
            </a:r>
            <a:r>
              <a:rPr lang="en-US" dirty="0"/>
              <a:t> </a:t>
            </a:r>
            <a:r>
              <a:rPr lang="en-US" dirty="0" err="1"/>
              <a:t>euismod</a:t>
            </a:r>
            <a:r>
              <a:rPr lang="en-US" dirty="0"/>
              <a:t>. In </a:t>
            </a:r>
            <a:r>
              <a:rPr lang="en-US" dirty="0" err="1"/>
              <a:t>egestas</a:t>
            </a:r>
            <a:r>
              <a:rPr lang="en-US" dirty="0"/>
              <a:t> </a:t>
            </a:r>
            <a:r>
              <a:rPr lang="en-US" dirty="0" err="1"/>
              <a:t>erat</a:t>
            </a:r>
            <a:r>
              <a:rPr lang="en-US" dirty="0"/>
              <a:t> </a:t>
            </a:r>
            <a:r>
              <a:rPr lang="en-US" dirty="0" err="1"/>
              <a:t>imperdiet</a:t>
            </a:r>
            <a:r>
              <a:rPr lang="en-US" dirty="0"/>
              <a:t> </a:t>
            </a:r>
            <a:r>
              <a:rPr lang="en-US" dirty="0" err="1"/>
              <a:t>sed</a:t>
            </a:r>
            <a:r>
              <a:rPr lang="en-US" dirty="0"/>
              <a:t> </a:t>
            </a:r>
            <a:r>
              <a:rPr lang="en-US" dirty="0" err="1"/>
              <a:t>euismod</a:t>
            </a:r>
            <a:r>
              <a:rPr lang="en-US" dirty="0"/>
              <a:t> nisi porta lorem. </a:t>
            </a:r>
            <a:r>
              <a:rPr lang="en-US" dirty="0" err="1"/>
              <a:t>Fermentum</a:t>
            </a:r>
            <a:r>
              <a:rPr lang="en-US" dirty="0"/>
              <a:t> et </a:t>
            </a:r>
            <a:r>
              <a:rPr lang="en-US" dirty="0" err="1"/>
              <a:t>sollicitudin</a:t>
            </a:r>
            <a:r>
              <a:rPr lang="en-US" dirty="0"/>
              <a:t> ac </a:t>
            </a:r>
            <a:r>
              <a:rPr lang="en-US" dirty="0" err="1"/>
              <a:t>orci</a:t>
            </a:r>
            <a:r>
              <a:rPr lang="en-US" dirty="0"/>
              <a:t> </a:t>
            </a:r>
            <a:r>
              <a:rPr lang="en-US" dirty="0" err="1"/>
              <a:t>phasellus</a:t>
            </a:r>
            <a:r>
              <a:rPr lang="en-US" dirty="0"/>
              <a:t> </a:t>
            </a:r>
            <a:r>
              <a:rPr lang="en-US" dirty="0" err="1"/>
              <a:t>egestas</a:t>
            </a:r>
            <a:r>
              <a:rPr lang="en-US" dirty="0"/>
              <a:t> </a:t>
            </a:r>
            <a:r>
              <a:rPr lang="en-US" dirty="0" err="1"/>
              <a:t>tellus</a:t>
            </a:r>
            <a:r>
              <a:rPr lang="en-US" dirty="0"/>
              <a:t> </a:t>
            </a:r>
            <a:r>
              <a:rPr lang="en-US" dirty="0" err="1"/>
              <a:t>rutrum</a:t>
            </a:r>
            <a:r>
              <a:rPr lang="en-US" dirty="0"/>
              <a:t> </a:t>
            </a:r>
            <a:r>
              <a:rPr lang="en-US" dirty="0" err="1"/>
              <a:t>tellus</a:t>
            </a:r>
            <a:r>
              <a:rPr lang="en-US" dirty="0"/>
              <a:t>. </a:t>
            </a:r>
            <a:r>
              <a:rPr lang="en-US" dirty="0" err="1"/>
              <a:t>Nec</a:t>
            </a:r>
            <a:r>
              <a:rPr lang="en-US" dirty="0"/>
              <a:t> dui </a:t>
            </a:r>
            <a:r>
              <a:rPr lang="en-US" dirty="0" err="1"/>
              <a:t>nunc</a:t>
            </a:r>
            <a:r>
              <a:rPr lang="en-US" dirty="0"/>
              <a:t> </a:t>
            </a:r>
            <a:r>
              <a:rPr lang="en-US" dirty="0" err="1"/>
              <a:t>mattis</a:t>
            </a:r>
            <a:r>
              <a:rPr lang="en-US" dirty="0"/>
              <a:t> </a:t>
            </a:r>
            <a:r>
              <a:rPr lang="en-US" dirty="0" err="1"/>
              <a:t>enim</a:t>
            </a:r>
            <a:r>
              <a:rPr lang="en-US" dirty="0"/>
              <a:t>. </a:t>
            </a:r>
            <a:r>
              <a:rPr lang="en-US" dirty="0" err="1"/>
              <a:t>Nisl</a:t>
            </a:r>
            <a:r>
              <a:rPr lang="en-US" dirty="0"/>
              <a:t> </a:t>
            </a:r>
            <a:r>
              <a:rPr lang="en-US" dirty="0" err="1"/>
              <a:t>condimentum</a:t>
            </a:r>
            <a:r>
              <a:rPr lang="en-US" dirty="0"/>
              <a:t> id </a:t>
            </a:r>
            <a:r>
              <a:rPr lang="en-US" dirty="0" err="1"/>
              <a:t>venenatis</a:t>
            </a:r>
            <a:r>
              <a:rPr lang="en-US" dirty="0"/>
              <a:t> a </a:t>
            </a:r>
            <a:r>
              <a:rPr lang="en-US" dirty="0" err="1"/>
              <a:t>condimentum</a:t>
            </a:r>
            <a:r>
              <a:rPr lang="en-US" dirty="0"/>
              <a:t>. Non </a:t>
            </a:r>
            <a:r>
              <a:rPr lang="en-US" dirty="0" err="1"/>
              <a:t>enim</a:t>
            </a:r>
            <a:r>
              <a:rPr lang="en-US" dirty="0"/>
              <a:t> </a:t>
            </a:r>
            <a:r>
              <a:rPr lang="en-US" dirty="0" err="1"/>
              <a:t>praesent</a:t>
            </a:r>
            <a:r>
              <a:rPr lang="en-US" dirty="0"/>
              <a:t> </a:t>
            </a:r>
            <a:r>
              <a:rPr lang="en-US" dirty="0" err="1"/>
              <a:t>elementum</a:t>
            </a:r>
            <a:r>
              <a:rPr lang="en-US" dirty="0"/>
              <a:t> </a:t>
            </a:r>
            <a:r>
              <a:rPr lang="en-US" dirty="0" err="1"/>
              <a:t>facilisis</a:t>
            </a:r>
            <a:r>
              <a:rPr lang="en-US" dirty="0"/>
              <a:t> </a:t>
            </a:r>
            <a:r>
              <a:rPr lang="en-US" dirty="0" err="1"/>
              <a:t>leo</a:t>
            </a:r>
            <a:r>
              <a:rPr lang="en-US" dirty="0"/>
              <a:t> </a:t>
            </a:r>
            <a:r>
              <a:rPr lang="en-US" dirty="0" err="1"/>
              <a:t>vel</a:t>
            </a:r>
            <a:r>
              <a:rPr lang="en-US" dirty="0"/>
              <a:t> </a:t>
            </a:r>
            <a:r>
              <a:rPr lang="en-US" dirty="0" err="1"/>
              <a:t>fringilla</a:t>
            </a:r>
            <a:r>
              <a:rPr lang="en-US" dirty="0"/>
              <a:t> </a:t>
            </a:r>
            <a:r>
              <a:rPr lang="en-US" dirty="0" err="1"/>
              <a:t>est</a:t>
            </a:r>
            <a:r>
              <a:rPr lang="en-US" dirty="0"/>
              <a:t> </a:t>
            </a:r>
            <a:r>
              <a:rPr lang="en-US" dirty="0" err="1"/>
              <a:t>ullamcorper</a:t>
            </a:r>
            <a:r>
              <a:rPr lang="en-US" dirty="0"/>
              <a:t>.</a:t>
            </a:r>
          </a:p>
        </p:txBody>
      </p:sp>
      <p:sp>
        <p:nvSpPr>
          <p:cNvPr id="13" name="Footer">
            <a:extLst>
              <a:ext uri="{FF2B5EF4-FFF2-40B4-BE49-F238E27FC236}">
                <a16:creationId xmlns:a16="http://schemas.microsoft.com/office/drawing/2014/main" id="{C32D58F0-8CFB-431E-8C5F-ADDA41A34DC5}"/>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Tree>
    <p:extLst>
      <p:ext uri="{BB962C8B-B14F-4D97-AF65-F5344CB8AC3E}">
        <p14:creationId xmlns:p14="http://schemas.microsoft.com/office/powerpoint/2010/main" val="2827883145"/>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Two Columns Content with Imag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4" name="Text Placeholder 3"/>
          <p:cNvSpPr>
            <a:spLocks noGrp="1"/>
          </p:cNvSpPr>
          <p:nvPr>
            <p:ph type="body" sz="quarter" idx="15" hasCustomPrompt="1"/>
          </p:nvPr>
        </p:nvSpPr>
        <p:spPr>
          <a:xfrm>
            <a:off x="743576" y="1596327"/>
            <a:ext cx="5200024" cy="2008808"/>
          </a:xfrm>
        </p:spPr>
        <p:txBody>
          <a:bodyPr>
            <a:normAutofit/>
          </a:bodyPr>
          <a:lstStyle>
            <a:lvl1pPr marL="0" indent="0">
              <a:lnSpc>
                <a:spcPct val="100000"/>
              </a:lnSpc>
              <a:spcBef>
                <a:spcPts val="600"/>
              </a:spcBef>
              <a:buClr>
                <a:srgbClr val="004A78"/>
              </a:buClr>
              <a:buFont typeface="Arial" charset="0"/>
              <a:buNone/>
              <a:defRPr sz="1800">
                <a:solidFill>
                  <a:srgbClr val="000000"/>
                </a:solidFill>
              </a:defRPr>
            </a:lvl1pPr>
            <a:lvl2pPr marL="457200" indent="0">
              <a:buClr>
                <a:srgbClr val="004A78"/>
              </a:buClr>
              <a:buFont typeface="Arial" charset="0"/>
              <a:buNone/>
              <a:defRPr sz="1800">
                <a:solidFill>
                  <a:srgbClr val="000000"/>
                </a:solidFill>
              </a:defRPr>
            </a:lvl2pPr>
            <a:lvl3pPr marL="1143000" indent="-228600">
              <a:buClr>
                <a:srgbClr val="004A78"/>
              </a:buClr>
              <a:buFont typeface="Arial" charset="0"/>
              <a:buChar char="•"/>
              <a:defRPr sz="1800">
                <a:solidFill>
                  <a:srgbClr val="000000"/>
                </a:solidFill>
              </a:defRPr>
            </a:lvl3pPr>
            <a:lvl4pPr marL="1600200" indent="-228600">
              <a:buClr>
                <a:srgbClr val="004A78"/>
              </a:buClr>
              <a:buFont typeface="Arial" charset="0"/>
              <a:buChar char="•"/>
              <a:defRPr sz="1800">
                <a:solidFill>
                  <a:srgbClr val="000000"/>
                </a:solidFill>
              </a:defRPr>
            </a:lvl4pPr>
            <a:lvl5pPr marL="2057400" indent="-228600">
              <a:buClr>
                <a:srgbClr val="004A78"/>
              </a:buClr>
              <a:buFont typeface="Arial" charset="0"/>
              <a:buChar char="•"/>
              <a:defRPr sz="1800">
                <a:solidFill>
                  <a:srgbClr val="000000"/>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Massa </a:t>
            </a:r>
            <a:r>
              <a:rPr lang="en-US" dirty="0" err="1"/>
              <a:t>tempor</a:t>
            </a:r>
            <a:r>
              <a:rPr lang="en-US" dirty="0"/>
              <a:t> </a:t>
            </a:r>
            <a:r>
              <a:rPr lang="en-US" dirty="0" err="1"/>
              <a:t>nec</a:t>
            </a:r>
            <a:r>
              <a:rPr lang="en-US" dirty="0"/>
              <a:t> </a:t>
            </a:r>
            <a:r>
              <a:rPr lang="en-US" dirty="0" err="1"/>
              <a:t>feugiat</a:t>
            </a:r>
            <a:r>
              <a:rPr lang="en-US" dirty="0"/>
              <a:t> </a:t>
            </a:r>
            <a:r>
              <a:rPr lang="en-US" dirty="0" err="1"/>
              <a:t>nisl</a:t>
            </a:r>
            <a:r>
              <a:rPr lang="en-US" dirty="0"/>
              <a:t> </a:t>
            </a:r>
            <a:r>
              <a:rPr lang="en-US" dirty="0" err="1"/>
              <a:t>pretium</a:t>
            </a:r>
            <a:r>
              <a:rPr lang="en-US" dirty="0"/>
              <a:t> </a:t>
            </a:r>
            <a:r>
              <a:rPr lang="en-US" dirty="0" err="1"/>
              <a:t>fusce</a:t>
            </a:r>
            <a:r>
              <a:rPr lang="en-US" dirty="0"/>
              <a:t> id </a:t>
            </a:r>
            <a:r>
              <a:rPr lang="en-US" dirty="0" err="1"/>
              <a:t>velit</a:t>
            </a:r>
            <a:r>
              <a:rPr lang="en-US" dirty="0"/>
              <a:t>. </a:t>
            </a:r>
            <a:r>
              <a:rPr lang="en-US" dirty="0" err="1"/>
              <a:t>Amet</a:t>
            </a:r>
            <a:r>
              <a:rPr lang="en-US" dirty="0"/>
              <a:t> </a:t>
            </a:r>
            <a:r>
              <a:rPr lang="en-US" dirty="0" err="1"/>
              <a:t>est</a:t>
            </a:r>
            <a:r>
              <a:rPr lang="en-US" dirty="0"/>
              <a:t> </a:t>
            </a:r>
            <a:r>
              <a:rPr lang="en-US" dirty="0" err="1"/>
              <a:t>placerat</a:t>
            </a:r>
            <a:r>
              <a:rPr lang="en-US" dirty="0"/>
              <a:t> in </a:t>
            </a:r>
            <a:r>
              <a:rPr lang="en-US" dirty="0" err="1"/>
              <a:t>egestas</a:t>
            </a:r>
            <a:r>
              <a:rPr lang="en-US" dirty="0"/>
              <a:t> </a:t>
            </a:r>
            <a:r>
              <a:rPr lang="en-US" dirty="0" err="1"/>
              <a:t>erat</a:t>
            </a:r>
            <a:r>
              <a:rPr lang="en-US" dirty="0"/>
              <a:t> </a:t>
            </a:r>
            <a:r>
              <a:rPr lang="en-US" dirty="0" err="1"/>
              <a:t>imperdiet</a:t>
            </a:r>
            <a:r>
              <a:rPr lang="en-US" dirty="0"/>
              <a:t> </a:t>
            </a:r>
            <a:r>
              <a:rPr lang="en-US" dirty="0" err="1"/>
              <a:t>sed</a:t>
            </a:r>
            <a:r>
              <a:rPr lang="en-US" dirty="0"/>
              <a:t> </a:t>
            </a:r>
            <a:r>
              <a:rPr lang="en-US" dirty="0" err="1"/>
              <a:t>euismod</a:t>
            </a:r>
            <a:r>
              <a:rPr lang="en-US" dirty="0"/>
              <a:t>. In </a:t>
            </a:r>
            <a:r>
              <a:rPr lang="en-US" dirty="0" err="1"/>
              <a:t>egestas</a:t>
            </a:r>
            <a:r>
              <a:rPr lang="en-US" dirty="0"/>
              <a:t> </a:t>
            </a:r>
            <a:r>
              <a:rPr lang="en-US" dirty="0" err="1"/>
              <a:t>erat</a:t>
            </a:r>
            <a:r>
              <a:rPr lang="en-US" dirty="0"/>
              <a:t> </a:t>
            </a:r>
            <a:r>
              <a:rPr lang="en-US" dirty="0" err="1"/>
              <a:t>imperdiet</a:t>
            </a:r>
            <a:r>
              <a:rPr lang="en-US" dirty="0"/>
              <a:t> sed </a:t>
            </a:r>
            <a:r>
              <a:rPr lang="en-US" dirty="0" err="1"/>
              <a:t>euismod</a:t>
            </a:r>
            <a:r>
              <a:rPr lang="en-US" dirty="0"/>
              <a:t> nisi porta lorem.</a:t>
            </a:r>
          </a:p>
        </p:txBody>
      </p:sp>
      <p:sp>
        <p:nvSpPr>
          <p:cNvPr id="14" name="Text Placeholder 3"/>
          <p:cNvSpPr>
            <a:spLocks noGrp="1"/>
          </p:cNvSpPr>
          <p:nvPr>
            <p:ph type="body" sz="quarter" idx="18" hasCustomPrompt="1"/>
          </p:nvPr>
        </p:nvSpPr>
        <p:spPr>
          <a:xfrm>
            <a:off x="6122680" y="1596326"/>
            <a:ext cx="5200024" cy="4144907"/>
          </a:xfrm>
        </p:spPr>
        <p:txBody>
          <a:bodyPr>
            <a:normAutofit/>
          </a:bodyPr>
          <a:lstStyle>
            <a:lvl1pPr>
              <a:lnSpc>
                <a:spcPct val="100000"/>
              </a:lnSpc>
              <a:spcBef>
                <a:spcPts val="600"/>
              </a:spcBef>
              <a:buClr>
                <a:srgbClr val="004A78"/>
              </a:buClr>
              <a:defRPr sz="1800">
                <a:solidFill>
                  <a:srgbClr val="000000"/>
                </a:solidFill>
              </a:defRPr>
            </a:lvl1pPr>
            <a:lvl2pPr marL="685800" indent="-228600">
              <a:buClr>
                <a:srgbClr val="004A78"/>
              </a:buClr>
              <a:buFontTx/>
              <a:buChar char="‒"/>
              <a:defRPr sz="1800">
                <a:solidFill>
                  <a:srgbClr val="000000"/>
                </a:solidFill>
              </a:defRPr>
            </a:lvl2pPr>
            <a:lvl3pPr>
              <a:buClr>
                <a:srgbClr val="004A78"/>
              </a:buClr>
              <a:defRPr sz="1800">
                <a:solidFill>
                  <a:srgbClr val="000000"/>
                </a:solidFill>
              </a:defRPr>
            </a:lvl3pPr>
            <a:lvl4pPr>
              <a:buClr>
                <a:srgbClr val="004A78"/>
              </a:buClr>
              <a:defRPr sz="1800">
                <a:solidFill>
                  <a:srgbClr val="000000"/>
                </a:solidFill>
              </a:defRPr>
            </a:lvl4pPr>
            <a:lvl5pPr>
              <a:buClr>
                <a:srgbClr val="004A78"/>
              </a:buClr>
              <a:defRPr sz="1800">
                <a:solidFill>
                  <a:srgbClr val="000000"/>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p>
          <a:p>
            <a:pPr lvl="0"/>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Massa </a:t>
            </a:r>
            <a:r>
              <a:rPr lang="en-US" dirty="0" err="1"/>
              <a:t>tempor</a:t>
            </a:r>
            <a:r>
              <a:rPr lang="en-US" dirty="0"/>
              <a:t> </a:t>
            </a:r>
            <a:r>
              <a:rPr lang="en-US" dirty="0" err="1"/>
              <a:t>nec</a:t>
            </a:r>
            <a:r>
              <a:rPr lang="en-US" dirty="0"/>
              <a:t> </a:t>
            </a:r>
            <a:r>
              <a:rPr lang="en-US" dirty="0" err="1"/>
              <a:t>feugiat</a:t>
            </a:r>
            <a:r>
              <a:rPr lang="en-US" dirty="0"/>
              <a:t> </a:t>
            </a:r>
            <a:r>
              <a:rPr lang="en-US" dirty="0" err="1"/>
              <a:t>nisl</a:t>
            </a:r>
            <a:r>
              <a:rPr lang="en-US" dirty="0"/>
              <a:t> </a:t>
            </a:r>
            <a:r>
              <a:rPr lang="en-US" dirty="0" err="1"/>
              <a:t>pretium</a:t>
            </a:r>
            <a:r>
              <a:rPr lang="en-US" dirty="0"/>
              <a:t> </a:t>
            </a:r>
            <a:r>
              <a:rPr lang="en-US" dirty="0" err="1"/>
              <a:t>fusce</a:t>
            </a:r>
            <a:r>
              <a:rPr lang="en-US" dirty="0"/>
              <a:t> id </a:t>
            </a:r>
            <a:r>
              <a:rPr lang="en-US" dirty="0" err="1"/>
              <a:t>velit</a:t>
            </a:r>
            <a:r>
              <a:rPr lang="en-US" dirty="0"/>
              <a:t>. </a:t>
            </a:r>
          </a:p>
          <a:p>
            <a:pPr lvl="0"/>
            <a:r>
              <a:rPr lang="en-US" dirty="0" err="1"/>
              <a:t>Amet</a:t>
            </a:r>
            <a:r>
              <a:rPr lang="en-US" dirty="0"/>
              <a:t> </a:t>
            </a:r>
            <a:r>
              <a:rPr lang="en-US" dirty="0" err="1"/>
              <a:t>est</a:t>
            </a:r>
            <a:r>
              <a:rPr lang="en-US" dirty="0"/>
              <a:t> </a:t>
            </a:r>
            <a:r>
              <a:rPr lang="en-US" dirty="0" err="1"/>
              <a:t>placerat</a:t>
            </a:r>
            <a:r>
              <a:rPr lang="en-US" dirty="0"/>
              <a:t> in </a:t>
            </a:r>
            <a:r>
              <a:rPr lang="en-US" dirty="0" err="1"/>
              <a:t>egestas</a:t>
            </a:r>
            <a:r>
              <a:rPr lang="en-US" dirty="0"/>
              <a:t> </a:t>
            </a:r>
            <a:r>
              <a:rPr lang="en-US" dirty="0" err="1"/>
              <a:t>erat</a:t>
            </a:r>
            <a:r>
              <a:rPr lang="en-US" dirty="0"/>
              <a:t> </a:t>
            </a:r>
            <a:r>
              <a:rPr lang="en-US" dirty="0" err="1"/>
              <a:t>imperdiet</a:t>
            </a:r>
            <a:r>
              <a:rPr lang="en-US" dirty="0"/>
              <a:t> </a:t>
            </a:r>
            <a:r>
              <a:rPr lang="en-US" dirty="0" err="1"/>
              <a:t>sed</a:t>
            </a:r>
            <a:r>
              <a:rPr lang="en-US" dirty="0"/>
              <a:t> </a:t>
            </a:r>
            <a:r>
              <a:rPr lang="en-US" dirty="0" err="1"/>
              <a:t>euismod</a:t>
            </a:r>
            <a:r>
              <a:rPr lang="en-US" dirty="0"/>
              <a:t>. In </a:t>
            </a:r>
            <a:r>
              <a:rPr lang="en-US" dirty="0" err="1"/>
              <a:t>egestas</a:t>
            </a:r>
            <a:r>
              <a:rPr lang="en-US" dirty="0"/>
              <a:t> </a:t>
            </a:r>
            <a:r>
              <a:rPr lang="en-US" dirty="0" err="1"/>
              <a:t>erat</a:t>
            </a:r>
            <a:r>
              <a:rPr lang="en-US" dirty="0"/>
              <a:t> </a:t>
            </a:r>
            <a:r>
              <a:rPr lang="en-US" dirty="0" err="1"/>
              <a:t>imperdiet</a:t>
            </a:r>
            <a:r>
              <a:rPr lang="en-US" dirty="0"/>
              <a:t> </a:t>
            </a:r>
            <a:r>
              <a:rPr lang="en-US" dirty="0" err="1"/>
              <a:t>sed</a:t>
            </a:r>
            <a:r>
              <a:rPr lang="en-US" dirty="0"/>
              <a:t> </a:t>
            </a:r>
            <a:r>
              <a:rPr lang="en-US" dirty="0" err="1"/>
              <a:t>euismod</a:t>
            </a:r>
            <a:r>
              <a:rPr lang="en-US" dirty="0"/>
              <a:t> nisi porta lorem. </a:t>
            </a:r>
            <a:r>
              <a:rPr lang="en-US" dirty="0" err="1"/>
              <a:t>Fermentum</a:t>
            </a:r>
            <a:r>
              <a:rPr lang="en-US" dirty="0"/>
              <a:t> et </a:t>
            </a:r>
            <a:r>
              <a:rPr lang="en-US" dirty="0" err="1"/>
              <a:t>sollicitudin</a:t>
            </a:r>
            <a:r>
              <a:rPr lang="en-US" dirty="0"/>
              <a:t> ac </a:t>
            </a:r>
            <a:r>
              <a:rPr lang="en-US" dirty="0" err="1"/>
              <a:t>orci</a:t>
            </a:r>
            <a:r>
              <a:rPr lang="en-US" dirty="0"/>
              <a:t> </a:t>
            </a:r>
            <a:r>
              <a:rPr lang="en-US" dirty="0" err="1"/>
              <a:t>phasellus</a:t>
            </a:r>
            <a:r>
              <a:rPr lang="en-US" dirty="0"/>
              <a:t> </a:t>
            </a:r>
            <a:r>
              <a:rPr lang="en-US" dirty="0" err="1"/>
              <a:t>egestas</a:t>
            </a:r>
            <a:r>
              <a:rPr lang="en-US" dirty="0"/>
              <a:t> </a:t>
            </a:r>
            <a:r>
              <a:rPr lang="en-US" dirty="0" err="1"/>
              <a:t>tellus</a:t>
            </a:r>
            <a:r>
              <a:rPr lang="en-US" dirty="0"/>
              <a:t> </a:t>
            </a:r>
            <a:r>
              <a:rPr lang="en-US" dirty="0" err="1"/>
              <a:t>rutrum</a:t>
            </a:r>
            <a:r>
              <a:rPr lang="en-US" dirty="0"/>
              <a:t> </a:t>
            </a:r>
            <a:r>
              <a:rPr lang="en-US" dirty="0" err="1"/>
              <a:t>tellus</a:t>
            </a:r>
            <a:r>
              <a:rPr lang="en-US" dirty="0"/>
              <a:t>. </a:t>
            </a:r>
            <a:r>
              <a:rPr lang="en-US" dirty="0" err="1"/>
              <a:t>Nec</a:t>
            </a:r>
            <a:r>
              <a:rPr lang="en-US" dirty="0"/>
              <a:t> dui </a:t>
            </a:r>
            <a:r>
              <a:rPr lang="en-US" dirty="0" err="1"/>
              <a:t>nunc</a:t>
            </a:r>
            <a:r>
              <a:rPr lang="en-US" dirty="0"/>
              <a:t> </a:t>
            </a:r>
            <a:r>
              <a:rPr lang="en-US" dirty="0" err="1"/>
              <a:t>mattis</a:t>
            </a:r>
            <a:r>
              <a:rPr lang="en-US" dirty="0"/>
              <a:t> </a:t>
            </a:r>
            <a:r>
              <a:rPr lang="en-US" dirty="0" err="1"/>
              <a:t>enim</a:t>
            </a:r>
            <a:r>
              <a:rPr lang="en-US" dirty="0"/>
              <a:t>. </a:t>
            </a:r>
            <a:r>
              <a:rPr lang="en-US" dirty="0" err="1"/>
              <a:t>Nisl</a:t>
            </a:r>
            <a:r>
              <a:rPr lang="en-US" dirty="0"/>
              <a:t> </a:t>
            </a:r>
            <a:r>
              <a:rPr lang="en-US" dirty="0" err="1"/>
              <a:t>condimentum</a:t>
            </a:r>
            <a:r>
              <a:rPr lang="en-US" dirty="0"/>
              <a:t> id </a:t>
            </a:r>
            <a:r>
              <a:rPr lang="en-US" dirty="0" err="1"/>
              <a:t>venenatis</a:t>
            </a:r>
            <a:r>
              <a:rPr lang="en-US" dirty="0"/>
              <a:t> a </a:t>
            </a:r>
            <a:r>
              <a:rPr lang="en-US" dirty="0" err="1"/>
              <a:t>condimentum</a:t>
            </a:r>
            <a:r>
              <a:rPr lang="en-US" dirty="0"/>
              <a:t>. Non </a:t>
            </a:r>
            <a:r>
              <a:rPr lang="en-US" dirty="0" err="1"/>
              <a:t>enim</a:t>
            </a:r>
            <a:r>
              <a:rPr lang="en-US" dirty="0"/>
              <a:t> </a:t>
            </a:r>
            <a:r>
              <a:rPr lang="en-US" dirty="0" err="1"/>
              <a:t>praesent</a:t>
            </a:r>
            <a:r>
              <a:rPr lang="en-US" dirty="0"/>
              <a:t> </a:t>
            </a:r>
            <a:r>
              <a:rPr lang="en-US" dirty="0" err="1"/>
              <a:t>elementum</a:t>
            </a:r>
            <a:r>
              <a:rPr lang="en-US" dirty="0"/>
              <a:t> </a:t>
            </a:r>
            <a:r>
              <a:rPr lang="en-US" dirty="0" err="1"/>
              <a:t>facilisis</a:t>
            </a:r>
            <a:r>
              <a:rPr lang="en-US" dirty="0"/>
              <a:t> </a:t>
            </a:r>
            <a:r>
              <a:rPr lang="en-US" dirty="0" err="1"/>
              <a:t>leo</a:t>
            </a:r>
            <a:r>
              <a:rPr lang="en-US" dirty="0"/>
              <a:t> </a:t>
            </a:r>
            <a:r>
              <a:rPr lang="en-US" dirty="0" err="1"/>
              <a:t>vel</a:t>
            </a:r>
            <a:r>
              <a:rPr lang="en-US" dirty="0"/>
              <a:t> </a:t>
            </a:r>
            <a:r>
              <a:rPr lang="en-US" dirty="0" err="1"/>
              <a:t>fringilla</a:t>
            </a:r>
            <a:r>
              <a:rPr lang="en-US" dirty="0"/>
              <a:t> </a:t>
            </a:r>
            <a:r>
              <a:rPr lang="en-US" dirty="0" err="1"/>
              <a:t>est</a:t>
            </a:r>
            <a:r>
              <a:rPr lang="en-US" dirty="0"/>
              <a:t> </a:t>
            </a:r>
            <a:r>
              <a:rPr lang="en-US" dirty="0" err="1"/>
              <a:t>ullamcorper</a:t>
            </a:r>
            <a:r>
              <a:rPr lang="en-US" dirty="0"/>
              <a:t>.</a:t>
            </a:r>
          </a:p>
        </p:txBody>
      </p:sp>
      <p:sp>
        <p:nvSpPr>
          <p:cNvPr id="13" name="Footer">
            <a:extLst>
              <a:ext uri="{FF2B5EF4-FFF2-40B4-BE49-F238E27FC236}">
                <a16:creationId xmlns:a16="http://schemas.microsoft.com/office/drawing/2014/main" id="{C32D58F0-8CFB-431E-8C5F-ADDA41A34DC5}"/>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
        <p:nvSpPr>
          <p:cNvPr id="5" name="Picture Placeholder 4">
            <a:extLst>
              <a:ext uri="{FF2B5EF4-FFF2-40B4-BE49-F238E27FC236}">
                <a16:creationId xmlns:a16="http://schemas.microsoft.com/office/drawing/2014/main" id="{4BBC8357-3E99-4156-9AE6-DD43579C6DDA}"/>
              </a:ext>
            </a:extLst>
          </p:cNvPr>
          <p:cNvSpPr>
            <a:spLocks noGrp="1"/>
          </p:cNvSpPr>
          <p:nvPr>
            <p:ph type="pic" sz="quarter" idx="19"/>
          </p:nvPr>
        </p:nvSpPr>
        <p:spPr>
          <a:xfrm>
            <a:off x="742950" y="3695700"/>
            <a:ext cx="5200650" cy="2046288"/>
          </a:xfrm>
        </p:spPr>
        <p:txBody>
          <a:bodyPr/>
          <a:lstStyle/>
          <a:p>
            <a:endParaRPr lang="en-US"/>
          </a:p>
        </p:txBody>
      </p:sp>
    </p:spTree>
    <p:extLst>
      <p:ext uri="{BB962C8B-B14F-4D97-AF65-F5344CB8AC3E}">
        <p14:creationId xmlns:p14="http://schemas.microsoft.com/office/powerpoint/2010/main" val="738750276"/>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Two Columns Content with SEction and Imag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4" name="Text Placeholder 3"/>
          <p:cNvSpPr>
            <a:spLocks noGrp="1"/>
          </p:cNvSpPr>
          <p:nvPr>
            <p:ph type="body" sz="quarter" idx="15" hasCustomPrompt="1"/>
          </p:nvPr>
        </p:nvSpPr>
        <p:spPr>
          <a:xfrm>
            <a:off x="743576" y="2143462"/>
            <a:ext cx="5200024" cy="2008808"/>
          </a:xfrm>
        </p:spPr>
        <p:txBody>
          <a:bodyPr>
            <a:normAutofit/>
          </a:bodyPr>
          <a:lstStyle>
            <a:lvl1pPr marL="0" indent="0">
              <a:buClr>
                <a:srgbClr val="004A78"/>
              </a:buClr>
              <a:buFont typeface="Arial" charset="0"/>
              <a:buNone/>
              <a:defRPr sz="1800">
                <a:solidFill>
                  <a:srgbClr val="000000"/>
                </a:solidFill>
              </a:defRPr>
            </a:lvl1pPr>
            <a:lvl2pPr marL="457200" indent="0">
              <a:buClr>
                <a:srgbClr val="004A78"/>
              </a:buClr>
              <a:buFont typeface="Arial" charset="0"/>
              <a:buNone/>
              <a:defRPr sz="1800">
                <a:solidFill>
                  <a:srgbClr val="000000"/>
                </a:solidFill>
              </a:defRPr>
            </a:lvl2pPr>
            <a:lvl3pPr marL="1143000" indent="-228600">
              <a:buClr>
                <a:srgbClr val="004A78"/>
              </a:buClr>
              <a:buFont typeface="Arial" charset="0"/>
              <a:buChar char="•"/>
              <a:defRPr sz="1800">
                <a:solidFill>
                  <a:srgbClr val="000000"/>
                </a:solidFill>
              </a:defRPr>
            </a:lvl3pPr>
            <a:lvl4pPr marL="1600200" indent="-228600">
              <a:buClr>
                <a:srgbClr val="004A78"/>
              </a:buClr>
              <a:buFont typeface="Arial" charset="0"/>
              <a:buChar char="•"/>
              <a:defRPr sz="1800">
                <a:solidFill>
                  <a:srgbClr val="000000"/>
                </a:solidFill>
              </a:defRPr>
            </a:lvl4pPr>
            <a:lvl5pPr marL="2057400" indent="-228600">
              <a:buClr>
                <a:srgbClr val="004A78"/>
              </a:buClr>
              <a:buFont typeface="Arial" charset="0"/>
              <a:buChar char="•"/>
              <a:defRPr sz="1800">
                <a:solidFill>
                  <a:srgbClr val="000000"/>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Massa </a:t>
            </a:r>
            <a:r>
              <a:rPr lang="en-US" dirty="0" err="1"/>
              <a:t>tempor</a:t>
            </a:r>
            <a:r>
              <a:rPr lang="en-US" dirty="0"/>
              <a:t> </a:t>
            </a:r>
            <a:r>
              <a:rPr lang="en-US" dirty="0" err="1"/>
              <a:t>nec</a:t>
            </a:r>
            <a:r>
              <a:rPr lang="en-US" dirty="0"/>
              <a:t> </a:t>
            </a:r>
            <a:r>
              <a:rPr lang="en-US" dirty="0" err="1"/>
              <a:t>feugiat</a:t>
            </a:r>
            <a:r>
              <a:rPr lang="en-US" dirty="0"/>
              <a:t> </a:t>
            </a:r>
            <a:r>
              <a:rPr lang="en-US" dirty="0" err="1"/>
              <a:t>nisl</a:t>
            </a:r>
            <a:r>
              <a:rPr lang="en-US" dirty="0"/>
              <a:t> </a:t>
            </a:r>
            <a:r>
              <a:rPr lang="en-US" dirty="0" err="1"/>
              <a:t>pretium</a:t>
            </a:r>
            <a:r>
              <a:rPr lang="en-US" dirty="0"/>
              <a:t> </a:t>
            </a:r>
            <a:r>
              <a:rPr lang="en-US" dirty="0" err="1"/>
              <a:t>fusce</a:t>
            </a:r>
            <a:r>
              <a:rPr lang="en-US" dirty="0"/>
              <a:t> id </a:t>
            </a:r>
            <a:r>
              <a:rPr lang="en-US" dirty="0" err="1"/>
              <a:t>velit</a:t>
            </a:r>
            <a:r>
              <a:rPr lang="en-US" dirty="0"/>
              <a:t>. </a:t>
            </a:r>
            <a:r>
              <a:rPr lang="en-US" dirty="0" err="1"/>
              <a:t>Amet</a:t>
            </a:r>
            <a:r>
              <a:rPr lang="en-US" dirty="0"/>
              <a:t> </a:t>
            </a:r>
            <a:r>
              <a:rPr lang="en-US" dirty="0" err="1"/>
              <a:t>est</a:t>
            </a:r>
            <a:r>
              <a:rPr lang="en-US" dirty="0"/>
              <a:t> </a:t>
            </a:r>
            <a:r>
              <a:rPr lang="en-US" dirty="0" err="1"/>
              <a:t>placerat</a:t>
            </a:r>
            <a:r>
              <a:rPr lang="en-US" dirty="0"/>
              <a:t> in </a:t>
            </a:r>
            <a:r>
              <a:rPr lang="en-US" dirty="0" err="1"/>
              <a:t>egestas</a:t>
            </a:r>
            <a:r>
              <a:rPr lang="en-US" dirty="0"/>
              <a:t> </a:t>
            </a:r>
            <a:r>
              <a:rPr lang="en-US" dirty="0" err="1"/>
              <a:t>erat</a:t>
            </a:r>
            <a:r>
              <a:rPr lang="en-US" dirty="0"/>
              <a:t> </a:t>
            </a:r>
            <a:r>
              <a:rPr lang="en-US" dirty="0" err="1"/>
              <a:t>imperdiet</a:t>
            </a:r>
            <a:r>
              <a:rPr lang="en-US" dirty="0"/>
              <a:t> </a:t>
            </a:r>
            <a:r>
              <a:rPr lang="en-US" dirty="0" err="1"/>
              <a:t>sed</a:t>
            </a:r>
            <a:r>
              <a:rPr lang="en-US" dirty="0"/>
              <a:t> </a:t>
            </a:r>
            <a:r>
              <a:rPr lang="en-US" dirty="0" err="1"/>
              <a:t>euismod</a:t>
            </a:r>
            <a:r>
              <a:rPr lang="en-US" dirty="0"/>
              <a:t>. In </a:t>
            </a:r>
            <a:r>
              <a:rPr lang="en-US" dirty="0" err="1"/>
              <a:t>egestas</a:t>
            </a:r>
            <a:r>
              <a:rPr lang="en-US" dirty="0"/>
              <a:t> </a:t>
            </a:r>
            <a:r>
              <a:rPr lang="en-US" dirty="0" err="1"/>
              <a:t>erat</a:t>
            </a:r>
            <a:r>
              <a:rPr lang="en-US" dirty="0"/>
              <a:t> </a:t>
            </a:r>
            <a:r>
              <a:rPr lang="en-US" dirty="0" err="1"/>
              <a:t>imperdiet</a:t>
            </a:r>
            <a:r>
              <a:rPr lang="en-US" dirty="0"/>
              <a:t> sed </a:t>
            </a:r>
            <a:r>
              <a:rPr lang="en-US" dirty="0" err="1"/>
              <a:t>euismod</a:t>
            </a:r>
            <a:r>
              <a:rPr lang="en-US" dirty="0"/>
              <a:t> nisi porta lorem.</a:t>
            </a:r>
          </a:p>
        </p:txBody>
      </p:sp>
      <p:sp>
        <p:nvSpPr>
          <p:cNvPr id="14" name="Text Placeholder 3"/>
          <p:cNvSpPr>
            <a:spLocks noGrp="1"/>
          </p:cNvSpPr>
          <p:nvPr>
            <p:ph type="body" sz="quarter" idx="18" hasCustomPrompt="1"/>
          </p:nvPr>
        </p:nvSpPr>
        <p:spPr>
          <a:xfrm>
            <a:off x="6122680" y="2143461"/>
            <a:ext cx="5200024" cy="3710195"/>
          </a:xfrm>
        </p:spPr>
        <p:txBody>
          <a:bodyPr>
            <a:normAutofit/>
          </a:bodyPr>
          <a:lstStyle>
            <a:lvl1pPr>
              <a:buClr>
                <a:srgbClr val="004A78"/>
              </a:buClr>
              <a:defRPr sz="1800">
                <a:solidFill>
                  <a:srgbClr val="000000"/>
                </a:solidFill>
              </a:defRPr>
            </a:lvl1pPr>
            <a:lvl2pPr marL="685800" indent="-228600">
              <a:buClr>
                <a:srgbClr val="004A78"/>
              </a:buClr>
              <a:buFontTx/>
              <a:buChar char="‒"/>
              <a:defRPr sz="1800">
                <a:solidFill>
                  <a:srgbClr val="000000"/>
                </a:solidFill>
              </a:defRPr>
            </a:lvl2pPr>
            <a:lvl3pPr>
              <a:buClr>
                <a:srgbClr val="004A78"/>
              </a:buClr>
              <a:defRPr sz="1800">
                <a:solidFill>
                  <a:srgbClr val="000000"/>
                </a:solidFill>
              </a:defRPr>
            </a:lvl3pPr>
            <a:lvl4pPr>
              <a:buClr>
                <a:srgbClr val="004A78"/>
              </a:buClr>
              <a:defRPr sz="1800">
                <a:solidFill>
                  <a:srgbClr val="000000"/>
                </a:solidFill>
              </a:defRPr>
            </a:lvl4pPr>
            <a:lvl5pPr>
              <a:buClr>
                <a:srgbClr val="004A78"/>
              </a:buClr>
              <a:defRPr sz="1800">
                <a:solidFill>
                  <a:srgbClr val="000000"/>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p>
          <a:p>
            <a:pPr lvl="0"/>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Massa </a:t>
            </a:r>
            <a:r>
              <a:rPr lang="en-US" dirty="0" err="1"/>
              <a:t>tempor</a:t>
            </a:r>
            <a:r>
              <a:rPr lang="en-US" dirty="0"/>
              <a:t> </a:t>
            </a:r>
            <a:r>
              <a:rPr lang="en-US" dirty="0" err="1"/>
              <a:t>nec</a:t>
            </a:r>
            <a:r>
              <a:rPr lang="en-US" dirty="0"/>
              <a:t> </a:t>
            </a:r>
            <a:r>
              <a:rPr lang="en-US" dirty="0" err="1"/>
              <a:t>feugiat</a:t>
            </a:r>
            <a:r>
              <a:rPr lang="en-US" dirty="0"/>
              <a:t> </a:t>
            </a:r>
            <a:r>
              <a:rPr lang="en-US" dirty="0" err="1"/>
              <a:t>nisl</a:t>
            </a:r>
            <a:r>
              <a:rPr lang="en-US" dirty="0"/>
              <a:t> </a:t>
            </a:r>
            <a:r>
              <a:rPr lang="en-US" dirty="0" err="1"/>
              <a:t>pretium</a:t>
            </a:r>
            <a:r>
              <a:rPr lang="en-US" dirty="0"/>
              <a:t> </a:t>
            </a:r>
            <a:r>
              <a:rPr lang="en-US" dirty="0" err="1"/>
              <a:t>fusce</a:t>
            </a:r>
            <a:r>
              <a:rPr lang="en-US" dirty="0"/>
              <a:t> id </a:t>
            </a:r>
            <a:r>
              <a:rPr lang="en-US" dirty="0" err="1"/>
              <a:t>velit</a:t>
            </a:r>
            <a:r>
              <a:rPr lang="en-US" dirty="0"/>
              <a:t>. </a:t>
            </a:r>
          </a:p>
          <a:p>
            <a:pPr lvl="0"/>
            <a:r>
              <a:rPr lang="en-US" dirty="0" err="1"/>
              <a:t>Amet</a:t>
            </a:r>
            <a:r>
              <a:rPr lang="en-US" dirty="0"/>
              <a:t> </a:t>
            </a:r>
            <a:r>
              <a:rPr lang="en-US" dirty="0" err="1"/>
              <a:t>est</a:t>
            </a:r>
            <a:r>
              <a:rPr lang="en-US" dirty="0"/>
              <a:t> </a:t>
            </a:r>
            <a:r>
              <a:rPr lang="en-US" dirty="0" err="1"/>
              <a:t>placerat</a:t>
            </a:r>
            <a:r>
              <a:rPr lang="en-US" dirty="0"/>
              <a:t> in </a:t>
            </a:r>
            <a:r>
              <a:rPr lang="en-US" dirty="0" err="1"/>
              <a:t>egestas</a:t>
            </a:r>
            <a:r>
              <a:rPr lang="en-US" dirty="0"/>
              <a:t> </a:t>
            </a:r>
            <a:r>
              <a:rPr lang="en-US" dirty="0" err="1"/>
              <a:t>erat</a:t>
            </a:r>
            <a:r>
              <a:rPr lang="en-US" dirty="0"/>
              <a:t> </a:t>
            </a:r>
            <a:r>
              <a:rPr lang="en-US" dirty="0" err="1"/>
              <a:t>imperdiet</a:t>
            </a:r>
            <a:r>
              <a:rPr lang="en-US" dirty="0"/>
              <a:t> </a:t>
            </a:r>
            <a:r>
              <a:rPr lang="en-US" dirty="0" err="1"/>
              <a:t>sed</a:t>
            </a:r>
            <a:r>
              <a:rPr lang="en-US" dirty="0"/>
              <a:t> </a:t>
            </a:r>
            <a:r>
              <a:rPr lang="en-US" dirty="0" err="1"/>
              <a:t>euismod</a:t>
            </a:r>
            <a:r>
              <a:rPr lang="en-US" dirty="0"/>
              <a:t>. In </a:t>
            </a:r>
            <a:r>
              <a:rPr lang="en-US" dirty="0" err="1"/>
              <a:t>egestas</a:t>
            </a:r>
            <a:r>
              <a:rPr lang="en-US" dirty="0"/>
              <a:t> </a:t>
            </a:r>
            <a:r>
              <a:rPr lang="en-US" dirty="0" err="1"/>
              <a:t>erat</a:t>
            </a:r>
            <a:r>
              <a:rPr lang="en-US" dirty="0"/>
              <a:t> </a:t>
            </a:r>
            <a:r>
              <a:rPr lang="en-US" dirty="0" err="1"/>
              <a:t>imperdiet</a:t>
            </a:r>
            <a:r>
              <a:rPr lang="en-US" dirty="0"/>
              <a:t> </a:t>
            </a:r>
            <a:r>
              <a:rPr lang="en-US" dirty="0" err="1"/>
              <a:t>sed</a:t>
            </a:r>
            <a:r>
              <a:rPr lang="en-US" dirty="0"/>
              <a:t> </a:t>
            </a:r>
            <a:r>
              <a:rPr lang="en-US" dirty="0" err="1"/>
              <a:t>euismod</a:t>
            </a:r>
            <a:r>
              <a:rPr lang="en-US" dirty="0"/>
              <a:t> nisi porta lorem. </a:t>
            </a:r>
            <a:r>
              <a:rPr lang="en-US" dirty="0" err="1"/>
              <a:t>Fermentum</a:t>
            </a:r>
            <a:r>
              <a:rPr lang="en-US" dirty="0"/>
              <a:t> et </a:t>
            </a:r>
            <a:r>
              <a:rPr lang="en-US" dirty="0" err="1"/>
              <a:t>sollicitudin</a:t>
            </a:r>
            <a:r>
              <a:rPr lang="en-US" dirty="0"/>
              <a:t> ac </a:t>
            </a:r>
            <a:r>
              <a:rPr lang="en-US" dirty="0" err="1"/>
              <a:t>orci</a:t>
            </a:r>
            <a:r>
              <a:rPr lang="en-US" dirty="0"/>
              <a:t> </a:t>
            </a:r>
            <a:r>
              <a:rPr lang="en-US" dirty="0" err="1"/>
              <a:t>phasellus</a:t>
            </a:r>
            <a:r>
              <a:rPr lang="en-US" dirty="0"/>
              <a:t> </a:t>
            </a:r>
            <a:r>
              <a:rPr lang="en-US" dirty="0" err="1"/>
              <a:t>egestas</a:t>
            </a:r>
            <a:r>
              <a:rPr lang="en-US" dirty="0"/>
              <a:t> </a:t>
            </a:r>
            <a:r>
              <a:rPr lang="en-US" dirty="0" err="1"/>
              <a:t>tellus</a:t>
            </a:r>
            <a:r>
              <a:rPr lang="en-US" dirty="0"/>
              <a:t> </a:t>
            </a:r>
            <a:r>
              <a:rPr lang="en-US" dirty="0" err="1"/>
              <a:t>rutrum</a:t>
            </a:r>
            <a:r>
              <a:rPr lang="en-US" dirty="0"/>
              <a:t> </a:t>
            </a:r>
            <a:r>
              <a:rPr lang="en-US" dirty="0" err="1"/>
              <a:t>tellus</a:t>
            </a:r>
            <a:r>
              <a:rPr lang="en-US" dirty="0"/>
              <a:t>. </a:t>
            </a:r>
            <a:r>
              <a:rPr lang="en-US" dirty="0" err="1"/>
              <a:t>Nec</a:t>
            </a:r>
            <a:r>
              <a:rPr lang="en-US" dirty="0"/>
              <a:t> dui </a:t>
            </a:r>
            <a:r>
              <a:rPr lang="en-US" dirty="0" err="1"/>
              <a:t>nunc</a:t>
            </a:r>
            <a:r>
              <a:rPr lang="en-US" dirty="0"/>
              <a:t> </a:t>
            </a:r>
            <a:r>
              <a:rPr lang="en-US" dirty="0" err="1"/>
              <a:t>mattis</a:t>
            </a:r>
            <a:r>
              <a:rPr lang="en-US" dirty="0"/>
              <a:t> </a:t>
            </a:r>
            <a:r>
              <a:rPr lang="en-US" dirty="0" err="1"/>
              <a:t>enim</a:t>
            </a:r>
            <a:r>
              <a:rPr lang="en-US" dirty="0"/>
              <a:t>. </a:t>
            </a:r>
            <a:r>
              <a:rPr lang="en-US" dirty="0" err="1"/>
              <a:t>Nisl</a:t>
            </a:r>
            <a:r>
              <a:rPr lang="en-US" dirty="0"/>
              <a:t> </a:t>
            </a:r>
            <a:r>
              <a:rPr lang="en-US" dirty="0" err="1"/>
              <a:t>condimentum</a:t>
            </a:r>
            <a:r>
              <a:rPr lang="en-US" dirty="0"/>
              <a:t> id </a:t>
            </a:r>
            <a:r>
              <a:rPr lang="en-US" dirty="0" err="1"/>
              <a:t>venenatis</a:t>
            </a:r>
            <a:r>
              <a:rPr lang="en-US" dirty="0"/>
              <a:t> a </a:t>
            </a:r>
            <a:r>
              <a:rPr lang="en-US" dirty="0" err="1"/>
              <a:t>condimentum</a:t>
            </a:r>
            <a:r>
              <a:rPr lang="en-US" dirty="0"/>
              <a:t>. Non </a:t>
            </a:r>
            <a:r>
              <a:rPr lang="en-US" dirty="0" err="1"/>
              <a:t>enim</a:t>
            </a:r>
            <a:r>
              <a:rPr lang="en-US" dirty="0"/>
              <a:t> </a:t>
            </a:r>
            <a:r>
              <a:rPr lang="en-US" dirty="0" err="1"/>
              <a:t>praesent</a:t>
            </a:r>
            <a:r>
              <a:rPr lang="en-US" dirty="0"/>
              <a:t> </a:t>
            </a:r>
            <a:r>
              <a:rPr lang="en-US" dirty="0" err="1"/>
              <a:t>elementum</a:t>
            </a:r>
            <a:r>
              <a:rPr lang="en-US" dirty="0"/>
              <a:t> </a:t>
            </a:r>
            <a:r>
              <a:rPr lang="en-US" dirty="0" err="1"/>
              <a:t>facilisis</a:t>
            </a:r>
            <a:r>
              <a:rPr lang="en-US" dirty="0"/>
              <a:t> </a:t>
            </a:r>
            <a:r>
              <a:rPr lang="en-US" dirty="0" err="1"/>
              <a:t>leo</a:t>
            </a:r>
            <a:r>
              <a:rPr lang="en-US" dirty="0"/>
              <a:t> </a:t>
            </a:r>
            <a:r>
              <a:rPr lang="en-US" dirty="0" err="1"/>
              <a:t>vel</a:t>
            </a:r>
            <a:r>
              <a:rPr lang="en-US" dirty="0"/>
              <a:t> </a:t>
            </a:r>
            <a:r>
              <a:rPr lang="en-US" dirty="0" err="1"/>
              <a:t>fringilla</a:t>
            </a:r>
            <a:r>
              <a:rPr lang="en-US" dirty="0"/>
              <a:t> </a:t>
            </a:r>
            <a:r>
              <a:rPr lang="en-US" dirty="0" err="1"/>
              <a:t>est</a:t>
            </a:r>
            <a:r>
              <a:rPr lang="en-US" dirty="0"/>
              <a:t> </a:t>
            </a:r>
            <a:r>
              <a:rPr lang="en-US" dirty="0" err="1"/>
              <a:t>ullamcorper</a:t>
            </a:r>
            <a:r>
              <a:rPr lang="en-US" dirty="0"/>
              <a:t>.</a:t>
            </a:r>
          </a:p>
        </p:txBody>
      </p:sp>
      <p:sp>
        <p:nvSpPr>
          <p:cNvPr id="13" name="Footer">
            <a:extLst>
              <a:ext uri="{FF2B5EF4-FFF2-40B4-BE49-F238E27FC236}">
                <a16:creationId xmlns:a16="http://schemas.microsoft.com/office/drawing/2014/main" id="{C32D58F0-8CFB-431E-8C5F-ADDA41A34DC5}"/>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
        <p:nvSpPr>
          <p:cNvPr id="5" name="Picture Placeholder 4">
            <a:extLst>
              <a:ext uri="{FF2B5EF4-FFF2-40B4-BE49-F238E27FC236}">
                <a16:creationId xmlns:a16="http://schemas.microsoft.com/office/drawing/2014/main" id="{4BBC8357-3E99-4156-9AE6-DD43579C6DDA}"/>
              </a:ext>
            </a:extLst>
          </p:cNvPr>
          <p:cNvSpPr>
            <a:spLocks noGrp="1"/>
          </p:cNvSpPr>
          <p:nvPr>
            <p:ph type="pic" sz="quarter" idx="19"/>
          </p:nvPr>
        </p:nvSpPr>
        <p:spPr>
          <a:xfrm>
            <a:off x="742950" y="4242835"/>
            <a:ext cx="5200650" cy="1610821"/>
          </a:xfrm>
        </p:spPr>
        <p:txBody>
          <a:bodyPr/>
          <a:lstStyle/>
          <a:p>
            <a:endParaRPr lang="en-US"/>
          </a:p>
        </p:txBody>
      </p:sp>
      <p:sp>
        <p:nvSpPr>
          <p:cNvPr id="7" name="Text Placeholder 5">
            <a:extLst>
              <a:ext uri="{FF2B5EF4-FFF2-40B4-BE49-F238E27FC236}">
                <a16:creationId xmlns:a16="http://schemas.microsoft.com/office/drawing/2014/main" id="{8444C66A-1B54-4533-8FE1-8117CA7502E1}"/>
              </a:ext>
            </a:extLst>
          </p:cNvPr>
          <p:cNvSpPr>
            <a:spLocks noGrp="1"/>
          </p:cNvSpPr>
          <p:nvPr>
            <p:ph type="body" sz="quarter" idx="21" hasCustomPrompt="1"/>
          </p:nvPr>
        </p:nvSpPr>
        <p:spPr>
          <a:xfrm>
            <a:off x="743574" y="1593005"/>
            <a:ext cx="10579129" cy="492443"/>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Tree>
    <p:extLst>
      <p:ext uri="{BB962C8B-B14F-4D97-AF65-F5344CB8AC3E}">
        <p14:creationId xmlns:p14="http://schemas.microsoft.com/office/powerpoint/2010/main" val="4149630339"/>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Three Content 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14" name="Content Placeholder 2"/>
          <p:cNvSpPr>
            <a:spLocks noGrp="1"/>
          </p:cNvSpPr>
          <p:nvPr>
            <p:ph idx="1"/>
          </p:nvPr>
        </p:nvSpPr>
        <p:spPr>
          <a:xfrm>
            <a:off x="743576" y="1579015"/>
            <a:ext cx="3300402" cy="492443"/>
          </a:xfrm>
          <a:solidFill>
            <a:schemeClr val="bg1"/>
          </a:solidFill>
          <a:effectLst>
            <a:outerShdw dist="12700" dir="5400000" algn="t" rotWithShape="0">
              <a:prstClr val="black"/>
            </a:outerShdw>
          </a:effectLst>
        </p:spPr>
        <p:txBody>
          <a:bodyPr tIns="91440" bIns="91440" rtlCol="0" anchor="b">
            <a:spAutoFit/>
          </a:bodyPr>
          <a:lstStyle>
            <a:lvl1pPr marL="0" indent="0" algn="ctr">
              <a:lnSpc>
                <a:spcPct val="100000"/>
              </a:lnSpc>
              <a:spcBef>
                <a:spcPts val="0"/>
              </a:spcBef>
              <a:buNone/>
              <a:defRPr lang="en-US" sz="2000" b="1" smtClean="0">
                <a:solidFill>
                  <a:srgbClr val="006298"/>
                </a:solidFill>
              </a:defRPr>
            </a:lvl1pPr>
            <a:lvl2pPr>
              <a:defRPr lang="en-US" smtClean="0">
                <a:solidFill>
                  <a:schemeClr val="tx1"/>
                </a:solidFill>
              </a:defRPr>
            </a:lvl2pPr>
            <a:lvl3pPr>
              <a:defRPr lang="en-US" smtClean="0">
                <a:solidFill>
                  <a:schemeClr val="tx1"/>
                </a:solidFill>
              </a:defRPr>
            </a:lvl3pPr>
          </a:lstStyle>
          <a:p>
            <a:pPr lvl="0"/>
            <a:r>
              <a:rPr lang="en-US"/>
              <a:t>Click to edit Master text styles</a:t>
            </a:r>
          </a:p>
        </p:txBody>
      </p:sp>
      <p:sp>
        <p:nvSpPr>
          <p:cNvPr id="4" name="Text Placeholder 3"/>
          <p:cNvSpPr>
            <a:spLocks noGrp="1"/>
          </p:cNvSpPr>
          <p:nvPr>
            <p:ph type="body" sz="quarter" idx="15" hasCustomPrompt="1"/>
          </p:nvPr>
        </p:nvSpPr>
        <p:spPr>
          <a:xfrm>
            <a:off x="743576" y="2202774"/>
            <a:ext cx="3300402" cy="3516101"/>
          </a:xfrm>
        </p:spPr>
        <p:txBody>
          <a:bodyPr>
            <a:normAutofit/>
          </a:bodyPr>
          <a:lstStyle>
            <a:lvl1pPr marL="0" indent="0">
              <a:buClr>
                <a:srgbClr val="004A78"/>
              </a:buClr>
              <a:buFont typeface="Arial" panose="020B0604020202020204" pitchFamily="34" charset="0"/>
              <a:buNone/>
              <a:defRPr sz="1800">
                <a:solidFill>
                  <a:srgbClr val="000000"/>
                </a:solidFill>
              </a:defRPr>
            </a:lvl1pPr>
            <a:lvl2pPr marL="685800" indent="-228600">
              <a:buFontTx/>
              <a:buChar char="‒"/>
              <a:defRPr sz="1800"/>
            </a:lvl2pPr>
            <a:lvl3pPr>
              <a:defRPr sz="1800"/>
            </a:lvl3pPr>
            <a:lvl4pPr>
              <a:defRPr sz="1800"/>
            </a:lvl4pPr>
            <a:lvl5pPr>
              <a:defRPr sz="1800"/>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a:t>
            </a:r>
          </a:p>
        </p:txBody>
      </p:sp>
      <p:sp>
        <p:nvSpPr>
          <p:cNvPr id="19" name="Content Placeholder 2"/>
          <p:cNvSpPr>
            <a:spLocks noGrp="1"/>
          </p:cNvSpPr>
          <p:nvPr>
            <p:ph idx="22"/>
          </p:nvPr>
        </p:nvSpPr>
        <p:spPr>
          <a:xfrm>
            <a:off x="4445799" y="1579015"/>
            <a:ext cx="3300402" cy="492443"/>
          </a:xfrm>
          <a:solidFill>
            <a:schemeClr val="bg1"/>
          </a:solidFill>
          <a:effectLst>
            <a:outerShdw dist="12700" dir="5400000" algn="t" rotWithShape="0">
              <a:prstClr val="black"/>
            </a:outerShdw>
          </a:effectLst>
        </p:spPr>
        <p:txBody>
          <a:bodyPr tIns="91440" bIns="91440" rtlCol="0" anchor="b">
            <a:spAutoFit/>
          </a:bodyPr>
          <a:lstStyle>
            <a:lvl1pPr marL="0" indent="0" algn="ctr">
              <a:lnSpc>
                <a:spcPct val="100000"/>
              </a:lnSpc>
              <a:spcBef>
                <a:spcPts val="0"/>
              </a:spcBef>
              <a:buNone/>
              <a:defRPr lang="en-US" sz="2000" b="1" smtClean="0">
                <a:solidFill>
                  <a:srgbClr val="006298"/>
                </a:solidFill>
              </a:defRPr>
            </a:lvl1pPr>
            <a:lvl2pPr>
              <a:defRPr lang="en-US" smtClean="0">
                <a:solidFill>
                  <a:schemeClr val="tx1"/>
                </a:solidFill>
              </a:defRPr>
            </a:lvl2pPr>
            <a:lvl3pPr>
              <a:defRPr lang="en-US" smtClean="0">
                <a:solidFill>
                  <a:schemeClr val="tx1"/>
                </a:solidFill>
              </a:defRPr>
            </a:lvl3pPr>
          </a:lstStyle>
          <a:p>
            <a:pPr lvl="0"/>
            <a:r>
              <a:rPr lang="en-US"/>
              <a:t>Click to edit Master text styles</a:t>
            </a:r>
          </a:p>
        </p:txBody>
      </p:sp>
      <p:sp>
        <p:nvSpPr>
          <p:cNvPr id="16" name="Text Placeholder 3"/>
          <p:cNvSpPr>
            <a:spLocks noGrp="1"/>
          </p:cNvSpPr>
          <p:nvPr>
            <p:ph type="body" sz="quarter" idx="18" hasCustomPrompt="1"/>
          </p:nvPr>
        </p:nvSpPr>
        <p:spPr>
          <a:xfrm>
            <a:off x="4445799" y="2202774"/>
            <a:ext cx="3300402" cy="3516101"/>
          </a:xfrm>
        </p:spPr>
        <p:txBody>
          <a:bodyPr>
            <a:normAutofit/>
          </a:bodyPr>
          <a:lstStyle>
            <a:lvl1pPr>
              <a:buClr>
                <a:srgbClr val="004A78"/>
              </a:buClr>
              <a:defRPr sz="1800">
                <a:solidFill>
                  <a:srgbClr val="000000"/>
                </a:solidFill>
              </a:defRPr>
            </a:lvl1pPr>
            <a:lvl2pPr marL="685800" indent="-228600">
              <a:buFontTx/>
              <a:buChar char="‒"/>
              <a:defRPr sz="1800"/>
            </a:lvl2pPr>
            <a:lvl3pPr>
              <a:defRPr sz="1800"/>
            </a:lvl3pPr>
            <a:lvl4pPr>
              <a:defRPr sz="1800"/>
            </a:lvl4pPr>
            <a:lvl5pPr>
              <a:defRPr sz="1800"/>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a:t>
            </a:r>
          </a:p>
        </p:txBody>
      </p:sp>
      <p:sp>
        <p:nvSpPr>
          <p:cNvPr id="23" name="Content Placeholder 2"/>
          <p:cNvSpPr>
            <a:spLocks noGrp="1"/>
          </p:cNvSpPr>
          <p:nvPr>
            <p:ph idx="23"/>
          </p:nvPr>
        </p:nvSpPr>
        <p:spPr>
          <a:xfrm>
            <a:off x="8145953" y="1579015"/>
            <a:ext cx="3300402" cy="492443"/>
          </a:xfrm>
          <a:solidFill>
            <a:schemeClr val="bg1"/>
          </a:solidFill>
          <a:effectLst>
            <a:outerShdw dist="12700" dir="5400000" algn="t" rotWithShape="0">
              <a:prstClr val="black"/>
            </a:outerShdw>
          </a:effectLst>
        </p:spPr>
        <p:txBody>
          <a:bodyPr tIns="91440" bIns="91440" rtlCol="0" anchor="b">
            <a:spAutoFit/>
          </a:bodyPr>
          <a:lstStyle>
            <a:lvl1pPr marL="0" indent="0" algn="ctr">
              <a:lnSpc>
                <a:spcPct val="100000"/>
              </a:lnSpc>
              <a:spcBef>
                <a:spcPts val="0"/>
              </a:spcBef>
              <a:buNone/>
              <a:defRPr lang="en-US" sz="2000" b="1" smtClean="0">
                <a:solidFill>
                  <a:srgbClr val="006298"/>
                </a:solidFill>
              </a:defRPr>
            </a:lvl1pPr>
            <a:lvl2pPr>
              <a:defRPr lang="en-US" smtClean="0">
                <a:solidFill>
                  <a:schemeClr val="tx1"/>
                </a:solidFill>
              </a:defRPr>
            </a:lvl2pPr>
            <a:lvl3pPr>
              <a:defRPr lang="en-US" smtClean="0">
                <a:solidFill>
                  <a:schemeClr val="tx1"/>
                </a:solidFill>
              </a:defRPr>
            </a:lvl3pPr>
          </a:lstStyle>
          <a:p>
            <a:pPr lvl="0"/>
            <a:r>
              <a:rPr lang="en-US"/>
              <a:t>Click to edit Master text styles</a:t>
            </a:r>
          </a:p>
        </p:txBody>
      </p:sp>
      <p:sp>
        <p:nvSpPr>
          <p:cNvPr id="20" name="Text Placeholder 3"/>
          <p:cNvSpPr>
            <a:spLocks noGrp="1"/>
          </p:cNvSpPr>
          <p:nvPr>
            <p:ph type="body" sz="quarter" idx="20" hasCustomPrompt="1"/>
          </p:nvPr>
        </p:nvSpPr>
        <p:spPr>
          <a:xfrm>
            <a:off x="8154717" y="2202774"/>
            <a:ext cx="3300402" cy="3516101"/>
          </a:xfrm>
        </p:spPr>
        <p:txBody>
          <a:bodyPr>
            <a:normAutofit/>
          </a:bodyPr>
          <a:lstStyle>
            <a:lvl1pPr>
              <a:buClr>
                <a:srgbClr val="004A78"/>
              </a:buClr>
              <a:defRPr sz="1800">
                <a:solidFill>
                  <a:srgbClr val="000000"/>
                </a:solidFill>
              </a:defRPr>
            </a:lvl1pPr>
            <a:lvl2pPr marL="685800" indent="-228600">
              <a:buFontTx/>
              <a:buChar char="‒"/>
              <a:defRPr sz="1800"/>
            </a:lvl2pPr>
            <a:lvl3pPr>
              <a:defRPr sz="1800"/>
            </a:lvl3pPr>
            <a:lvl4pPr>
              <a:defRPr sz="1800"/>
            </a:lvl4pPr>
            <a:lvl5pPr>
              <a:defRPr sz="1800"/>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a:t>
            </a:r>
          </a:p>
        </p:txBody>
      </p:sp>
      <p:sp>
        <p:nvSpPr>
          <p:cNvPr id="11" name="Footer">
            <a:extLst>
              <a:ext uri="{FF2B5EF4-FFF2-40B4-BE49-F238E27FC236}">
                <a16:creationId xmlns:a16="http://schemas.microsoft.com/office/drawing/2014/main" id="{3EABB9F7-0E63-4C11-89F0-5D4EE5D0E201}"/>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Tree>
    <p:extLst>
      <p:ext uri="{BB962C8B-B14F-4D97-AF65-F5344CB8AC3E}">
        <p14:creationId xmlns:p14="http://schemas.microsoft.com/office/powerpoint/2010/main" val="1377184672"/>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Title and Content with Caption">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a:t>Click to edit Master title style</a:t>
            </a:r>
          </a:p>
        </p:txBody>
      </p:sp>
      <p:sp>
        <p:nvSpPr>
          <p:cNvPr id="6" name="Text Placeholder 1"/>
          <p:cNvSpPr>
            <a:spLocks noGrp="1"/>
          </p:cNvSpPr>
          <p:nvPr>
            <p:ph type="body" sz="quarter" idx="15" hasCustomPrompt="1"/>
          </p:nvPr>
        </p:nvSpPr>
        <p:spPr>
          <a:xfrm>
            <a:off x="743576" y="1289684"/>
            <a:ext cx="10711543" cy="2750053"/>
          </a:xfrm>
        </p:spPr>
        <p:txBody>
          <a:bodyPr>
            <a:noAutofit/>
          </a:bodyPr>
          <a:lstStyle>
            <a:lvl1pPr marL="0" indent="0" algn="l">
              <a:buFont typeface="Arial" panose="020B0604020202020204" pitchFamily="34" charset="0"/>
              <a:buNone/>
              <a:defRPr sz="2400" b="0" i="0" baseline="0">
                <a:solidFill>
                  <a:srgbClr val="000000"/>
                </a:solidFill>
                <a:latin typeface="Arial" charset="0"/>
                <a:ea typeface="Arial" charset="0"/>
                <a:cs typeface="Arial" charset="0"/>
              </a:defRPr>
            </a:lvl1pPr>
            <a:lvl2pPr marL="457200" indent="0">
              <a:buFont typeface="Arial" panose="020B0604020202020204" pitchFamily="34" charset="0"/>
              <a:buNone/>
              <a:defRPr>
                <a:solidFill>
                  <a:srgbClr val="000000"/>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Click to add text here. 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 </a:t>
            </a:r>
            <a:r>
              <a:rPr lang="en-US" dirty="0" err="1"/>
              <a:t>nullam</a:t>
            </a:r>
            <a:r>
              <a:rPr lang="en-US" dirty="0"/>
              <a:t> non. </a:t>
            </a:r>
            <a:r>
              <a:rPr lang="en-US" dirty="0" err="1"/>
              <a:t>Mauris</a:t>
            </a:r>
            <a:r>
              <a:rPr lang="en-US" dirty="0"/>
              <a:t> a </a:t>
            </a:r>
            <a:r>
              <a:rPr lang="en-US" dirty="0" err="1"/>
              <a:t>diam</a:t>
            </a:r>
            <a:r>
              <a:rPr lang="en-US" dirty="0"/>
              <a:t> </a:t>
            </a:r>
            <a:r>
              <a:rPr lang="en-US" dirty="0" err="1"/>
              <a:t>maecenas</a:t>
            </a:r>
            <a:r>
              <a:rPr lang="en-US" dirty="0"/>
              <a:t> </a:t>
            </a:r>
            <a:r>
              <a:rPr lang="en-US" dirty="0" err="1"/>
              <a:t>sed</a:t>
            </a:r>
            <a:r>
              <a:rPr lang="en-US" dirty="0"/>
              <a:t> </a:t>
            </a:r>
            <a:r>
              <a:rPr lang="en-US" dirty="0" err="1"/>
              <a:t>enim</a:t>
            </a:r>
            <a:r>
              <a:rPr lang="en-US" dirty="0"/>
              <a:t> </a:t>
            </a:r>
            <a:r>
              <a:rPr lang="en-US" dirty="0" err="1"/>
              <a:t>ut</a:t>
            </a:r>
            <a:r>
              <a:rPr lang="en-US" dirty="0"/>
              <a:t> </a:t>
            </a:r>
            <a:r>
              <a:rPr lang="en-US" dirty="0" err="1"/>
              <a:t>sem</a:t>
            </a:r>
            <a:r>
              <a:rPr lang="en-US" dirty="0"/>
              <a:t> </a:t>
            </a:r>
            <a:r>
              <a:rPr lang="en-US" dirty="0" err="1"/>
              <a:t>viverra</a:t>
            </a:r>
            <a:r>
              <a:rPr lang="en-US" dirty="0"/>
              <a:t>. </a:t>
            </a:r>
            <a:r>
              <a:rPr lang="en-US" dirty="0" err="1"/>
              <a:t>Sed</a:t>
            </a:r>
            <a:r>
              <a:rPr lang="en-US" dirty="0"/>
              <a:t> </a:t>
            </a:r>
            <a:r>
              <a:rPr lang="en-US" dirty="0" err="1"/>
              <a:t>ullamcorper</a:t>
            </a:r>
            <a:r>
              <a:rPr lang="en-US" dirty="0"/>
              <a:t> </a:t>
            </a:r>
            <a:r>
              <a:rPr lang="en-US" dirty="0" err="1"/>
              <a:t>morbi</a:t>
            </a:r>
            <a:r>
              <a:rPr lang="en-US" dirty="0"/>
              <a:t> </a:t>
            </a:r>
            <a:r>
              <a:rPr lang="en-US" dirty="0" err="1"/>
              <a:t>tincidunt</a:t>
            </a:r>
            <a:r>
              <a:rPr lang="en-US" dirty="0"/>
              <a:t> </a:t>
            </a:r>
            <a:r>
              <a:rPr lang="en-US" dirty="0" err="1"/>
              <a:t>ornare</a:t>
            </a:r>
            <a:r>
              <a:rPr lang="en-US" dirty="0"/>
              <a:t>. Sit </a:t>
            </a:r>
            <a:r>
              <a:rPr lang="en-US" dirty="0" err="1"/>
              <a:t>amet</a:t>
            </a:r>
            <a:r>
              <a:rPr lang="en-US" dirty="0"/>
              <a:t> </a:t>
            </a:r>
            <a:r>
              <a:rPr lang="en-US" dirty="0" err="1"/>
              <a:t>volutpat</a:t>
            </a:r>
            <a:r>
              <a:rPr lang="en-US" dirty="0"/>
              <a:t> </a:t>
            </a:r>
            <a:r>
              <a:rPr lang="en-US" dirty="0" err="1"/>
              <a:t>consequat</a:t>
            </a:r>
            <a:r>
              <a:rPr lang="en-US" dirty="0"/>
              <a:t> </a:t>
            </a:r>
            <a:r>
              <a:rPr lang="en-US" dirty="0" err="1"/>
              <a:t>mauris</a:t>
            </a:r>
            <a:r>
              <a:rPr lang="en-US" dirty="0"/>
              <a:t> </a:t>
            </a:r>
            <a:r>
              <a:rPr lang="en-US" dirty="0" err="1"/>
              <a:t>nunc</a:t>
            </a:r>
            <a:r>
              <a:rPr lang="en-US" dirty="0"/>
              <a:t> </a:t>
            </a:r>
            <a:r>
              <a:rPr lang="en-US" dirty="0" err="1"/>
              <a:t>congue</a:t>
            </a:r>
            <a:r>
              <a:rPr lang="en-US" dirty="0"/>
              <a:t> nisi. </a:t>
            </a:r>
            <a:r>
              <a:rPr lang="en-US" dirty="0" err="1"/>
              <a:t>Mauris</a:t>
            </a:r>
            <a:r>
              <a:rPr lang="en-US" dirty="0"/>
              <a:t> sit </a:t>
            </a:r>
            <a:r>
              <a:rPr lang="en-US" dirty="0" err="1"/>
              <a:t>amet</a:t>
            </a:r>
            <a:r>
              <a:rPr lang="en-US" dirty="0"/>
              <a:t> </a:t>
            </a:r>
            <a:r>
              <a:rPr lang="en-US" dirty="0" err="1"/>
              <a:t>massa</a:t>
            </a:r>
            <a:r>
              <a:rPr lang="en-US" dirty="0"/>
              <a:t> vitae. </a:t>
            </a:r>
            <a:r>
              <a:rPr lang="en-US" dirty="0" err="1"/>
              <a:t>Consectetur</a:t>
            </a:r>
            <a:r>
              <a:rPr lang="en-US" dirty="0"/>
              <a:t> libero id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 </a:t>
            </a:r>
            <a:r>
              <a:rPr lang="en-US" dirty="0" err="1"/>
              <a:t>Nulla</a:t>
            </a:r>
            <a:r>
              <a:rPr lang="en-US" dirty="0"/>
              <a:t> </a:t>
            </a:r>
            <a:r>
              <a:rPr lang="en-US" dirty="0" err="1"/>
              <a:t>facilisi</a:t>
            </a:r>
            <a:r>
              <a:rPr lang="en-US" dirty="0"/>
              <a:t> </a:t>
            </a:r>
            <a:r>
              <a:rPr lang="en-US" dirty="0" err="1"/>
              <a:t>morbi</a:t>
            </a:r>
            <a:r>
              <a:rPr lang="en-US" dirty="0"/>
              <a:t> tempus </a:t>
            </a:r>
            <a:r>
              <a:rPr lang="en-US" dirty="0" err="1"/>
              <a:t>iaculis</a:t>
            </a:r>
            <a:r>
              <a:rPr lang="en-US" dirty="0"/>
              <a:t> </a:t>
            </a:r>
            <a:r>
              <a:rPr lang="en-US" dirty="0" err="1"/>
              <a:t>urna</a:t>
            </a:r>
            <a:r>
              <a:rPr lang="en-US" dirty="0"/>
              <a:t> id </a:t>
            </a:r>
            <a:r>
              <a:rPr lang="en-US" dirty="0" err="1"/>
              <a:t>volutpat</a:t>
            </a:r>
            <a:r>
              <a:rPr lang="en-US" dirty="0"/>
              <a:t> lacus. </a:t>
            </a:r>
            <a:r>
              <a:rPr lang="en-US" dirty="0" err="1"/>
              <a:t>Imperdiet</a:t>
            </a:r>
            <a:r>
              <a:rPr lang="en-US" dirty="0"/>
              <a:t> </a:t>
            </a:r>
            <a:r>
              <a:rPr lang="en-US" dirty="0" err="1"/>
              <a:t>nulla</a:t>
            </a:r>
            <a:r>
              <a:rPr lang="en-US" dirty="0"/>
              <a:t> </a:t>
            </a:r>
            <a:r>
              <a:rPr lang="en-US" dirty="0" err="1"/>
              <a:t>malesuada</a:t>
            </a:r>
            <a:r>
              <a:rPr lang="en-US" dirty="0"/>
              <a:t> </a:t>
            </a:r>
            <a:r>
              <a:rPr lang="en-US" dirty="0" err="1"/>
              <a:t>pellentesque</a:t>
            </a:r>
            <a:r>
              <a:rPr lang="en-US" dirty="0"/>
              <a:t> </a:t>
            </a:r>
            <a:r>
              <a:rPr lang="en-US" dirty="0" err="1"/>
              <a:t>elit</a:t>
            </a:r>
            <a:r>
              <a:rPr lang="en-US" dirty="0"/>
              <a:t> </a:t>
            </a:r>
            <a:r>
              <a:rPr lang="en-US" dirty="0" err="1"/>
              <a:t>eget</a:t>
            </a:r>
            <a:r>
              <a:rPr lang="en-US" dirty="0"/>
              <a:t> gravida cum </a:t>
            </a:r>
            <a:r>
              <a:rPr lang="en-US" dirty="0" err="1"/>
              <a:t>sociis</a:t>
            </a:r>
            <a:r>
              <a:rPr lang="en-US" dirty="0"/>
              <a:t>. Sed </a:t>
            </a:r>
            <a:r>
              <a:rPr lang="en-US" dirty="0" err="1"/>
              <a:t>velit</a:t>
            </a:r>
            <a:r>
              <a:rPr lang="en-US" dirty="0"/>
              <a:t> </a:t>
            </a:r>
            <a:r>
              <a:rPr lang="en-US" dirty="0" err="1"/>
              <a:t>dignissim</a:t>
            </a:r>
            <a:r>
              <a:rPr lang="en-US" dirty="0"/>
              <a:t> </a:t>
            </a:r>
            <a:r>
              <a:rPr lang="en-US" dirty="0" err="1"/>
              <a:t>sodales</a:t>
            </a:r>
            <a:r>
              <a:rPr lang="en-US" dirty="0"/>
              <a:t> </a:t>
            </a:r>
            <a:r>
              <a:rPr lang="en-US" dirty="0" err="1"/>
              <a:t>ut.</a:t>
            </a:r>
            <a:endParaRPr lang="en-US" dirty="0"/>
          </a:p>
        </p:txBody>
      </p:sp>
      <p:sp>
        <p:nvSpPr>
          <p:cNvPr id="5" name="Text Placeholder 2"/>
          <p:cNvSpPr>
            <a:spLocks noGrp="1"/>
          </p:cNvSpPr>
          <p:nvPr>
            <p:ph type="body" sz="quarter" idx="16" hasCustomPrompt="1"/>
          </p:nvPr>
        </p:nvSpPr>
        <p:spPr>
          <a:xfrm>
            <a:off x="740228" y="4846655"/>
            <a:ext cx="10711543" cy="825500"/>
          </a:xfrm>
        </p:spPr>
        <p:txBody>
          <a:bodyPr/>
          <a:lstStyle>
            <a:lvl1pPr marL="0" marR="0" indent="0" algn="l" defTabSz="914400" rtl="0" eaLnBrk="0" fontAlgn="base" latinLnBrk="0" hangingPunct="0">
              <a:lnSpc>
                <a:spcPct val="100000"/>
              </a:lnSpc>
              <a:spcBef>
                <a:spcPct val="0"/>
              </a:spcBef>
              <a:spcAft>
                <a:spcPct val="0"/>
              </a:spcAft>
              <a:buClrTx/>
              <a:buSzTx/>
              <a:buFontTx/>
              <a:buNone/>
              <a:tabLst/>
              <a:defRPr sz="1800">
                <a:ln>
                  <a:solidFill>
                    <a:srgbClr val="000000"/>
                  </a:solidFill>
                </a:ln>
                <a:solidFill>
                  <a:srgbClr val="000000"/>
                </a:solidFill>
                <a:latin typeface="Arial" panose="020B0604020202020204" pitchFamily="34" charset="0"/>
                <a:cs typeface="Arial" panose="020B0604020202020204" pitchFamily="34" charset="0"/>
              </a:defRPr>
            </a:lvl1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Click to add caption to accompany content. Lorem ipsum dolor sit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amet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consectetur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adipiscing</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elit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sed do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eiusmod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tempor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incididunt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ut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labore et dolore magna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aliqua</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Viverra</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vitae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congue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eu</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consequat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ac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felis</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donec</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a:t>
            </a:r>
          </a:p>
        </p:txBody>
      </p:sp>
      <p:sp>
        <p:nvSpPr>
          <p:cNvPr id="7" name="Footer">
            <a:extLst>
              <a:ext uri="{FF2B5EF4-FFF2-40B4-BE49-F238E27FC236}">
                <a16:creationId xmlns:a16="http://schemas.microsoft.com/office/drawing/2014/main" id="{95AC73A5-F85D-40B2-8EEE-19F048BABEE6}"/>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Tree>
    <p:extLst>
      <p:ext uri="{BB962C8B-B14F-4D97-AF65-F5344CB8AC3E}">
        <p14:creationId xmlns:p14="http://schemas.microsoft.com/office/powerpoint/2010/main" val="1474805558"/>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Image">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a:t>Click to edit Master title style</a:t>
            </a:r>
          </a:p>
        </p:txBody>
      </p:sp>
      <p:sp>
        <p:nvSpPr>
          <p:cNvPr id="6" name="Picture Placeholder 5"/>
          <p:cNvSpPr>
            <a:spLocks noGrp="1"/>
          </p:cNvSpPr>
          <p:nvPr>
            <p:ph type="pic" sz="quarter" idx="10"/>
          </p:nvPr>
        </p:nvSpPr>
        <p:spPr>
          <a:xfrm>
            <a:off x="733117" y="1410347"/>
            <a:ext cx="10721999" cy="4169044"/>
          </a:xfrm>
        </p:spPr>
        <p:txBody>
          <a:bodyPr/>
          <a:lstStyle/>
          <a:p>
            <a:r>
              <a:rPr lang="en-US" dirty="0"/>
              <a:t>Click icon to </a:t>
            </a:r>
            <a:r>
              <a:rPr lang="en-US"/>
              <a:t>add picture</a:t>
            </a:r>
            <a:endParaRPr lang="en-US" dirty="0"/>
          </a:p>
        </p:txBody>
      </p:sp>
      <p:sp>
        <p:nvSpPr>
          <p:cNvPr id="7" name="Footer">
            <a:extLst>
              <a:ext uri="{FF2B5EF4-FFF2-40B4-BE49-F238E27FC236}">
                <a16:creationId xmlns:a16="http://schemas.microsoft.com/office/drawing/2014/main" id="{A474DE8B-2827-4A7C-9B2C-FEC71A002342}"/>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Tree>
    <p:extLst>
      <p:ext uri="{BB962C8B-B14F-4D97-AF65-F5344CB8AC3E}">
        <p14:creationId xmlns:p14="http://schemas.microsoft.com/office/powerpoint/2010/main" val="3546014177"/>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Image and Caption">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a:t>Click to edit Master title style</a:t>
            </a:r>
          </a:p>
        </p:txBody>
      </p:sp>
      <p:sp>
        <p:nvSpPr>
          <p:cNvPr id="6" name="Picture Placeholder 5"/>
          <p:cNvSpPr>
            <a:spLocks noGrp="1"/>
          </p:cNvSpPr>
          <p:nvPr>
            <p:ph type="pic" sz="quarter" idx="10"/>
          </p:nvPr>
        </p:nvSpPr>
        <p:spPr>
          <a:xfrm>
            <a:off x="733118" y="1619557"/>
            <a:ext cx="6477000" cy="4259263"/>
          </a:xfrm>
        </p:spPr>
        <p:txBody>
          <a:bodyPr/>
          <a:lstStyle/>
          <a:p>
            <a:r>
              <a:rPr lang="en-US" dirty="0"/>
              <a:t>Click icon to </a:t>
            </a:r>
            <a:r>
              <a:rPr lang="en-US"/>
              <a:t>add picture</a:t>
            </a:r>
            <a:endParaRPr lang="en-US" dirty="0"/>
          </a:p>
        </p:txBody>
      </p:sp>
      <p:sp>
        <p:nvSpPr>
          <p:cNvPr id="10" name="Text Placeholder 9"/>
          <p:cNvSpPr>
            <a:spLocks noGrp="1"/>
          </p:cNvSpPr>
          <p:nvPr>
            <p:ph type="body" sz="quarter" idx="11" hasCustomPrompt="1"/>
          </p:nvPr>
        </p:nvSpPr>
        <p:spPr>
          <a:xfrm>
            <a:off x="7478972" y="4070657"/>
            <a:ext cx="3976406" cy="1808163"/>
          </a:xfrm>
        </p:spPr>
        <p:txBody>
          <a:bodyPr/>
          <a:lstStyle>
            <a:lvl1pPr marL="0" marR="0" indent="0" algn="l" defTabSz="914400" rtl="0" eaLnBrk="0" fontAlgn="base" latinLnBrk="0" hangingPunct="0">
              <a:lnSpc>
                <a:spcPct val="100000"/>
              </a:lnSpc>
              <a:spcBef>
                <a:spcPct val="0"/>
              </a:spcBef>
              <a:spcAft>
                <a:spcPct val="0"/>
              </a:spcAft>
              <a:buClrTx/>
              <a:buSzTx/>
              <a:buFontTx/>
              <a:buNone/>
              <a:tabLst/>
              <a:defRPr sz="1800">
                <a:solidFill>
                  <a:srgbClr val="006298"/>
                </a:solidFill>
                <a:latin typeface="Arial" panose="020B0604020202020204" pitchFamily="34" charset="0"/>
                <a:cs typeface="Arial" panose="020B0604020202020204" pitchFamily="34" charset="0"/>
              </a:defRPr>
            </a:lvl1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Click to add caption to accompany content. Lorem ipsum dolor sit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amet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consectetur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adipiscing</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elit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sed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do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eiusmod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tempor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incididunt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ut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labore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dolore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magna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aliqua</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Viverra</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vitae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congue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eu</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consequat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ac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felis</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donec</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a:t>
            </a:r>
          </a:p>
        </p:txBody>
      </p:sp>
      <p:sp>
        <p:nvSpPr>
          <p:cNvPr id="7" name="Footer">
            <a:extLst>
              <a:ext uri="{FF2B5EF4-FFF2-40B4-BE49-F238E27FC236}">
                <a16:creationId xmlns:a16="http://schemas.microsoft.com/office/drawing/2014/main" id="{A474DE8B-2827-4A7C-9B2C-FEC71A002342}"/>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Tree>
    <p:extLst>
      <p:ext uri="{BB962C8B-B14F-4D97-AF65-F5344CB8AC3E}">
        <p14:creationId xmlns:p14="http://schemas.microsoft.com/office/powerpoint/2010/main" val="87119275"/>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Image and Two_Captions">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a:t>Click to edit Master title style</a:t>
            </a:r>
          </a:p>
        </p:txBody>
      </p:sp>
      <p:sp>
        <p:nvSpPr>
          <p:cNvPr id="10" name="Text Placeholder 9"/>
          <p:cNvSpPr>
            <a:spLocks noGrp="1"/>
          </p:cNvSpPr>
          <p:nvPr>
            <p:ph type="body" sz="quarter" idx="11" hasCustomPrompt="1"/>
          </p:nvPr>
        </p:nvSpPr>
        <p:spPr>
          <a:xfrm>
            <a:off x="733118" y="1620838"/>
            <a:ext cx="10620682" cy="837070"/>
          </a:xfrm>
        </p:spPr>
        <p:txBody>
          <a:bodyPr/>
          <a:lstStyle>
            <a:lvl1pPr marL="0" marR="0" indent="0" algn="l" defTabSz="914400" rtl="0" eaLnBrk="0" fontAlgn="base" latinLnBrk="0" hangingPunct="0">
              <a:lnSpc>
                <a:spcPct val="100000"/>
              </a:lnSpc>
              <a:spcBef>
                <a:spcPct val="0"/>
              </a:spcBef>
              <a:spcAft>
                <a:spcPct val="0"/>
              </a:spcAft>
              <a:buClrTx/>
              <a:buSzTx/>
              <a:buFontTx/>
              <a:buNone/>
              <a:tabLst/>
              <a:defRPr sz="1800">
                <a:solidFill>
                  <a:srgbClr val="006298"/>
                </a:solidFill>
                <a:latin typeface="Arial" panose="020B0604020202020204" pitchFamily="34" charset="0"/>
                <a:cs typeface="Arial" panose="020B0604020202020204" pitchFamily="34" charset="0"/>
              </a:defRPr>
            </a:lvl1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Click to add caption to accompany content. Lorem ipsum dolor sit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amet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consectetur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adipiscing</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elit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sed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do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eiusmod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tempor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incididunt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ut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labore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dolore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magna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aliqua</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Viverra</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vitae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congue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eu</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consequat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ac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felis</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donec</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a:t>
            </a:r>
          </a:p>
        </p:txBody>
      </p:sp>
      <p:sp>
        <p:nvSpPr>
          <p:cNvPr id="6" name="Picture Placeholder 5"/>
          <p:cNvSpPr>
            <a:spLocks noGrp="1"/>
          </p:cNvSpPr>
          <p:nvPr>
            <p:ph type="pic" sz="quarter" idx="10"/>
          </p:nvPr>
        </p:nvSpPr>
        <p:spPr>
          <a:xfrm>
            <a:off x="733117" y="2538376"/>
            <a:ext cx="10620681" cy="1909267"/>
          </a:xfrm>
        </p:spPr>
        <p:txBody>
          <a:bodyPr/>
          <a:lstStyle/>
          <a:p>
            <a:r>
              <a:rPr lang="en-US" dirty="0"/>
              <a:t>Click icon to </a:t>
            </a:r>
            <a:r>
              <a:rPr lang="en-US"/>
              <a:t>add picture</a:t>
            </a:r>
            <a:endParaRPr lang="en-US" dirty="0"/>
          </a:p>
        </p:txBody>
      </p:sp>
      <p:sp>
        <p:nvSpPr>
          <p:cNvPr id="8" name="Text Placeholder 9">
            <a:extLst>
              <a:ext uri="{FF2B5EF4-FFF2-40B4-BE49-F238E27FC236}">
                <a16:creationId xmlns:a16="http://schemas.microsoft.com/office/drawing/2014/main" id="{10FB200A-F692-41F0-90CC-375B18C05D31}"/>
              </a:ext>
            </a:extLst>
          </p:cNvPr>
          <p:cNvSpPr>
            <a:spLocks noGrp="1"/>
          </p:cNvSpPr>
          <p:nvPr>
            <p:ph type="body" sz="quarter" idx="12" hasCustomPrompt="1"/>
          </p:nvPr>
        </p:nvSpPr>
        <p:spPr>
          <a:xfrm>
            <a:off x="733116" y="4578244"/>
            <a:ext cx="10620682" cy="837070"/>
          </a:xfrm>
        </p:spPr>
        <p:txBody>
          <a:bodyPr/>
          <a:lstStyle>
            <a:lvl1pPr marL="0" marR="0" indent="0" algn="l" defTabSz="914400" rtl="0" eaLnBrk="0" fontAlgn="base" latinLnBrk="0" hangingPunct="0">
              <a:lnSpc>
                <a:spcPct val="100000"/>
              </a:lnSpc>
              <a:spcBef>
                <a:spcPct val="0"/>
              </a:spcBef>
              <a:spcAft>
                <a:spcPct val="0"/>
              </a:spcAft>
              <a:buClrTx/>
              <a:buSzTx/>
              <a:buFontTx/>
              <a:buNone/>
              <a:tabLst/>
              <a:defRPr sz="1800">
                <a:solidFill>
                  <a:srgbClr val="006298"/>
                </a:solidFill>
                <a:latin typeface="Arial" panose="020B0604020202020204" pitchFamily="34" charset="0"/>
                <a:cs typeface="Arial" panose="020B0604020202020204" pitchFamily="34" charset="0"/>
              </a:defRPr>
            </a:lvl1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Click to add caption to accompany content. Lorem ipsum dolor sit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amet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consectetur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adipiscing</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elit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sed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do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eiusmod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tempor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incididunt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ut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labore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dolore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magna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aliqua</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Viverra</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vitae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congue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eu</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consequat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ac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felis</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donec</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a:t>
            </a:r>
          </a:p>
        </p:txBody>
      </p:sp>
      <p:sp>
        <p:nvSpPr>
          <p:cNvPr id="7" name="Footer">
            <a:extLst>
              <a:ext uri="{FF2B5EF4-FFF2-40B4-BE49-F238E27FC236}">
                <a16:creationId xmlns:a16="http://schemas.microsoft.com/office/drawing/2014/main" id="{A474DE8B-2827-4A7C-9B2C-FEC71A002342}"/>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Tree>
    <p:extLst>
      <p:ext uri="{BB962C8B-B14F-4D97-AF65-F5344CB8AC3E}">
        <p14:creationId xmlns:p14="http://schemas.microsoft.com/office/powerpoint/2010/main" val="79082351"/>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Two Sections Two Columns and Image">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a:t>Click to edit Master title style</a:t>
            </a:r>
          </a:p>
        </p:txBody>
      </p:sp>
      <p:sp>
        <p:nvSpPr>
          <p:cNvPr id="6" name="Picture Placeholder 5"/>
          <p:cNvSpPr>
            <a:spLocks noGrp="1"/>
          </p:cNvSpPr>
          <p:nvPr>
            <p:ph type="pic" sz="quarter" idx="10"/>
          </p:nvPr>
        </p:nvSpPr>
        <p:spPr>
          <a:xfrm>
            <a:off x="6124352" y="3600893"/>
            <a:ext cx="5257798" cy="2147777"/>
          </a:xfrm>
        </p:spPr>
        <p:txBody>
          <a:bodyPr/>
          <a:lstStyle/>
          <a:p>
            <a:r>
              <a:rPr lang="en-US" dirty="0"/>
              <a:t>Click icon to </a:t>
            </a:r>
            <a:r>
              <a:rPr lang="en-US"/>
              <a:t>add picture</a:t>
            </a:r>
            <a:endParaRPr lang="en-US" dirty="0"/>
          </a:p>
        </p:txBody>
      </p:sp>
      <p:sp>
        <p:nvSpPr>
          <p:cNvPr id="7" name="Footer">
            <a:extLst>
              <a:ext uri="{FF2B5EF4-FFF2-40B4-BE49-F238E27FC236}">
                <a16:creationId xmlns:a16="http://schemas.microsoft.com/office/drawing/2014/main" id="{A474DE8B-2827-4A7C-9B2C-FEC71A002342}"/>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
        <p:nvSpPr>
          <p:cNvPr id="9" name="Text Placeholder 5">
            <a:extLst>
              <a:ext uri="{FF2B5EF4-FFF2-40B4-BE49-F238E27FC236}">
                <a16:creationId xmlns:a16="http://schemas.microsoft.com/office/drawing/2014/main" id="{0F2BA215-4436-45C0-A4AD-325A0A9D08CA}"/>
              </a:ext>
            </a:extLst>
          </p:cNvPr>
          <p:cNvSpPr>
            <a:spLocks noGrp="1"/>
          </p:cNvSpPr>
          <p:nvPr>
            <p:ph type="body" sz="quarter" idx="21" hasCustomPrompt="1"/>
          </p:nvPr>
        </p:nvSpPr>
        <p:spPr>
          <a:xfrm>
            <a:off x="704766" y="1536487"/>
            <a:ext cx="5362882" cy="492443"/>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11" name="Text Placeholder 5">
            <a:extLst>
              <a:ext uri="{FF2B5EF4-FFF2-40B4-BE49-F238E27FC236}">
                <a16:creationId xmlns:a16="http://schemas.microsoft.com/office/drawing/2014/main" id="{FD16F9F0-2F6A-4A5C-9862-9C1B7C28E084}"/>
              </a:ext>
            </a:extLst>
          </p:cNvPr>
          <p:cNvSpPr>
            <a:spLocks noGrp="1"/>
          </p:cNvSpPr>
          <p:nvPr>
            <p:ph type="body" sz="quarter" idx="22" hasCustomPrompt="1"/>
          </p:nvPr>
        </p:nvSpPr>
        <p:spPr>
          <a:xfrm>
            <a:off x="6122680" y="1536486"/>
            <a:ext cx="5259470" cy="492443"/>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12" name="Text Placeholder 1">
            <a:extLst>
              <a:ext uri="{FF2B5EF4-FFF2-40B4-BE49-F238E27FC236}">
                <a16:creationId xmlns:a16="http://schemas.microsoft.com/office/drawing/2014/main" id="{2A755FF3-A642-6FDA-A1ED-D43743042AD8}"/>
              </a:ext>
            </a:extLst>
          </p:cNvPr>
          <p:cNvSpPr>
            <a:spLocks noGrp="1"/>
          </p:cNvSpPr>
          <p:nvPr>
            <p:ph type="body" sz="quarter" idx="15" hasCustomPrompt="1"/>
          </p:nvPr>
        </p:nvSpPr>
        <p:spPr>
          <a:xfrm>
            <a:off x="704766" y="2092271"/>
            <a:ext cx="5362883" cy="3656399"/>
          </a:xfrm>
        </p:spPr>
        <p:txBody>
          <a:bodyPr>
            <a:noAutofit/>
          </a:bodyPr>
          <a:lstStyle>
            <a:lvl1pPr marL="0" indent="0" algn="l">
              <a:buFont typeface="Arial" panose="020B0604020202020204" pitchFamily="34" charset="0"/>
              <a:buNone/>
              <a:defRPr sz="2000" b="0" i="0" baseline="0">
                <a:solidFill>
                  <a:srgbClr val="000000"/>
                </a:solidFill>
                <a:latin typeface="Arial" charset="0"/>
                <a:ea typeface="Arial" charset="0"/>
                <a:cs typeface="Arial" charset="0"/>
              </a:defRPr>
            </a:lvl1pPr>
            <a:lvl2pPr marL="457200" indent="0">
              <a:buFont typeface="Arial" panose="020B0604020202020204" pitchFamily="34" charset="0"/>
              <a:buNone/>
              <a:defRPr>
                <a:solidFill>
                  <a:srgbClr val="000000"/>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Click to add text here. 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 </a:t>
            </a:r>
            <a:r>
              <a:rPr lang="en-US" dirty="0" err="1"/>
              <a:t>nullam</a:t>
            </a:r>
            <a:r>
              <a:rPr lang="en-US" dirty="0"/>
              <a:t> non. </a:t>
            </a:r>
            <a:r>
              <a:rPr lang="en-US" dirty="0" err="1"/>
              <a:t>Mauris</a:t>
            </a:r>
            <a:r>
              <a:rPr lang="en-US" dirty="0"/>
              <a:t> a </a:t>
            </a:r>
            <a:r>
              <a:rPr lang="en-US" dirty="0" err="1"/>
              <a:t>diam</a:t>
            </a:r>
            <a:r>
              <a:rPr lang="en-US" dirty="0"/>
              <a:t> </a:t>
            </a:r>
            <a:r>
              <a:rPr lang="en-US" dirty="0" err="1"/>
              <a:t>maecenas</a:t>
            </a:r>
            <a:r>
              <a:rPr lang="en-US" dirty="0"/>
              <a:t> </a:t>
            </a:r>
            <a:r>
              <a:rPr lang="en-US" dirty="0" err="1"/>
              <a:t>sed</a:t>
            </a:r>
            <a:r>
              <a:rPr lang="en-US" dirty="0"/>
              <a:t> </a:t>
            </a:r>
            <a:r>
              <a:rPr lang="en-US" dirty="0" err="1"/>
              <a:t>enim</a:t>
            </a:r>
            <a:r>
              <a:rPr lang="en-US" dirty="0"/>
              <a:t> </a:t>
            </a:r>
            <a:r>
              <a:rPr lang="en-US" dirty="0" err="1"/>
              <a:t>ut</a:t>
            </a:r>
            <a:r>
              <a:rPr lang="en-US" dirty="0"/>
              <a:t> </a:t>
            </a:r>
            <a:r>
              <a:rPr lang="en-US" dirty="0" err="1"/>
              <a:t>sem</a:t>
            </a:r>
            <a:r>
              <a:rPr lang="en-US" dirty="0"/>
              <a:t> </a:t>
            </a:r>
            <a:r>
              <a:rPr lang="en-US" dirty="0" err="1"/>
              <a:t>viverra</a:t>
            </a:r>
            <a:r>
              <a:rPr lang="en-US" dirty="0"/>
              <a:t>. </a:t>
            </a:r>
            <a:r>
              <a:rPr lang="en-US" dirty="0" err="1"/>
              <a:t>Sed</a:t>
            </a:r>
            <a:r>
              <a:rPr lang="en-US" dirty="0"/>
              <a:t> </a:t>
            </a:r>
            <a:r>
              <a:rPr lang="en-US" dirty="0" err="1"/>
              <a:t>ullamcorper</a:t>
            </a:r>
            <a:r>
              <a:rPr lang="en-US" dirty="0"/>
              <a:t> </a:t>
            </a:r>
            <a:r>
              <a:rPr lang="en-US" dirty="0" err="1"/>
              <a:t>morbi</a:t>
            </a:r>
            <a:r>
              <a:rPr lang="en-US" dirty="0"/>
              <a:t> </a:t>
            </a:r>
            <a:r>
              <a:rPr lang="en-US" dirty="0" err="1"/>
              <a:t>tincidunt</a:t>
            </a:r>
            <a:r>
              <a:rPr lang="en-US" dirty="0"/>
              <a:t> </a:t>
            </a:r>
            <a:r>
              <a:rPr lang="en-US" dirty="0" err="1"/>
              <a:t>ornare</a:t>
            </a:r>
            <a:r>
              <a:rPr lang="en-US" dirty="0"/>
              <a:t>. Sit </a:t>
            </a:r>
            <a:r>
              <a:rPr lang="en-US" dirty="0" err="1"/>
              <a:t>amet</a:t>
            </a:r>
            <a:r>
              <a:rPr lang="en-US" dirty="0"/>
              <a:t> </a:t>
            </a:r>
            <a:r>
              <a:rPr lang="en-US" dirty="0" err="1"/>
              <a:t>volutpat</a:t>
            </a:r>
            <a:r>
              <a:rPr lang="en-US" dirty="0"/>
              <a:t> </a:t>
            </a:r>
            <a:r>
              <a:rPr lang="en-US" dirty="0" err="1"/>
              <a:t>consequat</a:t>
            </a:r>
            <a:r>
              <a:rPr lang="en-US" dirty="0"/>
              <a:t> </a:t>
            </a:r>
            <a:r>
              <a:rPr lang="en-US" dirty="0" err="1"/>
              <a:t>mauris</a:t>
            </a:r>
            <a:r>
              <a:rPr lang="en-US" dirty="0"/>
              <a:t> </a:t>
            </a:r>
            <a:r>
              <a:rPr lang="en-US" dirty="0" err="1"/>
              <a:t>nunc</a:t>
            </a:r>
            <a:r>
              <a:rPr lang="en-US" dirty="0"/>
              <a:t> </a:t>
            </a:r>
            <a:r>
              <a:rPr lang="en-US" dirty="0" err="1"/>
              <a:t>congue</a:t>
            </a:r>
            <a:r>
              <a:rPr lang="en-US" dirty="0"/>
              <a:t> nisi. </a:t>
            </a:r>
            <a:r>
              <a:rPr lang="en-US" dirty="0" err="1"/>
              <a:t>Mauris</a:t>
            </a:r>
            <a:r>
              <a:rPr lang="en-US" dirty="0"/>
              <a:t> sit </a:t>
            </a:r>
            <a:r>
              <a:rPr lang="en-US" dirty="0" err="1"/>
              <a:t>amet</a:t>
            </a:r>
            <a:r>
              <a:rPr lang="en-US" dirty="0"/>
              <a:t> </a:t>
            </a:r>
            <a:r>
              <a:rPr lang="en-US" dirty="0" err="1"/>
              <a:t>massa</a:t>
            </a:r>
            <a:r>
              <a:rPr lang="en-US" dirty="0"/>
              <a:t> vitae. </a:t>
            </a:r>
            <a:r>
              <a:rPr lang="en-US" dirty="0" err="1"/>
              <a:t>Consectetur</a:t>
            </a:r>
            <a:r>
              <a:rPr lang="en-US" dirty="0"/>
              <a:t> libero id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 </a:t>
            </a:r>
            <a:r>
              <a:rPr lang="en-US" dirty="0" err="1"/>
              <a:t>Nulla</a:t>
            </a:r>
            <a:r>
              <a:rPr lang="en-US" dirty="0"/>
              <a:t> </a:t>
            </a:r>
            <a:r>
              <a:rPr lang="en-US" dirty="0" err="1"/>
              <a:t>facilisi</a:t>
            </a:r>
            <a:r>
              <a:rPr lang="en-US" dirty="0"/>
              <a:t> </a:t>
            </a:r>
            <a:r>
              <a:rPr lang="en-US" dirty="0" err="1"/>
              <a:t>morbi</a:t>
            </a:r>
            <a:r>
              <a:rPr lang="en-US" dirty="0"/>
              <a:t> tempus </a:t>
            </a:r>
            <a:r>
              <a:rPr lang="en-US" dirty="0" err="1"/>
              <a:t>iaculis</a:t>
            </a:r>
            <a:r>
              <a:rPr lang="en-US" dirty="0"/>
              <a:t> </a:t>
            </a:r>
            <a:r>
              <a:rPr lang="en-US" dirty="0" err="1"/>
              <a:t>urna</a:t>
            </a:r>
            <a:r>
              <a:rPr lang="en-US" dirty="0"/>
              <a:t> id </a:t>
            </a:r>
            <a:r>
              <a:rPr lang="en-US" dirty="0" err="1"/>
              <a:t>volutpat</a:t>
            </a:r>
            <a:r>
              <a:rPr lang="en-US" dirty="0"/>
              <a:t> </a:t>
            </a:r>
            <a:r>
              <a:rPr lang="en-US" dirty="0" err="1"/>
              <a:t>lacus</a:t>
            </a:r>
            <a:r>
              <a:rPr lang="en-US" dirty="0"/>
              <a:t>. </a:t>
            </a:r>
            <a:r>
              <a:rPr lang="en-US" dirty="0" err="1"/>
              <a:t>Imperdiet</a:t>
            </a:r>
            <a:r>
              <a:rPr lang="en-US" dirty="0"/>
              <a:t> </a:t>
            </a:r>
            <a:r>
              <a:rPr lang="en-US" dirty="0" err="1"/>
              <a:t>nulla</a:t>
            </a:r>
            <a:r>
              <a:rPr lang="en-US" dirty="0"/>
              <a:t> </a:t>
            </a:r>
            <a:r>
              <a:rPr lang="en-US" dirty="0" err="1"/>
              <a:t>malesuada</a:t>
            </a:r>
            <a:r>
              <a:rPr lang="en-US" dirty="0"/>
              <a:t> </a:t>
            </a:r>
            <a:r>
              <a:rPr lang="en-US" dirty="0" err="1"/>
              <a:t>pellentesque</a:t>
            </a:r>
            <a:r>
              <a:rPr lang="en-US" dirty="0"/>
              <a:t> </a:t>
            </a:r>
            <a:r>
              <a:rPr lang="en-US" dirty="0" err="1"/>
              <a:t>elit</a:t>
            </a:r>
            <a:r>
              <a:rPr lang="en-US" dirty="0"/>
              <a:t> </a:t>
            </a:r>
            <a:r>
              <a:rPr lang="en-US" dirty="0" err="1"/>
              <a:t>eget</a:t>
            </a:r>
            <a:r>
              <a:rPr lang="en-US" dirty="0"/>
              <a:t> gravida cum sociis. Sed </a:t>
            </a:r>
            <a:r>
              <a:rPr lang="en-US" dirty="0" err="1"/>
              <a:t>velit</a:t>
            </a:r>
            <a:r>
              <a:rPr lang="en-US" dirty="0"/>
              <a:t> </a:t>
            </a:r>
            <a:r>
              <a:rPr lang="en-US" dirty="0" err="1"/>
              <a:t>dignissim</a:t>
            </a:r>
            <a:r>
              <a:rPr lang="en-US" dirty="0"/>
              <a:t> </a:t>
            </a:r>
            <a:r>
              <a:rPr lang="en-US" dirty="0" err="1"/>
              <a:t>sodales</a:t>
            </a:r>
            <a:r>
              <a:rPr lang="en-US" dirty="0"/>
              <a:t> </a:t>
            </a:r>
            <a:r>
              <a:rPr lang="en-US" dirty="0" err="1"/>
              <a:t>ut.</a:t>
            </a:r>
            <a:endParaRPr lang="en-US" dirty="0"/>
          </a:p>
        </p:txBody>
      </p:sp>
      <p:sp>
        <p:nvSpPr>
          <p:cNvPr id="13" name="Text Placeholder 1">
            <a:extLst>
              <a:ext uri="{FF2B5EF4-FFF2-40B4-BE49-F238E27FC236}">
                <a16:creationId xmlns:a16="http://schemas.microsoft.com/office/drawing/2014/main" id="{8CAAF508-1A88-756B-0297-754CC6EED50B}"/>
              </a:ext>
            </a:extLst>
          </p:cNvPr>
          <p:cNvSpPr>
            <a:spLocks noGrp="1"/>
          </p:cNvSpPr>
          <p:nvPr>
            <p:ph type="body" sz="quarter" idx="23" hasCustomPrompt="1"/>
          </p:nvPr>
        </p:nvSpPr>
        <p:spPr>
          <a:xfrm>
            <a:off x="6124352" y="2092272"/>
            <a:ext cx="5257798" cy="1508622"/>
          </a:xfrm>
        </p:spPr>
        <p:txBody>
          <a:bodyPr>
            <a:noAutofit/>
          </a:bodyPr>
          <a:lstStyle>
            <a:lvl1pPr marL="0" indent="0" algn="l">
              <a:buFont typeface="Arial" panose="020B0604020202020204" pitchFamily="34" charset="0"/>
              <a:buNone/>
              <a:defRPr sz="2000" b="0" i="0" baseline="0">
                <a:solidFill>
                  <a:srgbClr val="000000"/>
                </a:solidFill>
                <a:latin typeface="Arial" charset="0"/>
                <a:ea typeface="Arial" charset="0"/>
                <a:cs typeface="Arial" charset="0"/>
              </a:defRPr>
            </a:lvl1pPr>
            <a:lvl2pPr marL="457200" indent="0">
              <a:buFont typeface="Arial" panose="020B0604020202020204" pitchFamily="34" charset="0"/>
              <a:buNone/>
              <a:defRPr>
                <a:solidFill>
                  <a:srgbClr val="000000"/>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Click to add text here. 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 </a:t>
            </a:r>
            <a:r>
              <a:rPr lang="en-US" dirty="0" err="1"/>
              <a:t>nullam</a:t>
            </a:r>
            <a:r>
              <a:rPr lang="en-US" dirty="0"/>
              <a:t> non. </a:t>
            </a:r>
          </a:p>
        </p:txBody>
      </p:sp>
    </p:spTree>
    <p:extLst>
      <p:ext uri="{BB962C8B-B14F-4D97-AF65-F5344CB8AC3E}">
        <p14:creationId xmlns:p14="http://schemas.microsoft.com/office/powerpoint/2010/main" val="2613463131"/>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Two Sections Two Columns, Image and Table">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a:t>Click to edit Master title style</a:t>
            </a:r>
          </a:p>
        </p:txBody>
      </p:sp>
      <p:sp>
        <p:nvSpPr>
          <p:cNvPr id="10" name="Text Placeholder 9"/>
          <p:cNvSpPr>
            <a:spLocks noGrp="1"/>
          </p:cNvSpPr>
          <p:nvPr>
            <p:ph type="body" sz="quarter" idx="11" hasCustomPrompt="1"/>
          </p:nvPr>
        </p:nvSpPr>
        <p:spPr>
          <a:xfrm>
            <a:off x="704766" y="1972220"/>
            <a:ext cx="5362882" cy="1458649"/>
          </a:xfrm>
        </p:spPr>
        <p:txBody>
          <a:bodyPr/>
          <a:lstStyle>
            <a:lvl1pPr marL="0" marR="0" indent="0" algn="l" defTabSz="914400" rtl="0" eaLnBrk="0" fontAlgn="base" latinLnBrk="0" hangingPunct="0">
              <a:lnSpc>
                <a:spcPct val="100000"/>
              </a:lnSpc>
              <a:spcBef>
                <a:spcPct val="0"/>
              </a:spcBef>
              <a:spcAft>
                <a:spcPct val="0"/>
              </a:spcAft>
              <a:buClrTx/>
              <a:buSzTx/>
              <a:buFontTx/>
              <a:buNone/>
              <a:tabLst/>
              <a:defRPr sz="1800">
                <a:solidFill>
                  <a:srgbClr val="006298"/>
                </a:solidFill>
                <a:latin typeface="Arial" panose="020B0604020202020204" pitchFamily="34" charset="0"/>
                <a:cs typeface="Arial" panose="020B0604020202020204" pitchFamily="34" charset="0"/>
              </a:defRPr>
            </a:lvl1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Click to add caption to accompany content. Lorem ipsum dolor sit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amet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consectetur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adipiscing</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elit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sed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do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eiusmod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tempor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incididunt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ut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labore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dolore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magna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aliqua</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Viverra</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vitae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congue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eu</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consequat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ac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felis</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donec</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a:t>
            </a:r>
          </a:p>
        </p:txBody>
      </p:sp>
      <p:sp>
        <p:nvSpPr>
          <p:cNvPr id="6" name="Picture Placeholder 5"/>
          <p:cNvSpPr>
            <a:spLocks noGrp="1"/>
          </p:cNvSpPr>
          <p:nvPr>
            <p:ph type="pic" sz="quarter" idx="10"/>
          </p:nvPr>
        </p:nvSpPr>
        <p:spPr>
          <a:xfrm>
            <a:off x="6124352" y="3501657"/>
            <a:ext cx="5257798" cy="2147777"/>
          </a:xfrm>
        </p:spPr>
        <p:txBody>
          <a:bodyPr/>
          <a:lstStyle/>
          <a:p>
            <a:r>
              <a:rPr lang="en-US" dirty="0"/>
              <a:t>Click icon to </a:t>
            </a:r>
            <a:r>
              <a:rPr lang="en-US"/>
              <a:t>add picture</a:t>
            </a:r>
            <a:endParaRPr lang="en-US" dirty="0"/>
          </a:p>
        </p:txBody>
      </p:sp>
      <p:sp>
        <p:nvSpPr>
          <p:cNvPr id="8" name="Text Placeholder 9">
            <a:extLst>
              <a:ext uri="{FF2B5EF4-FFF2-40B4-BE49-F238E27FC236}">
                <a16:creationId xmlns:a16="http://schemas.microsoft.com/office/drawing/2014/main" id="{10FB200A-F692-41F0-90CC-375B18C05D31}"/>
              </a:ext>
            </a:extLst>
          </p:cNvPr>
          <p:cNvSpPr>
            <a:spLocks noGrp="1"/>
          </p:cNvSpPr>
          <p:nvPr>
            <p:ph type="body" sz="quarter" idx="12" hasCustomPrompt="1"/>
          </p:nvPr>
        </p:nvSpPr>
        <p:spPr>
          <a:xfrm>
            <a:off x="6124352" y="1972220"/>
            <a:ext cx="5257798" cy="1458649"/>
          </a:xfrm>
        </p:spPr>
        <p:txBody>
          <a:bodyPr/>
          <a:lstStyle>
            <a:lvl1pPr marL="0" marR="0" indent="0" algn="l" defTabSz="914400" rtl="0" eaLnBrk="0" fontAlgn="base" latinLnBrk="0" hangingPunct="0">
              <a:lnSpc>
                <a:spcPct val="100000"/>
              </a:lnSpc>
              <a:spcBef>
                <a:spcPct val="0"/>
              </a:spcBef>
              <a:spcAft>
                <a:spcPct val="0"/>
              </a:spcAft>
              <a:buClrTx/>
              <a:buSzTx/>
              <a:buFontTx/>
              <a:buNone/>
              <a:tabLst/>
              <a:defRPr sz="1800">
                <a:solidFill>
                  <a:srgbClr val="006298"/>
                </a:solidFill>
                <a:latin typeface="Arial" panose="020B0604020202020204" pitchFamily="34" charset="0"/>
                <a:cs typeface="Arial" panose="020B0604020202020204" pitchFamily="34" charset="0"/>
              </a:defRPr>
            </a:lvl1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Click to add caption to accompany content. Lorem ipsum dolor sit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amet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consectetur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adipiscing</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elit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sed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do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eiusmod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tempor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incididunt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ut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labore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dolore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magna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aliqua</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Viverra</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vitae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congue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eu</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consequat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ac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felis</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donec</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a:t>
            </a:r>
          </a:p>
        </p:txBody>
      </p:sp>
      <p:sp>
        <p:nvSpPr>
          <p:cNvPr id="7" name="Footer">
            <a:extLst>
              <a:ext uri="{FF2B5EF4-FFF2-40B4-BE49-F238E27FC236}">
                <a16:creationId xmlns:a16="http://schemas.microsoft.com/office/drawing/2014/main" id="{A474DE8B-2827-4A7C-9B2C-FEC71A002342}"/>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
        <p:nvSpPr>
          <p:cNvPr id="9" name="Text Placeholder 5">
            <a:extLst>
              <a:ext uri="{FF2B5EF4-FFF2-40B4-BE49-F238E27FC236}">
                <a16:creationId xmlns:a16="http://schemas.microsoft.com/office/drawing/2014/main" id="{0F2BA215-4436-45C0-A4AD-325A0A9D08CA}"/>
              </a:ext>
            </a:extLst>
          </p:cNvPr>
          <p:cNvSpPr>
            <a:spLocks noGrp="1"/>
          </p:cNvSpPr>
          <p:nvPr>
            <p:ph type="body" sz="quarter" idx="21" hasCustomPrompt="1"/>
          </p:nvPr>
        </p:nvSpPr>
        <p:spPr>
          <a:xfrm>
            <a:off x="704766" y="1536488"/>
            <a:ext cx="5362882" cy="334844"/>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marL="0" marR="0" lvl="0" indent="0" algn="l" defTabSz="914400" rtl="0" eaLnBrk="1" fontAlgn="base" latinLnBrk="0" hangingPunct="1">
              <a:lnSpc>
                <a:spcPct val="90000"/>
              </a:lnSpc>
              <a:spcBef>
                <a:spcPts val="1000"/>
              </a:spcBef>
              <a:spcAft>
                <a:spcPct val="0"/>
              </a:spcAft>
              <a:buClrTx/>
              <a:buSzTx/>
              <a:buFont typeface="Arial" charset="0"/>
              <a:buNone/>
              <a:tabLst/>
              <a:defRPr/>
            </a:pPr>
            <a:r>
              <a:rPr lang="en-US" dirty="0"/>
              <a:t>Section Header</a:t>
            </a:r>
          </a:p>
          <a:p>
            <a:pPr lvl="0"/>
            <a:endParaRPr lang="en-US" dirty="0"/>
          </a:p>
          <a:p>
            <a:pPr lvl="0"/>
            <a:endParaRPr lang="en-US" dirty="0"/>
          </a:p>
          <a:p>
            <a:pPr lvl="0"/>
            <a:endParaRPr lang="en-US" dirty="0"/>
          </a:p>
          <a:p>
            <a:pPr lvl="0"/>
            <a:endParaRPr lang="en-US" dirty="0"/>
          </a:p>
          <a:p>
            <a:pPr lvl="0"/>
            <a:endParaRPr lang="en-US" dirty="0"/>
          </a:p>
          <a:p>
            <a:pPr lvl="0"/>
            <a:endParaRPr lang="en-US" dirty="0"/>
          </a:p>
          <a:p>
            <a:pPr lvl="0"/>
            <a:endParaRPr lang="en-US" dirty="0"/>
          </a:p>
          <a:p>
            <a:pPr lvl="0"/>
            <a:endParaRPr lang="en-US" dirty="0"/>
          </a:p>
          <a:p>
            <a:pPr lvl="0"/>
            <a:endParaRPr lang="en-US" dirty="0"/>
          </a:p>
          <a:p>
            <a:pPr lvl="0"/>
            <a:endParaRPr lang="en-US" dirty="0"/>
          </a:p>
          <a:p>
            <a:pPr lvl="0"/>
            <a:endParaRPr lang="en-US" dirty="0"/>
          </a:p>
          <a:p>
            <a:pPr lvl="0"/>
            <a:endParaRPr lang="en-US" dirty="0"/>
          </a:p>
          <a:p>
            <a:pPr lvl="0"/>
            <a:endParaRPr lang="en-US" dirty="0"/>
          </a:p>
          <a:p>
            <a:pPr lvl="0"/>
            <a:endParaRPr lang="en-US" dirty="0"/>
          </a:p>
          <a:p>
            <a:pPr lvl="0"/>
            <a:endParaRPr lang="en-US" dirty="0"/>
          </a:p>
          <a:p>
            <a:pPr lvl="0"/>
            <a:endParaRPr lang="en-US" dirty="0"/>
          </a:p>
          <a:p>
            <a:pPr lvl="0"/>
            <a:endParaRPr lang="en-US" dirty="0"/>
          </a:p>
          <a:p>
            <a:pPr lvl="0"/>
            <a:endParaRPr lang="en-US" dirty="0"/>
          </a:p>
          <a:p>
            <a:pPr lvl="0"/>
            <a:endParaRPr lang="en-US" dirty="0"/>
          </a:p>
          <a:p>
            <a:pPr lvl="0"/>
            <a:endParaRPr lang="en-US" dirty="0"/>
          </a:p>
          <a:p>
            <a:pPr lvl="0"/>
            <a:endParaRPr lang="en-US" dirty="0"/>
          </a:p>
          <a:p>
            <a:pPr lvl="0"/>
            <a:endParaRPr lang="en-US" dirty="0"/>
          </a:p>
          <a:p>
            <a:pPr lvl="0"/>
            <a:endParaRPr lang="en-US" dirty="0"/>
          </a:p>
          <a:p>
            <a:pPr lvl="0"/>
            <a:endParaRPr lang="en-US" dirty="0"/>
          </a:p>
        </p:txBody>
      </p:sp>
      <p:sp>
        <p:nvSpPr>
          <p:cNvPr id="11" name="Text Placeholder 5">
            <a:extLst>
              <a:ext uri="{FF2B5EF4-FFF2-40B4-BE49-F238E27FC236}">
                <a16:creationId xmlns:a16="http://schemas.microsoft.com/office/drawing/2014/main" id="{FD16F9F0-2F6A-4A5C-9862-9C1B7C28E084}"/>
              </a:ext>
            </a:extLst>
          </p:cNvPr>
          <p:cNvSpPr>
            <a:spLocks noGrp="1"/>
          </p:cNvSpPr>
          <p:nvPr>
            <p:ph type="body" sz="quarter" idx="22" hasCustomPrompt="1"/>
          </p:nvPr>
        </p:nvSpPr>
        <p:spPr>
          <a:xfrm>
            <a:off x="6122680" y="1536487"/>
            <a:ext cx="5259470" cy="334844"/>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4" name="Table Placeholder 3">
            <a:extLst>
              <a:ext uri="{FF2B5EF4-FFF2-40B4-BE49-F238E27FC236}">
                <a16:creationId xmlns:a16="http://schemas.microsoft.com/office/drawing/2014/main" id="{0E11B547-DCBC-47EE-ADDA-185E1B56A831}"/>
              </a:ext>
            </a:extLst>
          </p:cNvPr>
          <p:cNvSpPr>
            <a:spLocks noGrp="1"/>
          </p:cNvSpPr>
          <p:nvPr>
            <p:ph type="tbl" sz="quarter" idx="23"/>
          </p:nvPr>
        </p:nvSpPr>
        <p:spPr>
          <a:xfrm>
            <a:off x="704766" y="3501657"/>
            <a:ext cx="5362882" cy="2147777"/>
          </a:xfrm>
        </p:spPr>
        <p:txBody>
          <a:bodyPr/>
          <a:lstStyle/>
          <a:p>
            <a:endParaRPr lang="en-US"/>
          </a:p>
        </p:txBody>
      </p:sp>
    </p:spTree>
    <p:extLst>
      <p:ext uri="{BB962C8B-B14F-4D97-AF65-F5344CB8AC3E}">
        <p14:creationId xmlns:p14="http://schemas.microsoft.com/office/powerpoint/2010/main" val="1583084650"/>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Two Sections Two Columns and Two Images">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a:t>Click to edit Master title style</a:t>
            </a:r>
          </a:p>
        </p:txBody>
      </p:sp>
      <p:sp>
        <p:nvSpPr>
          <p:cNvPr id="10" name="Text Placeholder 9"/>
          <p:cNvSpPr>
            <a:spLocks noGrp="1"/>
          </p:cNvSpPr>
          <p:nvPr>
            <p:ph type="body" sz="quarter" idx="11" hasCustomPrompt="1"/>
          </p:nvPr>
        </p:nvSpPr>
        <p:spPr>
          <a:xfrm>
            <a:off x="830893" y="1972220"/>
            <a:ext cx="5212080" cy="1693263"/>
          </a:xfrm>
        </p:spPr>
        <p:txBody>
          <a:bodyPr/>
          <a:lstStyle>
            <a:lvl1pPr marL="0" marR="0" indent="0" algn="l" defTabSz="914400" rtl="0" eaLnBrk="0" fontAlgn="base" latinLnBrk="0" hangingPunct="0">
              <a:lnSpc>
                <a:spcPct val="100000"/>
              </a:lnSpc>
              <a:spcBef>
                <a:spcPct val="0"/>
              </a:spcBef>
              <a:spcAft>
                <a:spcPct val="0"/>
              </a:spcAft>
              <a:buClrTx/>
              <a:buSzTx/>
              <a:buFontTx/>
              <a:buNone/>
              <a:tabLst/>
              <a:defRPr sz="1800">
                <a:solidFill>
                  <a:srgbClr val="006298"/>
                </a:solidFill>
                <a:latin typeface="Arial" panose="020B0604020202020204" pitchFamily="34" charset="0"/>
                <a:cs typeface="Arial" panose="020B0604020202020204" pitchFamily="34" charset="0"/>
              </a:defRPr>
            </a:lvl1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Click to add caption to accompany content. Lorem ipsum dolor sit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amet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consectetur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adipiscing</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elit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sed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do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eiusmod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tempor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incididunt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ut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labore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dolore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magna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aliqua</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Viverra</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vitae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congue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eu</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consequat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ac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felis</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donec</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a:t>
            </a:r>
          </a:p>
        </p:txBody>
      </p:sp>
      <p:sp>
        <p:nvSpPr>
          <p:cNvPr id="6" name="Picture Placeholder 5"/>
          <p:cNvSpPr>
            <a:spLocks noGrp="1"/>
          </p:cNvSpPr>
          <p:nvPr>
            <p:ph type="pic" sz="quarter" idx="10"/>
          </p:nvPr>
        </p:nvSpPr>
        <p:spPr>
          <a:xfrm>
            <a:off x="6124352" y="3728545"/>
            <a:ext cx="5212080" cy="2215055"/>
          </a:xfrm>
        </p:spPr>
        <p:txBody>
          <a:bodyPr/>
          <a:lstStyle/>
          <a:p>
            <a:r>
              <a:rPr lang="en-US" dirty="0"/>
              <a:t>Click icon to add picture</a:t>
            </a:r>
          </a:p>
        </p:txBody>
      </p:sp>
      <p:sp>
        <p:nvSpPr>
          <p:cNvPr id="8" name="Text Placeholder 9">
            <a:extLst>
              <a:ext uri="{FF2B5EF4-FFF2-40B4-BE49-F238E27FC236}">
                <a16:creationId xmlns:a16="http://schemas.microsoft.com/office/drawing/2014/main" id="{10FB200A-F692-41F0-90CC-375B18C05D31}"/>
              </a:ext>
            </a:extLst>
          </p:cNvPr>
          <p:cNvSpPr>
            <a:spLocks noGrp="1"/>
          </p:cNvSpPr>
          <p:nvPr>
            <p:ph type="body" sz="quarter" idx="12" hasCustomPrompt="1"/>
          </p:nvPr>
        </p:nvSpPr>
        <p:spPr>
          <a:xfrm>
            <a:off x="6124352" y="1972220"/>
            <a:ext cx="5212080" cy="1693263"/>
          </a:xfrm>
        </p:spPr>
        <p:txBody>
          <a:bodyPr/>
          <a:lstStyle>
            <a:lvl1pPr marL="0" marR="0" indent="0" algn="l" defTabSz="914400" rtl="0" eaLnBrk="0" fontAlgn="base" latinLnBrk="0" hangingPunct="0">
              <a:lnSpc>
                <a:spcPct val="100000"/>
              </a:lnSpc>
              <a:spcBef>
                <a:spcPct val="0"/>
              </a:spcBef>
              <a:spcAft>
                <a:spcPct val="0"/>
              </a:spcAft>
              <a:buClrTx/>
              <a:buSzTx/>
              <a:buFontTx/>
              <a:buNone/>
              <a:tabLst/>
              <a:defRPr sz="1800">
                <a:solidFill>
                  <a:srgbClr val="006298"/>
                </a:solidFill>
                <a:latin typeface="Arial" panose="020B0604020202020204" pitchFamily="34" charset="0"/>
                <a:cs typeface="Arial" panose="020B0604020202020204" pitchFamily="34" charset="0"/>
              </a:defRPr>
            </a:lvl1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Click to add caption to accompany content. Lorem ipsum dolor sit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amet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consectetur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adipiscing</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elit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sed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do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eiusmod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tempor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incididunt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ut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labore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dolore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magna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aliqua</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Viverra</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vitae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congue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eu</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consequat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ac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felis</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donec</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a:t>
            </a:r>
          </a:p>
        </p:txBody>
      </p:sp>
      <p:sp>
        <p:nvSpPr>
          <p:cNvPr id="7" name="Footer">
            <a:extLst>
              <a:ext uri="{FF2B5EF4-FFF2-40B4-BE49-F238E27FC236}">
                <a16:creationId xmlns:a16="http://schemas.microsoft.com/office/drawing/2014/main" id="{A474DE8B-2827-4A7C-9B2C-FEC71A002342}"/>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
        <p:nvSpPr>
          <p:cNvPr id="9" name="Text Placeholder 5">
            <a:extLst>
              <a:ext uri="{FF2B5EF4-FFF2-40B4-BE49-F238E27FC236}">
                <a16:creationId xmlns:a16="http://schemas.microsoft.com/office/drawing/2014/main" id="{0F2BA215-4436-45C0-A4AD-325A0A9D08CA}"/>
              </a:ext>
            </a:extLst>
          </p:cNvPr>
          <p:cNvSpPr>
            <a:spLocks noGrp="1"/>
          </p:cNvSpPr>
          <p:nvPr>
            <p:ph type="body" sz="quarter" idx="21" hasCustomPrompt="1"/>
          </p:nvPr>
        </p:nvSpPr>
        <p:spPr>
          <a:xfrm>
            <a:off x="838200" y="1536488"/>
            <a:ext cx="5204773" cy="334844"/>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marL="0" marR="0" lvl="0" indent="0" algn="l" defTabSz="914400" rtl="0" eaLnBrk="1" fontAlgn="base" latinLnBrk="0" hangingPunct="1">
              <a:lnSpc>
                <a:spcPct val="90000"/>
              </a:lnSpc>
              <a:spcBef>
                <a:spcPts val="1000"/>
              </a:spcBef>
              <a:spcAft>
                <a:spcPct val="0"/>
              </a:spcAft>
              <a:buClrTx/>
              <a:buSzTx/>
              <a:buFont typeface="Arial" charset="0"/>
              <a:buNone/>
              <a:tabLst/>
              <a:defRPr/>
            </a:pPr>
            <a:r>
              <a:rPr lang="en-US" dirty="0"/>
              <a:t>Section Header</a:t>
            </a:r>
          </a:p>
          <a:p>
            <a:pPr lvl="0"/>
            <a:endParaRPr lang="en-US" dirty="0"/>
          </a:p>
          <a:p>
            <a:pPr lvl="0"/>
            <a:endParaRPr lang="en-US" dirty="0"/>
          </a:p>
          <a:p>
            <a:pPr lvl="0"/>
            <a:endParaRPr lang="en-US" dirty="0"/>
          </a:p>
          <a:p>
            <a:pPr lvl="0"/>
            <a:endParaRPr lang="en-US" dirty="0"/>
          </a:p>
          <a:p>
            <a:pPr lvl="0"/>
            <a:endParaRPr lang="en-US" dirty="0"/>
          </a:p>
          <a:p>
            <a:pPr lvl="0"/>
            <a:endParaRPr lang="en-US" dirty="0"/>
          </a:p>
          <a:p>
            <a:pPr lvl="0"/>
            <a:endParaRPr lang="en-US" dirty="0"/>
          </a:p>
          <a:p>
            <a:pPr lvl="0"/>
            <a:endParaRPr lang="en-US" dirty="0"/>
          </a:p>
          <a:p>
            <a:pPr lvl="0"/>
            <a:endParaRPr lang="en-US" dirty="0"/>
          </a:p>
          <a:p>
            <a:pPr lvl="0"/>
            <a:endParaRPr lang="en-US" dirty="0"/>
          </a:p>
          <a:p>
            <a:pPr lvl="0"/>
            <a:endParaRPr lang="en-US" dirty="0"/>
          </a:p>
          <a:p>
            <a:pPr lvl="0"/>
            <a:endParaRPr lang="en-US" dirty="0"/>
          </a:p>
          <a:p>
            <a:pPr lvl="0"/>
            <a:endParaRPr lang="en-US" dirty="0"/>
          </a:p>
          <a:p>
            <a:pPr lvl="0"/>
            <a:endParaRPr lang="en-US" dirty="0"/>
          </a:p>
          <a:p>
            <a:pPr lvl="0"/>
            <a:endParaRPr lang="en-US" dirty="0"/>
          </a:p>
          <a:p>
            <a:pPr lvl="0"/>
            <a:endParaRPr lang="en-US" dirty="0"/>
          </a:p>
          <a:p>
            <a:pPr lvl="0"/>
            <a:endParaRPr lang="en-US" dirty="0"/>
          </a:p>
          <a:p>
            <a:pPr lvl="0"/>
            <a:endParaRPr lang="en-US" dirty="0"/>
          </a:p>
          <a:p>
            <a:pPr lvl="0"/>
            <a:endParaRPr lang="en-US" dirty="0"/>
          </a:p>
          <a:p>
            <a:pPr lvl="0"/>
            <a:endParaRPr lang="en-US" dirty="0"/>
          </a:p>
          <a:p>
            <a:pPr lvl="0"/>
            <a:endParaRPr lang="en-US" dirty="0"/>
          </a:p>
          <a:p>
            <a:pPr lvl="0"/>
            <a:endParaRPr lang="en-US" dirty="0"/>
          </a:p>
          <a:p>
            <a:pPr lvl="0"/>
            <a:endParaRPr lang="en-US" dirty="0"/>
          </a:p>
          <a:p>
            <a:pPr lvl="0"/>
            <a:endParaRPr lang="en-US" dirty="0"/>
          </a:p>
        </p:txBody>
      </p:sp>
      <p:sp>
        <p:nvSpPr>
          <p:cNvPr id="11" name="Text Placeholder 5">
            <a:extLst>
              <a:ext uri="{FF2B5EF4-FFF2-40B4-BE49-F238E27FC236}">
                <a16:creationId xmlns:a16="http://schemas.microsoft.com/office/drawing/2014/main" id="{FD16F9F0-2F6A-4A5C-9862-9C1B7C28E084}"/>
              </a:ext>
            </a:extLst>
          </p:cNvPr>
          <p:cNvSpPr>
            <a:spLocks noGrp="1"/>
          </p:cNvSpPr>
          <p:nvPr>
            <p:ph type="body" sz="quarter" idx="22" hasCustomPrompt="1"/>
          </p:nvPr>
        </p:nvSpPr>
        <p:spPr>
          <a:xfrm>
            <a:off x="6124352" y="1536487"/>
            <a:ext cx="5229448" cy="334844"/>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12" name="Picture Placeholder 5">
            <a:extLst>
              <a:ext uri="{FF2B5EF4-FFF2-40B4-BE49-F238E27FC236}">
                <a16:creationId xmlns:a16="http://schemas.microsoft.com/office/drawing/2014/main" id="{8E149885-95F1-5549-F19E-AFD2164B0405}"/>
              </a:ext>
            </a:extLst>
          </p:cNvPr>
          <p:cNvSpPr>
            <a:spLocks noGrp="1"/>
          </p:cNvSpPr>
          <p:nvPr>
            <p:ph type="pic" sz="quarter" idx="23"/>
          </p:nvPr>
        </p:nvSpPr>
        <p:spPr>
          <a:xfrm>
            <a:off x="830893" y="3728545"/>
            <a:ext cx="5212080" cy="2215054"/>
          </a:xfrm>
        </p:spPr>
        <p:txBody>
          <a:bodyPr/>
          <a:lstStyle/>
          <a:p>
            <a:r>
              <a:rPr lang="en-US" dirty="0"/>
              <a:t>Click icon to add picture</a:t>
            </a:r>
          </a:p>
        </p:txBody>
      </p:sp>
    </p:spTree>
    <p:extLst>
      <p:ext uri="{BB962C8B-B14F-4D97-AF65-F5344CB8AC3E}">
        <p14:creationId xmlns:p14="http://schemas.microsoft.com/office/powerpoint/2010/main" val="3665849734"/>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1_Section with Image">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a:t>Click to edit Master title style</a:t>
            </a:r>
          </a:p>
        </p:txBody>
      </p:sp>
      <p:sp>
        <p:nvSpPr>
          <p:cNvPr id="9" name="Text Placeholder 5">
            <a:extLst>
              <a:ext uri="{FF2B5EF4-FFF2-40B4-BE49-F238E27FC236}">
                <a16:creationId xmlns:a16="http://schemas.microsoft.com/office/drawing/2014/main" id="{1FE18D74-90FB-411F-A23D-20EDFF682D2E}"/>
              </a:ext>
            </a:extLst>
          </p:cNvPr>
          <p:cNvSpPr>
            <a:spLocks noGrp="1"/>
          </p:cNvSpPr>
          <p:nvPr>
            <p:ph type="body" sz="quarter" idx="15" hasCustomPrompt="1"/>
          </p:nvPr>
        </p:nvSpPr>
        <p:spPr>
          <a:xfrm>
            <a:off x="743574" y="1535854"/>
            <a:ext cx="10711543" cy="348047"/>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6" name="Picture Placeholder 5"/>
          <p:cNvSpPr>
            <a:spLocks noGrp="1"/>
          </p:cNvSpPr>
          <p:nvPr>
            <p:ph type="pic" sz="quarter" idx="10"/>
          </p:nvPr>
        </p:nvSpPr>
        <p:spPr>
          <a:xfrm>
            <a:off x="733117" y="1987827"/>
            <a:ext cx="10721999" cy="3890994"/>
          </a:xfrm>
        </p:spPr>
        <p:txBody>
          <a:bodyPr/>
          <a:lstStyle/>
          <a:p>
            <a:r>
              <a:rPr lang="en-US" dirty="0"/>
              <a:t>Click icon to </a:t>
            </a:r>
            <a:r>
              <a:rPr lang="en-US"/>
              <a:t>add picture</a:t>
            </a:r>
            <a:endParaRPr lang="en-US" dirty="0"/>
          </a:p>
        </p:txBody>
      </p:sp>
      <p:sp>
        <p:nvSpPr>
          <p:cNvPr id="7" name="Footer">
            <a:extLst>
              <a:ext uri="{FF2B5EF4-FFF2-40B4-BE49-F238E27FC236}">
                <a16:creationId xmlns:a16="http://schemas.microsoft.com/office/drawing/2014/main" id="{A474DE8B-2827-4A7C-9B2C-FEC71A002342}"/>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Tree>
    <p:extLst>
      <p:ext uri="{BB962C8B-B14F-4D97-AF65-F5344CB8AC3E}">
        <p14:creationId xmlns:p14="http://schemas.microsoft.com/office/powerpoint/2010/main" val="179021732"/>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1_Section with Image and Caption">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a:t>Click to edit Master title style</a:t>
            </a:r>
          </a:p>
        </p:txBody>
      </p:sp>
      <p:sp>
        <p:nvSpPr>
          <p:cNvPr id="9" name="Text Placeholder 5">
            <a:extLst>
              <a:ext uri="{FF2B5EF4-FFF2-40B4-BE49-F238E27FC236}">
                <a16:creationId xmlns:a16="http://schemas.microsoft.com/office/drawing/2014/main" id="{1FE18D74-90FB-411F-A23D-20EDFF682D2E}"/>
              </a:ext>
            </a:extLst>
          </p:cNvPr>
          <p:cNvSpPr>
            <a:spLocks noGrp="1"/>
          </p:cNvSpPr>
          <p:nvPr>
            <p:ph type="body" sz="quarter" idx="15" hasCustomPrompt="1"/>
          </p:nvPr>
        </p:nvSpPr>
        <p:spPr>
          <a:xfrm>
            <a:off x="743574" y="1535854"/>
            <a:ext cx="10711543" cy="348047"/>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6" name="Picture Placeholder 5"/>
          <p:cNvSpPr>
            <a:spLocks noGrp="1"/>
          </p:cNvSpPr>
          <p:nvPr>
            <p:ph type="pic" sz="quarter" idx="10"/>
          </p:nvPr>
        </p:nvSpPr>
        <p:spPr>
          <a:xfrm>
            <a:off x="733118" y="1987827"/>
            <a:ext cx="6477000" cy="3890994"/>
          </a:xfrm>
        </p:spPr>
        <p:txBody>
          <a:bodyPr/>
          <a:lstStyle/>
          <a:p>
            <a:r>
              <a:rPr lang="en-US" dirty="0"/>
              <a:t>Click icon to </a:t>
            </a:r>
            <a:r>
              <a:rPr lang="en-US"/>
              <a:t>add picture</a:t>
            </a:r>
            <a:endParaRPr lang="en-US" dirty="0"/>
          </a:p>
        </p:txBody>
      </p:sp>
      <p:sp>
        <p:nvSpPr>
          <p:cNvPr id="10" name="Text Placeholder 9"/>
          <p:cNvSpPr>
            <a:spLocks noGrp="1"/>
          </p:cNvSpPr>
          <p:nvPr>
            <p:ph type="body" sz="quarter" idx="11" hasCustomPrompt="1"/>
          </p:nvPr>
        </p:nvSpPr>
        <p:spPr>
          <a:xfrm>
            <a:off x="7401339" y="1987827"/>
            <a:ext cx="4054039" cy="3890993"/>
          </a:xfrm>
        </p:spPr>
        <p:txBody>
          <a:bodyPr/>
          <a:lstStyle>
            <a:lvl1pPr marL="0" marR="0" indent="0" algn="l" defTabSz="914400" rtl="0" eaLnBrk="0" fontAlgn="base" latinLnBrk="0" hangingPunct="0">
              <a:lnSpc>
                <a:spcPct val="100000"/>
              </a:lnSpc>
              <a:spcBef>
                <a:spcPct val="0"/>
              </a:spcBef>
              <a:spcAft>
                <a:spcPct val="0"/>
              </a:spcAft>
              <a:buClrTx/>
              <a:buSzTx/>
              <a:buFontTx/>
              <a:buNone/>
              <a:tabLst/>
              <a:defRPr sz="1800">
                <a:solidFill>
                  <a:srgbClr val="006298"/>
                </a:solidFill>
                <a:latin typeface="Arial" panose="020B0604020202020204" pitchFamily="34" charset="0"/>
                <a:cs typeface="Arial" panose="020B0604020202020204" pitchFamily="34" charset="0"/>
              </a:defRPr>
            </a:lvl1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Click to add caption to accompany content. Lorem ipsum dolor sit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amet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consectetur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adipiscing</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elit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sed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do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eiusmod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tempor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incididunt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ut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labore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dolore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magna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aliqua</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Viverra</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vitae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congue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eu</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consequat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ac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felis</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donec</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a:t>
            </a:r>
          </a:p>
        </p:txBody>
      </p:sp>
      <p:sp>
        <p:nvSpPr>
          <p:cNvPr id="7" name="Footer">
            <a:extLst>
              <a:ext uri="{FF2B5EF4-FFF2-40B4-BE49-F238E27FC236}">
                <a16:creationId xmlns:a16="http://schemas.microsoft.com/office/drawing/2014/main" id="{A474DE8B-2827-4A7C-9B2C-FEC71A002342}"/>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Tree>
    <p:extLst>
      <p:ext uri="{BB962C8B-B14F-4D97-AF65-F5344CB8AC3E}">
        <p14:creationId xmlns:p14="http://schemas.microsoft.com/office/powerpoint/2010/main" val="3828578000"/>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Image with side-by-side Captions">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Click to edit Master title style</a:t>
            </a:r>
          </a:p>
        </p:txBody>
      </p:sp>
      <p:sp>
        <p:nvSpPr>
          <p:cNvPr id="6" name="Picture Placeholder 5"/>
          <p:cNvSpPr>
            <a:spLocks noGrp="1"/>
          </p:cNvSpPr>
          <p:nvPr>
            <p:ph type="pic" sz="quarter" idx="10"/>
          </p:nvPr>
        </p:nvSpPr>
        <p:spPr>
          <a:xfrm>
            <a:off x="733118" y="1987827"/>
            <a:ext cx="10725764" cy="1561285"/>
          </a:xfrm>
        </p:spPr>
        <p:txBody>
          <a:bodyPr/>
          <a:lstStyle/>
          <a:p>
            <a:r>
              <a:rPr lang="en-US" dirty="0"/>
              <a:t>Click icon to </a:t>
            </a:r>
            <a:r>
              <a:rPr lang="en-US"/>
              <a:t>add picture</a:t>
            </a:r>
            <a:endParaRPr lang="en-US" dirty="0"/>
          </a:p>
        </p:txBody>
      </p:sp>
      <p:sp>
        <p:nvSpPr>
          <p:cNvPr id="10" name="Text Placeholder 9"/>
          <p:cNvSpPr>
            <a:spLocks noGrp="1"/>
          </p:cNvSpPr>
          <p:nvPr>
            <p:ph type="body" sz="quarter" idx="11" hasCustomPrompt="1"/>
          </p:nvPr>
        </p:nvSpPr>
        <p:spPr>
          <a:xfrm>
            <a:off x="733118" y="3735092"/>
            <a:ext cx="5303472" cy="1836549"/>
          </a:xfrm>
        </p:spPr>
        <p:txBody>
          <a:bodyPr/>
          <a:lstStyle>
            <a:lvl1pPr marL="0" marR="0" indent="0" algn="l" defTabSz="914400" rtl="0" eaLnBrk="0" fontAlgn="base" latinLnBrk="0" hangingPunct="0">
              <a:lnSpc>
                <a:spcPct val="100000"/>
              </a:lnSpc>
              <a:spcBef>
                <a:spcPct val="0"/>
              </a:spcBef>
              <a:spcAft>
                <a:spcPct val="0"/>
              </a:spcAft>
              <a:buClrTx/>
              <a:buSzTx/>
              <a:buFontTx/>
              <a:buNone/>
              <a:tabLst/>
              <a:defRPr sz="1800">
                <a:solidFill>
                  <a:srgbClr val="006298"/>
                </a:solidFill>
                <a:latin typeface="Arial" panose="020B0604020202020204" pitchFamily="34" charset="0"/>
                <a:cs typeface="Arial" panose="020B0604020202020204" pitchFamily="34" charset="0"/>
              </a:defRPr>
            </a:lvl1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Click to add caption to accompany content. Lorem ipsum dolor sit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amet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consectetur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adipiscing</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elit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sed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do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eiusmod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tempor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incididunt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ut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labore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dolore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magna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aliqua</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Viverra</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vitae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congue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eu</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consequat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ac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felis</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donec</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a:t>
            </a:r>
          </a:p>
        </p:txBody>
      </p:sp>
      <p:sp>
        <p:nvSpPr>
          <p:cNvPr id="8" name="Text Placeholder 9">
            <a:extLst>
              <a:ext uri="{FF2B5EF4-FFF2-40B4-BE49-F238E27FC236}">
                <a16:creationId xmlns:a16="http://schemas.microsoft.com/office/drawing/2014/main" id="{ABACDB79-AB3E-4609-A9BA-27CEE73B6C86}"/>
              </a:ext>
            </a:extLst>
          </p:cNvPr>
          <p:cNvSpPr>
            <a:spLocks noGrp="1"/>
          </p:cNvSpPr>
          <p:nvPr>
            <p:ph type="body" sz="quarter" idx="12" hasCustomPrompt="1"/>
          </p:nvPr>
        </p:nvSpPr>
        <p:spPr>
          <a:xfrm>
            <a:off x="6155410" y="3735091"/>
            <a:ext cx="5303472" cy="1836549"/>
          </a:xfrm>
        </p:spPr>
        <p:txBody>
          <a:bodyPr/>
          <a:lstStyle>
            <a:lvl1pPr marL="0" marR="0" indent="0" algn="l" defTabSz="914400" rtl="0" eaLnBrk="0" fontAlgn="base" latinLnBrk="0" hangingPunct="0">
              <a:lnSpc>
                <a:spcPct val="100000"/>
              </a:lnSpc>
              <a:spcBef>
                <a:spcPct val="0"/>
              </a:spcBef>
              <a:spcAft>
                <a:spcPct val="0"/>
              </a:spcAft>
              <a:buClrTx/>
              <a:buSzTx/>
              <a:buFontTx/>
              <a:buNone/>
              <a:tabLst/>
              <a:defRPr sz="1800">
                <a:solidFill>
                  <a:srgbClr val="006298"/>
                </a:solidFill>
                <a:latin typeface="Arial" panose="020B0604020202020204" pitchFamily="34" charset="0"/>
                <a:cs typeface="Arial" panose="020B0604020202020204" pitchFamily="34" charset="0"/>
              </a:defRPr>
            </a:lvl1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Click to add caption to accompany content. Lorem ipsum dolor sit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amet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consectetur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adipiscing</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elit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sed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do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eiusmod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tempor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incididunt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ut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labore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dolore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magna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aliqua</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Viverra</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vitae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congue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eu</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consequat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ac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felis</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donec</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a:t>
            </a:r>
          </a:p>
        </p:txBody>
      </p:sp>
      <p:sp>
        <p:nvSpPr>
          <p:cNvPr id="7" name="Footer">
            <a:extLst>
              <a:ext uri="{FF2B5EF4-FFF2-40B4-BE49-F238E27FC236}">
                <a16:creationId xmlns:a16="http://schemas.microsoft.com/office/drawing/2014/main" id="{A474DE8B-2827-4A7C-9B2C-FEC71A002342}"/>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Tree>
    <p:extLst>
      <p:ext uri="{BB962C8B-B14F-4D97-AF65-F5344CB8AC3E}">
        <p14:creationId xmlns:p14="http://schemas.microsoft.com/office/powerpoint/2010/main" val="3297642163"/>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Two Sections with Images and Bottom Caption">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a:t>Click to edit Master title style</a:t>
            </a:r>
          </a:p>
        </p:txBody>
      </p:sp>
      <p:sp>
        <p:nvSpPr>
          <p:cNvPr id="9" name="Text Placeholder 5">
            <a:extLst>
              <a:ext uri="{FF2B5EF4-FFF2-40B4-BE49-F238E27FC236}">
                <a16:creationId xmlns:a16="http://schemas.microsoft.com/office/drawing/2014/main" id="{1FE18D74-90FB-411F-A23D-20EDFF682D2E}"/>
              </a:ext>
            </a:extLst>
          </p:cNvPr>
          <p:cNvSpPr>
            <a:spLocks noGrp="1"/>
          </p:cNvSpPr>
          <p:nvPr>
            <p:ph type="body" sz="quarter" idx="15" hasCustomPrompt="1"/>
          </p:nvPr>
        </p:nvSpPr>
        <p:spPr>
          <a:xfrm>
            <a:off x="743575" y="1427368"/>
            <a:ext cx="5242697" cy="348047"/>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6" name="Picture Placeholder 5"/>
          <p:cNvSpPr>
            <a:spLocks noGrp="1"/>
          </p:cNvSpPr>
          <p:nvPr>
            <p:ph type="pic" sz="quarter" idx="10"/>
          </p:nvPr>
        </p:nvSpPr>
        <p:spPr>
          <a:xfrm>
            <a:off x="733117" y="1879341"/>
            <a:ext cx="5253155" cy="2925134"/>
          </a:xfrm>
        </p:spPr>
        <p:txBody>
          <a:bodyPr/>
          <a:lstStyle/>
          <a:p>
            <a:r>
              <a:rPr lang="en-US" dirty="0"/>
              <a:t>Click icon to </a:t>
            </a:r>
            <a:r>
              <a:rPr lang="en-US"/>
              <a:t>add picture</a:t>
            </a:r>
            <a:endParaRPr lang="en-US" dirty="0"/>
          </a:p>
        </p:txBody>
      </p:sp>
      <p:sp>
        <p:nvSpPr>
          <p:cNvPr id="11" name="Text Placeholder 5">
            <a:extLst>
              <a:ext uri="{FF2B5EF4-FFF2-40B4-BE49-F238E27FC236}">
                <a16:creationId xmlns:a16="http://schemas.microsoft.com/office/drawing/2014/main" id="{60F0504B-3865-4CC8-A076-812C6EF4B4E8}"/>
              </a:ext>
            </a:extLst>
          </p:cNvPr>
          <p:cNvSpPr>
            <a:spLocks noGrp="1"/>
          </p:cNvSpPr>
          <p:nvPr>
            <p:ph type="body" sz="quarter" idx="17" hasCustomPrompt="1"/>
          </p:nvPr>
        </p:nvSpPr>
        <p:spPr>
          <a:xfrm>
            <a:off x="6096001" y="1427368"/>
            <a:ext cx="5257800" cy="348047"/>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8" name="Picture Placeholder 5">
            <a:extLst>
              <a:ext uri="{FF2B5EF4-FFF2-40B4-BE49-F238E27FC236}">
                <a16:creationId xmlns:a16="http://schemas.microsoft.com/office/drawing/2014/main" id="{E17D136E-4F7D-46BF-AE52-D49824D479CD}"/>
              </a:ext>
            </a:extLst>
          </p:cNvPr>
          <p:cNvSpPr>
            <a:spLocks noGrp="1"/>
          </p:cNvSpPr>
          <p:nvPr>
            <p:ph type="pic" sz="quarter" idx="16"/>
          </p:nvPr>
        </p:nvSpPr>
        <p:spPr>
          <a:xfrm>
            <a:off x="6096001" y="1879341"/>
            <a:ext cx="5257799" cy="2925134"/>
          </a:xfrm>
        </p:spPr>
        <p:txBody>
          <a:bodyPr/>
          <a:lstStyle/>
          <a:p>
            <a:r>
              <a:rPr lang="en-US" dirty="0"/>
              <a:t>Click icon to </a:t>
            </a:r>
            <a:r>
              <a:rPr lang="en-US"/>
              <a:t>add picture</a:t>
            </a:r>
            <a:endParaRPr lang="en-US" dirty="0"/>
          </a:p>
        </p:txBody>
      </p:sp>
      <p:sp>
        <p:nvSpPr>
          <p:cNvPr id="10" name="Text Placeholder 9"/>
          <p:cNvSpPr>
            <a:spLocks noGrp="1"/>
          </p:cNvSpPr>
          <p:nvPr>
            <p:ph type="body" sz="quarter" idx="11" hasCustomPrompt="1"/>
          </p:nvPr>
        </p:nvSpPr>
        <p:spPr>
          <a:xfrm>
            <a:off x="733119" y="4928460"/>
            <a:ext cx="10722260" cy="852407"/>
          </a:xfrm>
        </p:spPr>
        <p:txBody>
          <a:bodyPr/>
          <a:lstStyle>
            <a:lvl1pPr marL="0" marR="0" indent="0" algn="l" defTabSz="914400" rtl="0" eaLnBrk="0" fontAlgn="base" latinLnBrk="0" hangingPunct="0">
              <a:lnSpc>
                <a:spcPct val="100000"/>
              </a:lnSpc>
              <a:spcBef>
                <a:spcPct val="0"/>
              </a:spcBef>
              <a:spcAft>
                <a:spcPct val="0"/>
              </a:spcAft>
              <a:buClrTx/>
              <a:buSzTx/>
              <a:buFontTx/>
              <a:buNone/>
              <a:tabLst/>
              <a:defRPr sz="1800">
                <a:solidFill>
                  <a:srgbClr val="006298"/>
                </a:solidFill>
                <a:latin typeface="Arial" panose="020B0604020202020204" pitchFamily="34" charset="0"/>
                <a:cs typeface="Arial" panose="020B0604020202020204" pitchFamily="34" charset="0"/>
              </a:defRPr>
            </a:lvl1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Click to add caption to accompany content. Lorem ipsum dolor sit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amet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consectetur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adipiscing</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elit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sed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do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eiusmod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tempor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incididunt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ut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labore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dolore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magna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aliqua</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Viverra</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vitae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congue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eu</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consequat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ac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felis</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donec</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a:t>
            </a:r>
          </a:p>
        </p:txBody>
      </p:sp>
      <p:sp>
        <p:nvSpPr>
          <p:cNvPr id="7" name="Footer">
            <a:extLst>
              <a:ext uri="{FF2B5EF4-FFF2-40B4-BE49-F238E27FC236}">
                <a16:creationId xmlns:a16="http://schemas.microsoft.com/office/drawing/2014/main" id="{A474DE8B-2827-4A7C-9B2C-FEC71A002342}"/>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Tree>
    <p:extLst>
      <p:ext uri="{BB962C8B-B14F-4D97-AF65-F5344CB8AC3E}">
        <p14:creationId xmlns:p14="http://schemas.microsoft.com/office/powerpoint/2010/main" val="3065349147"/>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Two Sections, two Images and Two Bottom Captions">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a:t>Click to edit Master title style</a:t>
            </a:r>
          </a:p>
        </p:txBody>
      </p:sp>
      <p:sp>
        <p:nvSpPr>
          <p:cNvPr id="9" name="Text Placeholder 5">
            <a:extLst>
              <a:ext uri="{FF2B5EF4-FFF2-40B4-BE49-F238E27FC236}">
                <a16:creationId xmlns:a16="http://schemas.microsoft.com/office/drawing/2014/main" id="{1FE18D74-90FB-411F-A23D-20EDFF682D2E}"/>
              </a:ext>
            </a:extLst>
          </p:cNvPr>
          <p:cNvSpPr>
            <a:spLocks noGrp="1"/>
          </p:cNvSpPr>
          <p:nvPr>
            <p:ph type="body" sz="quarter" idx="15" hasCustomPrompt="1"/>
          </p:nvPr>
        </p:nvSpPr>
        <p:spPr>
          <a:xfrm>
            <a:off x="743575" y="1427368"/>
            <a:ext cx="5242697" cy="348047"/>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6" name="Picture Placeholder 5"/>
          <p:cNvSpPr>
            <a:spLocks noGrp="1"/>
          </p:cNvSpPr>
          <p:nvPr>
            <p:ph type="pic" sz="quarter" idx="10"/>
          </p:nvPr>
        </p:nvSpPr>
        <p:spPr>
          <a:xfrm>
            <a:off x="733117" y="1879341"/>
            <a:ext cx="5253155" cy="2925134"/>
          </a:xfrm>
        </p:spPr>
        <p:txBody>
          <a:bodyPr/>
          <a:lstStyle/>
          <a:p>
            <a:r>
              <a:rPr lang="en-US" dirty="0"/>
              <a:t>Click icon to </a:t>
            </a:r>
            <a:r>
              <a:rPr lang="en-US"/>
              <a:t>add picture</a:t>
            </a:r>
            <a:endParaRPr lang="en-US" dirty="0"/>
          </a:p>
        </p:txBody>
      </p:sp>
      <p:sp>
        <p:nvSpPr>
          <p:cNvPr id="11" name="Text Placeholder 5">
            <a:extLst>
              <a:ext uri="{FF2B5EF4-FFF2-40B4-BE49-F238E27FC236}">
                <a16:creationId xmlns:a16="http://schemas.microsoft.com/office/drawing/2014/main" id="{60F0504B-3865-4CC8-A076-812C6EF4B4E8}"/>
              </a:ext>
            </a:extLst>
          </p:cNvPr>
          <p:cNvSpPr>
            <a:spLocks noGrp="1"/>
          </p:cNvSpPr>
          <p:nvPr>
            <p:ph type="body" sz="quarter" idx="17" hasCustomPrompt="1"/>
          </p:nvPr>
        </p:nvSpPr>
        <p:spPr>
          <a:xfrm>
            <a:off x="6096001" y="1427368"/>
            <a:ext cx="5257800" cy="348047"/>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8" name="Picture Placeholder 5">
            <a:extLst>
              <a:ext uri="{FF2B5EF4-FFF2-40B4-BE49-F238E27FC236}">
                <a16:creationId xmlns:a16="http://schemas.microsoft.com/office/drawing/2014/main" id="{E17D136E-4F7D-46BF-AE52-D49824D479CD}"/>
              </a:ext>
            </a:extLst>
          </p:cNvPr>
          <p:cNvSpPr>
            <a:spLocks noGrp="1"/>
          </p:cNvSpPr>
          <p:nvPr>
            <p:ph type="pic" sz="quarter" idx="16"/>
          </p:nvPr>
        </p:nvSpPr>
        <p:spPr>
          <a:xfrm>
            <a:off x="6096001" y="1879341"/>
            <a:ext cx="5257799" cy="2925134"/>
          </a:xfrm>
        </p:spPr>
        <p:txBody>
          <a:bodyPr/>
          <a:lstStyle/>
          <a:p>
            <a:r>
              <a:rPr lang="en-US" dirty="0"/>
              <a:t>Click icon to </a:t>
            </a:r>
            <a:r>
              <a:rPr lang="en-US"/>
              <a:t>add picture</a:t>
            </a:r>
            <a:endParaRPr lang="en-US" dirty="0"/>
          </a:p>
        </p:txBody>
      </p:sp>
      <p:sp>
        <p:nvSpPr>
          <p:cNvPr id="10" name="Text Placeholder 9"/>
          <p:cNvSpPr>
            <a:spLocks noGrp="1"/>
          </p:cNvSpPr>
          <p:nvPr>
            <p:ph type="body" sz="quarter" idx="11" hasCustomPrompt="1"/>
          </p:nvPr>
        </p:nvSpPr>
        <p:spPr>
          <a:xfrm>
            <a:off x="733119" y="4928460"/>
            <a:ext cx="5253153" cy="852407"/>
          </a:xfrm>
        </p:spPr>
        <p:txBody>
          <a:bodyPr/>
          <a:lstStyle>
            <a:lvl1pPr marL="0" marR="0" indent="0" algn="l" defTabSz="914400" rtl="0" eaLnBrk="0" fontAlgn="base" latinLnBrk="0" hangingPunct="0">
              <a:lnSpc>
                <a:spcPct val="100000"/>
              </a:lnSpc>
              <a:spcBef>
                <a:spcPct val="0"/>
              </a:spcBef>
              <a:spcAft>
                <a:spcPct val="0"/>
              </a:spcAft>
              <a:buClrTx/>
              <a:buSzTx/>
              <a:buFontTx/>
              <a:buNone/>
              <a:tabLst/>
              <a:defRPr sz="1800">
                <a:solidFill>
                  <a:srgbClr val="006298"/>
                </a:solidFill>
                <a:latin typeface="Arial" panose="020B0604020202020204" pitchFamily="34" charset="0"/>
                <a:cs typeface="Arial" panose="020B0604020202020204" pitchFamily="34" charset="0"/>
              </a:defRPr>
            </a:lvl1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Click to add caption to accompany content. Lorem ipsum dolor sit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amet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consectetur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adipiscing</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elit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sed do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eiusmod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tempor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incididunt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ut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labore</a:t>
            </a:r>
          </a:p>
        </p:txBody>
      </p:sp>
      <p:sp>
        <p:nvSpPr>
          <p:cNvPr id="7" name="Footer">
            <a:extLst>
              <a:ext uri="{FF2B5EF4-FFF2-40B4-BE49-F238E27FC236}">
                <a16:creationId xmlns:a16="http://schemas.microsoft.com/office/drawing/2014/main" id="{A474DE8B-2827-4A7C-9B2C-FEC71A002342}"/>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
        <p:nvSpPr>
          <p:cNvPr id="12" name="Text Placeholder 9">
            <a:extLst>
              <a:ext uri="{FF2B5EF4-FFF2-40B4-BE49-F238E27FC236}">
                <a16:creationId xmlns:a16="http://schemas.microsoft.com/office/drawing/2014/main" id="{9009D503-6648-4D8F-BAC8-538B706D3C6A}"/>
              </a:ext>
            </a:extLst>
          </p:cNvPr>
          <p:cNvSpPr>
            <a:spLocks noGrp="1"/>
          </p:cNvSpPr>
          <p:nvPr>
            <p:ph type="body" sz="quarter" idx="18" hasCustomPrompt="1"/>
          </p:nvPr>
        </p:nvSpPr>
        <p:spPr>
          <a:xfrm>
            <a:off x="6096001" y="4928460"/>
            <a:ext cx="5253153" cy="852407"/>
          </a:xfrm>
        </p:spPr>
        <p:txBody>
          <a:bodyPr/>
          <a:lstStyle>
            <a:lvl1pPr marL="0" marR="0" indent="0" algn="l" defTabSz="914400" rtl="0" eaLnBrk="0" fontAlgn="base" latinLnBrk="0" hangingPunct="0">
              <a:lnSpc>
                <a:spcPct val="100000"/>
              </a:lnSpc>
              <a:spcBef>
                <a:spcPct val="0"/>
              </a:spcBef>
              <a:spcAft>
                <a:spcPct val="0"/>
              </a:spcAft>
              <a:buClrTx/>
              <a:buSzTx/>
              <a:buFontTx/>
              <a:buNone/>
              <a:tabLst/>
              <a:defRPr sz="1800">
                <a:solidFill>
                  <a:srgbClr val="006298"/>
                </a:solidFill>
                <a:latin typeface="Arial" panose="020B0604020202020204" pitchFamily="34" charset="0"/>
                <a:cs typeface="Arial" panose="020B0604020202020204" pitchFamily="34" charset="0"/>
              </a:defRPr>
            </a:lvl1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Click to add caption to accompany content. Lorem ipsum dolor sit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amet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consectetur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adipiscing</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elit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sed do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eiusmod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tempor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incididunt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ut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labore</a:t>
            </a:r>
          </a:p>
        </p:txBody>
      </p:sp>
    </p:spTree>
    <p:extLst>
      <p:ext uri="{BB962C8B-B14F-4D97-AF65-F5344CB8AC3E}">
        <p14:creationId xmlns:p14="http://schemas.microsoft.com/office/powerpoint/2010/main" val="1398930512"/>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Section with Two Images and Bottom Caption">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a:t>Click to edit Master title style</a:t>
            </a:r>
          </a:p>
        </p:txBody>
      </p:sp>
      <p:sp>
        <p:nvSpPr>
          <p:cNvPr id="9" name="Text Placeholder 5">
            <a:extLst>
              <a:ext uri="{FF2B5EF4-FFF2-40B4-BE49-F238E27FC236}">
                <a16:creationId xmlns:a16="http://schemas.microsoft.com/office/drawing/2014/main" id="{1FE18D74-90FB-411F-A23D-20EDFF682D2E}"/>
              </a:ext>
            </a:extLst>
          </p:cNvPr>
          <p:cNvSpPr>
            <a:spLocks noGrp="1"/>
          </p:cNvSpPr>
          <p:nvPr>
            <p:ph type="body" sz="quarter" idx="15" hasCustomPrompt="1"/>
          </p:nvPr>
        </p:nvSpPr>
        <p:spPr>
          <a:xfrm>
            <a:off x="743575" y="1427368"/>
            <a:ext cx="10610225" cy="348047"/>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6" name="Picture Placeholder 5"/>
          <p:cNvSpPr>
            <a:spLocks noGrp="1"/>
          </p:cNvSpPr>
          <p:nvPr>
            <p:ph type="pic" sz="quarter" idx="10"/>
          </p:nvPr>
        </p:nvSpPr>
        <p:spPr>
          <a:xfrm>
            <a:off x="733117" y="1879341"/>
            <a:ext cx="5253155" cy="2925134"/>
          </a:xfrm>
        </p:spPr>
        <p:txBody>
          <a:bodyPr/>
          <a:lstStyle/>
          <a:p>
            <a:r>
              <a:rPr lang="en-US" dirty="0"/>
              <a:t>Click icon to </a:t>
            </a:r>
            <a:r>
              <a:rPr lang="en-US"/>
              <a:t>add picture</a:t>
            </a:r>
            <a:endParaRPr lang="en-US" dirty="0"/>
          </a:p>
        </p:txBody>
      </p:sp>
      <p:sp>
        <p:nvSpPr>
          <p:cNvPr id="8" name="Picture Placeholder 5">
            <a:extLst>
              <a:ext uri="{FF2B5EF4-FFF2-40B4-BE49-F238E27FC236}">
                <a16:creationId xmlns:a16="http://schemas.microsoft.com/office/drawing/2014/main" id="{E17D136E-4F7D-46BF-AE52-D49824D479CD}"/>
              </a:ext>
            </a:extLst>
          </p:cNvPr>
          <p:cNvSpPr>
            <a:spLocks noGrp="1"/>
          </p:cNvSpPr>
          <p:nvPr>
            <p:ph type="pic" sz="quarter" idx="16"/>
          </p:nvPr>
        </p:nvSpPr>
        <p:spPr>
          <a:xfrm>
            <a:off x="6096001" y="1879341"/>
            <a:ext cx="5257799" cy="2925134"/>
          </a:xfrm>
        </p:spPr>
        <p:txBody>
          <a:bodyPr/>
          <a:lstStyle/>
          <a:p>
            <a:r>
              <a:rPr lang="en-US" dirty="0"/>
              <a:t>Click icon to </a:t>
            </a:r>
            <a:r>
              <a:rPr lang="en-US"/>
              <a:t>add picture</a:t>
            </a:r>
            <a:endParaRPr lang="en-US" dirty="0"/>
          </a:p>
        </p:txBody>
      </p:sp>
      <p:sp>
        <p:nvSpPr>
          <p:cNvPr id="10" name="Text Placeholder 9"/>
          <p:cNvSpPr>
            <a:spLocks noGrp="1"/>
          </p:cNvSpPr>
          <p:nvPr>
            <p:ph type="body" sz="quarter" idx="11" hasCustomPrompt="1"/>
          </p:nvPr>
        </p:nvSpPr>
        <p:spPr>
          <a:xfrm>
            <a:off x="733119" y="4928460"/>
            <a:ext cx="10722260" cy="852407"/>
          </a:xfrm>
        </p:spPr>
        <p:txBody>
          <a:bodyPr/>
          <a:lstStyle>
            <a:lvl1pPr marL="0" marR="0" indent="0" algn="l" defTabSz="914400" rtl="0" eaLnBrk="0" fontAlgn="base" latinLnBrk="0" hangingPunct="0">
              <a:lnSpc>
                <a:spcPct val="100000"/>
              </a:lnSpc>
              <a:spcBef>
                <a:spcPct val="0"/>
              </a:spcBef>
              <a:spcAft>
                <a:spcPct val="0"/>
              </a:spcAft>
              <a:buClrTx/>
              <a:buSzTx/>
              <a:buFontTx/>
              <a:buNone/>
              <a:tabLst/>
              <a:defRPr sz="1800">
                <a:solidFill>
                  <a:srgbClr val="006298"/>
                </a:solidFill>
                <a:latin typeface="Arial" panose="020B0604020202020204" pitchFamily="34" charset="0"/>
                <a:cs typeface="Arial" panose="020B0604020202020204" pitchFamily="34" charset="0"/>
              </a:defRPr>
            </a:lvl1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Click to add caption to accompany content. Lorem ipsum dolor sit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amet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consectetur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adipiscing</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elit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sed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do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eiusmod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tempor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incididunt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ut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labore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dolore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magna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aliqua</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Viverra</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vitae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congue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eu</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consequat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ac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felis</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donec</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a:t>
            </a:r>
          </a:p>
        </p:txBody>
      </p:sp>
      <p:sp>
        <p:nvSpPr>
          <p:cNvPr id="7" name="Footer">
            <a:extLst>
              <a:ext uri="{FF2B5EF4-FFF2-40B4-BE49-F238E27FC236}">
                <a16:creationId xmlns:a16="http://schemas.microsoft.com/office/drawing/2014/main" id="{A474DE8B-2827-4A7C-9B2C-FEC71A002342}"/>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Tree>
    <p:extLst>
      <p:ext uri="{BB962C8B-B14F-4D97-AF65-F5344CB8AC3E}">
        <p14:creationId xmlns:p14="http://schemas.microsoft.com/office/powerpoint/2010/main" val="3209072859"/>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Two Images and Bottom Caption">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a:t>Click to edit Master title style</a:t>
            </a:r>
          </a:p>
        </p:txBody>
      </p:sp>
      <p:sp>
        <p:nvSpPr>
          <p:cNvPr id="6" name="Picture Placeholder 5"/>
          <p:cNvSpPr>
            <a:spLocks noGrp="1"/>
          </p:cNvSpPr>
          <p:nvPr>
            <p:ph type="pic" sz="quarter" idx="10"/>
          </p:nvPr>
        </p:nvSpPr>
        <p:spPr>
          <a:xfrm>
            <a:off x="733117" y="1567543"/>
            <a:ext cx="5253155" cy="3236932"/>
          </a:xfrm>
        </p:spPr>
        <p:txBody>
          <a:bodyPr/>
          <a:lstStyle/>
          <a:p>
            <a:r>
              <a:rPr lang="en-US" dirty="0"/>
              <a:t>Click icon to </a:t>
            </a:r>
            <a:r>
              <a:rPr lang="en-US"/>
              <a:t>add picture</a:t>
            </a:r>
            <a:endParaRPr lang="en-US" dirty="0"/>
          </a:p>
        </p:txBody>
      </p:sp>
      <p:sp>
        <p:nvSpPr>
          <p:cNvPr id="10" name="Text Placeholder 9"/>
          <p:cNvSpPr>
            <a:spLocks noGrp="1"/>
          </p:cNvSpPr>
          <p:nvPr>
            <p:ph type="body" sz="quarter" idx="11" hasCustomPrompt="1"/>
          </p:nvPr>
        </p:nvSpPr>
        <p:spPr>
          <a:xfrm>
            <a:off x="733119" y="4928460"/>
            <a:ext cx="10722260" cy="852407"/>
          </a:xfrm>
        </p:spPr>
        <p:txBody>
          <a:bodyPr/>
          <a:lstStyle>
            <a:lvl1pPr marL="0" marR="0" indent="0" algn="l" defTabSz="914400" rtl="0" eaLnBrk="0" fontAlgn="base" latinLnBrk="0" hangingPunct="0">
              <a:lnSpc>
                <a:spcPct val="100000"/>
              </a:lnSpc>
              <a:spcBef>
                <a:spcPct val="0"/>
              </a:spcBef>
              <a:spcAft>
                <a:spcPct val="0"/>
              </a:spcAft>
              <a:buClrTx/>
              <a:buSzTx/>
              <a:buFontTx/>
              <a:buNone/>
              <a:tabLst/>
              <a:defRPr sz="1800">
                <a:solidFill>
                  <a:srgbClr val="006298"/>
                </a:solidFill>
                <a:latin typeface="Arial" panose="020B0604020202020204" pitchFamily="34" charset="0"/>
                <a:cs typeface="Arial" panose="020B0604020202020204" pitchFamily="34" charset="0"/>
              </a:defRPr>
            </a:lvl1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Click to add caption to accompany content. Lorem ipsum dolor sit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amet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consectetur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adipiscing</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elit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sed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do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eiusmod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tempor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incididunt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ut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labore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dolore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magna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aliqua</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Viverra</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vitae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congue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eu</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consequat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ac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felis</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donec</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a:t>
            </a:r>
          </a:p>
        </p:txBody>
      </p:sp>
      <p:sp>
        <p:nvSpPr>
          <p:cNvPr id="7" name="Footer">
            <a:extLst>
              <a:ext uri="{FF2B5EF4-FFF2-40B4-BE49-F238E27FC236}">
                <a16:creationId xmlns:a16="http://schemas.microsoft.com/office/drawing/2014/main" id="{A474DE8B-2827-4A7C-9B2C-FEC71A002342}"/>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
        <p:nvSpPr>
          <p:cNvPr id="4" name="Picture Placeholder 3">
            <a:extLst>
              <a:ext uri="{FF2B5EF4-FFF2-40B4-BE49-F238E27FC236}">
                <a16:creationId xmlns:a16="http://schemas.microsoft.com/office/drawing/2014/main" id="{5346247A-C507-4283-8B77-F8CF179C69D5}"/>
              </a:ext>
            </a:extLst>
          </p:cNvPr>
          <p:cNvSpPr>
            <a:spLocks noGrp="1"/>
          </p:cNvSpPr>
          <p:nvPr>
            <p:ph type="pic" sz="quarter" idx="12"/>
          </p:nvPr>
        </p:nvSpPr>
        <p:spPr>
          <a:xfrm>
            <a:off x="6237288" y="1566863"/>
            <a:ext cx="5257800" cy="3236912"/>
          </a:xfrm>
        </p:spPr>
        <p:txBody>
          <a:bodyPr/>
          <a:lstStyle/>
          <a:p>
            <a:endParaRPr lang="en-US"/>
          </a:p>
        </p:txBody>
      </p:sp>
    </p:spTree>
    <p:extLst>
      <p:ext uri="{BB962C8B-B14F-4D97-AF65-F5344CB8AC3E}">
        <p14:creationId xmlns:p14="http://schemas.microsoft.com/office/powerpoint/2010/main" val="174930815"/>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Two Images and Two Captions">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a:t>Click to edit Master title style</a:t>
            </a:r>
          </a:p>
        </p:txBody>
      </p:sp>
      <p:sp>
        <p:nvSpPr>
          <p:cNvPr id="6" name="Picture Placeholder 5"/>
          <p:cNvSpPr>
            <a:spLocks noGrp="1"/>
          </p:cNvSpPr>
          <p:nvPr>
            <p:ph type="pic" sz="quarter" idx="10"/>
          </p:nvPr>
        </p:nvSpPr>
        <p:spPr>
          <a:xfrm>
            <a:off x="733117" y="1536437"/>
            <a:ext cx="5253155" cy="2925134"/>
          </a:xfrm>
        </p:spPr>
        <p:txBody>
          <a:bodyPr/>
          <a:lstStyle/>
          <a:p>
            <a:r>
              <a:rPr lang="en-US" dirty="0"/>
              <a:t>Click icon to </a:t>
            </a:r>
            <a:r>
              <a:rPr lang="en-US"/>
              <a:t>add picture</a:t>
            </a:r>
            <a:endParaRPr lang="en-US" dirty="0"/>
          </a:p>
        </p:txBody>
      </p:sp>
      <p:sp>
        <p:nvSpPr>
          <p:cNvPr id="10" name="Text Placeholder 9"/>
          <p:cNvSpPr>
            <a:spLocks noGrp="1"/>
          </p:cNvSpPr>
          <p:nvPr>
            <p:ph type="body" sz="quarter" idx="11" hasCustomPrompt="1"/>
          </p:nvPr>
        </p:nvSpPr>
        <p:spPr>
          <a:xfrm>
            <a:off x="733119" y="4550570"/>
            <a:ext cx="5253153" cy="1194578"/>
          </a:xfrm>
        </p:spPr>
        <p:txBody>
          <a:bodyPr/>
          <a:lstStyle>
            <a:lvl1pPr marL="0" marR="0" indent="0" algn="l" defTabSz="914400" rtl="0" eaLnBrk="0" fontAlgn="base" latinLnBrk="0" hangingPunct="0">
              <a:lnSpc>
                <a:spcPct val="100000"/>
              </a:lnSpc>
              <a:spcBef>
                <a:spcPct val="0"/>
              </a:spcBef>
              <a:spcAft>
                <a:spcPct val="0"/>
              </a:spcAft>
              <a:buClrTx/>
              <a:buSzTx/>
              <a:buFontTx/>
              <a:buNone/>
              <a:tabLst/>
              <a:defRPr sz="1800">
                <a:solidFill>
                  <a:srgbClr val="006298"/>
                </a:solidFill>
                <a:latin typeface="Arial" panose="020B0604020202020204" pitchFamily="34" charset="0"/>
                <a:cs typeface="Arial" panose="020B0604020202020204" pitchFamily="34" charset="0"/>
              </a:defRPr>
            </a:lvl1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Click to add caption to accompany content. Lorem ipsum dolor sit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amet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consectetur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adipiscing</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elit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sed do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eiusmod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tempor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incididunt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ut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labore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a:t>
            </a:r>
          </a:p>
        </p:txBody>
      </p:sp>
      <p:sp>
        <p:nvSpPr>
          <p:cNvPr id="8" name="Picture Placeholder 5">
            <a:extLst>
              <a:ext uri="{FF2B5EF4-FFF2-40B4-BE49-F238E27FC236}">
                <a16:creationId xmlns:a16="http://schemas.microsoft.com/office/drawing/2014/main" id="{E17D136E-4F7D-46BF-AE52-D49824D479CD}"/>
              </a:ext>
            </a:extLst>
          </p:cNvPr>
          <p:cNvSpPr>
            <a:spLocks noGrp="1"/>
          </p:cNvSpPr>
          <p:nvPr>
            <p:ph type="pic" sz="quarter" idx="16"/>
          </p:nvPr>
        </p:nvSpPr>
        <p:spPr>
          <a:xfrm>
            <a:off x="6096001" y="1536437"/>
            <a:ext cx="5257799" cy="2925134"/>
          </a:xfrm>
        </p:spPr>
        <p:txBody>
          <a:bodyPr/>
          <a:lstStyle/>
          <a:p>
            <a:r>
              <a:rPr lang="en-US" dirty="0"/>
              <a:t>Click icon to </a:t>
            </a:r>
            <a:r>
              <a:rPr lang="en-US"/>
              <a:t>add picture</a:t>
            </a:r>
            <a:endParaRPr lang="en-US" dirty="0"/>
          </a:p>
        </p:txBody>
      </p:sp>
      <p:sp>
        <p:nvSpPr>
          <p:cNvPr id="12" name="Text Placeholder 9">
            <a:extLst>
              <a:ext uri="{FF2B5EF4-FFF2-40B4-BE49-F238E27FC236}">
                <a16:creationId xmlns:a16="http://schemas.microsoft.com/office/drawing/2014/main" id="{CC39118D-AF06-4D1E-A28A-244A65DAF08F}"/>
              </a:ext>
            </a:extLst>
          </p:cNvPr>
          <p:cNvSpPr>
            <a:spLocks noGrp="1"/>
          </p:cNvSpPr>
          <p:nvPr>
            <p:ph type="body" sz="quarter" idx="18" hasCustomPrompt="1"/>
          </p:nvPr>
        </p:nvSpPr>
        <p:spPr>
          <a:xfrm>
            <a:off x="6096000" y="4550569"/>
            <a:ext cx="5253153" cy="1194578"/>
          </a:xfrm>
        </p:spPr>
        <p:txBody>
          <a:bodyPr/>
          <a:lstStyle>
            <a:lvl1pPr marL="0" marR="0" indent="0" algn="l" defTabSz="914400" rtl="0" eaLnBrk="0" fontAlgn="base" latinLnBrk="0" hangingPunct="0">
              <a:lnSpc>
                <a:spcPct val="100000"/>
              </a:lnSpc>
              <a:spcBef>
                <a:spcPct val="0"/>
              </a:spcBef>
              <a:spcAft>
                <a:spcPct val="0"/>
              </a:spcAft>
              <a:buClrTx/>
              <a:buSzTx/>
              <a:buFontTx/>
              <a:buNone/>
              <a:tabLst/>
              <a:defRPr sz="1800">
                <a:solidFill>
                  <a:srgbClr val="006298"/>
                </a:solidFill>
                <a:latin typeface="Arial" panose="020B0604020202020204" pitchFamily="34" charset="0"/>
                <a:cs typeface="Arial" panose="020B0604020202020204" pitchFamily="34" charset="0"/>
              </a:defRPr>
            </a:lvl1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Click to add caption to accompany content. Lorem ipsum dolor sit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amet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consectetur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adipiscing</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elit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sed do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eiusmod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tempor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incididunt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ut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labore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a:t>
            </a:r>
          </a:p>
        </p:txBody>
      </p:sp>
      <p:sp>
        <p:nvSpPr>
          <p:cNvPr id="7" name="Footer">
            <a:extLst>
              <a:ext uri="{FF2B5EF4-FFF2-40B4-BE49-F238E27FC236}">
                <a16:creationId xmlns:a16="http://schemas.microsoft.com/office/drawing/2014/main" id="{A474DE8B-2827-4A7C-9B2C-FEC71A002342}"/>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Tree>
    <p:extLst>
      <p:ext uri="{BB962C8B-B14F-4D97-AF65-F5344CB8AC3E}">
        <p14:creationId xmlns:p14="http://schemas.microsoft.com/office/powerpoint/2010/main" val="1116476437"/>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Three Images and Three Captions">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a:t>Click to edit Master title style</a:t>
            </a:r>
          </a:p>
        </p:txBody>
      </p:sp>
      <p:sp>
        <p:nvSpPr>
          <p:cNvPr id="11" name="Picture Placeholder 5">
            <a:extLst>
              <a:ext uri="{FF2B5EF4-FFF2-40B4-BE49-F238E27FC236}">
                <a16:creationId xmlns:a16="http://schemas.microsoft.com/office/drawing/2014/main" id="{003A6136-F1E0-41CE-A954-E76F34185774}"/>
              </a:ext>
            </a:extLst>
          </p:cNvPr>
          <p:cNvSpPr>
            <a:spLocks noGrp="1"/>
          </p:cNvSpPr>
          <p:nvPr>
            <p:ph type="pic" sz="quarter" idx="19"/>
          </p:nvPr>
        </p:nvSpPr>
        <p:spPr>
          <a:xfrm>
            <a:off x="733119" y="1465594"/>
            <a:ext cx="5253155" cy="946378"/>
          </a:xfrm>
        </p:spPr>
        <p:txBody>
          <a:bodyPr/>
          <a:lstStyle/>
          <a:p>
            <a:r>
              <a:rPr lang="en-US" dirty="0"/>
              <a:t>Click icon to </a:t>
            </a:r>
            <a:r>
              <a:rPr lang="en-US"/>
              <a:t>add picture</a:t>
            </a:r>
            <a:endParaRPr lang="en-US" dirty="0"/>
          </a:p>
        </p:txBody>
      </p:sp>
      <p:sp>
        <p:nvSpPr>
          <p:cNvPr id="13" name="Text Placeholder 9">
            <a:extLst>
              <a:ext uri="{FF2B5EF4-FFF2-40B4-BE49-F238E27FC236}">
                <a16:creationId xmlns:a16="http://schemas.microsoft.com/office/drawing/2014/main" id="{ADFA1A0F-71D5-4512-A4AA-C7B8F5DCC6CC}"/>
              </a:ext>
            </a:extLst>
          </p:cNvPr>
          <p:cNvSpPr>
            <a:spLocks noGrp="1"/>
          </p:cNvSpPr>
          <p:nvPr>
            <p:ph type="body" sz="quarter" idx="20" hasCustomPrompt="1"/>
          </p:nvPr>
        </p:nvSpPr>
        <p:spPr>
          <a:xfrm>
            <a:off x="733121" y="2476928"/>
            <a:ext cx="5253153" cy="1194578"/>
          </a:xfrm>
        </p:spPr>
        <p:txBody>
          <a:bodyPr/>
          <a:lstStyle>
            <a:lvl1pPr marL="0" marR="0" indent="0" algn="l" defTabSz="914400" rtl="0" eaLnBrk="0" fontAlgn="base" latinLnBrk="0" hangingPunct="0">
              <a:lnSpc>
                <a:spcPct val="100000"/>
              </a:lnSpc>
              <a:spcBef>
                <a:spcPct val="0"/>
              </a:spcBef>
              <a:spcAft>
                <a:spcPct val="0"/>
              </a:spcAft>
              <a:buClrTx/>
              <a:buSzTx/>
              <a:buFontTx/>
              <a:buNone/>
              <a:tabLst/>
              <a:defRPr sz="1800">
                <a:solidFill>
                  <a:srgbClr val="006298"/>
                </a:solidFill>
                <a:latin typeface="Arial" panose="020B0604020202020204" pitchFamily="34" charset="0"/>
                <a:cs typeface="Arial" panose="020B0604020202020204" pitchFamily="34" charset="0"/>
              </a:defRPr>
            </a:lvl1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Click to add caption to accompany content. Lorem ipsum dolor sit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amet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consectetur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adipiscing</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elit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sed do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eiusmod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tempor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incididunt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ut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labore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a:t>
            </a:r>
          </a:p>
        </p:txBody>
      </p:sp>
      <p:sp>
        <p:nvSpPr>
          <p:cNvPr id="6" name="Picture Placeholder 5"/>
          <p:cNvSpPr>
            <a:spLocks noGrp="1"/>
          </p:cNvSpPr>
          <p:nvPr>
            <p:ph type="pic" sz="quarter" idx="10"/>
          </p:nvPr>
        </p:nvSpPr>
        <p:spPr>
          <a:xfrm>
            <a:off x="733117" y="3747538"/>
            <a:ext cx="5253155" cy="946378"/>
          </a:xfrm>
        </p:spPr>
        <p:txBody>
          <a:bodyPr/>
          <a:lstStyle/>
          <a:p>
            <a:r>
              <a:rPr lang="en-US" dirty="0"/>
              <a:t>Click icon to </a:t>
            </a:r>
            <a:r>
              <a:rPr lang="en-US"/>
              <a:t>add picture</a:t>
            </a:r>
            <a:endParaRPr lang="en-US" dirty="0"/>
          </a:p>
        </p:txBody>
      </p:sp>
      <p:sp>
        <p:nvSpPr>
          <p:cNvPr id="10" name="Text Placeholder 9"/>
          <p:cNvSpPr>
            <a:spLocks noGrp="1"/>
          </p:cNvSpPr>
          <p:nvPr>
            <p:ph type="body" sz="quarter" idx="11" hasCustomPrompt="1"/>
          </p:nvPr>
        </p:nvSpPr>
        <p:spPr>
          <a:xfrm>
            <a:off x="733119" y="4782915"/>
            <a:ext cx="5253153" cy="1194578"/>
          </a:xfrm>
        </p:spPr>
        <p:txBody>
          <a:bodyPr/>
          <a:lstStyle>
            <a:lvl1pPr marL="0" marR="0" indent="0" algn="l" defTabSz="914400" rtl="0" eaLnBrk="0" fontAlgn="base" latinLnBrk="0" hangingPunct="0">
              <a:lnSpc>
                <a:spcPct val="100000"/>
              </a:lnSpc>
              <a:spcBef>
                <a:spcPct val="0"/>
              </a:spcBef>
              <a:spcAft>
                <a:spcPct val="0"/>
              </a:spcAft>
              <a:buClrTx/>
              <a:buSzTx/>
              <a:buFontTx/>
              <a:buNone/>
              <a:tabLst/>
              <a:defRPr sz="1800">
                <a:solidFill>
                  <a:srgbClr val="006298"/>
                </a:solidFill>
                <a:latin typeface="Arial" panose="020B0604020202020204" pitchFamily="34" charset="0"/>
                <a:cs typeface="Arial" panose="020B0604020202020204" pitchFamily="34" charset="0"/>
              </a:defRPr>
            </a:lvl1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Click to add caption to accompany content. Lorem ipsum dolor sit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amet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consectetur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adipiscing</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elit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sed do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eiusmod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tempor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incididunt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ut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labore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a:t>
            </a:r>
          </a:p>
        </p:txBody>
      </p:sp>
      <p:sp>
        <p:nvSpPr>
          <p:cNvPr id="8" name="Picture Placeholder 5">
            <a:extLst>
              <a:ext uri="{FF2B5EF4-FFF2-40B4-BE49-F238E27FC236}">
                <a16:creationId xmlns:a16="http://schemas.microsoft.com/office/drawing/2014/main" id="{E17D136E-4F7D-46BF-AE52-D49824D479CD}"/>
              </a:ext>
            </a:extLst>
          </p:cNvPr>
          <p:cNvSpPr>
            <a:spLocks noGrp="1"/>
          </p:cNvSpPr>
          <p:nvPr>
            <p:ph type="pic" sz="quarter" idx="16"/>
          </p:nvPr>
        </p:nvSpPr>
        <p:spPr>
          <a:xfrm>
            <a:off x="6096001" y="1465594"/>
            <a:ext cx="5257799" cy="2925134"/>
          </a:xfrm>
        </p:spPr>
        <p:txBody>
          <a:bodyPr/>
          <a:lstStyle/>
          <a:p>
            <a:r>
              <a:rPr lang="en-US" dirty="0"/>
              <a:t>Click icon to </a:t>
            </a:r>
            <a:r>
              <a:rPr lang="en-US"/>
              <a:t>add picture</a:t>
            </a:r>
            <a:endParaRPr lang="en-US" dirty="0"/>
          </a:p>
        </p:txBody>
      </p:sp>
      <p:sp>
        <p:nvSpPr>
          <p:cNvPr id="12" name="Text Placeholder 9">
            <a:extLst>
              <a:ext uri="{FF2B5EF4-FFF2-40B4-BE49-F238E27FC236}">
                <a16:creationId xmlns:a16="http://schemas.microsoft.com/office/drawing/2014/main" id="{CC39118D-AF06-4D1E-A28A-244A65DAF08F}"/>
              </a:ext>
            </a:extLst>
          </p:cNvPr>
          <p:cNvSpPr>
            <a:spLocks noGrp="1"/>
          </p:cNvSpPr>
          <p:nvPr>
            <p:ph type="body" sz="quarter" idx="18" hasCustomPrompt="1"/>
          </p:nvPr>
        </p:nvSpPr>
        <p:spPr>
          <a:xfrm>
            <a:off x="6096000" y="4482056"/>
            <a:ext cx="5253153" cy="1495436"/>
          </a:xfrm>
        </p:spPr>
        <p:txBody>
          <a:bodyPr/>
          <a:lstStyle>
            <a:lvl1pPr marL="0" marR="0" indent="0" algn="l" defTabSz="914400" rtl="0" eaLnBrk="0" fontAlgn="base" latinLnBrk="0" hangingPunct="0">
              <a:lnSpc>
                <a:spcPct val="100000"/>
              </a:lnSpc>
              <a:spcBef>
                <a:spcPct val="0"/>
              </a:spcBef>
              <a:spcAft>
                <a:spcPct val="0"/>
              </a:spcAft>
              <a:buClrTx/>
              <a:buSzTx/>
              <a:buFontTx/>
              <a:buNone/>
              <a:tabLst/>
              <a:defRPr sz="1800">
                <a:solidFill>
                  <a:srgbClr val="006298"/>
                </a:solidFill>
                <a:latin typeface="Arial" panose="020B0604020202020204" pitchFamily="34" charset="0"/>
                <a:cs typeface="Arial" panose="020B0604020202020204" pitchFamily="34" charset="0"/>
              </a:defRPr>
            </a:lvl1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Click to add caption to accompany content. Lorem ipsum dolor sit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amet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consectetur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adipiscing</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elit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sed do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eiusmod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tempor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incididunt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ut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labore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a:t>
            </a:r>
          </a:p>
        </p:txBody>
      </p:sp>
      <p:sp>
        <p:nvSpPr>
          <p:cNvPr id="7" name="Footer">
            <a:extLst>
              <a:ext uri="{FF2B5EF4-FFF2-40B4-BE49-F238E27FC236}">
                <a16:creationId xmlns:a16="http://schemas.microsoft.com/office/drawing/2014/main" id="{A474DE8B-2827-4A7C-9B2C-FEC71A002342}"/>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Tree>
    <p:extLst>
      <p:ext uri="{BB962C8B-B14F-4D97-AF65-F5344CB8AC3E}">
        <p14:creationId xmlns:p14="http://schemas.microsoft.com/office/powerpoint/2010/main" val="2332609673"/>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Three Contents and Three Tables">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a:t>Click to edit Master title style</a:t>
            </a:r>
          </a:p>
        </p:txBody>
      </p:sp>
      <p:sp>
        <p:nvSpPr>
          <p:cNvPr id="13" name="Text Placeholder 9">
            <a:extLst>
              <a:ext uri="{FF2B5EF4-FFF2-40B4-BE49-F238E27FC236}">
                <a16:creationId xmlns:a16="http://schemas.microsoft.com/office/drawing/2014/main" id="{ADFA1A0F-71D5-4512-A4AA-C7B8F5DCC6CC}"/>
              </a:ext>
            </a:extLst>
          </p:cNvPr>
          <p:cNvSpPr>
            <a:spLocks noGrp="1"/>
          </p:cNvSpPr>
          <p:nvPr>
            <p:ph type="body" sz="quarter" idx="20" hasCustomPrompt="1"/>
          </p:nvPr>
        </p:nvSpPr>
        <p:spPr>
          <a:xfrm>
            <a:off x="733121" y="1564481"/>
            <a:ext cx="5253153" cy="2421732"/>
          </a:xfrm>
        </p:spPr>
        <p:txBody>
          <a:bodyPr/>
          <a:lstStyle>
            <a:lvl1pPr marL="0" marR="0" indent="0" algn="l" defTabSz="914400" rtl="0" eaLnBrk="0" fontAlgn="base" latinLnBrk="0" hangingPunct="0">
              <a:lnSpc>
                <a:spcPct val="100000"/>
              </a:lnSpc>
              <a:spcBef>
                <a:spcPts val="600"/>
              </a:spcBef>
              <a:spcAft>
                <a:spcPct val="0"/>
              </a:spcAft>
              <a:buClrTx/>
              <a:buSzTx/>
              <a:buFontTx/>
              <a:buNone/>
              <a:tabLst/>
              <a:defRPr sz="1800" baseline="0">
                <a:solidFill>
                  <a:srgbClr val="000000"/>
                </a:solidFill>
                <a:latin typeface="Arial" panose="020B0604020202020204" pitchFamily="34" charset="0"/>
                <a:cs typeface="Arial" panose="020B0604020202020204" pitchFamily="34" charset="0"/>
              </a:defRPr>
            </a:lvl1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Click to add caption to accompany content. Lorem ipsum dolor sit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amet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consectetur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adipiscing</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elit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sed do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eiusmod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tempor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incididunt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ut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labore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a:t>
            </a:r>
          </a:p>
        </p:txBody>
      </p:sp>
      <p:sp>
        <p:nvSpPr>
          <p:cNvPr id="10" name="Text Placeholder 9"/>
          <p:cNvSpPr>
            <a:spLocks noGrp="1"/>
          </p:cNvSpPr>
          <p:nvPr>
            <p:ph type="body" sz="quarter" idx="11" hasCustomPrompt="1"/>
          </p:nvPr>
        </p:nvSpPr>
        <p:spPr>
          <a:xfrm>
            <a:off x="6100647" y="1564481"/>
            <a:ext cx="5253153" cy="850107"/>
          </a:xfrm>
        </p:spPr>
        <p:txBody>
          <a:bodyPr/>
          <a:lstStyle>
            <a:lvl1pPr marL="0" marR="0" indent="0" algn="l" defTabSz="914400" rtl="0" eaLnBrk="0" fontAlgn="base" latinLnBrk="0" hangingPunct="0">
              <a:lnSpc>
                <a:spcPct val="100000"/>
              </a:lnSpc>
              <a:spcBef>
                <a:spcPts val="600"/>
              </a:spcBef>
              <a:spcAft>
                <a:spcPct val="0"/>
              </a:spcAft>
              <a:buClrTx/>
              <a:buSzTx/>
              <a:buFontTx/>
              <a:buNone/>
              <a:tabLst/>
              <a:defRPr sz="1800">
                <a:solidFill>
                  <a:srgbClr val="000000"/>
                </a:solidFill>
                <a:latin typeface="Arial" panose="020B0604020202020204" pitchFamily="34" charset="0"/>
                <a:cs typeface="Arial" panose="020B0604020202020204" pitchFamily="34" charset="0"/>
              </a:defRPr>
            </a:lvl1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Click to add caption to accompany content. Lorem ipsum dolor sit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amet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consectetur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adipiscing</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elit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sed do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eiusmod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tempor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incididunt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ut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labore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a:t>
            </a:r>
          </a:p>
        </p:txBody>
      </p:sp>
      <p:sp>
        <p:nvSpPr>
          <p:cNvPr id="12" name="Text Placeholder 9">
            <a:extLst>
              <a:ext uri="{FF2B5EF4-FFF2-40B4-BE49-F238E27FC236}">
                <a16:creationId xmlns:a16="http://schemas.microsoft.com/office/drawing/2014/main" id="{CC39118D-AF06-4D1E-A28A-244A65DAF08F}"/>
              </a:ext>
            </a:extLst>
          </p:cNvPr>
          <p:cNvSpPr>
            <a:spLocks noGrp="1"/>
          </p:cNvSpPr>
          <p:nvPr>
            <p:ph type="body" sz="quarter" idx="18" hasCustomPrompt="1"/>
          </p:nvPr>
        </p:nvSpPr>
        <p:spPr>
          <a:xfrm>
            <a:off x="6095885" y="3603376"/>
            <a:ext cx="5253153" cy="875757"/>
          </a:xfrm>
        </p:spPr>
        <p:txBody>
          <a:bodyPr/>
          <a:lstStyle>
            <a:lvl1pPr marL="0" marR="0" indent="0" algn="l" defTabSz="914400" rtl="0" eaLnBrk="0" fontAlgn="base" latinLnBrk="0" hangingPunct="0">
              <a:lnSpc>
                <a:spcPct val="100000"/>
              </a:lnSpc>
              <a:spcBef>
                <a:spcPts val="600"/>
              </a:spcBef>
              <a:spcAft>
                <a:spcPct val="0"/>
              </a:spcAft>
              <a:buClrTx/>
              <a:buSzTx/>
              <a:buFontTx/>
              <a:buNone/>
              <a:tabLst/>
              <a:defRPr sz="1800">
                <a:solidFill>
                  <a:srgbClr val="000000"/>
                </a:solidFill>
                <a:latin typeface="Arial" panose="020B0604020202020204" pitchFamily="34" charset="0"/>
                <a:cs typeface="Arial" panose="020B0604020202020204" pitchFamily="34" charset="0"/>
              </a:defRPr>
            </a:lvl1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Click to add caption to accompany content. Lorem ipsum dolor sit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amet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consectetur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adipiscing</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elit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sed do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eiusmod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tempor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incididunt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ut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labore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a:t>
            </a:r>
          </a:p>
        </p:txBody>
      </p:sp>
      <p:sp>
        <p:nvSpPr>
          <p:cNvPr id="7" name="Footer">
            <a:extLst>
              <a:ext uri="{FF2B5EF4-FFF2-40B4-BE49-F238E27FC236}">
                <a16:creationId xmlns:a16="http://schemas.microsoft.com/office/drawing/2014/main" id="{A474DE8B-2827-4A7C-9B2C-FEC71A002342}"/>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
        <p:nvSpPr>
          <p:cNvPr id="15" name="Table Placeholder 14">
            <a:extLst>
              <a:ext uri="{FF2B5EF4-FFF2-40B4-BE49-F238E27FC236}">
                <a16:creationId xmlns:a16="http://schemas.microsoft.com/office/drawing/2014/main" id="{0FBB3941-1ADF-44A3-B3B6-B2B7D20C6039}"/>
              </a:ext>
            </a:extLst>
          </p:cNvPr>
          <p:cNvSpPr>
            <a:spLocks noGrp="1"/>
          </p:cNvSpPr>
          <p:nvPr>
            <p:ph type="tbl" sz="quarter" idx="21"/>
          </p:nvPr>
        </p:nvSpPr>
        <p:spPr>
          <a:xfrm>
            <a:off x="733425" y="4043362"/>
            <a:ext cx="5253038" cy="1529557"/>
          </a:xfrm>
        </p:spPr>
        <p:txBody>
          <a:bodyPr/>
          <a:lstStyle/>
          <a:p>
            <a:endParaRPr lang="en-US"/>
          </a:p>
        </p:txBody>
      </p:sp>
      <p:sp>
        <p:nvSpPr>
          <p:cNvPr id="16" name="Table Placeholder 14">
            <a:extLst>
              <a:ext uri="{FF2B5EF4-FFF2-40B4-BE49-F238E27FC236}">
                <a16:creationId xmlns:a16="http://schemas.microsoft.com/office/drawing/2014/main" id="{033851EA-E182-44EE-A6BD-2B5B5D8B927B}"/>
              </a:ext>
            </a:extLst>
          </p:cNvPr>
          <p:cNvSpPr>
            <a:spLocks noGrp="1"/>
          </p:cNvSpPr>
          <p:nvPr>
            <p:ph type="tbl" sz="quarter" idx="22"/>
          </p:nvPr>
        </p:nvSpPr>
        <p:spPr>
          <a:xfrm>
            <a:off x="6096000" y="2493172"/>
            <a:ext cx="5253038" cy="1021553"/>
          </a:xfrm>
        </p:spPr>
        <p:txBody>
          <a:bodyPr/>
          <a:lstStyle/>
          <a:p>
            <a:endParaRPr lang="en-US"/>
          </a:p>
        </p:txBody>
      </p:sp>
      <p:sp>
        <p:nvSpPr>
          <p:cNvPr id="17" name="Table Placeholder 14">
            <a:extLst>
              <a:ext uri="{FF2B5EF4-FFF2-40B4-BE49-F238E27FC236}">
                <a16:creationId xmlns:a16="http://schemas.microsoft.com/office/drawing/2014/main" id="{9F8070B9-5F3E-4727-90E8-3E47529B9B5A}"/>
              </a:ext>
            </a:extLst>
          </p:cNvPr>
          <p:cNvSpPr>
            <a:spLocks noGrp="1"/>
          </p:cNvSpPr>
          <p:nvPr>
            <p:ph type="tbl" sz="quarter" idx="23"/>
          </p:nvPr>
        </p:nvSpPr>
        <p:spPr>
          <a:xfrm>
            <a:off x="6093618" y="4560097"/>
            <a:ext cx="5253038" cy="1021553"/>
          </a:xfrm>
        </p:spPr>
        <p:txBody>
          <a:bodyPr/>
          <a:lstStyle/>
          <a:p>
            <a:endParaRPr lang="en-US"/>
          </a:p>
        </p:txBody>
      </p:sp>
    </p:spTree>
    <p:extLst>
      <p:ext uri="{BB962C8B-B14F-4D97-AF65-F5344CB8AC3E}">
        <p14:creationId xmlns:p14="http://schemas.microsoft.com/office/powerpoint/2010/main" val="2814476040"/>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Two Sections and Image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6" name="Text Placeholder 5"/>
          <p:cNvSpPr>
            <a:spLocks noGrp="1"/>
          </p:cNvSpPr>
          <p:nvPr>
            <p:ph type="body" sz="quarter" idx="15" hasCustomPrompt="1"/>
          </p:nvPr>
        </p:nvSpPr>
        <p:spPr>
          <a:xfrm>
            <a:off x="743574" y="1290690"/>
            <a:ext cx="10711543" cy="348047"/>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10" name="Picture Placeholder 5">
            <a:extLst>
              <a:ext uri="{FF2B5EF4-FFF2-40B4-BE49-F238E27FC236}">
                <a16:creationId xmlns:a16="http://schemas.microsoft.com/office/drawing/2014/main" id="{D2B6F3D7-1DC5-4912-9B59-FD5D92EDBB81}"/>
              </a:ext>
            </a:extLst>
          </p:cNvPr>
          <p:cNvSpPr>
            <a:spLocks noGrp="1"/>
          </p:cNvSpPr>
          <p:nvPr>
            <p:ph type="pic" sz="quarter" idx="10"/>
          </p:nvPr>
        </p:nvSpPr>
        <p:spPr>
          <a:xfrm>
            <a:off x="733117" y="1757166"/>
            <a:ext cx="10721999" cy="1514131"/>
          </a:xfrm>
        </p:spPr>
        <p:txBody>
          <a:bodyPr/>
          <a:lstStyle/>
          <a:p>
            <a:r>
              <a:rPr lang="en-US" dirty="0"/>
              <a:t>Click icon to </a:t>
            </a:r>
            <a:r>
              <a:rPr lang="en-US"/>
              <a:t>add picture</a:t>
            </a:r>
            <a:endParaRPr lang="en-US" dirty="0"/>
          </a:p>
        </p:txBody>
      </p:sp>
      <p:sp>
        <p:nvSpPr>
          <p:cNvPr id="9" name="Text Placeholder 5"/>
          <p:cNvSpPr>
            <a:spLocks noGrp="1"/>
          </p:cNvSpPr>
          <p:nvPr>
            <p:ph type="body" sz="quarter" idx="17" hasCustomPrompt="1"/>
          </p:nvPr>
        </p:nvSpPr>
        <p:spPr>
          <a:xfrm>
            <a:off x="743573" y="3389727"/>
            <a:ext cx="10711543" cy="348047"/>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13" name="Picture Placeholder 5">
            <a:extLst>
              <a:ext uri="{FF2B5EF4-FFF2-40B4-BE49-F238E27FC236}">
                <a16:creationId xmlns:a16="http://schemas.microsoft.com/office/drawing/2014/main" id="{33EE713D-FD1D-4016-B0CA-2BE9370A4AF1}"/>
              </a:ext>
            </a:extLst>
          </p:cNvPr>
          <p:cNvSpPr>
            <a:spLocks noGrp="1"/>
          </p:cNvSpPr>
          <p:nvPr>
            <p:ph type="pic" sz="quarter" idx="18"/>
          </p:nvPr>
        </p:nvSpPr>
        <p:spPr>
          <a:xfrm>
            <a:off x="733117" y="3856204"/>
            <a:ext cx="10721999" cy="1514131"/>
          </a:xfrm>
        </p:spPr>
        <p:txBody>
          <a:bodyPr/>
          <a:lstStyle/>
          <a:p>
            <a:r>
              <a:rPr lang="en-US" dirty="0"/>
              <a:t>Click icon to </a:t>
            </a:r>
            <a:r>
              <a:rPr lang="en-US"/>
              <a:t>add picture</a:t>
            </a:r>
            <a:endParaRPr lang="en-US" dirty="0"/>
          </a:p>
        </p:txBody>
      </p:sp>
      <p:sp>
        <p:nvSpPr>
          <p:cNvPr id="14" name="Footer">
            <a:extLst>
              <a:ext uri="{FF2B5EF4-FFF2-40B4-BE49-F238E27FC236}">
                <a16:creationId xmlns:a16="http://schemas.microsoft.com/office/drawing/2014/main" id="{1F7F3A0A-B6C1-4EEC-AB96-2823BAABF6D3}"/>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Tree>
    <p:extLst>
      <p:ext uri="{BB962C8B-B14F-4D97-AF65-F5344CB8AC3E}">
        <p14:creationId xmlns:p14="http://schemas.microsoft.com/office/powerpoint/2010/main" val="2727954236"/>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1_Two Sections and Image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6" name="Text Placeholder 5"/>
          <p:cNvSpPr>
            <a:spLocks noGrp="1"/>
          </p:cNvSpPr>
          <p:nvPr>
            <p:ph type="body" sz="quarter" idx="15" hasCustomPrompt="1"/>
          </p:nvPr>
        </p:nvSpPr>
        <p:spPr>
          <a:xfrm>
            <a:off x="743575" y="1290690"/>
            <a:ext cx="5146238" cy="348047"/>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10" name="Picture Placeholder 5">
            <a:extLst>
              <a:ext uri="{FF2B5EF4-FFF2-40B4-BE49-F238E27FC236}">
                <a16:creationId xmlns:a16="http://schemas.microsoft.com/office/drawing/2014/main" id="{D2B6F3D7-1DC5-4912-9B59-FD5D92EDBB81}"/>
              </a:ext>
            </a:extLst>
          </p:cNvPr>
          <p:cNvSpPr>
            <a:spLocks noGrp="1"/>
          </p:cNvSpPr>
          <p:nvPr>
            <p:ph type="pic" sz="quarter" idx="10"/>
          </p:nvPr>
        </p:nvSpPr>
        <p:spPr>
          <a:xfrm>
            <a:off x="733117" y="1757166"/>
            <a:ext cx="5146239" cy="3709063"/>
          </a:xfrm>
        </p:spPr>
        <p:txBody>
          <a:bodyPr/>
          <a:lstStyle/>
          <a:p>
            <a:r>
              <a:rPr lang="en-US" dirty="0"/>
              <a:t>Click icon to </a:t>
            </a:r>
            <a:r>
              <a:rPr lang="en-US"/>
              <a:t>add picture</a:t>
            </a:r>
            <a:endParaRPr lang="en-US" dirty="0"/>
          </a:p>
        </p:txBody>
      </p:sp>
      <p:sp>
        <p:nvSpPr>
          <p:cNvPr id="9" name="Text Placeholder 5"/>
          <p:cNvSpPr>
            <a:spLocks noGrp="1"/>
          </p:cNvSpPr>
          <p:nvPr>
            <p:ph type="body" sz="quarter" idx="17" hasCustomPrompt="1"/>
          </p:nvPr>
        </p:nvSpPr>
        <p:spPr>
          <a:xfrm>
            <a:off x="5983940" y="1290690"/>
            <a:ext cx="5471175" cy="348047"/>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13" name="Picture Placeholder 5">
            <a:extLst>
              <a:ext uri="{FF2B5EF4-FFF2-40B4-BE49-F238E27FC236}">
                <a16:creationId xmlns:a16="http://schemas.microsoft.com/office/drawing/2014/main" id="{33EE713D-FD1D-4016-B0CA-2BE9370A4AF1}"/>
              </a:ext>
            </a:extLst>
          </p:cNvPr>
          <p:cNvSpPr>
            <a:spLocks noGrp="1"/>
          </p:cNvSpPr>
          <p:nvPr>
            <p:ph type="pic" sz="quarter" idx="18"/>
          </p:nvPr>
        </p:nvSpPr>
        <p:spPr>
          <a:xfrm>
            <a:off x="5983940" y="1757165"/>
            <a:ext cx="5471175" cy="3709064"/>
          </a:xfrm>
        </p:spPr>
        <p:txBody>
          <a:bodyPr/>
          <a:lstStyle/>
          <a:p>
            <a:r>
              <a:rPr lang="en-US" dirty="0"/>
              <a:t>Click icon to </a:t>
            </a:r>
            <a:r>
              <a:rPr lang="en-US"/>
              <a:t>add picture</a:t>
            </a:r>
            <a:endParaRPr lang="en-US" dirty="0"/>
          </a:p>
        </p:txBody>
      </p:sp>
      <p:sp>
        <p:nvSpPr>
          <p:cNvPr id="14" name="Footer">
            <a:extLst>
              <a:ext uri="{FF2B5EF4-FFF2-40B4-BE49-F238E27FC236}">
                <a16:creationId xmlns:a16="http://schemas.microsoft.com/office/drawing/2014/main" id="{1F7F3A0A-B6C1-4EEC-AB96-2823BAABF6D3}"/>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Tree>
    <p:extLst>
      <p:ext uri="{BB962C8B-B14F-4D97-AF65-F5344CB8AC3E}">
        <p14:creationId xmlns:p14="http://schemas.microsoft.com/office/powerpoint/2010/main" val="2094347529"/>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Section Header and Two Image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6" name="Text Placeholder 5"/>
          <p:cNvSpPr>
            <a:spLocks noGrp="1"/>
          </p:cNvSpPr>
          <p:nvPr>
            <p:ph type="body" sz="quarter" idx="15" hasCustomPrompt="1"/>
          </p:nvPr>
        </p:nvSpPr>
        <p:spPr>
          <a:xfrm>
            <a:off x="743575" y="1290690"/>
            <a:ext cx="10711540" cy="348047"/>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10" name="Picture Placeholder 5">
            <a:extLst>
              <a:ext uri="{FF2B5EF4-FFF2-40B4-BE49-F238E27FC236}">
                <a16:creationId xmlns:a16="http://schemas.microsoft.com/office/drawing/2014/main" id="{D2B6F3D7-1DC5-4912-9B59-FD5D92EDBB81}"/>
              </a:ext>
            </a:extLst>
          </p:cNvPr>
          <p:cNvSpPr>
            <a:spLocks noGrp="1"/>
          </p:cNvSpPr>
          <p:nvPr>
            <p:ph type="pic" sz="quarter" idx="10"/>
          </p:nvPr>
        </p:nvSpPr>
        <p:spPr>
          <a:xfrm>
            <a:off x="733117" y="1757166"/>
            <a:ext cx="5146239" cy="3709063"/>
          </a:xfrm>
        </p:spPr>
        <p:txBody>
          <a:bodyPr/>
          <a:lstStyle/>
          <a:p>
            <a:r>
              <a:rPr lang="en-US" dirty="0"/>
              <a:t>Click icon to </a:t>
            </a:r>
            <a:r>
              <a:rPr lang="en-US"/>
              <a:t>add picture</a:t>
            </a:r>
            <a:endParaRPr lang="en-US" dirty="0"/>
          </a:p>
        </p:txBody>
      </p:sp>
      <p:sp>
        <p:nvSpPr>
          <p:cNvPr id="13" name="Picture Placeholder 5">
            <a:extLst>
              <a:ext uri="{FF2B5EF4-FFF2-40B4-BE49-F238E27FC236}">
                <a16:creationId xmlns:a16="http://schemas.microsoft.com/office/drawing/2014/main" id="{33EE713D-FD1D-4016-B0CA-2BE9370A4AF1}"/>
              </a:ext>
            </a:extLst>
          </p:cNvPr>
          <p:cNvSpPr>
            <a:spLocks noGrp="1"/>
          </p:cNvSpPr>
          <p:nvPr>
            <p:ph type="pic" sz="quarter" idx="18"/>
          </p:nvPr>
        </p:nvSpPr>
        <p:spPr>
          <a:xfrm>
            <a:off x="5983940" y="1757165"/>
            <a:ext cx="5471175" cy="3709064"/>
          </a:xfrm>
        </p:spPr>
        <p:txBody>
          <a:bodyPr/>
          <a:lstStyle/>
          <a:p>
            <a:r>
              <a:rPr lang="en-US" dirty="0"/>
              <a:t>Click icon to </a:t>
            </a:r>
            <a:r>
              <a:rPr lang="en-US"/>
              <a:t>add picture</a:t>
            </a:r>
            <a:endParaRPr lang="en-US" dirty="0"/>
          </a:p>
        </p:txBody>
      </p:sp>
      <p:sp>
        <p:nvSpPr>
          <p:cNvPr id="14" name="Footer">
            <a:extLst>
              <a:ext uri="{FF2B5EF4-FFF2-40B4-BE49-F238E27FC236}">
                <a16:creationId xmlns:a16="http://schemas.microsoft.com/office/drawing/2014/main" id="{1F7F3A0A-B6C1-4EEC-AB96-2823BAABF6D3}"/>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Tree>
    <p:extLst>
      <p:ext uri="{BB962C8B-B14F-4D97-AF65-F5344CB8AC3E}">
        <p14:creationId xmlns:p14="http://schemas.microsoft.com/office/powerpoint/2010/main" val="3697009637"/>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Three Sections and Image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6" name="Text Placeholder 5"/>
          <p:cNvSpPr>
            <a:spLocks noGrp="1"/>
          </p:cNvSpPr>
          <p:nvPr>
            <p:ph type="body" sz="quarter" idx="15" hasCustomPrompt="1"/>
          </p:nvPr>
        </p:nvSpPr>
        <p:spPr>
          <a:xfrm>
            <a:off x="743575" y="1290690"/>
            <a:ext cx="5146238" cy="348047"/>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10" name="Picture Placeholder 5">
            <a:extLst>
              <a:ext uri="{FF2B5EF4-FFF2-40B4-BE49-F238E27FC236}">
                <a16:creationId xmlns:a16="http://schemas.microsoft.com/office/drawing/2014/main" id="{D2B6F3D7-1DC5-4912-9B59-FD5D92EDBB81}"/>
              </a:ext>
            </a:extLst>
          </p:cNvPr>
          <p:cNvSpPr>
            <a:spLocks noGrp="1"/>
          </p:cNvSpPr>
          <p:nvPr>
            <p:ph type="pic" sz="quarter" idx="10"/>
          </p:nvPr>
        </p:nvSpPr>
        <p:spPr>
          <a:xfrm>
            <a:off x="733117" y="1757167"/>
            <a:ext cx="5146239" cy="1671834"/>
          </a:xfrm>
        </p:spPr>
        <p:txBody>
          <a:bodyPr/>
          <a:lstStyle/>
          <a:p>
            <a:r>
              <a:rPr lang="en-US" dirty="0"/>
              <a:t>Click icon to </a:t>
            </a:r>
            <a:r>
              <a:rPr lang="en-US"/>
              <a:t>add picture</a:t>
            </a:r>
            <a:endParaRPr lang="en-US" dirty="0"/>
          </a:p>
        </p:txBody>
      </p:sp>
      <p:sp>
        <p:nvSpPr>
          <p:cNvPr id="8" name="Text Placeholder 5">
            <a:extLst>
              <a:ext uri="{FF2B5EF4-FFF2-40B4-BE49-F238E27FC236}">
                <a16:creationId xmlns:a16="http://schemas.microsoft.com/office/drawing/2014/main" id="{260FE8C2-07E1-4D09-A0DC-DF642DCDCD10}"/>
              </a:ext>
            </a:extLst>
          </p:cNvPr>
          <p:cNvSpPr>
            <a:spLocks noGrp="1"/>
          </p:cNvSpPr>
          <p:nvPr>
            <p:ph type="body" sz="quarter" idx="19" hasCustomPrompt="1"/>
          </p:nvPr>
        </p:nvSpPr>
        <p:spPr>
          <a:xfrm>
            <a:off x="733118" y="3547432"/>
            <a:ext cx="5146238" cy="348047"/>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11" name="Picture Placeholder 5">
            <a:extLst>
              <a:ext uri="{FF2B5EF4-FFF2-40B4-BE49-F238E27FC236}">
                <a16:creationId xmlns:a16="http://schemas.microsoft.com/office/drawing/2014/main" id="{8C746CF2-FE60-4CC1-B2EE-0CA47905BF15}"/>
              </a:ext>
            </a:extLst>
          </p:cNvPr>
          <p:cNvSpPr>
            <a:spLocks noGrp="1"/>
          </p:cNvSpPr>
          <p:nvPr>
            <p:ph type="pic" sz="quarter" idx="20"/>
          </p:nvPr>
        </p:nvSpPr>
        <p:spPr>
          <a:xfrm>
            <a:off x="722660" y="4013909"/>
            <a:ext cx="5146239" cy="1671834"/>
          </a:xfrm>
        </p:spPr>
        <p:txBody>
          <a:bodyPr/>
          <a:lstStyle/>
          <a:p>
            <a:r>
              <a:rPr lang="en-US" dirty="0"/>
              <a:t>Click icon to </a:t>
            </a:r>
            <a:r>
              <a:rPr lang="en-US"/>
              <a:t>add picture</a:t>
            </a:r>
            <a:endParaRPr lang="en-US" dirty="0"/>
          </a:p>
        </p:txBody>
      </p:sp>
      <p:sp>
        <p:nvSpPr>
          <p:cNvPr id="9" name="Text Placeholder 5"/>
          <p:cNvSpPr>
            <a:spLocks noGrp="1"/>
          </p:cNvSpPr>
          <p:nvPr>
            <p:ph type="body" sz="quarter" idx="17" hasCustomPrompt="1"/>
          </p:nvPr>
        </p:nvSpPr>
        <p:spPr>
          <a:xfrm>
            <a:off x="5983940" y="1290690"/>
            <a:ext cx="5471175" cy="348047"/>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13" name="Picture Placeholder 5">
            <a:extLst>
              <a:ext uri="{FF2B5EF4-FFF2-40B4-BE49-F238E27FC236}">
                <a16:creationId xmlns:a16="http://schemas.microsoft.com/office/drawing/2014/main" id="{33EE713D-FD1D-4016-B0CA-2BE9370A4AF1}"/>
              </a:ext>
            </a:extLst>
          </p:cNvPr>
          <p:cNvSpPr>
            <a:spLocks noGrp="1"/>
          </p:cNvSpPr>
          <p:nvPr>
            <p:ph type="pic" sz="quarter" idx="18"/>
          </p:nvPr>
        </p:nvSpPr>
        <p:spPr>
          <a:xfrm>
            <a:off x="5983940" y="1757165"/>
            <a:ext cx="5471175" cy="3928578"/>
          </a:xfrm>
        </p:spPr>
        <p:txBody>
          <a:bodyPr/>
          <a:lstStyle/>
          <a:p>
            <a:r>
              <a:rPr lang="en-US" dirty="0"/>
              <a:t>Click icon to </a:t>
            </a:r>
            <a:r>
              <a:rPr lang="en-US"/>
              <a:t>add picture</a:t>
            </a:r>
            <a:endParaRPr lang="en-US" dirty="0"/>
          </a:p>
        </p:txBody>
      </p:sp>
      <p:sp>
        <p:nvSpPr>
          <p:cNvPr id="14" name="Footer">
            <a:extLst>
              <a:ext uri="{FF2B5EF4-FFF2-40B4-BE49-F238E27FC236}">
                <a16:creationId xmlns:a16="http://schemas.microsoft.com/office/drawing/2014/main" id="{1F7F3A0A-B6C1-4EEC-AB96-2823BAABF6D3}"/>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Tree>
    <p:extLst>
      <p:ext uri="{BB962C8B-B14F-4D97-AF65-F5344CB8AC3E}">
        <p14:creationId xmlns:p14="http://schemas.microsoft.com/office/powerpoint/2010/main" val="2635683388"/>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Three Image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13" name="Picture Placeholder 5">
            <a:extLst>
              <a:ext uri="{FF2B5EF4-FFF2-40B4-BE49-F238E27FC236}">
                <a16:creationId xmlns:a16="http://schemas.microsoft.com/office/drawing/2014/main" id="{33EE713D-FD1D-4016-B0CA-2BE9370A4AF1}"/>
              </a:ext>
            </a:extLst>
          </p:cNvPr>
          <p:cNvSpPr>
            <a:spLocks noGrp="1"/>
          </p:cNvSpPr>
          <p:nvPr>
            <p:ph type="pic" sz="quarter" idx="18"/>
          </p:nvPr>
        </p:nvSpPr>
        <p:spPr>
          <a:xfrm>
            <a:off x="815242" y="1660454"/>
            <a:ext cx="5183174" cy="4025289"/>
          </a:xfrm>
        </p:spPr>
        <p:txBody>
          <a:bodyPr/>
          <a:lstStyle/>
          <a:p>
            <a:r>
              <a:rPr lang="en-US" dirty="0"/>
              <a:t>Click icon to </a:t>
            </a:r>
            <a:r>
              <a:rPr lang="en-US"/>
              <a:t>add picture</a:t>
            </a:r>
            <a:endParaRPr lang="en-US" dirty="0"/>
          </a:p>
        </p:txBody>
      </p:sp>
      <p:sp>
        <p:nvSpPr>
          <p:cNvPr id="10" name="Picture Placeholder 5">
            <a:extLst>
              <a:ext uri="{FF2B5EF4-FFF2-40B4-BE49-F238E27FC236}">
                <a16:creationId xmlns:a16="http://schemas.microsoft.com/office/drawing/2014/main" id="{D2B6F3D7-1DC5-4912-9B59-FD5D92EDBB81}"/>
              </a:ext>
            </a:extLst>
          </p:cNvPr>
          <p:cNvSpPr>
            <a:spLocks noGrp="1"/>
          </p:cNvSpPr>
          <p:nvPr>
            <p:ph type="pic" sz="quarter" idx="10"/>
          </p:nvPr>
        </p:nvSpPr>
        <p:spPr>
          <a:xfrm>
            <a:off x="6096001" y="1660454"/>
            <a:ext cx="5254282" cy="1973899"/>
          </a:xfrm>
        </p:spPr>
        <p:txBody>
          <a:bodyPr/>
          <a:lstStyle/>
          <a:p>
            <a:r>
              <a:rPr lang="en-US" dirty="0"/>
              <a:t>Click icon to </a:t>
            </a:r>
            <a:r>
              <a:rPr lang="en-US"/>
              <a:t>add picture</a:t>
            </a:r>
            <a:endParaRPr lang="en-US" dirty="0"/>
          </a:p>
        </p:txBody>
      </p:sp>
      <p:sp>
        <p:nvSpPr>
          <p:cNvPr id="11" name="Picture Placeholder 5">
            <a:extLst>
              <a:ext uri="{FF2B5EF4-FFF2-40B4-BE49-F238E27FC236}">
                <a16:creationId xmlns:a16="http://schemas.microsoft.com/office/drawing/2014/main" id="{8C746CF2-FE60-4CC1-B2EE-0CA47905BF15}"/>
              </a:ext>
            </a:extLst>
          </p:cNvPr>
          <p:cNvSpPr>
            <a:spLocks noGrp="1"/>
          </p:cNvSpPr>
          <p:nvPr>
            <p:ph type="pic" sz="quarter" idx="20"/>
          </p:nvPr>
        </p:nvSpPr>
        <p:spPr>
          <a:xfrm>
            <a:off x="6096002" y="3711844"/>
            <a:ext cx="5243824" cy="1973899"/>
          </a:xfrm>
        </p:spPr>
        <p:txBody>
          <a:bodyPr/>
          <a:lstStyle/>
          <a:p>
            <a:r>
              <a:rPr lang="en-US" dirty="0"/>
              <a:t>Click icon to </a:t>
            </a:r>
            <a:r>
              <a:rPr lang="en-US"/>
              <a:t>add picture</a:t>
            </a:r>
            <a:endParaRPr lang="en-US" dirty="0"/>
          </a:p>
        </p:txBody>
      </p:sp>
      <p:sp>
        <p:nvSpPr>
          <p:cNvPr id="14" name="Footer">
            <a:extLst>
              <a:ext uri="{FF2B5EF4-FFF2-40B4-BE49-F238E27FC236}">
                <a16:creationId xmlns:a16="http://schemas.microsoft.com/office/drawing/2014/main" id="{1F7F3A0A-B6C1-4EEC-AB96-2823BAABF6D3}"/>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Tree>
    <p:extLst>
      <p:ext uri="{BB962C8B-B14F-4D97-AF65-F5344CB8AC3E}">
        <p14:creationId xmlns:p14="http://schemas.microsoft.com/office/powerpoint/2010/main" val="2372049852"/>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Two Sections and Images with Capti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6" name="Text Placeholder 5"/>
          <p:cNvSpPr>
            <a:spLocks noGrp="1"/>
          </p:cNvSpPr>
          <p:nvPr>
            <p:ph type="body" sz="quarter" idx="15" hasCustomPrompt="1"/>
          </p:nvPr>
        </p:nvSpPr>
        <p:spPr>
          <a:xfrm>
            <a:off x="743575" y="1290690"/>
            <a:ext cx="5260766" cy="348047"/>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10" name="Picture Placeholder 5">
            <a:extLst>
              <a:ext uri="{FF2B5EF4-FFF2-40B4-BE49-F238E27FC236}">
                <a16:creationId xmlns:a16="http://schemas.microsoft.com/office/drawing/2014/main" id="{D2B6F3D7-1DC5-4912-9B59-FD5D92EDBB81}"/>
              </a:ext>
            </a:extLst>
          </p:cNvPr>
          <p:cNvSpPr>
            <a:spLocks noGrp="1"/>
          </p:cNvSpPr>
          <p:nvPr>
            <p:ph type="pic" sz="quarter" idx="10"/>
          </p:nvPr>
        </p:nvSpPr>
        <p:spPr>
          <a:xfrm>
            <a:off x="733117" y="1757166"/>
            <a:ext cx="5265901" cy="1514131"/>
          </a:xfrm>
        </p:spPr>
        <p:txBody>
          <a:bodyPr/>
          <a:lstStyle/>
          <a:p>
            <a:r>
              <a:rPr lang="en-US" dirty="0"/>
              <a:t>Click icon to </a:t>
            </a:r>
            <a:r>
              <a:rPr lang="en-US"/>
              <a:t>add picture</a:t>
            </a:r>
            <a:endParaRPr lang="en-US" dirty="0"/>
          </a:p>
        </p:txBody>
      </p:sp>
      <p:sp>
        <p:nvSpPr>
          <p:cNvPr id="11" name="Text Placeholder 9">
            <a:extLst>
              <a:ext uri="{FF2B5EF4-FFF2-40B4-BE49-F238E27FC236}">
                <a16:creationId xmlns:a16="http://schemas.microsoft.com/office/drawing/2014/main" id="{C7D9FB6E-264C-49D3-BF90-8D03C190DF69}"/>
              </a:ext>
            </a:extLst>
          </p:cNvPr>
          <p:cNvSpPr>
            <a:spLocks noGrp="1"/>
          </p:cNvSpPr>
          <p:nvPr>
            <p:ph type="body" sz="quarter" idx="11" hasCustomPrompt="1"/>
          </p:nvPr>
        </p:nvSpPr>
        <p:spPr>
          <a:xfrm>
            <a:off x="733117" y="3429000"/>
            <a:ext cx="5271224" cy="1980608"/>
          </a:xfrm>
        </p:spPr>
        <p:txBody>
          <a:bodyPr/>
          <a:lstStyle>
            <a:lvl1pPr marL="0" marR="0" indent="0" algn="l" defTabSz="914400" rtl="0" eaLnBrk="0" fontAlgn="base" latinLnBrk="0" hangingPunct="0">
              <a:lnSpc>
                <a:spcPct val="100000"/>
              </a:lnSpc>
              <a:spcBef>
                <a:spcPct val="0"/>
              </a:spcBef>
              <a:spcAft>
                <a:spcPct val="0"/>
              </a:spcAft>
              <a:buClrTx/>
              <a:buSzTx/>
              <a:buFontTx/>
              <a:buNone/>
              <a:tabLst/>
              <a:defRPr sz="1800">
                <a:solidFill>
                  <a:srgbClr val="006298"/>
                </a:solidFill>
                <a:latin typeface="Arial" panose="020B0604020202020204" pitchFamily="34" charset="0"/>
                <a:cs typeface="Arial" panose="020B0604020202020204" pitchFamily="34" charset="0"/>
              </a:defRPr>
            </a:lvl1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Click to add caption to accompany content. Lorem ipsum dolor sit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amet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consectetur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adipiscing</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elit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sed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do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eiusmod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tempor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incididunt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ut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labore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dolore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magna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aliqua</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Viverra</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vitae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congue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eu</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consequat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ac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felis</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donec</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a:t>
            </a:r>
          </a:p>
        </p:txBody>
      </p:sp>
      <p:sp>
        <p:nvSpPr>
          <p:cNvPr id="9" name="Text Placeholder 5"/>
          <p:cNvSpPr>
            <a:spLocks noGrp="1"/>
          </p:cNvSpPr>
          <p:nvPr>
            <p:ph type="body" sz="quarter" idx="17" hasCustomPrompt="1"/>
          </p:nvPr>
        </p:nvSpPr>
        <p:spPr>
          <a:xfrm>
            <a:off x="6198116" y="1290690"/>
            <a:ext cx="5260767" cy="348047"/>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13" name="Picture Placeholder 5">
            <a:extLst>
              <a:ext uri="{FF2B5EF4-FFF2-40B4-BE49-F238E27FC236}">
                <a16:creationId xmlns:a16="http://schemas.microsoft.com/office/drawing/2014/main" id="{33EE713D-FD1D-4016-B0CA-2BE9370A4AF1}"/>
              </a:ext>
            </a:extLst>
          </p:cNvPr>
          <p:cNvSpPr>
            <a:spLocks noGrp="1"/>
          </p:cNvSpPr>
          <p:nvPr>
            <p:ph type="pic" sz="quarter" idx="18"/>
          </p:nvPr>
        </p:nvSpPr>
        <p:spPr>
          <a:xfrm>
            <a:off x="6187661" y="1757167"/>
            <a:ext cx="5265902" cy="3652441"/>
          </a:xfrm>
        </p:spPr>
        <p:txBody>
          <a:bodyPr/>
          <a:lstStyle/>
          <a:p>
            <a:r>
              <a:rPr lang="en-US" dirty="0"/>
              <a:t>Click icon to </a:t>
            </a:r>
            <a:r>
              <a:rPr lang="en-US"/>
              <a:t>add picture</a:t>
            </a:r>
            <a:endParaRPr lang="en-US" dirty="0"/>
          </a:p>
        </p:txBody>
      </p:sp>
      <p:sp>
        <p:nvSpPr>
          <p:cNvPr id="14" name="Footer">
            <a:extLst>
              <a:ext uri="{FF2B5EF4-FFF2-40B4-BE49-F238E27FC236}">
                <a16:creationId xmlns:a16="http://schemas.microsoft.com/office/drawing/2014/main" id="{1F7F3A0A-B6C1-4EEC-AB96-2823BAABF6D3}"/>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Tree>
    <p:extLst>
      <p:ext uri="{BB962C8B-B14F-4D97-AF65-F5344CB8AC3E}">
        <p14:creationId xmlns:p14="http://schemas.microsoft.com/office/powerpoint/2010/main" val="3605806921"/>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Bulleted Lis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12" name="Text Placeholder 11"/>
          <p:cNvSpPr>
            <a:spLocks noGrp="1"/>
          </p:cNvSpPr>
          <p:nvPr>
            <p:ph type="body" sz="quarter" idx="17" hasCustomPrompt="1"/>
          </p:nvPr>
        </p:nvSpPr>
        <p:spPr>
          <a:xfrm>
            <a:off x="743576" y="1638300"/>
            <a:ext cx="10711543" cy="4394200"/>
          </a:xfrm>
        </p:spPr>
        <p:txBody>
          <a:bodyPr>
            <a:normAutofit/>
          </a:bodyPr>
          <a:lstStyle>
            <a:lvl1pPr marL="342900" indent="-342900">
              <a:buClr>
                <a:srgbClr val="004A78"/>
              </a:buClr>
              <a:buFont typeface="Arial" charset="0"/>
              <a:buChar char="•"/>
              <a:defRPr sz="2000">
                <a:solidFill>
                  <a:srgbClr val="000000"/>
                </a:solidFill>
              </a:defRPr>
            </a:lvl1pPr>
            <a:lvl2pPr marL="685800" marR="0" indent="-228600" algn="l" defTabSz="914400" rtl="0" eaLnBrk="1" fontAlgn="base" latinLnBrk="0" hangingPunct="1">
              <a:lnSpc>
                <a:spcPct val="90000"/>
              </a:lnSpc>
              <a:spcBef>
                <a:spcPts val="500"/>
              </a:spcBef>
              <a:spcAft>
                <a:spcPct val="0"/>
              </a:spcAft>
              <a:buClr>
                <a:srgbClr val="FF6300"/>
              </a:buClr>
              <a:buSzTx/>
              <a:buFont typeface="Arial" charset="0"/>
              <a:buChar char="•"/>
              <a:tabLst/>
              <a:defRPr sz="2000" baseline="0"/>
            </a:lvl2pPr>
            <a:lvl3pPr marL="1143000" indent="-228600">
              <a:buClr>
                <a:srgbClr val="000000"/>
              </a:buClr>
              <a:buFont typeface="Arial" charset="0"/>
              <a:buChar char="•"/>
              <a:defRPr sz="2000"/>
            </a:lvl3pPr>
            <a:lvl4pPr marL="1600200" indent="-228600">
              <a:buClr>
                <a:srgbClr val="000000"/>
              </a:buClr>
              <a:buSzPct val="50000"/>
              <a:buFont typeface="Calibri" charset="0"/>
              <a:buChar char="▶"/>
              <a:defRPr sz="2000"/>
            </a:lvl4pPr>
            <a:lvl5pPr marL="2057400" indent="-228600">
              <a:buClr>
                <a:srgbClr val="000000"/>
              </a:buClr>
              <a:buFont typeface="Helvetica" charset="0"/>
              <a:buChar char="⁃"/>
              <a:defRPr sz="2000"/>
            </a:lvl5pPr>
          </a:lstStyle>
          <a:p>
            <a:pPr lvl="0"/>
            <a:r>
              <a:rPr lang="en-US" dirty="0"/>
              <a:t>Click to add text here. 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 </a:t>
            </a:r>
            <a:r>
              <a:rPr lang="en-US" dirty="0" err="1"/>
              <a:t>nullam</a:t>
            </a:r>
            <a:r>
              <a:rPr lang="en-US" dirty="0"/>
              <a:t> non.</a:t>
            </a:r>
          </a:p>
          <a:p>
            <a:pPr lvl="0"/>
            <a:r>
              <a:rPr lang="en-US" dirty="0" err="1"/>
              <a:t>Mauris</a:t>
            </a:r>
            <a:r>
              <a:rPr lang="en-US" dirty="0"/>
              <a:t> a </a:t>
            </a:r>
            <a:r>
              <a:rPr lang="en-US" dirty="0" err="1"/>
              <a:t>diam</a:t>
            </a:r>
            <a:r>
              <a:rPr lang="en-US" dirty="0"/>
              <a:t> </a:t>
            </a:r>
            <a:r>
              <a:rPr lang="en-US" dirty="0" err="1"/>
              <a:t>maecenas</a:t>
            </a:r>
            <a:r>
              <a:rPr lang="en-US" dirty="0"/>
              <a:t> </a:t>
            </a:r>
            <a:r>
              <a:rPr lang="en-US" dirty="0" err="1"/>
              <a:t>sed</a:t>
            </a:r>
            <a:r>
              <a:rPr lang="en-US" dirty="0"/>
              <a:t> </a:t>
            </a:r>
            <a:r>
              <a:rPr lang="en-US" dirty="0" err="1"/>
              <a:t>enim</a:t>
            </a:r>
            <a:r>
              <a:rPr lang="en-US" dirty="0"/>
              <a:t> </a:t>
            </a:r>
            <a:r>
              <a:rPr lang="en-US" dirty="0" err="1"/>
              <a:t>ut</a:t>
            </a:r>
            <a:r>
              <a:rPr lang="en-US" dirty="0"/>
              <a:t> </a:t>
            </a:r>
            <a:r>
              <a:rPr lang="en-US" dirty="0" err="1"/>
              <a:t>sem</a:t>
            </a:r>
            <a:r>
              <a:rPr lang="en-US" dirty="0"/>
              <a:t> </a:t>
            </a:r>
            <a:r>
              <a:rPr lang="en-US" dirty="0" err="1"/>
              <a:t>viverra</a:t>
            </a:r>
            <a:r>
              <a:rPr lang="en-US" dirty="0"/>
              <a:t>.</a:t>
            </a:r>
          </a:p>
          <a:p>
            <a:pPr lvl="0"/>
            <a:r>
              <a:rPr lang="en-US" dirty="0" err="1"/>
              <a:t>Sed</a:t>
            </a:r>
            <a:r>
              <a:rPr lang="en-US" dirty="0"/>
              <a:t> </a:t>
            </a:r>
            <a:r>
              <a:rPr lang="en-US" dirty="0" err="1"/>
              <a:t>ullamcorper</a:t>
            </a:r>
            <a:r>
              <a:rPr lang="en-US" dirty="0"/>
              <a:t> </a:t>
            </a:r>
            <a:r>
              <a:rPr lang="en-US" dirty="0" err="1"/>
              <a:t>morbi</a:t>
            </a:r>
            <a:r>
              <a:rPr lang="en-US" dirty="0"/>
              <a:t> </a:t>
            </a:r>
            <a:r>
              <a:rPr lang="en-US" dirty="0" err="1"/>
              <a:t>tincidunt</a:t>
            </a:r>
            <a:r>
              <a:rPr lang="en-US" dirty="0"/>
              <a:t> </a:t>
            </a:r>
            <a:r>
              <a:rPr lang="en-US" dirty="0" err="1"/>
              <a:t>ornare</a:t>
            </a:r>
            <a:r>
              <a:rPr lang="en-US" dirty="0"/>
              <a:t>. Sit </a:t>
            </a:r>
            <a:r>
              <a:rPr lang="en-US" dirty="0" err="1"/>
              <a:t>amet</a:t>
            </a:r>
            <a:r>
              <a:rPr lang="en-US" dirty="0"/>
              <a:t> </a:t>
            </a:r>
            <a:r>
              <a:rPr lang="en-US" dirty="0" err="1"/>
              <a:t>volutpat</a:t>
            </a:r>
            <a:r>
              <a:rPr lang="en-US" dirty="0"/>
              <a:t> </a:t>
            </a:r>
            <a:r>
              <a:rPr lang="en-US" dirty="0" err="1"/>
              <a:t>consequat</a:t>
            </a:r>
            <a:r>
              <a:rPr lang="en-US" dirty="0"/>
              <a:t> </a:t>
            </a:r>
            <a:r>
              <a:rPr lang="en-US" dirty="0" err="1"/>
              <a:t>mauris</a:t>
            </a:r>
            <a:r>
              <a:rPr lang="en-US" dirty="0"/>
              <a:t> </a:t>
            </a:r>
            <a:r>
              <a:rPr lang="en-US" dirty="0" err="1"/>
              <a:t>nunc</a:t>
            </a:r>
            <a:r>
              <a:rPr lang="en-US" dirty="0"/>
              <a:t> </a:t>
            </a:r>
            <a:r>
              <a:rPr lang="en-US" dirty="0" err="1"/>
              <a:t>congue</a:t>
            </a:r>
            <a:r>
              <a:rPr lang="en-US" dirty="0"/>
              <a:t> nisi. </a:t>
            </a:r>
            <a:r>
              <a:rPr lang="en-US" dirty="0" err="1"/>
              <a:t>Mauris</a:t>
            </a:r>
            <a:r>
              <a:rPr lang="en-US" dirty="0"/>
              <a:t> sit </a:t>
            </a:r>
            <a:r>
              <a:rPr lang="en-US" dirty="0" err="1"/>
              <a:t>amet</a:t>
            </a:r>
            <a:r>
              <a:rPr lang="en-US" dirty="0"/>
              <a:t> </a:t>
            </a:r>
            <a:r>
              <a:rPr lang="en-US" dirty="0" err="1"/>
              <a:t>massa</a:t>
            </a:r>
            <a:r>
              <a:rPr lang="en-US" dirty="0"/>
              <a:t> vitae.</a:t>
            </a:r>
          </a:p>
          <a:p>
            <a:pPr lvl="0"/>
            <a:r>
              <a:rPr lang="en-US" dirty="0" err="1"/>
              <a:t>Consectetur</a:t>
            </a:r>
            <a:r>
              <a:rPr lang="en-US" dirty="0"/>
              <a:t> libero id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a:t>
            </a:r>
          </a:p>
          <a:p>
            <a:pPr lvl="0"/>
            <a:r>
              <a:rPr lang="en-US" dirty="0" err="1"/>
              <a:t>Nulla</a:t>
            </a:r>
            <a:r>
              <a:rPr lang="en-US" dirty="0"/>
              <a:t> </a:t>
            </a:r>
            <a:r>
              <a:rPr lang="en-US" dirty="0" err="1"/>
              <a:t>facilisi</a:t>
            </a:r>
            <a:r>
              <a:rPr lang="en-US" dirty="0"/>
              <a:t> </a:t>
            </a:r>
            <a:r>
              <a:rPr lang="en-US" dirty="0" err="1"/>
              <a:t>morbi</a:t>
            </a:r>
            <a:r>
              <a:rPr lang="en-US" dirty="0"/>
              <a:t> tempus </a:t>
            </a:r>
            <a:r>
              <a:rPr lang="en-US" dirty="0" err="1"/>
              <a:t>iaculis</a:t>
            </a:r>
            <a:r>
              <a:rPr lang="en-US" dirty="0"/>
              <a:t> </a:t>
            </a:r>
            <a:r>
              <a:rPr lang="en-US" dirty="0" err="1"/>
              <a:t>urna</a:t>
            </a:r>
            <a:r>
              <a:rPr lang="en-US" dirty="0"/>
              <a:t> id </a:t>
            </a:r>
            <a:r>
              <a:rPr lang="en-US" dirty="0" err="1"/>
              <a:t>volutpat</a:t>
            </a:r>
            <a:r>
              <a:rPr lang="en-US" dirty="0"/>
              <a:t> lacus. </a:t>
            </a:r>
            <a:r>
              <a:rPr lang="en-US" dirty="0" err="1"/>
              <a:t>Imperdiet</a:t>
            </a:r>
            <a:r>
              <a:rPr lang="en-US" dirty="0"/>
              <a:t> </a:t>
            </a:r>
            <a:r>
              <a:rPr lang="en-US" dirty="0" err="1"/>
              <a:t>nulla</a:t>
            </a:r>
            <a:r>
              <a:rPr lang="en-US" dirty="0"/>
              <a:t> </a:t>
            </a:r>
            <a:r>
              <a:rPr lang="en-US" dirty="0" err="1"/>
              <a:t>malesuada</a:t>
            </a:r>
            <a:r>
              <a:rPr lang="en-US" dirty="0"/>
              <a:t> </a:t>
            </a:r>
            <a:r>
              <a:rPr lang="en-US" dirty="0" err="1"/>
              <a:t>pellentesque</a:t>
            </a:r>
            <a:r>
              <a:rPr lang="en-US" dirty="0"/>
              <a:t> </a:t>
            </a:r>
            <a:r>
              <a:rPr lang="en-US" dirty="0" err="1"/>
              <a:t>elit</a:t>
            </a:r>
            <a:r>
              <a:rPr lang="en-US" dirty="0"/>
              <a:t> </a:t>
            </a:r>
            <a:r>
              <a:rPr lang="en-US" dirty="0" err="1"/>
              <a:t>eget</a:t>
            </a:r>
            <a:r>
              <a:rPr lang="en-US" dirty="0"/>
              <a:t> gravida cum </a:t>
            </a:r>
            <a:r>
              <a:rPr lang="en-US" dirty="0" err="1"/>
              <a:t>sociis</a:t>
            </a:r>
            <a:r>
              <a:rPr lang="en-US" dirty="0"/>
              <a:t>.</a:t>
            </a:r>
          </a:p>
          <a:p>
            <a:pPr lvl="0"/>
            <a:r>
              <a:rPr lang="en-US" dirty="0" err="1"/>
              <a:t>Sed</a:t>
            </a:r>
            <a:r>
              <a:rPr lang="en-US" dirty="0"/>
              <a:t> </a:t>
            </a:r>
            <a:r>
              <a:rPr lang="en-US" dirty="0" err="1"/>
              <a:t>velit</a:t>
            </a:r>
            <a:r>
              <a:rPr lang="en-US" dirty="0"/>
              <a:t> </a:t>
            </a:r>
            <a:r>
              <a:rPr lang="en-US" dirty="0" err="1"/>
              <a:t>dignissim</a:t>
            </a:r>
            <a:r>
              <a:rPr lang="en-US" dirty="0"/>
              <a:t> </a:t>
            </a:r>
            <a:r>
              <a:rPr lang="en-US" dirty="0" err="1"/>
              <a:t>sodales</a:t>
            </a:r>
            <a:r>
              <a:rPr lang="en-US" dirty="0"/>
              <a:t> </a:t>
            </a:r>
            <a:r>
              <a:rPr lang="en-US" dirty="0" err="1"/>
              <a:t>ut.</a:t>
            </a:r>
            <a:endParaRPr lang="en-US" dirty="0"/>
          </a:p>
        </p:txBody>
      </p:sp>
      <p:sp>
        <p:nvSpPr>
          <p:cNvPr id="7" name="Footer">
            <a:extLst>
              <a:ext uri="{FF2B5EF4-FFF2-40B4-BE49-F238E27FC236}">
                <a16:creationId xmlns:a16="http://schemas.microsoft.com/office/drawing/2014/main" id="{CE4CA0EE-D5E1-440F-BC2D-69119081D20A}"/>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Tree>
    <p:extLst>
      <p:ext uri="{BB962C8B-B14F-4D97-AF65-F5344CB8AC3E}">
        <p14:creationId xmlns:p14="http://schemas.microsoft.com/office/powerpoint/2010/main" val="905811675"/>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Numbered Lis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12" name="Text Placeholder 11"/>
          <p:cNvSpPr>
            <a:spLocks noGrp="1"/>
          </p:cNvSpPr>
          <p:nvPr>
            <p:ph type="body" sz="quarter" idx="17" hasCustomPrompt="1"/>
          </p:nvPr>
        </p:nvSpPr>
        <p:spPr>
          <a:xfrm>
            <a:off x="743576" y="1638300"/>
            <a:ext cx="10711543" cy="4394200"/>
          </a:xfrm>
        </p:spPr>
        <p:txBody>
          <a:bodyPr>
            <a:normAutofit/>
          </a:bodyPr>
          <a:lstStyle>
            <a:lvl1pPr marL="457200" indent="-457200">
              <a:buClr>
                <a:srgbClr val="004A78"/>
              </a:buClr>
              <a:buFont typeface="+mj-lt"/>
              <a:buAutoNum type="arabicPeriod"/>
              <a:defRPr sz="2000">
                <a:solidFill>
                  <a:srgbClr val="000000"/>
                </a:solidFill>
              </a:defRPr>
            </a:lvl1pPr>
            <a:lvl2pPr marL="457200" marR="0" indent="0" algn="l" defTabSz="914400" rtl="0" eaLnBrk="1" fontAlgn="base" latinLnBrk="0" hangingPunct="1">
              <a:lnSpc>
                <a:spcPct val="90000"/>
              </a:lnSpc>
              <a:spcBef>
                <a:spcPts val="500"/>
              </a:spcBef>
              <a:spcAft>
                <a:spcPct val="0"/>
              </a:spcAft>
              <a:buClr>
                <a:srgbClr val="006298"/>
              </a:buClr>
              <a:buSzTx/>
              <a:buFont typeface="Arial" charset="0"/>
              <a:buNone/>
              <a:tabLst/>
              <a:defRPr sz="2000" baseline="0"/>
            </a:lvl2pPr>
            <a:lvl3pPr marL="1143000" indent="-228600">
              <a:buClr>
                <a:srgbClr val="000000"/>
              </a:buClr>
              <a:buFont typeface="Arial" charset="0"/>
              <a:buChar char="•"/>
              <a:defRPr sz="2000"/>
            </a:lvl3pPr>
            <a:lvl4pPr marL="1600200" indent="-228600">
              <a:buClr>
                <a:srgbClr val="000000"/>
              </a:buClr>
              <a:buSzPct val="50000"/>
              <a:buFont typeface="Calibri" charset="0"/>
              <a:buChar char="▶"/>
              <a:defRPr sz="2000"/>
            </a:lvl4pPr>
            <a:lvl5pPr marL="2057400" indent="-228600">
              <a:buClr>
                <a:srgbClr val="000000"/>
              </a:buClr>
              <a:buFont typeface="Helvetica" charset="0"/>
              <a:buChar char="⁃"/>
              <a:defRPr sz="2000"/>
            </a:lvl5pPr>
          </a:lstStyle>
          <a:p>
            <a:pPr lvl="0"/>
            <a:r>
              <a:rPr lang="en-US" dirty="0"/>
              <a:t>Click to add text here. 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 </a:t>
            </a:r>
            <a:r>
              <a:rPr lang="en-US" dirty="0" err="1"/>
              <a:t>nullam</a:t>
            </a:r>
            <a:r>
              <a:rPr lang="en-US" dirty="0"/>
              <a:t> non.</a:t>
            </a:r>
          </a:p>
          <a:p>
            <a:pPr lvl="0"/>
            <a:r>
              <a:rPr lang="en-US" dirty="0" err="1"/>
              <a:t>Mauris</a:t>
            </a:r>
            <a:r>
              <a:rPr lang="en-US" dirty="0"/>
              <a:t> a </a:t>
            </a:r>
            <a:r>
              <a:rPr lang="en-US" dirty="0" err="1"/>
              <a:t>diam</a:t>
            </a:r>
            <a:r>
              <a:rPr lang="en-US" dirty="0"/>
              <a:t> </a:t>
            </a:r>
            <a:r>
              <a:rPr lang="en-US" dirty="0" err="1"/>
              <a:t>maecenas</a:t>
            </a:r>
            <a:r>
              <a:rPr lang="en-US" dirty="0"/>
              <a:t> </a:t>
            </a:r>
            <a:r>
              <a:rPr lang="en-US" dirty="0" err="1"/>
              <a:t>sed</a:t>
            </a:r>
            <a:r>
              <a:rPr lang="en-US" dirty="0"/>
              <a:t> </a:t>
            </a:r>
            <a:r>
              <a:rPr lang="en-US" dirty="0" err="1"/>
              <a:t>enim</a:t>
            </a:r>
            <a:r>
              <a:rPr lang="en-US" dirty="0"/>
              <a:t> </a:t>
            </a:r>
            <a:r>
              <a:rPr lang="en-US" dirty="0" err="1"/>
              <a:t>ut</a:t>
            </a:r>
            <a:r>
              <a:rPr lang="en-US" dirty="0"/>
              <a:t> </a:t>
            </a:r>
            <a:r>
              <a:rPr lang="en-US" dirty="0" err="1"/>
              <a:t>sem</a:t>
            </a:r>
            <a:r>
              <a:rPr lang="en-US" dirty="0"/>
              <a:t> </a:t>
            </a:r>
            <a:r>
              <a:rPr lang="en-US" dirty="0" err="1"/>
              <a:t>viverra</a:t>
            </a:r>
            <a:r>
              <a:rPr lang="en-US" dirty="0"/>
              <a:t>.</a:t>
            </a:r>
          </a:p>
          <a:p>
            <a:pPr lvl="0"/>
            <a:r>
              <a:rPr lang="en-US" dirty="0" err="1"/>
              <a:t>Sed</a:t>
            </a:r>
            <a:r>
              <a:rPr lang="en-US" dirty="0"/>
              <a:t> </a:t>
            </a:r>
            <a:r>
              <a:rPr lang="en-US" dirty="0" err="1"/>
              <a:t>ullamcorper</a:t>
            </a:r>
            <a:r>
              <a:rPr lang="en-US" dirty="0"/>
              <a:t> </a:t>
            </a:r>
            <a:r>
              <a:rPr lang="en-US" dirty="0" err="1"/>
              <a:t>morbi</a:t>
            </a:r>
            <a:r>
              <a:rPr lang="en-US" dirty="0"/>
              <a:t> </a:t>
            </a:r>
            <a:r>
              <a:rPr lang="en-US" dirty="0" err="1"/>
              <a:t>tincidunt</a:t>
            </a:r>
            <a:r>
              <a:rPr lang="en-US" dirty="0"/>
              <a:t> </a:t>
            </a:r>
            <a:r>
              <a:rPr lang="en-US" dirty="0" err="1"/>
              <a:t>ornare</a:t>
            </a:r>
            <a:r>
              <a:rPr lang="en-US" dirty="0"/>
              <a:t>. Sit </a:t>
            </a:r>
            <a:r>
              <a:rPr lang="en-US" dirty="0" err="1"/>
              <a:t>amet</a:t>
            </a:r>
            <a:r>
              <a:rPr lang="en-US" dirty="0"/>
              <a:t> </a:t>
            </a:r>
            <a:r>
              <a:rPr lang="en-US" dirty="0" err="1"/>
              <a:t>volutpat</a:t>
            </a:r>
            <a:r>
              <a:rPr lang="en-US" dirty="0"/>
              <a:t> </a:t>
            </a:r>
            <a:r>
              <a:rPr lang="en-US" dirty="0" err="1"/>
              <a:t>consequat</a:t>
            </a:r>
            <a:r>
              <a:rPr lang="en-US" dirty="0"/>
              <a:t> </a:t>
            </a:r>
            <a:r>
              <a:rPr lang="en-US" dirty="0" err="1"/>
              <a:t>mauris</a:t>
            </a:r>
            <a:r>
              <a:rPr lang="en-US" dirty="0"/>
              <a:t> </a:t>
            </a:r>
            <a:r>
              <a:rPr lang="en-US" dirty="0" err="1"/>
              <a:t>nunc</a:t>
            </a:r>
            <a:r>
              <a:rPr lang="en-US" dirty="0"/>
              <a:t> </a:t>
            </a:r>
            <a:r>
              <a:rPr lang="en-US" dirty="0" err="1"/>
              <a:t>congue</a:t>
            </a:r>
            <a:r>
              <a:rPr lang="en-US" dirty="0"/>
              <a:t> nisi. </a:t>
            </a:r>
            <a:r>
              <a:rPr lang="en-US" dirty="0" err="1"/>
              <a:t>Mauris</a:t>
            </a:r>
            <a:r>
              <a:rPr lang="en-US" dirty="0"/>
              <a:t> sit </a:t>
            </a:r>
            <a:r>
              <a:rPr lang="en-US" dirty="0" err="1"/>
              <a:t>amet</a:t>
            </a:r>
            <a:r>
              <a:rPr lang="en-US" dirty="0"/>
              <a:t> </a:t>
            </a:r>
            <a:r>
              <a:rPr lang="en-US" dirty="0" err="1"/>
              <a:t>massa</a:t>
            </a:r>
            <a:r>
              <a:rPr lang="en-US" dirty="0"/>
              <a:t> vitae.</a:t>
            </a:r>
          </a:p>
          <a:p>
            <a:pPr lvl="0"/>
            <a:r>
              <a:rPr lang="en-US" dirty="0" err="1"/>
              <a:t>Consectetur</a:t>
            </a:r>
            <a:r>
              <a:rPr lang="en-US" dirty="0"/>
              <a:t> libero id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a:t>
            </a:r>
          </a:p>
          <a:p>
            <a:pPr lvl="0"/>
            <a:r>
              <a:rPr lang="en-US" dirty="0" err="1"/>
              <a:t>Nulla</a:t>
            </a:r>
            <a:r>
              <a:rPr lang="en-US" dirty="0"/>
              <a:t> </a:t>
            </a:r>
            <a:r>
              <a:rPr lang="en-US" dirty="0" err="1"/>
              <a:t>facilisi</a:t>
            </a:r>
            <a:r>
              <a:rPr lang="en-US" dirty="0"/>
              <a:t> </a:t>
            </a:r>
            <a:r>
              <a:rPr lang="en-US" dirty="0" err="1"/>
              <a:t>morbi</a:t>
            </a:r>
            <a:r>
              <a:rPr lang="en-US" dirty="0"/>
              <a:t> tempus </a:t>
            </a:r>
            <a:r>
              <a:rPr lang="en-US" dirty="0" err="1"/>
              <a:t>iaculis</a:t>
            </a:r>
            <a:r>
              <a:rPr lang="en-US" dirty="0"/>
              <a:t> </a:t>
            </a:r>
            <a:r>
              <a:rPr lang="en-US" dirty="0" err="1"/>
              <a:t>urna</a:t>
            </a:r>
            <a:r>
              <a:rPr lang="en-US" dirty="0"/>
              <a:t> id </a:t>
            </a:r>
            <a:r>
              <a:rPr lang="en-US" dirty="0" err="1"/>
              <a:t>volutpat</a:t>
            </a:r>
            <a:r>
              <a:rPr lang="en-US" dirty="0"/>
              <a:t> lacus. </a:t>
            </a:r>
            <a:r>
              <a:rPr lang="en-US" dirty="0" err="1"/>
              <a:t>Imperdiet</a:t>
            </a:r>
            <a:r>
              <a:rPr lang="en-US" dirty="0"/>
              <a:t> </a:t>
            </a:r>
            <a:r>
              <a:rPr lang="en-US" dirty="0" err="1"/>
              <a:t>nulla</a:t>
            </a:r>
            <a:r>
              <a:rPr lang="en-US" dirty="0"/>
              <a:t> </a:t>
            </a:r>
            <a:r>
              <a:rPr lang="en-US" dirty="0" err="1"/>
              <a:t>malesuada</a:t>
            </a:r>
            <a:r>
              <a:rPr lang="en-US" dirty="0"/>
              <a:t> </a:t>
            </a:r>
            <a:r>
              <a:rPr lang="en-US" dirty="0" err="1"/>
              <a:t>pellentesque</a:t>
            </a:r>
            <a:r>
              <a:rPr lang="en-US" dirty="0"/>
              <a:t> </a:t>
            </a:r>
            <a:r>
              <a:rPr lang="en-US" dirty="0" err="1"/>
              <a:t>elit</a:t>
            </a:r>
            <a:r>
              <a:rPr lang="en-US" dirty="0"/>
              <a:t> </a:t>
            </a:r>
            <a:r>
              <a:rPr lang="en-US" dirty="0" err="1"/>
              <a:t>eget</a:t>
            </a:r>
            <a:r>
              <a:rPr lang="en-US" dirty="0"/>
              <a:t> gravida cum </a:t>
            </a:r>
            <a:r>
              <a:rPr lang="en-US" dirty="0" err="1"/>
              <a:t>sociis</a:t>
            </a:r>
            <a:r>
              <a:rPr lang="en-US" dirty="0"/>
              <a:t>.</a:t>
            </a:r>
          </a:p>
          <a:p>
            <a:pPr lvl="0"/>
            <a:r>
              <a:rPr lang="en-US" dirty="0"/>
              <a:t>Sed </a:t>
            </a:r>
            <a:r>
              <a:rPr lang="en-US" dirty="0" err="1"/>
              <a:t>velit</a:t>
            </a:r>
            <a:r>
              <a:rPr lang="en-US" dirty="0"/>
              <a:t> </a:t>
            </a:r>
            <a:r>
              <a:rPr lang="en-US" dirty="0" err="1"/>
              <a:t>dignissim</a:t>
            </a:r>
            <a:r>
              <a:rPr lang="en-US" dirty="0"/>
              <a:t> </a:t>
            </a:r>
            <a:r>
              <a:rPr lang="en-US" dirty="0" err="1"/>
              <a:t>sodales</a:t>
            </a:r>
            <a:r>
              <a:rPr lang="en-US" dirty="0"/>
              <a:t> </a:t>
            </a:r>
            <a:r>
              <a:rPr lang="en-US" dirty="0" err="1"/>
              <a:t>ut.</a:t>
            </a:r>
            <a:endParaRPr lang="en-US" dirty="0"/>
          </a:p>
        </p:txBody>
      </p:sp>
      <p:sp>
        <p:nvSpPr>
          <p:cNvPr id="5" name="Foote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Tree>
    <p:extLst>
      <p:ext uri="{BB962C8B-B14F-4D97-AF65-F5344CB8AC3E}">
        <p14:creationId xmlns:p14="http://schemas.microsoft.com/office/powerpoint/2010/main" val="734264713"/>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Title and 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12" name="Text Placeholder 11"/>
          <p:cNvSpPr>
            <a:spLocks noGrp="1"/>
          </p:cNvSpPr>
          <p:nvPr>
            <p:ph type="body" sz="quarter" idx="17" hasCustomPrompt="1"/>
          </p:nvPr>
        </p:nvSpPr>
        <p:spPr>
          <a:xfrm>
            <a:off x="743576" y="1638300"/>
            <a:ext cx="10711543" cy="4394200"/>
          </a:xfrm>
        </p:spPr>
        <p:txBody>
          <a:bodyPr>
            <a:normAutofit/>
          </a:bodyPr>
          <a:lstStyle>
            <a:lvl1pPr marL="342900" indent="-342900">
              <a:buClr>
                <a:srgbClr val="004A78"/>
              </a:buClr>
              <a:buFont typeface="Arial" charset="0"/>
              <a:buChar char="•"/>
              <a:defRPr sz="2000">
                <a:solidFill>
                  <a:srgbClr val="004A78"/>
                </a:solidFill>
              </a:defRPr>
            </a:lvl1pPr>
            <a:lvl2pPr marL="685800" marR="0" indent="-228600" algn="l" defTabSz="914400" rtl="0" eaLnBrk="1" fontAlgn="base" latinLnBrk="0" hangingPunct="1">
              <a:lnSpc>
                <a:spcPct val="90000"/>
              </a:lnSpc>
              <a:spcBef>
                <a:spcPts val="500"/>
              </a:spcBef>
              <a:spcAft>
                <a:spcPct val="0"/>
              </a:spcAft>
              <a:buClr>
                <a:srgbClr val="006298"/>
              </a:buClr>
              <a:buSzTx/>
              <a:buFont typeface="Arial" charset="0"/>
              <a:buChar char="•"/>
              <a:tabLst/>
              <a:defRPr sz="2000" baseline="0"/>
            </a:lvl2pPr>
            <a:lvl3pPr marL="1143000" indent="-228600">
              <a:buClr>
                <a:srgbClr val="000000"/>
              </a:buClr>
              <a:buFont typeface="Arial" charset="0"/>
              <a:buChar char="•"/>
              <a:defRPr sz="2000"/>
            </a:lvl3pPr>
            <a:lvl4pPr marL="1600200" indent="-228600">
              <a:buClr>
                <a:srgbClr val="000000"/>
              </a:buClr>
              <a:buSzPct val="50000"/>
              <a:buFont typeface="Calibri" charset="0"/>
              <a:buChar char="▶"/>
              <a:defRPr sz="2000"/>
            </a:lvl4pPr>
            <a:lvl5pPr marL="2057400" indent="-228600">
              <a:buClr>
                <a:srgbClr val="000000"/>
              </a:buClr>
              <a:buFont typeface="Helvetica" charset="0"/>
              <a:buChar char="⁃"/>
              <a:defRPr sz="2000"/>
            </a:lvl5pPr>
          </a:lstStyle>
          <a:p>
            <a:pPr lvl="0"/>
            <a:r>
              <a:rPr lang="en-US" dirty="0"/>
              <a:t>First level</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cNvSpPr txBox="1"/>
          <p:nvPr userDrawn="1"/>
        </p:nvSpPr>
        <p:spPr>
          <a:xfrm>
            <a:off x="3007866" y="6574183"/>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Tree>
    <p:extLst>
      <p:ext uri="{BB962C8B-B14F-4D97-AF65-F5344CB8AC3E}">
        <p14:creationId xmlns:p14="http://schemas.microsoft.com/office/powerpoint/2010/main" val="915173020"/>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5" name="Table Placeholder 4"/>
          <p:cNvSpPr>
            <a:spLocks noGrp="1"/>
          </p:cNvSpPr>
          <p:nvPr>
            <p:ph type="tbl" sz="quarter" idx="10"/>
          </p:nvPr>
        </p:nvSpPr>
        <p:spPr>
          <a:xfrm>
            <a:off x="1895522" y="2019868"/>
            <a:ext cx="8128000" cy="3380095"/>
          </a:xfrm>
        </p:spPr>
        <p:txBody>
          <a:bodyPr/>
          <a:lstStyle/>
          <a:p>
            <a:r>
              <a:rPr lang="en-US" dirty="0"/>
              <a:t>Click icon to add table</a:t>
            </a:r>
          </a:p>
        </p:txBody>
      </p:sp>
      <p:sp>
        <p:nvSpPr>
          <p:cNvPr id="7" name="Footer">
            <a:extLst>
              <a:ext uri="{FF2B5EF4-FFF2-40B4-BE49-F238E27FC236}">
                <a16:creationId xmlns:a16="http://schemas.microsoft.com/office/drawing/2014/main" id="{E80F7FA6-7141-4BC3-A2CF-56ED6EFB0146}"/>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Tree>
    <p:extLst>
      <p:ext uri="{BB962C8B-B14F-4D97-AF65-F5344CB8AC3E}">
        <p14:creationId xmlns:p14="http://schemas.microsoft.com/office/powerpoint/2010/main" val="764034938"/>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Two Sections with Images and Two Captions">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a:t>Click to edit Master title style</a:t>
            </a:r>
          </a:p>
        </p:txBody>
      </p:sp>
      <p:sp>
        <p:nvSpPr>
          <p:cNvPr id="9" name="Text Placeholder 5">
            <a:extLst>
              <a:ext uri="{FF2B5EF4-FFF2-40B4-BE49-F238E27FC236}">
                <a16:creationId xmlns:a16="http://schemas.microsoft.com/office/drawing/2014/main" id="{1FE18D74-90FB-411F-A23D-20EDFF682D2E}"/>
              </a:ext>
            </a:extLst>
          </p:cNvPr>
          <p:cNvSpPr>
            <a:spLocks noGrp="1"/>
          </p:cNvSpPr>
          <p:nvPr>
            <p:ph type="body" sz="quarter" idx="15" hasCustomPrompt="1"/>
          </p:nvPr>
        </p:nvSpPr>
        <p:spPr>
          <a:xfrm>
            <a:off x="743575" y="1427368"/>
            <a:ext cx="5242697" cy="348047"/>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6" name="Picture Placeholder 5"/>
          <p:cNvSpPr>
            <a:spLocks noGrp="1"/>
          </p:cNvSpPr>
          <p:nvPr>
            <p:ph type="pic" sz="quarter" idx="10"/>
          </p:nvPr>
        </p:nvSpPr>
        <p:spPr>
          <a:xfrm>
            <a:off x="733117" y="1879341"/>
            <a:ext cx="5253155" cy="2925134"/>
          </a:xfrm>
        </p:spPr>
        <p:txBody>
          <a:bodyPr/>
          <a:lstStyle/>
          <a:p>
            <a:r>
              <a:rPr lang="en-US" dirty="0"/>
              <a:t>Click icon to </a:t>
            </a:r>
            <a:r>
              <a:rPr lang="en-US"/>
              <a:t>add picture</a:t>
            </a:r>
            <a:endParaRPr lang="en-US" dirty="0"/>
          </a:p>
        </p:txBody>
      </p:sp>
      <p:sp>
        <p:nvSpPr>
          <p:cNvPr id="10" name="Text Placeholder 9"/>
          <p:cNvSpPr>
            <a:spLocks noGrp="1"/>
          </p:cNvSpPr>
          <p:nvPr>
            <p:ph type="body" sz="quarter" idx="11" hasCustomPrompt="1"/>
          </p:nvPr>
        </p:nvSpPr>
        <p:spPr>
          <a:xfrm>
            <a:off x="733119" y="4928460"/>
            <a:ext cx="5253153" cy="852407"/>
          </a:xfrm>
        </p:spPr>
        <p:txBody>
          <a:bodyPr/>
          <a:lstStyle>
            <a:lvl1pPr marL="0" marR="0" indent="0" algn="l" defTabSz="914400" rtl="0" eaLnBrk="0" fontAlgn="base" latinLnBrk="0" hangingPunct="0">
              <a:lnSpc>
                <a:spcPct val="100000"/>
              </a:lnSpc>
              <a:spcBef>
                <a:spcPct val="0"/>
              </a:spcBef>
              <a:spcAft>
                <a:spcPct val="0"/>
              </a:spcAft>
              <a:buClrTx/>
              <a:buSzTx/>
              <a:buFontTx/>
              <a:buNone/>
              <a:tabLst/>
              <a:defRPr sz="1800">
                <a:solidFill>
                  <a:srgbClr val="006298"/>
                </a:solidFill>
                <a:latin typeface="Arial" panose="020B0604020202020204" pitchFamily="34" charset="0"/>
                <a:cs typeface="Arial" panose="020B0604020202020204" pitchFamily="34" charset="0"/>
              </a:defRPr>
            </a:lvl1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Click to add caption to accompany content. Lorem ipsum dolor sit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amet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consectetur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adipiscing</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elit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sed do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eiusmod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tempor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incididunt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ut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labore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a:t>
            </a:r>
          </a:p>
        </p:txBody>
      </p:sp>
      <p:sp>
        <p:nvSpPr>
          <p:cNvPr id="11" name="Text Placeholder 5">
            <a:extLst>
              <a:ext uri="{FF2B5EF4-FFF2-40B4-BE49-F238E27FC236}">
                <a16:creationId xmlns:a16="http://schemas.microsoft.com/office/drawing/2014/main" id="{60F0504B-3865-4CC8-A076-812C6EF4B4E8}"/>
              </a:ext>
            </a:extLst>
          </p:cNvPr>
          <p:cNvSpPr>
            <a:spLocks noGrp="1"/>
          </p:cNvSpPr>
          <p:nvPr>
            <p:ph type="body" sz="quarter" idx="17" hasCustomPrompt="1"/>
          </p:nvPr>
        </p:nvSpPr>
        <p:spPr>
          <a:xfrm>
            <a:off x="6096001" y="1427368"/>
            <a:ext cx="5257800" cy="348047"/>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8" name="Picture Placeholder 5">
            <a:extLst>
              <a:ext uri="{FF2B5EF4-FFF2-40B4-BE49-F238E27FC236}">
                <a16:creationId xmlns:a16="http://schemas.microsoft.com/office/drawing/2014/main" id="{E17D136E-4F7D-46BF-AE52-D49824D479CD}"/>
              </a:ext>
            </a:extLst>
          </p:cNvPr>
          <p:cNvSpPr>
            <a:spLocks noGrp="1"/>
          </p:cNvSpPr>
          <p:nvPr>
            <p:ph type="pic" sz="quarter" idx="16"/>
          </p:nvPr>
        </p:nvSpPr>
        <p:spPr>
          <a:xfrm>
            <a:off x="6096001" y="1879341"/>
            <a:ext cx="5257799" cy="2925134"/>
          </a:xfrm>
        </p:spPr>
        <p:txBody>
          <a:bodyPr/>
          <a:lstStyle/>
          <a:p>
            <a:r>
              <a:rPr lang="en-US" dirty="0"/>
              <a:t>Click icon to </a:t>
            </a:r>
            <a:r>
              <a:rPr lang="en-US"/>
              <a:t>add picture</a:t>
            </a:r>
            <a:endParaRPr lang="en-US" dirty="0"/>
          </a:p>
        </p:txBody>
      </p:sp>
      <p:sp>
        <p:nvSpPr>
          <p:cNvPr id="12" name="Text Placeholder 9">
            <a:extLst>
              <a:ext uri="{FF2B5EF4-FFF2-40B4-BE49-F238E27FC236}">
                <a16:creationId xmlns:a16="http://schemas.microsoft.com/office/drawing/2014/main" id="{CC39118D-AF06-4D1E-A28A-244A65DAF08F}"/>
              </a:ext>
            </a:extLst>
          </p:cNvPr>
          <p:cNvSpPr>
            <a:spLocks noGrp="1"/>
          </p:cNvSpPr>
          <p:nvPr>
            <p:ph type="body" sz="quarter" idx="18" hasCustomPrompt="1"/>
          </p:nvPr>
        </p:nvSpPr>
        <p:spPr>
          <a:xfrm>
            <a:off x="6096000" y="4928459"/>
            <a:ext cx="5253153" cy="852407"/>
          </a:xfrm>
        </p:spPr>
        <p:txBody>
          <a:bodyPr/>
          <a:lstStyle>
            <a:lvl1pPr marL="0" marR="0" indent="0" algn="l" defTabSz="914400" rtl="0" eaLnBrk="0" fontAlgn="base" latinLnBrk="0" hangingPunct="0">
              <a:lnSpc>
                <a:spcPct val="100000"/>
              </a:lnSpc>
              <a:spcBef>
                <a:spcPct val="0"/>
              </a:spcBef>
              <a:spcAft>
                <a:spcPct val="0"/>
              </a:spcAft>
              <a:buClrTx/>
              <a:buSzTx/>
              <a:buFontTx/>
              <a:buNone/>
              <a:tabLst/>
              <a:defRPr sz="1800">
                <a:solidFill>
                  <a:srgbClr val="006298"/>
                </a:solidFill>
                <a:latin typeface="Arial" panose="020B0604020202020204" pitchFamily="34" charset="0"/>
                <a:cs typeface="Arial" panose="020B0604020202020204" pitchFamily="34" charset="0"/>
              </a:defRPr>
            </a:lvl1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Click to add caption to accompany content. Lorem ipsum dolor sit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amet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consectetur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adipiscing</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elit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sed do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eiusmod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tempor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incididunt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ut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labore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a:t>
            </a:r>
          </a:p>
        </p:txBody>
      </p:sp>
      <p:sp>
        <p:nvSpPr>
          <p:cNvPr id="7" name="Footer">
            <a:extLst>
              <a:ext uri="{FF2B5EF4-FFF2-40B4-BE49-F238E27FC236}">
                <a16:creationId xmlns:a16="http://schemas.microsoft.com/office/drawing/2014/main" id="{A474DE8B-2827-4A7C-9B2C-FEC71A002342}"/>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Tree>
    <p:extLst>
      <p:ext uri="{BB962C8B-B14F-4D97-AF65-F5344CB8AC3E}">
        <p14:creationId xmlns:p14="http://schemas.microsoft.com/office/powerpoint/2010/main" val="2129014685"/>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Two Sections with Two tables and Captions">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a:t>Click to edit Master title style</a:t>
            </a:r>
          </a:p>
        </p:txBody>
      </p:sp>
      <p:sp>
        <p:nvSpPr>
          <p:cNvPr id="9" name="Text Placeholder 5">
            <a:extLst>
              <a:ext uri="{FF2B5EF4-FFF2-40B4-BE49-F238E27FC236}">
                <a16:creationId xmlns:a16="http://schemas.microsoft.com/office/drawing/2014/main" id="{1FE18D74-90FB-411F-A23D-20EDFF682D2E}"/>
              </a:ext>
            </a:extLst>
          </p:cNvPr>
          <p:cNvSpPr>
            <a:spLocks noGrp="1"/>
          </p:cNvSpPr>
          <p:nvPr>
            <p:ph type="body" sz="quarter" idx="15" hasCustomPrompt="1"/>
          </p:nvPr>
        </p:nvSpPr>
        <p:spPr>
          <a:xfrm>
            <a:off x="743575" y="1427368"/>
            <a:ext cx="5242697" cy="348047"/>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10" name="Text Placeholder 9"/>
          <p:cNvSpPr>
            <a:spLocks noGrp="1"/>
          </p:cNvSpPr>
          <p:nvPr>
            <p:ph type="body" sz="quarter" idx="11" hasCustomPrompt="1"/>
          </p:nvPr>
        </p:nvSpPr>
        <p:spPr>
          <a:xfrm>
            <a:off x="733119" y="3650514"/>
            <a:ext cx="5253153" cy="2130354"/>
          </a:xfrm>
        </p:spPr>
        <p:txBody>
          <a:bodyPr/>
          <a:lstStyle>
            <a:lvl1pPr marL="0" marR="0" indent="0" algn="l" defTabSz="914400" rtl="0" eaLnBrk="0" fontAlgn="base" latinLnBrk="0" hangingPunct="0">
              <a:lnSpc>
                <a:spcPct val="100000"/>
              </a:lnSpc>
              <a:spcBef>
                <a:spcPct val="0"/>
              </a:spcBef>
              <a:spcAft>
                <a:spcPct val="0"/>
              </a:spcAft>
              <a:buClrTx/>
              <a:buSzTx/>
              <a:buFontTx/>
              <a:buNone/>
              <a:tabLst/>
              <a:defRPr sz="1800">
                <a:solidFill>
                  <a:srgbClr val="006298"/>
                </a:solidFill>
                <a:latin typeface="Arial" panose="020B0604020202020204" pitchFamily="34" charset="0"/>
                <a:cs typeface="Arial" panose="020B0604020202020204" pitchFamily="34" charset="0"/>
              </a:defRPr>
            </a:lvl1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Click to add caption to accompany content. Lorem ipsum dolor sit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amet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consectetur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adipiscing</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elit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sed do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eiusmod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tempor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incididunt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ut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labore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a:t>
            </a:r>
          </a:p>
        </p:txBody>
      </p:sp>
      <p:sp>
        <p:nvSpPr>
          <p:cNvPr id="11" name="Text Placeholder 5">
            <a:extLst>
              <a:ext uri="{FF2B5EF4-FFF2-40B4-BE49-F238E27FC236}">
                <a16:creationId xmlns:a16="http://schemas.microsoft.com/office/drawing/2014/main" id="{60F0504B-3865-4CC8-A076-812C6EF4B4E8}"/>
              </a:ext>
            </a:extLst>
          </p:cNvPr>
          <p:cNvSpPr>
            <a:spLocks noGrp="1"/>
          </p:cNvSpPr>
          <p:nvPr>
            <p:ph type="body" sz="quarter" idx="17" hasCustomPrompt="1"/>
          </p:nvPr>
        </p:nvSpPr>
        <p:spPr>
          <a:xfrm>
            <a:off x="6096001" y="1427368"/>
            <a:ext cx="5257800" cy="348047"/>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12" name="Text Placeholder 9">
            <a:extLst>
              <a:ext uri="{FF2B5EF4-FFF2-40B4-BE49-F238E27FC236}">
                <a16:creationId xmlns:a16="http://schemas.microsoft.com/office/drawing/2014/main" id="{CC39118D-AF06-4D1E-A28A-244A65DAF08F}"/>
              </a:ext>
            </a:extLst>
          </p:cNvPr>
          <p:cNvSpPr>
            <a:spLocks noGrp="1"/>
          </p:cNvSpPr>
          <p:nvPr>
            <p:ph type="body" sz="quarter" idx="18" hasCustomPrompt="1"/>
          </p:nvPr>
        </p:nvSpPr>
        <p:spPr>
          <a:xfrm>
            <a:off x="6096000" y="3650513"/>
            <a:ext cx="5253153" cy="2130354"/>
          </a:xfrm>
        </p:spPr>
        <p:txBody>
          <a:bodyPr/>
          <a:lstStyle>
            <a:lvl1pPr marL="0" marR="0" indent="0" algn="l" defTabSz="914400" rtl="0" eaLnBrk="0" fontAlgn="base" latinLnBrk="0" hangingPunct="0">
              <a:lnSpc>
                <a:spcPct val="100000"/>
              </a:lnSpc>
              <a:spcBef>
                <a:spcPct val="0"/>
              </a:spcBef>
              <a:spcAft>
                <a:spcPct val="0"/>
              </a:spcAft>
              <a:buClrTx/>
              <a:buSzTx/>
              <a:buFontTx/>
              <a:buNone/>
              <a:tabLst/>
              <a:defRPr sz="1800">
                <a:solidFill>
                  <a:srgbClr val="006298"/>
                </a:solidFill>
                <a:latin typeface="Arial" panose="020B0604020202020204" pitchFamily="34" charset="0"/>
                <a:cs typeface="Arial" panose="020B0604020202020204" pitchFamily="34" charset="0"/>
              </a:defRPr>
            </a:lvl1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Click to add caption to accompany content. Lorem ipsum dolor sit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amet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consectetur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adipiscing</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elit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sed do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eiusmod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tempor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incididunt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ut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labore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a:t>
            </a:r>
          </a:p>
        </p:txBody>
      </p:sp>
      <p:sp>
        <p:nvSpPr>
          <p:cNvPr id="7" name="Footer">
            <a:extLst>
              <a:ext uri="{FF2B5EF4-FFF2-40B4-BE49-F238E27FC236}">
                <a16:creationId xmlns:a16="http://schemas.microsoft.com/office/drawing/2014/main" id="{A474DE8B-2827-4A7C-9B2C-FEC71A002342}"/>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
        <p:nvSpPr>
          <p:cNvPr id="4" name="Table Placeholder 3">
            <a:extLst>
              <a:ext uri="{FF2B5EF4-FFF2-40B4-BE49-F238E27FC236}">
                <a16:creationId xmlns:a16="http://schemas.microsoft.com/office/drawing/2014/main" id="{7F1EBD22-5216-4DDB-B1B4-D58F01937246}"/>
              </a:ext>
            </a:extLst>
          </p:cNvPr>
          <p:cNvSpPr>
            <a:spLocks noGrp="1"/>
          </p:cNvSpPr>
          <p:nvPr>
            <p:ph type="tbl" sz="quarter" idx="19"/>
          </p:nvPr>
        </p:nvSpPr>
        <p:spPr>
          <a:xfrm>
            <a:off x="733425" y="1849438"/>
            <a:ext cx="5253038" cy="1722437"/>
          </a:xfrm>
        </p:spPr>
        <p:txBody>
          <a:bodyPr/>
          <a:lstStyle/>
          <a:p>
            <a:endParaRPr lang="en-US"/>
          </a:p>
        </p:txBody>
      </p:sp>
      <p:sp>
        <p:nvSpPr>
          <p:cNvPr id="13" name="Table Placeholder 3">
            <a:extLst>
              <a:ext uri="{FF2B5EF4-FFF2-40B4-BE49-F238E27FC236}">
                <a16:creationId xmlns:a16="http://schemas.microsoft.com/office/drawing/2014/main" id="{EC5574CB-EFD0-4E9E-8446-1B7A54F8B5A1}"/>
              </a:ext>
            </a:extLst>
          </p:cNvPr>
          <p:cNvSpPr>
            <a:spLocks noGrp="1"/>
          </p:cNvSpPr>
          <p:nvPr>
            <p:ph type="tbl" sz="quarter" idx="20"/>
          </p:nvPr>
        </p:nvSpPr>
        <p:spPr>
          <a:xfrm>
            <a:off x="6095777" y="1849438"/>
            <a:ext cx="5253038" cy="1722437"/>
          </a:xfrm>
        </p:spPr>
        <p:txBody>
          <a:bodyPr/>
          <a:lstStyle/>
          <a:p>
            <a:endParaRPr lang="en-US"/>
          </a:p>
        </p:txBody>
      </p:sp>
    </p:spTree>
    <p:extLst>
      <p:ext uri="{BB962C8B-B14F-4D97-AF65-F5344CB8AC3E}">
        <p14:creationId xmlns:p14="http://schemas.microsoft.com/office/powerpoint/2010/main" val="626878806"/>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userDrawn="1">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5" name="Content Placeholder 4"/>
          <p:cNvSpPr>
            <a:spLocks noGrp="1"/>
          </p:cNvSpPr>
          <p:nvPr>
            <p:ph sz="quarter" idx="13"/>
          </p:nvPr>
        </p:nvSpPr>
        <p:spPr>
          <a:xfrm>
            <a:off x="838688" y="1476104"/>
            <a:ext cx="10514624" cy="4441371"/>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Slide Number Placeholder 5"/>
          <p:cNvSpPr>
            <a:spLocks noGrp="1"/>
          </p:cNvSpPr>
          <p:nvPr>
            <p:ph type="sldNum" sz="quarter" idx="12"/>
          </p:nvPr>
        </p:nvSpPr>
        <p:spPr/>
        <p:txBody>
          <a:bodyPr/>
          <a:lstStyle/>
          <a:p>
            <a:fld id="{949EBC64-41CB-41B8-B6DF-9B1367312BD4}" type="slidenum">
              <a:rPr lang="en-US" smtClean="0"/>
              <a:t>‹#›</a:t>
            </a:fld>
            <a:endParaRPr lang="en-US"/>
          </a:p>
        </p:txBody>
      </p:sp>
      <p:sp>
        <p:nvSpPr>
          <p:cNvPr id="7" name="Rectangle 6">
            <a:extLst>
              <a:ext uri="{FF2B5EF4-FFF2-40B4-BE49-F238E27FC236}">
                <a16:creationId xmlns:a16="http://schemas.microsoft.com/office/drawing/2014/main" id="{832DC7FF-32F2-4F88-BCAA-5E9F3DC9E7F8}"/>
              </a:ext>
            </a:extLst>
          </p:cNvPr>
          <p:cNvSpPr>
            <a:spLocks noChangeArrowheads="1"/>
          </p:cNvSpPr>
          <p:nvPr userDrawn="1"/>
        </p:nvSpPr>
        <p:spPr bwMode="auto">
          <a:xfrm>
            <a:off x="838201" y="6448510"/>
            <a:ext cx="9442837" cy="335989"/>
          </a:xfrm>
          <a:prstGeom prst="rect">
            <a:avLst/>
          </a:prstGeom>
          <a:noFill/>
          <a:ln w="12700">
            <a:noFill/>
            <a:miter lim="800000"/>
            <a:headEnd/>
            <a:tailEnd/>
          </a:ln>
          <a:effectLst/>
        </p:spPr>
        <p:txBody>
          <a:bodyPr wrap="square" lIns="90264" tIns="44340" rIns="90264" bIns="44340">
            <a:spAutoFit/>
          </a:bodyPr>
          <a:lstStyle>
            <a:defPPr>
              <a:defRPr lang="en-US"/>
            </a:defPPr>
            <a:lvl1pPr algn="ctr" rtl="0" eaLnBrk="0" fontAlgn="base" hangingPunct="0">
              <a:spcBef>
                <a:spcPct val="0"/>
              </a:spcBef>
              <a:spcAft>
                <a:spcPct val="0"/>
              </a:spcAft>
              <a:defRPr sz="2200" kern="1200">
                <a:solidFill>
                  <a:schemeClr val="tx1"/>
                </a:solidFill>
                <a:effectLst>
                  <a:outerShdw blurRad="38100" dist="38100" dir="2700000" algn="tl">
                    <a:srgbClr val="000000">
                      <a:alpha val="43137"/>
                    </a:srgbClr>
                  </a:outerShdw>
                </a:effectLst>
                <a:latin typeface="Book Antiqua" pitchFamily="18" charset="0"/>
                <a:ea typeface="+mn-ea"/>
                <a:cs typeface="+mn-cs"/>
              </a:defRPr>
            </a:lvl1pPr>
            <a:lvl2pPr marL="457200" algn="ctr" rtl="0" eaLnBrk="0" fontAlgn="base" hangingPunct="0">
              <a:spcBef>
                <a:spcPct val="0"/>
              </a:spcBef>
              <a:spcAft>
                <a:spcPct val="0"/>
              </a:spcAft>
              <a:defRPr sz="2200" kern="1200">
                <a:solidFill>
                  <a:schemeClr val="tx1"/>
                </a:solidFill>
                <a:effectLst>
                  <a:outerShdw blurRad="38100" dist="38100" dir="2700000" algn="tl">
                    <a:srgbClr val="000000">
                      <a:alpha val="43137"/>
                    </a:srgbClr>
                  </a:outerShdw>
                </a:effectLst>
                <a:latin typeface="Book Antiqua" pitchFamily="18" charset="0"/>
                <a:ea typeface="+mn-ea"/>
                <a:cs typeface="+mn-cs"/>
              </a:defRPr>
            </a:lvl2pPr>
            <a:lvl3pPr marL="914400" algn="ctr" rtl="0" eaLnBrk="0" fontAlgn="base" hangingPunct="0">
              <a:spcBef>
                <a:spcPct val="0"/>
              </a:spcBef>
              <a:spcAft>
                <a:spcPct val="0"/>
              </a:spcAft>
              <a:defRPr sz="2200" kern="1200">
                <a:solidFill>
                  <a:schemeClr val="tx1"/>
                </a:solidFill>
                <a:effectLst>
                  <a:outerShdw blurRad="38100" dist="38100" dir="2700000" algn="tl">
                    <a:srgbClr val="000000">
                      <a:alpha val="43137"/>
                    </a:srgbClr>
                  </a:outerShdw>
                </a:effectLst>
                <a:latin typeface="Book Antiqua" pitchFamily="18" charset="0"/>
                <a:ea typeface="+mn-ea"/>
                <a:cs typeface="+mn-cs"/>
              </a:defRPr>
            </a:lvl3pPr>
            <a:lvl4pPr marL="1371600" algn="ctr" rtl="0" eaLnBrk="0" fontAlgn="base" hangingPunct="0">
              <a:spcBef>
                <a:spcPct val="0"/>
              </a:spcBef>
              <a:spcAft>
                <a:spcPct val="0"/>
              </a:spcAft>
              <a:defRPr sz="2200" kern="1200">
                <a:solidFill>
                  <a:schemeClr val="tx1"/>
                </a:solidFill>
                <a:effectLst>
                  <a:outerShdw blurRad="38100" dist="38100" dir="2700000" algn="tl">
                    <a:srgbClr val="000000">
                      <a:alpha val="43137"/>
                    </a:srgbClr>
                  </a:outerShdw>
                </a:effectLst>
                <a:latin typeface="Book Antiqua" pitchFamily="18" charset="0"/>
                <a:ea typeface="+mn-ea"/>
                <a:cs typeface="+mn-cs"/>
              </a:defRPr>
            </a:lvl4pPr>
            <a:lvl5pPr marL="1828800" algn="ctr" rtl="0" eaLnBrk="0" fontAlgn="base" hangingPunct="0">
              <a:spcBef>
                <a:spcPct val="0"/>
              </a:spcBef>
              <a:spcAft>
                <a:spcPct val="0"/>
              </a:spcAft>
              <a:defRPr sz="2200" kern="1200">
                <a:solidFill>
                  <a:schemeClr val="tx1"/>
                </a:solidFill>
                <a:effectLst>
                  <a:outerShdw blurRad="38100" dist="38100" dir="2700000" algn="tl">
                    <a:srgbClr val="000000">
                      <a:alpha val="43137"/>
                    </a:srgbClr>
                  </a:outerShdw>
                </a:effectLst>
                <a:latin typeface="Book Antiqua" pitchFamily="18" charset="0"/>
                <a:ea typeface="+mn-ea"/>
                <a:cs typeface="+mn-cs"/>
              </a:defRPr>
            </a:lvl5pPr>
            <a:lvl6pPr marL="2286000" algn="l" defTabSz="914400" rtl="0" eaLnBrk="1" latinLnBrk="0" hangingPunct="1">
              <a:defRPr sz="2200" kern="1200">
                <a:solidFill>
                  <a:schemeClr val="tx1"/>
                </a:solidFill>
                <a:effectLst>
                  <a:outerShdw blurRad="38100" dist="38100" dir="2700000" algn="tl">
                    <a:srgbClr val="000000">
                      <a:alpha val="43137"/>
                    </a:srgbClr>
                  </a:outerShdw>
                </a:effectLst>
                <a:latin typeface="Book Antiqua" pitchFamily="18" charset="0"/>
                <a:ea typeface="+mn-ea"/>
                <a:cs typeface="+mn-cs"/>
              </a:defRPr>
            </a:lvl6pPr>
            <a:lvl7pPr marL="2743200" algn="l" defTabSz="914400" rtl="0" eaLnBrk="1" latinLnBrk="0" hangingPunct="1">
              <a:defRPr sz="2200" kern="1200">
                <a:solidFill>
                  <a:schemeClr val="tx1"/>
                </a:solidFill>
                <a:effectLst>
                  <a:outerShdw blurRad="38100" dist="38100" dir="2700000" algn="tl">
                    <a:srgbClr val="000000">
                      <a:alpha val="43137"/>
                    </a:srgbClr>
                  </a:outerShdw>
                </a:effectLst>
                <a:latin typeface="Book Antiqua" pitchFamily="18" charset="0"/>
                <a:ea typeface="+mn-ea"/>
                <a:cs typeface="+mn-cs"/>
              </a:defRPr>
            </a:lvl7pPr>
            <a:lvl8pPr marL="3200400" algn="l" defTabSz="914400" rtl="0" eaLnBrk="1" latinLnBrk="0" hangingPunct="1">
              <a:defRPr sz="2200" kern="1200">
                <a:solidFill>
                  <a:schemeClr val="tx1"/>
                </a:solidFill>
                <a:effectLst>
                  <a:outerShdw blurRad="38100" dist="38100" dir="2700000" algn="tl">
                    <a:srgbClr val="000000">
                      <a:alpha val="43137"/>
                    </a:srgbClr>
                  </a:outerShdw>
                </a:effectLst>
                <a:latin typeface="Book Antiqua" pitchFamily="18" charset="0"/>
                <a:ea typeface="+mn-ea"/>
                <a:cs typeface="+mn-cs"/>
              </a:defRPr>
            </a:lvl8pPr>
            <a:lvl9pPr marL="3657600" algn="l" defTabSz="914400" rtl="0" eaLnBrk="1" latinLnBrk="0" hangingPunct="1">
              <a:defRPr sz="2200" kern="1200">
                <a:solidFill>
                  <a:schemeClr val="tx1"/>
                </a:solidFill>
                <a:effectLst>
                  <a:outerShdw blurRad="38100" dist="38100" dir="2700000" algn="tl">
                    <a:srgbClr val="000000">
                      <a:alpha val="43137"/>
                    </a:srgbClr>
                  </a:outerShdw>
                </a:effectLst>
                <a:latin typeface="Book Antiqua" pitchFamily="18" charset="0"/>
                <a:ea typeface="+mn-ea"/>
                <a:cs typeface="+mn-cs"/>
              </a:defRPr>
            </a:lvl9pPr>
          </a:lstStyle>
          <a:p>
            <a:pPr algn="l">
              <a:defRPr/>
            </a:pPr>
            <a:r>
              <a:rPr lang="en-US" sz="798">
                <a:solidFill>
                  <a:srgbClr val="000000"/>
                </a:solidFill>
                <a:effectLst/>
                <a:latin typeface="+mj-lt"/>
                <a:cs typeface="Arial" panose="020B0604020202020204" pitchFamily="34" charset="0"/>
              </a:rPr>
              <a:t>© 2020  Cengage.  </a:t>
            </a:r>
            <a:r>
              <a:rPr lang="en-US" sz="798" dirty="0">
                <a:solidFill>
                  <a:srgbClr val="000000"/>
                </a:solidFill>
                <a:effectLst/>
                <a:latin typeface="+mj-lt"/>
                <a:cs typeface="Arial" panose="020B0604020202020204" pitchFamily="34" charset="0"/>
              </a:rPr>
              <a:t>May not be scanned, copied or duplicated, or posted to a publicly accessible website, in whole or in part, except for use as permitted</a:t>
            </a:r>
            <a:r>
              <a:rPr lang="en-US" sz="798" baseline="0" dirty="0">
                <a:solidFill>
                  <a:srgbClr val="000000"/>
                </a:solidFill>
                <a:effectLst/>
                <a:latin typeface="+mj-lt"/>
                <a:cs typeface="Arial" panose="020B0604020202020204" pitchFamily="34" charset="0"/>
              </a:rPr>
              <a:t> </a:t>
            </a:r>
            <a:r>
              <a:rPr lang="en-US" sz="798" dirty="0">
                <a:solidFill>
                  <a:srgbClr val="000000"/>
                </a:solidFill>
                <a:effectLst/>
                <a:latin typeface="+mj-lt"/>
                <a:cs typeface="Arial" panose="020B0604020202020204" pitchFamily="34" charset="0"/>
              </a:rPr>
              <a:t>in a license distributed with a certain product or service or otherwise on a password-protected website or</a:t>
            </a:r>
            <a:r>
              <a:rPr lang="en-US" sz="798" baseline="0" dirty="0">
                <a:solidFill>
                  <a:srgbClr val="000000"/>
                </a:solidFill>
                <a:effectLst/>
                <a:latin typeface="+mj-lt"/>
                <a:cs typeface="Arial" panose="020B0604020202020204" pitchFamily="34" charset="0"/>
              </a:rPr>
              <a:t> school-approved learning management system f</a:t>
            </a:r>
            <a:r>
              <a:rPr lang="en-US" sz="798" dirty="0">
                <a:solidFill>
                  <a:srgbClr val="000000"/>
                </a:solidFill>
                <a:effectLst/>
                <a:latin typeface="+mj-lt"/>
                <a:cs typeface="Arial" panose="020B0604020202020204" pitchFamily="34" charset="0"/>
              </a:rPr>
              <a:t>or classroom use.</a:t>
            </a:r>
          </a:p>
        </p:txBody>
      </p:sp>
    </p:spTree>
    <p:extLst>
      <p:ext uri="{BB962C8B-B14F-4D97-AF65-F5344CB8AC3E}">
        <p14:creationId xmlns:p14="http://schemas.microsoft.com/office/powerpoint/2010/main" val="2096519509"/>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8" Type="http://schemas.openxmlformats.org/officeDocument/2006/relationships/slideLayout" Target="../slideLayouts/slideLayout58.xml"/><Relationship Id="rId5" Type="http://schemas.openxmlformats.org/officeDocument/2006/relationships/slideLayout" Target="../slideLayouts/slideLayout5.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slideLayout" Target="../slideLayouts/slideLayout56.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59" Type="http://schemas.openxmlformats.org/officeDocument/2006/relationships/theme" Target="../theme/theme1.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slideLayout" Target="../slideLayouts/slideLayout57.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60"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838200" y="365125"/>
            <a:ext cx="10515600" cy="672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vert="horz" wrap="square" lIns="0" tIns="0" rIns="0" bIns="0" numCol="1" anchor="t" anchorCtr="0" compatLnSpc="1">
            <a:prstTxWarp prst="textNoShape">
              <a:avLst/>
            </a:prstTxWarp>
          </a:bodyPr>
          <a:lstStyle/>
          <a:p>
            <a:pPr lvl="0"/>
            <a:r>
              <a:rPr lang="en-US" altLang="en-US" dirty="0"/>
              <a:t>Click to edit Master title style</a:t>
            </a:r>
          </a:p>
        </p:txBody>
      </p:sp>
      <p:sp>
        <p:nvSpPr>
          <p:cNvPr id="1027" name="Text Placeholder 2"/>
          <p:cNvSpPr>
            <a:spLocks noGrp="1"/>
          </p:cNvSpPr>
          <p:nvPr>
            <p:ph type="body" idx="1"/>
          </p:nvPr>
        </p:nvSpPr>
        <p:spPr bwMode="auto">
          <a:xfrm>
            <a:off x="838200" y="1825625"/>
            <a:ext cx="10515600" cy="4351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vert="horz" wrap="square" lIns="0" tIns="0" rIns="0" bIns="0" numCol="1" anchor="t" anchorCtr="0" compatLnSpc="1">
            <a:prstTxWarp prst="textNoShape">
              <a:avLst/>
            </a:prstTxWarp>
          </a:bodyPr>
          <a:lstStyle/>
          <a:p>
            <a:pPr lvl="0"/>
            <a:r>
              <a:rPr lang="en-US" altLang="en-US" dirty="0"/>
              <a:t>Click to edit Master text styles</a:t>
            </a:r>
          </a:p>
        </p:txBody>
      </p:sp>
      <p:pic>
        <p:nvPicPr>
          <p:cNvPr id="7" name="Picture 6" descr="Cengage Logo"/>
          <p:cNvPicPr>
            <a:picLocks noChangeAspect="1"/>
          </p:cNvPicPr>
          <p:nvPr userDrawn="1"/>
        </p:nvPicPr>
        <p:blipFill>
          <a:blip r:embed="rId60">
            <a:extLst>
              <a:ext uri="{28A0092B-C50C-407E-A947-70E740481C1C}">
                <a14:useLocalDpi xmlns:a14="http://schemas.microsoft.com/office/drawing/2010/main" val="0"/>
              </a:ext>
            </a:extLst>
          </a:blip>
          <a:srcRect/>
          <a:stretch>
            <a:fillRect/>
          </a:stretch>
        </p:blipFill>
        <p:spPr bwMode="auto">
          <a:xfrm>
            <a:off x="476843" y="6356350"/>
            <a:ext cx="1579562" cy="354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Footer Placeholder 4"/>
          <p:cNvSpPr>
            <a:spLocks noGrp="1"/>
          </p:cNvSpPr>
          <p:nvPr>
            <p:ph type="ftr" sz="quarter" idx="3"/>
          </p:nvPr>
        </p:nvSpPr>
        <p:spPr>
          <a:xfrm>
            <a:off x="2736056" y="6176963"/>
            <a:ext cx="8999882" cy="672104"/>
          </a:xfrm>
          <a:prstGeom prst="rect">
            <a:avLst/>
          </a:prstGeom>
        </p:spPr>
        <p:txBody>
          <a:bodyPr vert="horz" lIns="91440" tIns="45720" rIns="91440" bIns="45720" rtlCol="0" anchor="ctr"/>
          <a:lstStyle>
            <a:lvl1pPr algn="l" eaLnBrk="1" fontAlgn="auto" hangingPunct="1">
              <a:spcBef>
                <a:spcPts val="0"/>
              </a:spcBef>
              <a:spcAft>
                <a:spcPts val="0"/>
              </a:spcAft>
              <a:defRPr lang="en-US" sz="1400" b="0" i="0" u="none" strike="noStrike" baseline="0" smtClean="0">
                <a:solidFill>
                  <a:schemeClr val="tx2"/>
                </a:solidFill>
                <a:latin typeface="arial" charset="0"/>
              </a:defRPr>
            </a:lvl1pPr>
          </a:lstStyle>
          <a:p>
            <a:r>
              <a:rPr lang="en-US" dirty="0" err="1">
                <a:latin typeface="Arial" panose="020B0604020202020204" pitchFamily="34" charset="0"/>
                <a:cs typeface="Arial" panose="020B0604020202020204" pitchFamily="34" charset="0"/>
              </a:rPr>
              <a:t>Camm</a:t>
            </a:r>
            <a:r>
              <a:rPr lang="en-US" dirty="0">
                <a:latin typeface="Arial" panose="020B0604020202020204" pitchFamily="34" charset="0"/>
                <a:cs typeface="Arial" panose="020B0604020202020204" pitchFamily="34" charset="0"/>
              </a:rPr>
              <a:t>, Cochran, Fry, Ohlmann, Anderson, Sweeney, Williams, An Introduction to Management Science - Quantitative Approaches to Decision Making, 16th Edition. © 2025 Cengage Group. All Rights Reserved. May not be scanned, copied or duplicated, or posted to a publicly accessible website, in whole or in part.</a:t>
            </a:r>
          </a:p>
        </p:txBody>
      </p:sp>
    </p:spTree>
  </p:cSld>
  <p:clrMap bg1="lt1" tx1="dk1" bg2="lt2" tx2="dk2" accent1="accent1" accent2="accent2" accent3="accent3" accent4="accent4" accent5="accent5" accent6="accent6" hlink="hlink" folHlink="folHlink"/>
  <p:sldLayoutIdLst>
    <p:sldLayoutId id="2147483722" r:id="rId1"/>
    <p:sldLayoutId id="2147483714" r:id="rId2"/>
    <p:sldLayoutId id="2147483752" r:id="rId3"/>
    <p:sldLayoutId id="2147483766" r:id="rId4"/>
    <p:sldLayoutId id="2147483769" r:id="rId5"/>
    <p:sldLayoutId id="2147483768" r:id="rId6"/>
    <p:sldLayoutId id="2147483767" r:id="rId7"/>
    <p:sldLayoutId id="2147483718" r:id="rId8"/>
    <p:sldLayoutId id="2147483738" r:id="rId9"/>
    <p:sldLayoutId id="2147483715" r:id="rId10"/>
    <p:sldLayoutId id="2147483760" r:id="rId11"/>
    <p:sldLayoutId id="2147483761" r:id="rId12"/>
    <p:sldLayoutId id="2147483747" r:id="rId13"/>
    <p:sldLayoutId id="2147483744" r:id="rId14"/>
    <p:sldLayoutId id="2147483771" r:id="rId15"/>
    <p:sldLayoutId id="2147483737" r:id="rId16"/>
    <p:sldLayoutId id="2147483753" r:id="rId17"/>
    <p:sldLayoutId id="2147483762" r:id="rId18"/>
    <p:sldLayoutId id="2147483758" r:id="rId19"/>
    <p:sldLayoutId id="2147483759" r:id="rId20"/>
    <p:sldLayoutId id="2147483755" r:id="rId21"/>
    <p:sldLayoutId id="2147483772" r:id="rId22"/>
    <p:sldLayoutId id="2147483754" r:id="rId23"/>
    <p:sldLayoutId id="2147483765" r:id="rId24"/>
    <p:sldLayoutId id="2147483736" r:id="rId25"/>
    <p:sldLayoutId id="2147483748" r:id="rId26"/>
    <p:sldLayoutId id="2147483749" r:id="rId27"/>
    <p:sldLayoutId id="2147483716" r:id="rId28"/>
    <p:sldLayoutId id="2147483719" r:id="rId29"/>
    <p:sldLayoutId id="2147483726" r:id="rId30"/>
    <p:sldLayoutId id="2147483720" r:id="rId31"/>
    <p:sldLayoutId id="2147483743" r:id="rId32"/>
    <p:sldLayoutId id="2147483746" r:id="rId33"/>
    <p:sldLayoutId id="2147483764" r:id="rId34"/>
    <p:sldLayoutId id="2147483773" r:id="rId35"/>
    <p:sldLayoutId id="2147483735" r:id="rId36"/>
    <p:sldLayoutId id="2147483730" r:id="rId37"/>
    <p:sldLayoutId id="2147483733" r:id="rId38"/>
    <p:sldLayoutId id="2147483732" r:id="rId39"/>
    <p:sldLayoutId id="2147483757" r:id="rId40"/>
    <p:sldLayoutId id="2147483740" r:id="rId41"/>
    <p:sldLayoutId id="2147483742" r:id="rId42"/>
    <p:sldLayoutId id="2147483745" r:id="rId43"/>
    <p:sldLayoutId id="2147483750" r:id="rId44"/>
    <p:sldLayoutId id="2147483763" r:id="rId45"/>
    <p:sldLayoutId id="2147483725" r:id="rId46"/>
    <p:sldLayoutId id="2147483728" r:id="rId47"/>
    <p:sldLayoutId id="2147483731" r:id="rId48"/>
    <p:sldLayoutId id="2147483729" r:id="rId49"/>
    <p:sldLayoutId id="2147483734" r:id="rId50"/>
    <p:sldLayoutId id="2147483727" r:id="rId51"/>
    <p:sldLayoutId id="2147483723" r:id="rId52"/>
    <p:sldLayoutId id="2147483724" r:id="rId53"/>
    <p:sldLayoutId id="2147483713" r:id="rId54"/>
    <p:sldLayoutId id="2147483717" r:id="rId55"/>
    <p:sldLayoutId id="2147483751" r:id="rId56"/>
    <p:sldLayoutId id="2147483756" r:id="rId57"/>
    <p:sldLayoutId id="2147483770" r:id="rId58"/>
  </p:sldLayoutIdLst>
  <p:hf sldNum="0" hdr="0" ftr="0" dt="0"/>
  <p:txStyles>
    <p:titleStyle>
      <a:lvl1pPr algn="ctr" rtl="0" eaLnBrk="1" fontAlgn="base" hangingPunct="1">
        <a:lnSpc>
          <a:spcPct val="90000"/>
        </a:lnSpc>
        <a:spcBef>
          <a:spcPct val="0"/>
        </a:spcBef>
        <a:spcAft>
          <a:spcPct val="0"/>
        </a:spcAft>
        <a:defRPr sz="3400" b="1" i="0" kern="1200" baseline="0">
          <a:solidFill>
            <a:srgbClr val="004A78"/>
          </a:solidFill>
          <a:latin typeface="Arial" charset="0"/>
          <a:ea typeface="Arial" charset="0"/>
          <a:cs typeface="Arial" charset="0"/>
        </a:defRPr>
      </a:lvl1pPr>
      <a:lvl2pPr algn="l" rtl="0" eaLnBrk="1" fontAlgn="base" hangingPunct="1">
        <a:lnSpc>
          <a:spcPct val="90000"/>
        </a:lnSpc>
        <a:spcBef>
          <a:spcPct val="0"/>
        </a:spcBef>
        <a:spcAft>
          <a:spcPct val="0"/>
        </a:spcAft>
        <a:defRPr sz="3400">
          <a:solidFill>
            <a:schemeClr val="tx1"/>
          </a:solidFill>
          <a:latin typeface="Open Sans" charset="0"/>
          <a:ea typeface="Open Sans" charset="0"/>
          <a:cs typeface="Open Sans" charset="0"/>
        </a:defRPr>
      </a:lvl2pPr>
      <a:lvl3pPr algn="l" rtl="0" eaLnBrk="1" fontAlgn="base" hangingPunct="1">
        <a:lnSpc>
          <a:spcPct val="90000"/>
        </a:lnSpc>
        <a:spcBef>
          <a:spcPct val="0"/>
        </a:spcBef>
        <a:spcAft>
          <a:spcPct val="0"/>
        </a:spcAft>
        <a:defRPr sz="3400">
          <a:solidFill>
            <a:schemeClr val="tx1"/>
          </a:solidFill>
          <a:latin typeface="Open Sans" charset="0"/>
          <a:ea typeface="Open Sans" charset="0"/>
          <a:cs typeface="Open Sans" charset="0"/>
        </a:defRPr>
      </a:lvl3pPr>
      <a:lvl4pPr algn="l" rtl="0" eaLnBrk="1" fontAlgn="base" hangingPunct="1">
        <a:lnSpc>
          <a:spcPct val="90000"/>
        </a:lnSpc>
        <a:spcBef>
          <a:spcPct val="0"/>
        </a:spcBef>
        <a:spcAft>
          <a:spcPct val="0"/>
        </a:spcAft>
        <a:defRPr sz="3400">
          <a:solidFill>
            <a:schemeClr val="tx1"/>
          </a:solidFill>
          <a:latin typeface="Open Sans" charset="0"/>
          <a:ea typeface="Open Sans" charset="0"/>
          <a:cs typeface="Open Sans" charset="0"/>
        </a:defRPr>
      </a:lvl4pPr>
      <a:lvl5pPr algn="l" rtl="0" eaLnBrk="1" fontAlgn="base" hangingPunct="1">
        <a:lnSpc>
          <a:spcPct val="90000"/>
        </a:lnSpc>
        <a:spcBef>
          <a:spcPct val="0"/>
        </a:spcBef>
        <a:spcAft>
          <a:spcPct val="0"/>
        </a:spcAft>
        <a:defRPr sz="3400">
          <a:solidFill>
            <a:schemeClr val="tx1"/>
          </a:solidFill>
          <a:latin typeface="Open Sans" charset="0"/>
          <a:ea typeface="Open Sans" charset="0"/>
          <a:cs typeface="Open Sans" charset="0"/>
        </a:defRPr>
      </a:lvl5pPr>
      <a:lvl6pPr marL="457200" algn="l" rtl="0" eaLnBrk="1" fontAlgn="base" hangingPunct="1">
        <a:lnSpc>
          <a:spcPct val="90000"/>
        </a:lnSpc>
        <a:spcBef>
          <a:spcPct val="0"/>
        </a:spcBef>
        <a:spcAft>
          <a:spcPct val="0"/>
        </a:spcAft>
        <a:defRPr sz="3400">
          <a:solidFill>
            <a:schemeClr val="tx1"/>
          </a:solidFill>
          <a:latin typeface="Open Sans" charset="0"/>
          <a:ea typeface="Open Sans" charset="0"/>
          <a:cs typeface="Open Sans" charset="0"/>
        </a:defRPr>
      </a:lvl6pPr>
      <a:lvl7pPr marL="914400" algn="l" rtl="0" eaLnBrk="1" fontAlgn="base" hangingPunct="1">
        <a:lnSpc>
          <a:spcPct val="90000"/>
        </a:lnSpc>
        <a:spcBef>
          <a:spcPct val="0"/>
        </a:spcBef>
        <a:spcAft>
          <a:spcPct val="0"/>
        </a:spcAft>
        <a:defRPr sz="3400">
          <a:solidFill>
            <a:schemeClr val="tx1"/>
          </a:solidFill>
          <a:latin typeface="Open Sans" charset="0"/>
          <a:ea typeface="Open Sans" charset="0"/>
          <a:cs typeface="Open Sans" charset="0"/>
        </a:defRPr>
      </a:lvl7pPr>
      <a:lvl8pPr marL="1371600" algn="l" rtl="0" eaLnBrk="1" fontAlgn="base" hangingPunct="1">
        <a:lnSpc>
          <a:spcPct val="90000"/>
        </a:lnSpc>
        <a:spcBef>
          <a:spcPct val="0"/>
        </a:spcBef>
        <a:spcAft>
          <a:spcPct val="0"/>
        </a:spcAft>
        <a:defRPr sz="3400">
          <a:solidFill>
            <a:schemeClr val="tx1"/>
          </a:solidFill>
          <a:latin typeface="Open Sans" charset="0"/>
          <a:ea typeface="Open Sans" charset="0"/>
          <a:cs typeface="Open Sans" charset="0"/>
        </a:defRPr>
      </a:lvl8pPr>
      <a:lvl9pPr marL="1828800" algn="l" rtl="0" eaLnBrk="1" fontAlgn="base" hangingPunct="1">
        <a:lnSpc>
          <a:spcPct val="90000"/>
        </a:lnSpc>
        <a:spcBef>
          <a:spcPct val="0"/>
        </a:spcBef>
        <a:spcAft>
          <a:spcPct val="0"/>
        </a:spcAft>
        <a:defRPr sz="3400">
          <a:solidFill>
            <a:schemeClr val="tx1"/>
          </a:solidFill>
          <a:latin typeface="Open Sans" charset="0"/>
          <a:ea typeface="Open Sans" charset="0"/>
          <a:cs typeface="Open Sans" charset="0"/>
        </a:defRPr>
      </a:lvl9pPr>
    </p:titleStyle>
    <p:bodyStyle>
      <a:lvl1pPr marL="0" indent="0" algn="l" rtl="0" eaLnBrk="1" fontAlgn="base" hangingPunct="1">
        <a:lnSpc>
          <a:spcPct val="90000"/>
        </a:lnSpc>
        <a:spcBef>
          <a:spcPts val="1000"/>
        </a:spcBef>
        <a:spcAft>
          <a:spcPct val="0"/>
        </a:spcAft>
        <a:buFont typeface="Arial" charset="0"/>
        <a:buNone/>
        <a:defRPr sz="2800" kern="1200" baseline="0">
          <a:solidFill>
            <a:srgbClr val="000000"/>
          </a:solidFill>
          <a:latin typeface="Arial" charset="0"/>
          <a:ea typeface="Arial" charset="0"/>
          <a:cs typeface="Arial" charset="0"/>
        </a:defRPr>
      </a:lvl1pPr>
      <a:lvl2pPr marL="685800" indent="-228600" algn="l" rtl="0" eaLnBrk="1" fontAlgn="base" hangingPunct="1">
        <a:lnSpc>
          <a:spcPct val="90000"/>
        </a:lnSpc>
        <a:spcBef>
          <a:spcPts val="500"/>
        </a:spcBef>
        <a:spcAft>
          <a:spcPct val="0"/>
        </a:spcAft>
        <a:buFont typeface="Arial" charset="0"/>
        <a:buChar char="•"/>
        <a:defRPr sz="2400" kern="1200" baseline="0">
          <a:solidFill>
            <a:srgbClr val="004A78"/>
          </a:solidFill>
          <a:latin typeface="Arial" charset="0"/>
          <a:ea typeface="Arial" charset="0"/>
          <a:cs typeface="Arial" charset="0"/>
        </a:defRPr>
      </a:lvl2pPr>
      <a:lvl3pPr marL="1143000" indent="-228600" algn="l" rtl="0" eaLnBrk="1" fontAlgn="base" hangingPunct="1">
        <a:lnSpc>
          <a:spcPct val="90000"/>
        </a:lnSpc>
        <a:spcBef>
          <a:spcPts val="500"/>
        </a:spcBef>
        <a:spcAft>
          <a:spcPct val="0"/>
        </a:spcAft>
        <a:buFont typeface="Arial" charset="0"/>
        <a:buChar char="•"/>
        <a:defRPr sz="2000" kern="1200" baseline="0">
          <a:solidFill>
            <a:srgbClr val="004A78"/>
          </a:solidFill>
          <a:latin typeface="Arial" charset="0"/>
          <a:ea typeface="Arial" charset="0"/>
          <a:cs typeface="Arial" charset="0"/>
        </a:defRPr>
      </a:lvl3pPr>
      <a:lvl4pPr marL="1600200" indent="-228600" algn="l" rtl="0" eaLnBrk="1" fontAlgn="base" hangingPunct="1">
        <a:lnSpc>
          <a:spcPct val="90000"/>
        </a:lnSpc>
        <a:spcBef>
          <a:spcPts val="500"/>
        </a:spcBef>
        <a:spcAft>
          <a:spcPct val="0"/>
        </a:spcAft>
        <a:buFont typeface="Arial" charset="0"/>
        <a:buChar char="•"/>
        <a:defRPr kern="1200" baseline="0">
          <a:solidFill>
            <a:srgbClr val="004A78"/>
          </a:solidFill>
          <a:latin typeface="Arial" charset="0"/>
          <a:ea typeface="Arial" charset="0"/>
          <a:cs typeface="Arial" charset="0"/>
        </a:defRPr>
      </a:lvl4pPr>
      <a:lvl5pPr marL="2057400" indent="-228600" algn="l" rtl="0" eaLnBrk="1" fontAlgn="base" hangingPunct="1">
        <a:lnSpc>
          <a:spcPct val="90000"/>
        </a:lnSpc>
        <a:spcBef>
          <a:spcPts val="500"/>
        </a:spcBef>
        <a:spcAft>
          <a:spcPct val="0"/>
        </a:spcAft>
        <a:buFont typeface="Arial" charset="0"/>
        <a:buChar char="•"/>
        <a:defRPr kern="1200" baseline="0">
          <a:solidFill>
            <a:srgbClr val="004A78"/>
          </a:solidFill>
          <a:latin typeface="Arial" charset="0"/>
          <a:ea typeface="Arial" charset="0"/>
          <a:cs typeface="Arial" charset="0"/>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1.xml"/></Relationships>
</file>

<file path=ppt/slides/_rels/slide1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3.xml"/><Relationship Id="rId1" Type="http://schemas.openxmlformats.org/officeDocument/2006/relationships/slideLayout" Target="../slideLayouts/slideLayout4.xml"/><Relationship Id="rId4" Type="http://schemas.openxmlformats.org/officeDocument/2006/relationships/image" Target="../media/image13.png"/></Relationships>
</file>

<file path=ppt/slides/_rels/slide1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4.xml"/><Relationship Id="rId1" Type="http://schemas.openxmlformats.org/officeDocument/2006/relationships/slideLayout" Target="../slideLayouts/slideLayout4.xml"/><Relationship Id="rId4" Type="http://schemas.openxmlformats.org/officeDocument/2006/relationships/image" Target="../media/image18.png"/></Relationships>
</file>

<file path=ppt/slides/_rels/slide17.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5.xml"/><Relationship Id="rId1" Type="http://schemas.openxmlformats.org/officeDocument/2006/relationships/slideLayout" Target="../slideLayouts/slideLayout4.xml"/><Relationship Id="rId4" Type="http://schemas.openxmlformats.org/officeDocument/2006/relationships/image" Target="../media/image19.png"/></Relationships>
</file>

<file path=ppt/slides/_rels/slide18.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6.xml"/><Relationship Id="rId1" Type="http://schemas.openxmlformats.org/officeDocument/2006/relationships/slideLayout" Target="../slideLayouts/slideLayout4.xml"/><Relationship Id="rId4" Type="http://schemas.openxmlformats.org/officeDocument/2006/relationships/image" Target="../media/image21.png"/></Relationships>
</file>

<file path=ppt/slides/_rels/slide21.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5.xml"/><Relationship Id="rId4" Type="http://schemas.openxmlformats.org/officeDocument/2006/relationships/image" Target="../media/image27.png"/></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1.xml"/></Relationships>
</file>

<file path=ppt/slides/_rels/slide23.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8.xml"/><Relationship Id="rId1" Type="http://schemas.openxmlformats.org/officeDocument/2006/relationships/slideLayout" Target="../slideLayouts/slideLayout21.xml"/><Relationship Id="rId4" Type="http://schemas.openxmlformats.org/officeDocument/2006/relationships/image" Target="../media/image29.png"/></Relationships>
</file>

<file path=ppt/slides/_rels/slide24.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0.xml"/><Relationship Id="rId1" Type="http://schemas.openxmlformats.org/officeDocument/2006/relationships/slideLayout" Target="../slideLayouts/slideLayout4.xml"/><Relationship Id="rId4" Type="http://schemas.openxmlformats.org/officeDocument/2006/relationships/image" Target="../media/image32.png"/></Relationships>
</file>

<file path=ppt/slides/_rels/slide28.xml.rels><?xml version="1.0" encoding="UTF-8" standalone="yes"?>
<Relationships xmlns="http://schemas.openxmlformats.org/package/2006/relationships"><Relationship Id="rId3" Type="http://schemas.openxmlformats.org/officeDocument/2006/relationships/image" Target="../media/image310.png"/><Relationship Id="rId2" Type="http://schemas.openxmlformats.org/officeDocument/2006/relationships/notesSlide" Target="../notesSlides/notesSlide11.xml"/><Relationship Id="rId1" Type="http://schemas.openxmlformats.org/officeDocument/2006/relationships/slideLayout" Target="../slideLayouts/slideLayout21.xml"/><Relationship Id="rId4" Type="http://schemas.openxmlformats.org/officeDocument/2006/relationships/image" Target="../media/image36.png"/></Relationships>
</file>

<file path=ppt/slides/_rels/slide29.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350.png"/><Relationship Id="rId2" Type="http://schemas.openxmlformats.org/officeDocument/2006/relationships/notesSlide" Target="../notesSlides/notesSlide13.xml"/><Relationship Id="rId1" Type="http://schemas.openxmlformats.org/officeDocument/2006/relationships/slideLayout" Target="../slideLayouts/slideLayout4.xml"/><Relationship Id="rId4" Type="http://schemas.openxmlformats.org/officeDocument/2006/relationships/image" Target="../media/image37.png"/></Relationships>
</file>

<file path=ppt/slides/_rels/slide31.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5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D53DCE3-C31D-7BBB-F431-246F0838E22D}"/>
              </a:ext>
            </a:extLst>
          </p:cNvPr>
          <p:cNvSpPr>
            <a:spLocks noGrp="1"/>
          </p:cNvSpPr>
          <p:nvPr>
            <p:ph type="title"/>
          </p:nvPr>
        </p:nvSpPr>
        <p:spPr/>
        <p:txBody>
          <a:bodyPr/>
          <a:lstStyle/>
          <a:p>
            <a:endParaRPr lang="en-US"/>
          </a:p>
        </p:txBody>
      </p:sp>
      <p:pic>
        <p:nvPicPr>
          <p:cNvPr id="6" name="Picture 5">
            <a:extLst>
              <a:ext uri="{FF2B5EF4-FFF2-40B4-BE49-F238E27FC236}">
                <a16:creationId xmlns:a16="http://schemas.microsoft.com/office/drawing/2014/main" id="{13060D65-3ECB-8A8E-BA0A-9E293B4C2ABA}"/>
              </a:ext>
            </a:extLst>
          </p:cNvPr>
          <p:cNvPicPr>
            <a:picLocks noChangeAspect="1"/>
          </p:cNvPicPr>
          <p:nvPr/>
        </p:nvPicPr>
        <p:blipFill>
          <a:blip r:embed="rId2"/>
          <a:stretch>
            <a:fillRect/>
          </a:stretch>
        </p:blipFill>
        <p:spPr>
          <a:xfrm>
            <a:off x="1" y="0"/>
            <a:ext cx="12191998" cy="6972300"/>
          </a:xfrm>
          <a:prstGeom prst="rect">
            <a:avLst/>
          </a:prstGeom>
        </p:spPr>
      </p:pic>
    </p:spTree>
    <p:extLst>
      <p:ext uri="{BB962C8B-B14F-4D97-AF65-F5344CB8AC3E}">
        <p14:creationId xmlns:p14="http://schemas.microsoft.com/office/powerpoint/2010/main" val="399844149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0A01ED-EFA0-4AED-AD41-B1BC5043F1A7}"/>
              </a:ext>
            </a:extLst>
          </p:cNvPr>
          <p:cNvSpPr>
            <a:spLocks noGrp="1"/>
          </p:cNvSpPr>
          <p:nvPr>
            <p:ph type="title"/>
          </p:nvPr>
        </p:nvSpPr>
        <p:spPr/>
        <p:txBody>
          <a:bodyPr/>
          <a:lstStyle/>
          <a:p>
            <a:r>
              <a:rPr lang="en-US" dirty="0"/>
              <a:t>Chapter Contents</a:t>
            </a:r>
          </a:p>
        </p:txBody>
      </p:sp>
      <p:sp>
        <p:nvSpPr>
          <p:cNvPr id="4" name="Text Placeholder 3">
            <a:extLst>
              <a:ext uri="{FF2B5EF4-FFF2-40B4-BE49-F238E27FC236}">
                <a16:creationId xmlns:a16="http://schemas.microsoft.com/office/drawing/2014/main" id="{C9A0ABD4-C052-4227-B2EE-3395C907212B}"/>
              </a:ext>
            </a:extLst>
          </p:cNvPr>
          <p:cNvSpPr>
            <a:spLocks noGrp="1"/>
          </p:cNvSpPr>
          <p:nvPr>
            <p:ph type="body" sz="quarter" idx="15"/>
          </p:nvPr>
        </p:nvSpPr>
        <p:spPr>
          <a:xfrm>
            <a:off x="743576" y="1749971"/>
            <a:ext cx="10711543" cy="3892545"/>
          </a:xfrm>
        </p:spPr>
        <p:txBody>
          <a:bodyPr/>
          <a:lstStyle/>
          <a:p>
            <a:pPr marL="1371600" indent="-914400"/>
            <a:r>
              <a:rPr lang="en-US" sz="2000" dirty="0"/>
              <a:t>4.1	Experiments, Counting Rules, and Assigning Probabilities </a:t>
            </a:r>
          </a:p>
          <a:p>
            <a:pPr marL="1371600" indent="-914400"/>
            <a:r>
              <a:rPr lang="en-US" sz="2000" dirty="0"/>
              <a:t>4.2	Events and Their Probability </a:t>
            </a:r>
          </a:p>
          <a:p>
            <a:pPr marL="1371600" indent="-914400"/>
            <a:r>
              <a:rPr lang="en-US" sz="2000" dirty="0"/>
              <a:t>4.3	Some Basic Relationships of Probability </a:t>
            </a:r>
          </a:p>
          <a:p>
            <a:pPr marL="1371600" indent="-914400"/>
            <a:r>
              <a:rPr lang="en-US" sz="2000" dirty="0"/>
              <a:t>4.4	Conditional Probability </a:t>
            </a:r>
          </a:p>
          <a:p>
            <a:pPr marL="1371600" indent="-914400"/>
            <a:r>
              <a:rPr lang="en-US" sz="2000" dirty="0"/>
              <a:t>4.5	Bayes’ Theorem</a:t>
            </a:r>
          </a:p>
          <a:p>
            <a:pPr marL="1371600" indent="-914400"/>
            <a:r>
              <a:rPr lang="en-US" sz="2000" dirty="0"/>
              <a:t>	Summary</a:t>
            </a:r>
          </a:p>
          <a:p>
            <a:pPr marL="914400" indent="-914400">
              <a:spcBef>
                <a:spcPts val="600"/>
              </a:spcBef>
            </a:pPr>
            <a:endParaRPr lang="en-US" sz="2000" dirty="0"/>
          </a:p>
        </p:txBody>
      </p:sp>
    </p:spTree>
    <p:extLst>
      <p:ext uri="{BB962C8B-B14F-4D97-AF65-F5344CB8AC3E}">
        <p14:creationId xmlns:p14="http://schemas.microsoft.com/office/powerpoint/2010/main" val="332384188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Chapter Objectives</a:t>
            </a:r>
          </a:p>
        </p:txBody>
      </p:sp>
      <p:sp>
        <p:nvSpPr>
          <p:cNvPr id="2" name="Text Placeholder 1"/>
          <p:cNvSpPr>
            <a:spLocks noGrp="1"/>
          </p:cNvSpPr>
          <p:nvPr>
            <p:ph type="body" sz="quarter" idx="15"/>
          </p:nvPr>
        </p:nvSpPr>
        <p:spPr>
          <a:xfrm>
            <a:off x="743577" y="1192085"/>
            <a:ext cx="10610224" cy="4659113"/>
          </a:xfrm>
        </p:spPr>
        <p:txBody>
          <a:bodyPr/>
          <a:lstStyle/>
          <a:p>
            <a:pPr>
              <a:spcBef>
                <a:spcPts val="1200"/>
              </a:spcBef>
            </a:pPr>
            <a:r>
              <a:rPr lang="en-US" sz="2000" dirty="0">
                <a:latin typeface="Arial" panose="020B0604020202020204" pitchFamily="34" charset="0"/>
                <a:cs typeface="Arial" panose="020B0604020202020204" pitchFamily="34" charset="0"/>
              </a:rPr>
              <a:t>After completing this chapter, you will be able to:</a:t>
            </a:r>
          </a:p>
          <a:p>
            <a:pPr marL="1828800" lvl="1" indent="-1371600">
              <a:spcBef>
                <a:spcPts val="1200"/>
              </a:spcBef>
              <a:buNone/>
            </a:pPr>
            <a:r>
              <a:rPr lang="en-US" sz="2000" dirty="0">
                <a:latin typeface="Arial" panose="020B0604020202020204" pitchFamily="34" charset="0"/>
                <a:cs typeface="Arial" panose="020B0604020202020204" pitchFamily="34" charset="0"/>
              </a:rPr>
              <a:t>LO 4-1	Calculate the number of outcomes (sample points) for random experiments using tree diagrams, combinations, and permutations; list these outcomes.</a:t>
            </a:r>
          </a:p>
          <a:p>
            <a:pPr marL="1828800" lvl="1" indent="-1371600">
              <a:spcBef>
                <a:spcPts val="1200"/>
              </a:spcBef>
              <a:buNone/>
            </a:pPr>
            <a:r>
              <a:rPr lang="en-US" sz="2000" dirty="0">
                <a:latin typeface="Arial" panose="020B0604020202020204" pitchFamily="34" charset="0"/>
                <a:cs typeface="Arial" panose="020B0604020202020204" pitchFamily="34" charset="0"/>
              </a:rPr>
              <a:t>LO 4-2 	Assign probabilities to outcomes and events for a random experiment using the classical method, the relative frequency method, and the subjective method.</a:t>
            </a:r>
          </a:p>
          <a:p>
            <a:pPr marL="1828800" lvl="1" indent="-1371600">
              <a:spcBef>
                <a:spcPts val="1200"/>
              </a:spcBef>
              <a:buNone/>
            </a:pPr>
            <a:r>
              <a:rPr lang="en-US" sz="2000" dirty="0">
                <a:latin typeface="Arial" panose="020B0604020202020204" pitchFamily="34" charset="0"/>
                <a:cs typeface="Arial" panose="020B0604020202020204" pitchFamily="34" charset="0"/>
              </a:rPr>
              <a:t>LO 4-3 	Calculate and interpret the probability of the complement, the union, and the intersection of events.</a:t>
            </a:r>
          </a:p>
          <a:p>
            <a:pPr marL="1828800" lvl="1" indent="-1371600">
              <a:spcBef>
                <a:spcPts val="1200"/>
              </a:spcBef>
              <a:buNone/>
            </a:pPr>
            <a:r>
              <a:rPr lang="en-US" sz="2000" dirty="0">
                <a:latin typeface="Arial" panose="020B0604020202020204" pitchFamily="34" charset="0"/>
                <a:cs typeface="Arial" panose="020B0604020202020204" pitchFamily="34" charset="0"/>
              </a:rPr>
              <a:t>LO 4-4 	Calculate and interpret the conditional probability associated with two events.</a:t>
            </a:r>
          </a:p>
          <a:p>
            <a:pPr marL="1828800" lvl="1" indent="-1371600">
              <a:spcBef>
                <a:spcPts val="1200"/>
              </a:spcBef>
              <a:buNone/>
            </a:pPr>
            <a:r>
              <a:rPr lang="en-US" sz="2000" dirty="0">
                <a:latin typeface="Arial" panose="020B0604020202020204" pitchFamily="34" charset="0"/>
                <a:cs typeface="Arial" panose="020B0604020202020204" pitchFamily="34" charset="0"/>
              </a:rPr>
              <a:t>LO 4-5 	Identify and interpret mutually exclusive events and independent events.</a:t>
            </a:r>
          </a:p>
          <a:p>
            <a:pPr marL="1828800" lvl="1" indent="-1371600">
              <a:spcBef>
                <a:spcPts val="1200"/>
              </a:spcBef>
              <a:buNone/>
            </a:pPr>
            <a:r>
              <a:rPr lang="en-US" sz="2000" dirty="0">
                <a:latin typeface="Arial" panose="020B0604020202020204" pitchFamily="34" charset="0"/>
                <a:cs typeface="Arial" panose="020B0604020202020204" pitchFamily="34" charset="0"/>
              </a:rPr>
              <a:t>LO 4-6 	Create and interpret joint probability tables. </a:t>
            </a:r>
          </a:p>
          <a:p>
            <a:pPr marL="1828800" lvl="1" indent="-1371600">
              <a:spcBef>
                <a:spcPts val="1200"/>
              </a:spcBef>
              <a:buNone/>
            </a:pPr>
            <a:r>
              <a:rPr lang="en-US" sz="2000" dirty="0">
                <a:latin typeface="Arial" panose="020B0604020202020204" pitchFamily="34" charset="0"/>
                <a:cs typeface="Arial" panose="020B0604020202020204" pitchFamily="34" charset="0"/>
              </a:rPr>
              <a:t>LO 4-7 	Identify and interpret prior probabilities and posterior probabilities; apply Bayes’ theorem to calculate posterior probabilities.</a:t>
            </a:r>
          </a:p>
        </p:txBody>
      </p:sp>
    </p:spTree>
    <p:extLst>
      <p:ext uri="{BB962C8B-B14F-4D97-AF65-F5344CB8AC3E}">
        <p14:creationId xmlns:p14="http://schemas.microsoft.com/office/powerpoint/2010/main" val="16991477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9ED7BF-C012-4BEC-8F65-9E08ED0C7F38}"/>
              </a:ext>
            </a:extLst>
          </p:cNvPr>
          <p:cNvSpPr>
            <a:spLocks noGrp="1"/>
          </p:cNvSpPr>
          <p:nvPr>
            <p:ph type="title"/>
          </p:nvPr>
        </p:nvSpPr>
        <p:spPr/>
        <p:txBody>
          <a:bodyPr/>
          <a:lstStyle/>
          <a:p>
            <a:r>
              <a:rPr lang="en-US" dirty="0"/>
              <a:t>Introduction</a:t>
            </a:r>
          </a:p>
        </p:txBody>
      </p:sp>
      <p:sp>
        <p:nvSpPr>
          <p:cNvPr id="3" name="Text Placeholder 2">
            <a:extLst>
              <a:ext uri="{FF2B5EF4-FFF2-40B4-BE49-F238E27FC236}">
                <a16:creationId xmlns:a16="http://schemas.microsoft.com/office/drawing/2014/main" id="{5FBEC8BB-8104-4C26-9140-469D3A662CF8}"/>
              </a:ext>
            </a:extLst>
          </p:cNvPr>
          <p:cNvSpPr>
            <a:spLocks noGrp="1"/>
          </p:cNvSpPr>
          <p:nvPr>
            <p:ph type="body" sz="quarter" idx="15"/>
          </p:nvPr>
        </p:nvSpPr>
        <p:spPr>
          <a:xfrm>
            <a:off x="923757" y="1351866"/>
            <a:ext cx="10344485" cy="4154267"/>
          </a:xfrm>
        </p:spPr>
        <p:txBody>
          <a:bodyPr/>
          <a:lstStyle/>
          <a:p>
            <a:pPr>
              <a:lnSpc>
                <a:spcPct val="100000"/>
              </a:lnSpc>
              <a:spcBef>
                <a:spcPts val="600"/>
              </a:spcBef>
              <a:spcAft>
                <a:spcPts val="0"/>
              </a:spcAft>
            </a:pPr>
            <a:r>
              <a:rPr lang="en-US" sz="2000" dirty="0"/>
              <a:t>Managers often base their decisions on an analysis of uncertainties such as:</a:t>
            </a:r>
          </a:p>
          <a:p>
            <a:pPr marL="741363" indent="-457200">
              <a:lnSpc>
                <a:spcPct val="100000"/>
              </a:lnSpc>
              <a:spcBef>
                <a:spcPts val="600"/>
              </a:spcBef>
              <a:spcAft>
                <a:spcPts val="0"/>
              </a:spcAft>
              <a:buFont typeface="+mj-lt"/>
              <a:buAutoNum type="arabicPeriod"/>
            </a:pPr>
            <a:r>
              <a:rPr lang="en-US" sz="2000" dirty="0"/>
              <a:t>What are the chances that the sales will decrease if we increase prices?</a:t>
            </a:r>
          </a:p>
          <a:p>
            <a:pPr marL="741363" indent="-457200">
              <a:lnSpc>
                <a:spcPct val="100000"/>
              </a:lnSpc>
              <a:spcBef>
                <a:spcPts val="600"/>
              </a:spcBef>
              <a:spcAft>
                <a:spcPts val="0"/>
              </a:spcAft>
              <a:buFont typeface="+mj-lt"/>
              <a:buAutoNum type="arabicPeriod"/>
            </a:pPr>
            <a:r>
              <a:rPr lang="en-US" sz="2000" dirty="0"/>
              <a:t>What is the likelihood a new assembly method will increase productivity?</a:t>
            </a:r>
          </a:p>
          <a:p>
            <a:pPr marL="741363" indent="-457200">
              <a:lnSpc>
                <a:spcPct val="100000"/>
              </a:lnSpc>
              <a:spcBef>
                <a:spcPts val="600"/>
              </a:spcBef>
              <a:spcAft>
                <a:spcPts val="0"/>
              </a:spcAft>
              <a:buFont typeface="+mj-lt"/>
              <a:buAutoNum type="arabicPeriod"/>
            </a:pPr>
            <a:r>
              <a:rPr lang="en-US" sz="2000" dirty="0"/>
              <a:t>How likely is it that the project will be finished on time?</a:t>
            </a:r>
          </a:p>
          <a:p>
            <a:pPr marL="741363" indent="-457200">
              <a:lnSpc>
                <a:spcPct val="100000"/>
              </a:lnSpc>
              <a:spcBef>
                <a:spcPts val="600"/>
              </a:spcBef>
              <a:spcAft>
                <a:spcPts val="0"/>
              </a:spcAft>
              <a:buFont typeface="+mj-lt"/>
              <a:buAutoNum type="arabicPeriod"/>
            </a:pPr>
            <a:r>
              <a:rPr lang="en-US" sz="2000" dirty="0"/>
              <a:t>What is the chance that a new investment will be profitable</a:t>
            </a:r>
          </a:p>
          <a:p>
            <a:pPr>
              <a:lnSpc>
                <a:spcPct val="100000"/>
              </a:lnSpc>
              <a:spcBef>
                <a:spcPts val="1200"/>
              </a:spcBef>
              <a:spcAft>
                <a:spcPts val="0"/>
              </a:spcAft>
            </a:pPr>
            <a:r>
              <a:rPr lang="en-US" sz="2000" b="1" dirty="0"/>
              <a:t>Probability</a:t>
            </a:r>
            <a:r>
              <a:rPr lang="en-US" sz="2000" dirty="0"/>
              <a:t> is a numerical measure of the likelihood that an event will occur. </a:t>
            </a:r>
          </a:p>
          <a:p>
            <a:pPr>
              <a:lnSpc>
                <a:spcPct val="100000"/>
              </a:lnSpc>
              <a:spcBef>
                <a:spcPts val="600"/>
              </a:spcBef>
              <a:spcAft>
                <a:spcPts val="0"/>
              </a:spcAft>
            </a:pPr>
            <a:r>
              <a:rPr lang="en-US" sz="2000" dirty="0"/>
              <a:t>Probability values are always assigned on a scale from 0 to 1:</a:t>
            </a:r>
          </a:p>
          <a:p>
            <a:pPr marL="630238" indent="-342900">
              <a:lnSpc>
                <a:spcPct val="100000"/>
              </a:lnSpc>
              <a:spcBef>
                <a:spcPts val="600"/>
              </a:spcBef>
              <a:spcAft>
                <a:spcPts val="0"/>
              </a:spcAft>
              <a:buFont typeface="Arial" panose="020B0604020202020204" pitchFamily="34" charset="0"/>
              <a:buChar char="•"/>
            </a:pPr>
            <a:r>
              <a:rPr lang="en-US" sz="2000" dirty="0"/>
              <a:t>A probability near zero indicates an event is quite unlikely to occur. </a:t>
            </a:r>
          </a:p>
          <a:p>
            <a:pPr marL="630238" indent="-342900">
              <a:lnSpc>
                <a:spcPct val="100000"/>
              </a:lnSpc>
              <a:spcBef>
                <a:spcPts val="600"/>
              </a:spcBef>
              <a:spcAft>
                <a:spcPts val="0"/>
              </a:spcAft>
              <a:buFont typeface="Arial" panose="020B0604020202020204" pitchFamily="34" charset="0"/>
              <a:buChar char="•"/>
            </a:pPr>
            <a:r>
              <a:rPr lang="en-US" sz="2000" dirty="0"/>
              <a:t>A probability near one indicates an event is almost certain to occur.</a:t>
            </a:r>
          </a:p>
          <a:p>
            <a:pPr marL="630238" indent="-342900">
              <a:lnSpc>
                <a:spcPct val="100000"/>
              </a:lnSpc>
              <a:spcBef>
                <a:spcPts val="600"/>
              </a:spcBef>
              <a:spcAft>
                <a:spcPts val="0"/>
              </a:spcAft>
              <a:buFont typeface="Arial" panose="020B0604020202020204" pitchFamily="34" charset="0"/>
              <a:buChar char="•"/>
            </a:pPr>
            <a:r>
              <a:rPr lang="en-US" sz="2000" dirty="0"/>
              <a:t>Other probabilities between 0 and 1 represent degrees of likelihood that an event will occur.</a:t>
            </a:r>
          </a:p>
        </p:txBody>
      </p:sp>
    </p:spTree>
    <p:extLst>
      <p:ext uri="{BB962C8B-B14F-4D97-AF65-F5344CB8AC3E}">
        <p14:creationId xmlns:p14="http://schemas.microsoft.com/office/powerpoint/2010/main" val="257581546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A70CF9-E757-393C-007C-F14651078F48}"/>
              </a:ext>
            </a:extLst>
          </p:cNvPr>
          <p:cNvSpPr>
            <a:spLocks noGrp="1"/>
          </p:cNvSpPr>
          <p:nvPr>
            <p:ph type="title"/>
          </p:nvPr>
        </p:nvSpPr>
        <p:spPr/>
        <p:txBody>
          <a:bodyPr/>
          <a:lstStyle/>
          <a:p>
            <a:r>
              <a:rPr lang="en-US" sz="3200" dirty="0">
                <a:solidFill>
                  <a:srgbClr val="D14B1E"/>
                </a:solidFill>
              </a:rPr>
              <a:t>4.1 Experiments, Counting Rules, and Assigning Probabilities</a:t>
            </a:r>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98CFD846-F036-1C7E-2AC0-253F15C48A9A}"/>
                  </a:ext>
                </a:extLst>
              </p:cNvPr>
              <p:cNvSpPr>
                <a:spLocks noGrp="1"/>
              </p:cNvSpPr>
              <p:nvPr>
                <p:ph type="body" sz="quarter" idx="15"/>
              </p:nvPr>
            </p:nvSpPr>
            <p:spPr>
              <a:xfrm>
                <a:off x="740228" y="1504410"/>
                <a:ext cx="10711543" cy="4327634"/>
              </a:xfrm>
            </p:spPr>
            <p:txBody>
              <a:bodyPr/>
              <a:lstStyle/>
              <a:p>
                <a:pPr>
                  <a:spcBef>
                    <a:spcPts val="600"/>
                  </a:spcBef>
                </a:pPr>
                <a:r>
                  <a:rPr lang="en-US" sz="2000" dirty="0"/>
                  <a:t>A </a:t>
                </a:r>
                <a:r>
                  <a:rPr lang="en-US" sz="2000" b="1" dirty="0"/>
                  <a:t>Random experiment </a:t>
                </a:r>
                <a:r>
                  <a:rPr lang="en-US" sz="2000" dirty="0"/>
                  <a:t>is a process that generates </a:t>
                </a:r>
                <a:r>
                  <a:rPr lang="en-US" sz="2000" i="1" dirty="0"/>
                  <a:t>experimental outcomes</a:t>
                </a:r>
                <a:r>
                  <a:rPr lang="en-US" sz="2000" dirty="0"/>
                  <a:t>, and possesses the following properties (*see notes):</a:t>
                </a:r>
              </a:p>
              <a:p>
                <a:pPr marL="914400" indent="-457200">
                  <a:spcBef>
                    <a:spcPts val="600"/>
                  </a:spcBef>
                  <a:buFont typeface="+mj-lt"/>
                  <a:buAutoNum type="arabicPeriod"/>
                </a:pPr>
                <a:r>
                  <a:rPr lang="en-US" sz="2000" dirty="0"/>
                  <a:t>The experimental outcomes are well-defined and may also be listed prior to conducting the experiment.</a:t>
                </a:r>
              </a:p>
              <a:p>
                <a:pPr marL="914400" indent="-457200">
                  <a:spcBef>
                    <a:spcPts val="600"/>
                  </a:spcBef>
                  <a:buFont typeface="+mj-lt"/>
                  <a:buAutoNum type="arabicPeriod"/>
                </a:pPr>
                <a:r>
                  <a:rPr lang="en-US" sz="2000" dirty="0"/>
                  <a:t>On any single repetition (</a:t>
                </a:r>
                <a:r>
                  <a:rPr lang="en-US" sz="2000" i="1" dirty="0"/>
                  <a:t>trial</a:t>
                </a:r>
                <a:r>
                  <a:rPr lang="en-US" sz="2000" dirty="0"/>
                  <a:t>) of the experiment, one and only one of the possible experimental outcomes will occur.</a:t>
                </a:r>
              </a:p>
              <a:p>
                <a:pPr marL="914400" indent="-457200">
                  <a:spcBef>
                    <a:spcPts val="600"/>
                  </a:spcBef>
                  <a:spcAft>
                    <a:spcPts val="600"/>
                  </a:spcAft>
                  <a:buFont typeface="+mj-lt"/>
                  <a:buAutoNum type="arabicPeriod"/>
                </a:pPr>
                <a:r>
                  <a:rPr lang="en-US" sz="2000" dirty="0"/>
                  <a:t>The experimental outcome that occurs on any trial is determined solely by chance.</a:t>
                </a:r>
              </a:p>
              <a:p>
                <a:pPr>
                  <a:spcBef>
                    <a:spcPts val="600"/>
                  </a:spcBef>
                </a:pPr>
                <a:r>
                  <a:rPr lang="en-US" sz="2000" dirty="0"/>
                  <a:t>An experimental outcome is also called a </a:t>
                </a:r>
                <a:r>
                  <a:rPr lang="en-US" sz="2000" b="1" dirty="0"/>
                  <a:t>sample point</a:t>
                </a:r>
                <a:r>
                  <a:rPr lang="en-US" sz="2000" dirty="0"/>
                  <a:t>. The </a:t>
                </a:r>
                <a:r>
                  <a:rPr lang="en-US" sz="2000" b="1" dirty="0"/>
                  <a:t>sample space</a:t>
                </a:r>
                <a:r>
                  <a:rPr lang="en-US" sz="2000" dirty="0"/>
                  <a:t>, </a:t>
                </a:r>
                <a:r>
                  <a:rPr lang="en-US" sz="2000" i="1" dirty="0"/>
                  <a:t>S</a:t>
                </a:r>
                <a:r>
                  <a:rPr lang="en-US" sz="2000" dirty="0"/>
                  <a:t>,</a:t>
                </a:r>
                <a:r>
                  <a:rPr lang="en-US" sz="2000" b="1" dirty="0"/>
                  <a:t> </a:t>
                </a:r>
                <a:r>
                  <a:rPr lang="en-US" sz="2000" dirty="0"/>
                  <a:t>for an experiment is the set of all experimental outcomes.</a:t>
                </a:r>
              </a:p>
              <a:p>
                <a:pPr>
                  <a:spcBef>
                    <a:spcPts val="600"/>
                  </a:spcBef>
                </a:pPr>
                <a:r>
                  <a:rPr lang="en-US" sz="2000" dirty="0"/>
                  <a:t>Example: consider the random experiment of tossing a coin.</a:t>
                </a:r>
              </a:p>
              <a:p>
                <a:pPr marL="914400" indent="-457200">
                  <a:spcBef>
                    <a:spcPts val="600"/>
                  </a:spcBef>
                  <a:buFont typeface="Arial" panose="020B0604020202020204" pitchFamily="34" charset="0"/>
                  <a:buChar char="•"/>
                </a:pPr>
                <a:r>
                  <a:rPr lang="en-US" sz="2000" dirty="0"/>
                  <a:t>The experimental outcomes (sample points) are Head and Tail.</a:t>
                </a:r>
              </a:p>
              <a:p>
                <a:pPr marL="914400" indent="-457200">
                  <a:spcBef>
                    <a:spcPts val="600"/>
                  </a:spcBef>
                  <a:buFont typeface="Arial" panose="020B0604020202020204" pitchFamily="34" charset="0"/>
                  <a:buChar char="•"/>
                </a:pPr>
                <a:r>
                  <a:rPr lang="en-US" sz="2000" dirty="0"/>
                  <a:t>The sample space is: </a:t>
                </a:r>
                <a14:m>
                  <m:oMath xmlns:m="http://schemas.openxmlformats.org/officeDocument/2006/math">
                    <m:r>
                      <a:rPr lang="en-US" sz="2000" b="0" i="1" smtClean="0">
                        <a:latin typeface="Cambria Math" panose="02040503050406030204" pitchFamily="18" charset="0"/>
                      </a:rPr>
                      <m:t>𝑆</m:t>
                    </m:r>
                    <m:r>
                      <a:rPr lang="en-US" sz="2000" b="0" i="1" smtClean="0">
                        <a:latin typeface="Cambria Math" panose="02040503050406030204" pitchFamily="18" charset="0"/>
                      </a:rPr>
                      <m:t>=</m:t>
                    </m:r>
                    <m:d>
                      <m:dPr>
                        <m:begChr m:val="{"/>
                        <m:endChr m:val="}"/>
                        <m:ctrlPr>
                          <a:rPr lang="en-US" sz="2000" b="0" i="1" smtClean="0">
                            <a:latin typeface="Cambria Math" panose="02040503050406030204" pitchFamily="18" charset="0"/>
                          </a:rPr>
                        </m:ctrlPr>
                      </m:dPr>
                      <m:e>
                        <m:r>
                          <m:rPr>
                            <m:nor/>
                          </m:rPr>
                          <a:rPr lang="en-US" sz="2000" b="0" i="0" smtClean="0">
                            <a:latin typeface="Cambria Math" panose="02040503050406030204" pitchFamily="18" charset="0"/>
                          </a:rPr>
                          <m:t>Head</m:t>
                        </m:r>
                        <m:r>
                          <m:rPr>
                            <m:nor/>
                          </m:rPr>
                          <a:rPr lang="en-US" sz="2000" b="0" i="0" smtClean="0">
                            <a:latin typeface="Cambria Math" panose="02040503050406030204" pitchFamily="18" charset="0"/>
                          </a:rPr>
                          <m:t>, </m:t>
                        </m:r>
                        <m:r>
                          <m:rPr>
                            <m:nor/>
                          </m:rPr>
                          <a:rPr lang="en-US" sz="2000" b="0" i="0" smtClean="0">
                            <a:latin typeface="Cambria Math" panose="02040503050406030204" pitchFamily="18" charset="0"/>
                          </a:rPr>
                          <m:t>Tail</m:t>
                        </m:r>
                      </m:e>
                    </m:d>
                  </m:oMath>
                </a14:m>
                <a:endParaRPr lang="en-US" sz="2000" dirty="0"/>
              </a:p>
              <a:p>
                <a:pPr>
                  <a:spcBef>
                    <a:spcPts val="600"/>
                  </a:spcBef>
                </a:pPr>
                <a:endParaRPr lang="en-US" sz="2000" dirty="0"/>
              </a:p>
            </p:txBody>
          </p:sp>
        </mc:Choice>
        <mc:Fallback xmlns="">
          <p:sp>
            <p:nvSpPr>
              <p:cNvPr id="3" name="Text Placeholder 2">
                <a:extLst>
                  <a:ext uri="{FF2B5EF4-FFF2-40B4-BE49-F238E27FC236}">
                    <a16:creationId xmlns:a16="http://schemas.microsoft.com/office/drawing/2014/main" id="{98CFD846-F036-1C7E-2AC0-253F15C48A9A}"/>
                  </a:ext>
                </a:extLst>
              </p:cNvPr>
              <p:cNvSpPr>
                <a:spLocks noGrp="1" noRot="1" noChangeAspect="1" noMove="1" noResize="1" noEditPoints="1" noAdjustHandles="1" noChangeArrowheads="1" noChangeShapeType="1" noTextEdit="1"/>
              </p:cNvSpPr>
              <p:nvPr>
                <p:ph type="body" sz="quarter" idx="15"/>
              </p:nvPr>
            </p:nvSpPr>
            <p:spPr>
              <a:xfrm>
                <a:off x="740228" y="1504410"/>
                <a:ext cx="10711543" cy="4327634"/>
              </a:xfrm>
              <a:blipFill>
                <a:blip r:embed="rId3"/>
                <a:stretch>
                  <a:fillRect l="-1422" t="-1690" r="-1650" b="-2254"/>
                </a:stretch>
              </a:blipFill>
            </p:spPr>
            <p:txBody>
              <a:bodyPr/>
              <a:lstStyle/>
              <a:p>
                <a:r>
                  <a:rPr lang="en-US">
                    <a:noFill/>
                  </a:rPr>
                  <a:t> </a:t>
                </a:r>
              </a:p>
            </p:txBody>
          </p:sp>
        </mc:Fallback>
      </mc:AlternateContent>
    </p:spTree>
    <p:extLst>
      <p:ext uri="{BB962C8B-B14F-4D97-AF65-F5344CB8AC3E}">
        <p14:creationId xmlns:p14="http://schemas.microsoft.com/office/powerpoint/2010/main" val="69824841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2E7C52-2A33-E948-37AA-8C6083F62B0E}"/>
              </a:ext>
            </a:extLst>
          </p:cNvPr>
          <p:cNvSpPr>
            <a:spLocks noGrp="1"/>
          </p:cNvSpPr>
          <p:nvPr>
            <p:ph type="title"/>
          </p:nvPr>
        </p:nvSpPr>
        <p:spPr/>
        <p:txBody>
          <a:bodyPr/>
          <a:lstStyle/>
          <a:p>
            <a:r>
              <a:rPr lang="en-US" dirty="0"/>
              <a:t>4.1 Counting Rule for Multiple-Step Experiments</a:t>
            </a:r>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93C5B936-5360-1497-7E55-50A28196393F}"/>
                  </a:ext>
                </a:extLst>
              </p:cNvPr>
              <p:cNvSpPr>
                <a:spLocks noGrp="1"/>
              </p:cNvSpPr>
              <p:nvPr>
                <p:ph type="body" sz="quarter" idx="15"/>
              </p:nvPr>
            </p:nvSpPr>
            <p:spPr>
              <a:xfrm>
                <a:off x="743576" y="1324300"/>
                <a:ext cx="10610223" cy="4548352"/>
              </a:xfrm>
            </p:spPr>
            <p:txBody>
              <a:bodyPr/>
              <a:lstStyle/>
              <a:p>
                <a:r>
                  <a:rPr lang="en-US" sz="2000" dirty="0"/>
                  <a:t>A </a:t>
                </a:r>
                <a:r>
                  <a:rPr lang="en-US" sz="2000" b="1" dirty="0"/>
                  <a:t>multiple-step experiment </a:t>
                </a:r>
                <a:r>
                  <a:rPr lang="en-US" sz="2000" dirty="0"/>
                  <a:t>can be described as a sequence of </a:t>
                </a:r>
                <a:r>
                  <a:rPr lang="en-US" sz="2000" i="1" dirty="0"/>
                  <a:t>k</a:t>
                </a:r>
                <a:r>
                  <a:rPr lang="en-US" sz="2000" dirty="0"/>
                  <a:t> steps with </a:t>
                </a:r>
                <a14:m>
                  <m:oMath xmlns:m="http://schemas.openxmlformats.org/officeDocument/2006/math">
                    <m:sSub>
                      <m:sSubPr>
                        <m:ctrlPr>
                          <a:rPr lang="en-US" sz="2000" i="1" dirty="0" smtClean="0">
                            <a:latin typeface="Cambria Math" panose="02040503050406030204" pitchFamily="18" charset="0"/>
                          </a:rPr>
                        </m:ctrlPr>
                      </m:sSubPr>
                      <m:e>
                        <m:r>
                          <a:rPr lang="en-US" sz="2000" b="0" i="1" dirty="0" smtClean="0">
                            <a:latin typeface="Cambria Math" panose="02040503050406030204" pitchFamily="18" charset="0"/>
                          </a:rPr>
                          <m:t>𝑛</m:t>
                        </m:r>
                      </m:e>
                      <m:sub>
                        <m:r>
                          <a:rPr lang="en-US" sz="2000" b="0" i="1" dirty="0" smtClean="0">
                            <a:latin typeface="Cambria Math" panose="02040503050406030204" pitchFamily="18" charset="0"/>
                          </a:rPr>
                          <m:t>1</m:t>
                        </m:r>
                      </m:sub>
                    </m:sSub>
                  </m:oMath>
                </a14:m>
                <a:r>
                  <a:rPr lang="en-US" sz="2000" dirty="0"/>
                  <a:t> possible outcomes on the first step, </a:t>
                </a:r>
                <a14:m>
                  <m:oMath xmlns:m="http://schemas.openxmlformats.org/officeDocument/2006/math">
                    <m:sSub>
                      <m:sSubPr>
                        <m:ctrlPr>
                          <a:rPr lang="en-US" sz="2000" i="1" dirty="0">
                            <a:latin typeface="Cambria Math" panose="02040503050406030204" pitchFamily="18" charset="0"/>
                          </a:rPr>
                        </m:ctrlPr>
                      </m:sSubPr>
                      <m:e>
                        <m:r>
                          <a:rPr lang="en-US" sz="2000" b="0" i="1" dirty="0">
                            <a:latin typeface="Cambria Math" panose="02040503050406030204" pitchFamily="18" charset="0"/>
                          </a:rPr>
                          <m:t>𝑛</m:t>
                        </m:r>
                      </m:e>
                      <m:sub>
                        <m:r>
                          <a:rPr lang="en-US" sz="2000" b="0" i="1" dirty="0">
                            <a:latin typeface="Cambria Math" panose="02040503050406030204" pitchFamily="18" charset="0"/>
                          </a:rPr>
                          <m:t>2</m:t>
                        </m:r>
                      </m:sub>
                    </m:sSub>
                  </m:oMath>
                </a14:m>
                <a:r>
                  <a:rPr lang="en-US" sz="2000" dirty="0"/>
                  <a:t> possible outcomes on the second step, and so on. </a:t>
                </a:r>
              </a:p>
              <a:p>
                <a:r>
                  <a:rPr lang="en-US" sz="2000" dirty="0"/>
                  <a:t>The total number of experimental outcomes is given by </a:t>
                </a:r>
                <a14:m>
                  <m:oMath xmlns:m="http://schemas.openxmlformats.org/officeDocument/2006/math">
                    <m:r>
                      <a:rPr lang="en-US" sz="2000" b="1" i="1" dirty="0" smtClean="0">
                        <a:latin typeface="Cambria Math" panose="02040503050406030204" pitchFamily="18" charset="0"/>
                      </a:rPr>
                      <m:t>(</m:t>
                    </m:r>
                    <m:sSub>
                      <m:sSubPr>
                        <m:ctrlPr>
                          <a:rPr lang="en-US" sz="2000" b="1" i="1" dirty="0" smtClean="0">
                            <a:latin typeface="Cambria Math" panose="02040503050406030204" pitchFamily="18" charset="0"/>
                          </a:rPr>
                        </m:ctrlPr>
                      </m:sSubPr>
                      <m:e>
                        <m:r>
                          <a:rPr lang="en-US" sz="2000" b="1" i="1" dirty="0" smtClean="0">
                            <a:latin typeface="Cambria Math" panose="02040503050406030204" pitchFamily="18" charset="0"/>
                          </a:rPr>
                          <m:t>𝒏</m:t>
                        </m:r>
                      </m:e>
                      <m:sub>
                        <m:r>
                          <a:rPr lang="en-US" sz="2000" b="1" i="1" dirty="0" smtClean="0">
                            <a:latin typeface="Cambria Math" panose="02040503050406030204" pitchFamily="18" charset="0"/>
                          </a:rPr>
                          <m:t>𝟏</m:t>
                        </m:r>
                      </m:sub>
                    </m:sSub>
                    <m:r>
                      <a:rPr lang="en-US" sz="2000" b="1" i="1" dirty="0" smtClean="0">
                        <a:latin typeface="Cambria Math" panose="02040503050406030204" pitchFamily="18" charset="0"/>
                      </a:rPr>
                      <m:t>)(</m:t>
                    </m:r>
                    <m:sSub>
                      <m:sSubPr>
                        <m:ctrlPr>
                          <a:rPr lang="en-US" sz="2000" b="1" i="1" dirty="0">
                            <a:latin typeface="Cambria Math" panose="02040503050406030204" pitchFamily="18" charset="0"/>
                          </a:rPr>
                        </m:ctrlPr>
                      </m:sSubPr>
                      <m:e>
                        <m:r>
                          <a:rPr lang="en-US" sz="2000" b="1" i="1" dirty="0">
                            <a:latin typeface="Cambria Math" panose="02040503050406030204" pitchFamily="18" charset="0"/>
                          </a:rPr>
                          <m:t>𝒏</m:t>
                        </m:r>
                      </m:e>
                      <m:sub>
                        <m:r>
                          <a:rPr lang="en-US" sz="2000" b="1" i="1" dirty="0" smtClean="0">
                            <a:latin typeface="Cambria Math" panose="02040503050406030204" pitchFamily="18" charset="0"/>
                          </a:rPr>
                          <m:t>𝟐</m:t>
                        </m:r>
                      </m:sub>
                    </m:sSub>
                    <m:r>
                      <a:rPr lang="en-US" sz="2000" b="1" i="1" dirty="0" smtClean="0">
                        <a:latin typeface="Cambria Math" panose="02040503050406030204" pitchFamily="18" charset="0"/>
                      </a:rPr>
                      <m:t>) . . . (</m:t>
                    </m:r>
                    <m:sSub>
                      <m:sSubPr>
                        <m:ctrlPr>
                          <a:rPr lang="en-US" sz="2000" b="1" i="1" dirty="0">
                            <a:latin typeface="Cambria Math" panose="02040503050406030204" pitchFamily="18" charset="0"/>
                          </a:rPr>
                        </m:ctrlPr>
                      </m:sSubPr>
                      <m:e>
                        <m:r>
                          <a:rPr lang="en-US" sz="2000" b="1" i="1" dirty="0">
                            <a:latin typeface="Cambria Math" panose="02040503050406030204" pitchFamily="18" charset="0"/>
                          </a:rPr>
                          <m:t>𝒏</m:t>
                        </m:r>
                      </m:e>
                      <m:sub>
                        <m:r>
                          <a:rPr lang="en-US" sz="2000" b="1" i="1" dirty="0" smtClean="0">
                            <a:latin typeface="Cambria Math" panose="02040503050406030204" pitchFamily="18" charset="0"/>
                          </a:rPr>
                          <m:t>𝒌</m:t>
                        </m:r>
                      </m:sub>
                    </m:sSub>
                    <m:r>
                      <a:rPr lang="en-US" sz="2000" b="1" i="1" dirty="0" smtClean="0">
                        <a:latin typeface="Cambria Math" panose="02040503050406030204" pitchFamily="18" charset="0"/>
                      </a:rPr>
                      <m:t>)</m:t>
                    </m:r>
                  </m:oMath>
                </a14:m>
                <a:r>
                  <a:rPr lang="en-US" sz="2000" dirty="0"/>
                  <a:t>.</a:t>
                </a:r>
              </a:p>
              <a:p>
                <a:r>
                  <a:rPr lang="en-US" sz="2000" dirty="0"/>
                  <a:t>As an example, consider the random experiment of tossing two coins, one at a time.</a:t>
                </a:r>
              </a:p>
              <a:p>
                <a:r>
                  <a:rPr lang="en-US" sz="2000" dirty="0"/>
                  <a:t>The first tossed coin has </a:t>
                </a:r>
                <a14:m>
                  <m:oMath xmlns:m="http://schemas.openxmlformats.org/officeDocument/2006/math">
                    <m:sSub>
                      <m:sSubPr>
                        <m:ctrlPr>
                          <a:rPr lang="en-US" sz="2000" i="1" dirty="0" smtClean="0">
                            <a:latin typeface="Cambria Math" panose="02040503050406030204" pitchFamily="18" charset="0"/>
                          </a:rPr>
                        </m:ctrlPr>
                      </m:sSubPr>
                      <m:e>
                        <m:r>
                          <a:rPr lang="en-US" sz="2000" b="0" i="1" dirty="0" smtClean="0">
                            <a:latin typeface="Cambria Math" panose="02040503050406030204" pitchFamily="18" charset="0"/>
                          </a:rPr>
                          <m:t>𝑛</m:t>
                        </m:r>
                      </m:e>
                      <m:sub>
                        <m:r>
                          <a:rPr lang="en-US" sz="2000" b="0" i="1" dirty="0" smtClean="0">
                            <a:latin typeface="Cambria Math" panose="02040503050406030204" pitchFamily="18" charset="0"/>
                          </a:rPr>
                          <m:t>1</m:t>
                        </m:r>
                      </m:sub>
                    </m:sSub>
                    <m:r>
                      <a:rPr lang="en-US" sz="2000" b="0" i="1" dirty="0" smtClean="0">
                        <a:latin typeface="Cambria Math" panose="02040503050406030204" pitchFamily="18" charset="0"/>
                      </a:rPr>
                      <m:t>=2</m:t>
                    </m:r>
                  </m:oMath>
                </a14:m>
                <a:r>
                  <a:rPr lang="en-US" sz="2000" dirty="0"/>
                  <a:t> outcomes, and the</a:t>
                </a:r>
              </a:p>
              <a:p>
                <a:pPr>
                  <a:spcBef>
                    <a:spcPts val="0"/>
                  </a:spcBef>
                </a:pPr>
                <a:r>
                  <a:rPr lang="en-US" sz="2000" dirty="0"/>
                  <a:t>second tossed coin has also </a:t>
                </a:r>
                <a14:m>
                  <m:oMath xmlns:m="http://schemas.openxmlformats.org/officeDocument/2006/math">
                    <m:sSub>
                      <m:sSubPr>
                        <m:ctrlPr>
                          <a:rPr lang="en-US" sz="2000" i="1" dirty="0" smtClean="0">
                            <a:latin typeface="Cambria Math" panose="02040503050406030204" pitchFamily="18" charset="0"/>
                          </a:rPr>
                        </m:ctrlPr>
                      </m:sSubPr>
                      <m:e>
                        <m:r>
                          <a:rPr lang="en-US" sz="2000" b="0" i="1" dirty="0" smtClean="0">
                            <a:latin typeface="Cambria Math" panose="02040503050406030204" pitchFamily="18" charset="0"/>
                          </a:rPr>
                          <m:t>𝑛</m:t>
                        </m:r>
                      </m:e>
                      <m:sub>
                        <m:r>
                          <a:rPr lang="en-US" sz="2000" b="0" i="1" dirty="0" smtClean="0">
                            <a:latin typeface="Cambria Math" panose="02040503050406030204" pitchFamily="18" charset="0"/>
                          </a:rPr>
                          <m:t>2</m:t>
                        </m:r>
                      </m:sub>
                    </m:sSub>
                    <m:r>
                      <a:rPr lang="en-US" sz="2000" b="0" i="1" dirty="0" smtClean="0">
                        <a:latin typeface="Cambria Math" panose="02040503050406030204" pitchFamily="18" charset="0"/>
                      </a:rPr>
                      <m:t>=2</m:t>
                    </m:r>
                  </m:oMath>
                </a14:m>
                <a:r>
                  <a:rPr lang="en-US" sz="2000" dirty="0"/>
                  <a:t> outcomes.</a:t>
                </a:r>
              </a:p>
              <a:p>
                <a:pPr>
                  <a:spcAft>
                    <a:spcPts val="600"/>
                  </a:spcAft>
                </a:pPr>
                <a:r>
                  <a:rPr lang="en-US" sz="2000" dirty="0"/>
                  <a:t>From the counting rule, we have: </a:t>
                </a:r>
              </a:p>
              <a:p>
                <a:pPr marL="457200">
                  <a:spcBef>
                    <a:spcPts val="0"/>
                  </a:spcBef>
                </a:pPr>
                <a14:m>
                  <m:oMath xmlns:m="http://schemas.openxmlformats.org/officeDocument/2006/math">
                    <m:d>
                      <m:dPr>
                        <m:ctrlPr>
                          <a:rPr lang="en-US" sz="2000" i="1" dirty="0" smtClean="0">
                            <a:latin typeface="Cambria Math" panose="02040503050406030204" pitchFamily="18" charset="0"/>
                          </a:rPr>
                        </m:ctrlPr>
                      </m:dPr>
                      <m:e>
                        <m:sSub>
                          <m:sSubPr>
                            <m:ctrlPr>
                              <a:rPr lang="en-US" sz="2000" i="1" dirty="0" smtClean="0">
                                <a:latin typeface="Cambria Math" panose="02040503050406030204" pitchFamily="18" charset="0"/>
                              </a:rPr>
                            </m:ctrlPr>
                          </m:sSubPr>
                          <m:e>
                            <m:r>
                              <a:rPr lang="en-US" sz="2000" b="0" i="1" dirty="0" smtClean="0">
                                <a:latin typeface="Cambria Math" panose="02040503050406030204" pitchFamily="18" charset="0"/>
                              </a:rPr>
                              <m:t>𝑛</m:t>
                            </m:r>
                          </m:e>
                          <m:sub>
                            <m:r>
                              <a:rPr lang="en-US" sz="2000" b="0" i="1" dirty="0" smtClean="0">
                                <a:latin typeface="Cambria Math" panose="02040503050406030204" pitchFamily="18" charset="0"/>
                              </a:rPr>
                              <m:t>1</m:t>
                            </m:r>
                          </m:sub>
                        </m:sSub>
                      </m:e>
                    </m:d>
                    <m:d>
                      <m:dPr>
                        <m:ctrlPr>
                          <a:rPr lang="en-US" sz="2000" b="0" i="1" dirty="0" smtClean="0">
                            <a:latin typeface="Cambria Math" panose="02040503050406030204" pitchFamily="18" charset="0"/>
                          </a:rPr>
                        </m:ctrlPr>
                      </m:dPr>
                      <m:e>
                        <m:sSub>
                          <m:sSubPr>
                            <m:ctrlPr>
                              <a:rPr lang="en-US" sz="2000" i="1" dirty="0">
                                <a:latin typeface="Cambria Math" panose="02040503050406030204" pitchFamily="18" charset="0"/>
                              </a:rPr>
                            </m:ctrlPr>
                          </m:sSubPr>
                          <m:e>
                            <m:r>
                              <a:rPr lang="en-US" sz="2000" i="1" dirty="0">
                                <a:latin typeface="Cambria Math" panose="02040503050406030204" pitchFamily="18" charset="0"/>
                              </a:rPr>
                              <m:t>𝑛</m:t>
                            </m:r>
                          </m:e>
                          <m:sub>
                            <m:r>
                              <a:rPr lang="en-US" sz="2000" b="0" i="1" dirty="0" smtClean="0">
                                <a:latin typeface="Cambria Math" panose="02040503050406030204" pitchFamily="18" charset="0"/>
                              </a:rPr>
                              <m:t>2</m:t>
                            </m:r>
                          </m:sub>
                        </m:sSub>
                      </m:e>
                    </m:d>
                    <m:r>
                      <a:rPr lang="en-US" sz="2000" b="0" i="1" dirty="0" smtClean="0">
                        <a:latin typeface="Cambria Math" panose="02040503050406030204" pitchFamily="18" charset="0"/>
                      </a:rPr>
                      <m:t>=</m:t>
                    </m:r>
                    <m:d>
                      <m:dPr>
                        <m:ctrlPr>
                          <a:rPr lang="en-US" sz="2000" b="0" i="1" dirty="0" smtClean="0">
                            <a:latin typeface="Cambria Math" panose="02040503050406030204" pitchFamily="18" charset="0"/>
                          </a:rPr>
                        </m:ctrlPr>
                      </m:dPr>
                      <m:e>
                        <m:r>
                          <a:rPr lang="en-US" sz="2000" b="0" i="1" dirty="0" smtClean="0">
                            <a:latin typeface="Cambria Math" panose="02040503050406030204" pitchFamily="18" charset="0"/>
                          </a:rPr>
                          <m:t>2</m:t>
                        </m:r>
                      </m:e>
                    </m:d>
                    <m:d>
                      <m:dPr>
                        <m:ctrlPr>
                          <a:rPr lang="en-US" sz="2000" b="0" i="1" dirty="0" smtClean="0">
                            <a:latin typeface="Cambria Math" panose="02040503050406030204" pitchFamily="18" charset="0"/>
                          </a:rPr>
                        </m:ctrlPr>
                      </m:dPr>
                      <m:e>
                        <m:r>
                          <a:rPr lang="en-US" sz="2000" b="0" i="1" dirty="0" smtClean="0">
                            <a:latin typeface="Cambria Math" panose="02040503050406030204" pitchFamily="18" charset="0"/>
                          </a:rPr>
                          <m:t>2</m:t>
                        </m:r>
                      </m:e>
                    </m:d>
                    <m:r>
                      <a:rPr lang="en-US" sz="2000" b="0" i="1" dirty="0" smtClean="0">
                        <a:latin typeface="Cambria Math" panose="02040503050406030204" pitchFamily="18" charset="0"/>
                      </a:rPr>
                      <m:t>=4</m:t>
                    </m:r>
                  </m:oMath>
                </a14:m>
                <a:r>
                  <a:rPr lang="en-US" sz="2000" dirty="0"/>
                  <a:t> experimental outcomes</a:t>
                </a:r>
              </a:p>
              <a:p>
                <a:pPr>
                  <a:spcAft>
                    <a:spcPts val="600"/>
                  </a:spcAft>
                </a:pPr>
                <a:r>
                  <a:rPr lang="en-US" sz="2000" dirty="0"/>
                  <a:t>The sample space is :</a:t>
                </a:r>
              </a:p>
              <a:p>
                <a:pPr marL="457200"/>
                <a14:m>
                  <m:oMathPara xmlns:m="http://schemas.openxmlformats.org/officeDocument/2006/math">
                    <m:oMathParaPr>
                      <m:jc m:val="left"/>
                    </m:oMathParaPr>
                    <m:oMath xmlns:m="http://schemas.openxmlformats.org/officeDocument/2006/math">
                      <m:r>
                        <a:rPr lang="en-US" sz="2000" b="0" i="1" smtClean="0">
                          <a:latin typeface="Cambria Math" panose="02040503050406030204" pitchFamily="18" charset="0"/>
                        </a:rPr>
                        <m:t>𝑆</m:t>
                      </m:r>
                      <m:r>
                        <a:rPr lang="en-US" sz="2000" b="0" i="1" smtClean="0">
                          <a:latin typeface="Cambria Math" panose="02040503050406030204" pitchFamily="18" charset="0"/>
                        </a:rPr>
                        <m:t>=</m:t>
                      </m:r>
                      <m:d>
                        <m:dPr>
                          <m:begChr m:val="{"/>
                          <m:endChr m:val="}"/>
                          <m:ctrlPr>
                            <a:rPr lang="en-US" sz="2000" b="0" i="1" smtClean="0">
                              <a:latin typeface="Cambria Math" panose="02040503050406030204" pitchFamily="18" charset="0"/>
                            </a:rPr>
                          </m:ctrlPr>
                        </m:dPr>
                        <m:e>
                          <m:r>
                            <m:rPr>
                              <m:nor/>
                            </m:rPr>
                            <a:rPr lang="en-US" sz="2000">
                              <a:latin typeface="Cambria Math" panose="02040503050406030204" pitchFamily="18" charset="0"/>
                            </a:rPr>
                            <m:t>(</m:t>
                          </m:r>
                          <m:r>
                            <m:rPr>
                              <m:nor/>
                            </m:rPr>
                            <a:rPr lang="en-US" sz="2000">
                              <a:latin typeface="Cambria Math" panose="02040503050406030204" pitchFamily="18" charset="0"/>
                            </a:rPr>
                            <m:t>H</m:t>
                          </m:r>
                          <m:r>
                            <m:rPr>
                              <m:nor/>
                            </m:rPr>
                            <a:rPr lang="en-US" sz="2000">
                              <a:latin typeface="Cambria Math" panose="02040503050406030204" pitchFamily="18" charset="0"/>
                            </a:rPr>
                            <m:t>, </m:t>
                          </m:r>
                          <m:r>
                            <m:rPr>
                              <m:nor/>
                            </m:rPr>
                            <a:rPr lang="en-US" sz="2000" b="0" i="0" smtClean="0">
                              <a:latin typeface="Cambria Math" panose="02040503050406030204" pitchFamily="18" charset="0"/>
                            </a:rPr>
                            <m:t>H</m:t>
                          </m:r>
                          <m:r>
                            <m:rPr>
                              <m:nor/>
                            </m:rPr>
                            <a:rPr lang="en-US" sz="2000">
                              <a:latin typeface="Cambria Math" panose="02040503050406030204" pitchFamily="18" charset="0"/>
                            </a:rPr>
                            <m:t>)</m:t>
                          </m:r>
                          <m:r>
                            <m:rPr>
                              <m:nor/>
                            </m:rPr>
                            <a:rPr lang="en-US" sz="2000" b="0" i="0" smtClean="0">
                              <a:latin typeface="Cambria Math" panose="02040503050406030204" pitchFamily="18" charset="0"/>
                            </a:rPr>
                            <m:t>,</m:t>
                          </m:r>
                          <m:r>
                            <m:rPr>
                              <m:nor/>
                            </m:rPr>
                            <a:rPr lang="en-US" sz="2000">
                              <a:latin typeface="Cambria Math" panose="02040503050406030204" pitchFamily="18" charset="0"/>
                            </a:rPr>
                            <m:t>(</m:t>
                          </m:r>
                          <m:r>
                            <m:rPr>
                              <m:nor/>
                            </m:rPr>
                            <a:rPr lang="en-US" sz="2000">
                              <a:latin typeface="Cambria Math" panose="02040503050406030204" pitchFamily="18" charset="0"/>
                            </a:rPr>
                            <m:t>H</m:t>
                          </m:r>
                          <m:r>
                            <m:rPr>
                              <m:nor/>
                            </m:rPr>
                            <a:rPr lang="en-US" sz="2000">
                              <a:latin typeface="Cambria Math" panose="02040503050406030204" pitchFamily="18" charset="0"/>
                            </a:rPr>
                            <m:t>, </m:t>
                          </m:r>
                          <m:r>
                            <m:rPr>
                              <m:nor/>
                            </m:rPr>
                            <a:rPr lang="en-US" sz="2000" b="0" i="0" smtClean="0">
                              <a:latin typeface="Cambria Math" panose="02040503050406030204" pitchFamily="18" charset="0"/>
                            </a:rPr>
                            <m:t>T</m:t>
                          </m:r>
                          <m:r>
                            <m:rPr>
                              <m:nor/>
                            </m:rPr>
                            <a:rPr lang="en-US" sz="2000">
                              <a:latin typeface="Cambria Math" panose="02040503050406030204" pitchFamily="18" charset="0"/>
                            </a:rPr>
                            <m:t>)</m:t>
                          </m:r>
                          <m:r>
                            <a:rPr lang="en-US" sz="2000" b="0" i="1" smtClean="0">
                              <a:latin typeface="Cambria Math" panose="02040503050406030204" pitchFamily="18" charset="0"/>
                            </a:rPr>
                            <m:t>,</m:t>
                          </m:r>
                          <m:r>
                            <m:rPr>
                              <m:nor/>
                            </m:rPr>
                            <a:rPr lang="en-US" sz="2000">
                              <a:latin typeface="Cambria Math" panose="02040503050406030204" pitchFamily="18" charset="0"/>
                            </a:rPr>
                            <m:t>(</m:t>
                          </m:r>
                          <m:r>
                            <m:rPr>
                              <m:nor/>
                            </m:rPr>
                            <a:rPr lang="en-US" sz="2000" b="0" i="0" smtClean="0">
                              <a:latin typeface="Cambria Math" panose="02040503050406030204" pitchFamily="18" charset="0"/>
                            </a:rPr>
                            <m:t>T</m:t>
                          </m:r>
                          <m:r>
                            <m:rPr>
                              <m:nor/>
                            </m:rPr>
                            <a:rPr lang="en-US" sz="2000">
                              <a:latin typeface="Cambria Math" panose="02040503050406030204" pitchFamily="18" charset="0"/>
                            </a:rPr>
                            <m:t>, </m:t>
                          </m:r>
                          <m:r>
                            <m:rPr>
                              <m:nor/>
                            </m:rPr>
                            <a:rPr lang="en-US" sz="2000">
                              <a:latin typeface="Cambria Math" panose="02040503050406030204" pitchFamily="18" charset="0"/>
                            </a:rPr>
                            <m:t>H</m:t>
                          </m:r>
                          <m:r>
                            <m:rPr>
                              <m:nor/>
                            </m:rPr>
                            <a:rPr lang="en-US" sz="2000">
                              <a:latin typeface="Cambria Math" panose="02040503050406030204" pitchFamily="18" charset="0"/>
                            </a:rPr>
                            <m:t>)</m:t>
                          </m:r>
                          <m:r>
                            <a:rPr lang="en-US" sz="2000" b="0" i="1" smtClean="0">
                              <a:latin typeface="Cambria Math" panose="02040503050406030204" pitchFamily="18" charset="0"/>
                            </a:rPr>
                            <m:t>,</m:t>
                          </m:r>
                          <m:r>
                            <m:rPr>
                              <m:nor/>
                            </m:rPr>
                            <a:rPr lang="en-US" sz="2000">
                              <a:latin typeface="Cambria Math" panose="02040503050406030204" pitchFamily="18" charset="0"/>
                            </a:rPr>
                            <m:t>(</m:t>
                          </m:r>
                          <m:r>
                            <m:rPr>
                              <m:nor/>
                            </m:rPr>
                            <a:rPr lang="en-US" sz="2000" b="0" i="0" smtClean="0">
                              <a:latin typeface="Cambria Math" panose="02040503050406030204" pitchFamily="18" charset="0"/>
                            </a:rPr>
                            <m:t>T</m:t>
                          </m:r>
                          <m:r>
                            <m:rPr>
                              <m:nor/>
                            </m:rPr>
                            <a:rPr lang="en-US" sz="2000">
                              <a:latin typeface="Cambria Math" panose="02040503050406030204" pitchFamily="18" charset="0"/>
                            </a:rPr>
                            <m:t>, </m:t>
                          </m:r>
                          <m:r>
                            <m:rPr>
                              <m:nor/>
                            </m:rPr>
                            <a:rPr lang="en-US" sz="2000" b="0" i="0" smtClean="0">
                              <a:latin typeface="Cambria Math" panose="02040503050406030204" pitchFamily="18" charset="0"/>
                            </a:rPr>
                            <m:t>T</m:t>
                          </m:r>
                          <m:r>
                            <m:rPr>
                              <m:nor/>
                            </m:rPr>
                            <a:rPr lang="en-US" sz="2000">
                              <a:latin typeface="Cambria Math" panose="02040503050406030204" pitchFamily="18" charset="0"/>
                            </a:rPr>
                            <m:t>)</m:t>
                          </m:r>
                        </m:e>
                      </m:d>
                    </m:oMath>
                  </m:oMathPara>
                </a14:m>
                <a:endParaRPr lang="en-US" sz="2000" dirty="0"/>
              </a:p>
              <a:p>
                <a:r>
                  <a:rPr lang="en-US" sz="2000" dirty="0"/>
                  <a:t>The </a:t>
                </a:r>
                <a:r>
                  <a:rPr lang="en-US" sz="2000" b="1" dirty="0"/>
                  <a:t>tree diagram </a:t>
                </a:r>
                <a:r>
                  <a:rPr lang="en-US" sz="2000" dirty="0"/>
                  <a:t>for the two-coin toss shown to the</a:t>
                </a:r>
              </a:p>
              <a:p>
                <a:pPr>
                  <a:spcBef>
                    <a:spcPts val="0"/>
                  </a:spcBef>
                </a:pPr>
                <a:r>
                  <a:rPr lang="en-US" sz="2000" dirty="0"/>
                  <a:t>right is a graphical representation that helps visualizing</a:t>
                </a:r>
              </a:p>
              <a:p>
                <a:pPr>
                  <a:spcBef>
                    <a:spcPts val="0"/>
                  </a:spcBef>
                </a:pPr>
                <a:r>
                  <a:rPr lang="en-US" sz="2000" dirty="0"/>
                  <a:t>a multiple-step experiment.</a:t>
                </a:r>
              </a:p>
            </p:txBody>
          </p:sp>
        </mc:Choice>
        <mc:Fallback xmlns="">
          <p:sp>
            <p:nvSpPr>
              <p:cNvPr id="3" name="Text Placeholder 2">
                <a:extLst>
                  <a:ext uri="{FF2B5EF4-FFF2-40B4-BE49-F238E27FC236}">
                    <a16:creationId xmlns:a16="http://schemas.microsoft.com/office/drawing/2014/main" id="{93C5B936-5360-1497-7E55-50A28196393F}"/>
                  </a:ext>
                </a:extLst>
              </p:cNvPr>
              <p:cNvSpPr>
                <a:spLocks noGrp="1" noRot="1" noChangeAspect="1" noMove="1" noResize="1" noEditPoints="1" noAdjustHandles="1" noChangeArrowheads="1" noChangeShapeType="1" noTextEdit="1"/>
              </p:cNvSpPr>
              <p:nvPr>
                <p:ph type="body" sz="quarter" idx="15"/>
              </p:nvPr>
            </p:nvSpPr>
            <p:spPr>
              <a:xfrm>
                <a:off x="743576" y="1324300"/>
                <a:ext cx="10610223" cy="4548352"/>
              </a:xfrm>
              <a:blipFill>
                <a:blip r:embed="rId2"/>
                <a:stretch>
                  <a:fillRect l="-1494" t="-1609" b="-4155"/>
                </a:stretch>
              </a:blipFill>
            </p:spPr>
            <p:txBody>
              <a:bodyPr/>
              <a:lstStyle/>
              <a:p>
                <a:r>
                  <a:rPr lang="en-US">
                    <a:noFill/>
                  </a:rPr>
                  <a:t> </a:t>
                </a:r>
              </a:p>
            </p:txBody>
          </p:sp>
        </mc:Fallback>
      </mc:AlternateContent>
      <p:pic>
        <p:nvPicPr>
          <p:cNvPr id="6" name="Picture Placeholder 5" descr="A tree diagram shows the experimental outcome when tossing two coins. There are three vertical sections divided by two dashed vertical lines. The first section is titled “Step 1, First Coin.” Two lines radiate from a dot and extend to a dot each on the first dashed vertical line, such that there two dots. The top line is labeled “Head” and the bottom line is labeled “Tail.” The second section is titled “Step 2, Second Coin.” Two lines radiate from each dot on the first dashed line to a dot each on the second dashed line, such that there are four dots. The top and bottom lines from each dot are labeled “Head” and “Tail,” respectively. The third section is titled “Experimental outcome (sample point).” The experimental outcome are as follows: (H, H) for head in both coins, (H, T) for head in the first coin and tail in the second, (T, H) for tail in the first coin and head in the second coin, and (T, T) for tail in both coins.&#10;">
            <a:extLst>
              <a:ext uri="{FF2B5EF4-FFF2-40B4-BE49-F238E27FC236}">
                <a16:creationId xmlns:a16="http://schemas.microsoft.com/office/drawing/2014/main" id="{A89BA7AD-874A-E51B-6D44-EF67E0AC1F68}"/>
              </a:ext>
            </a:extLst>
          </p:cNvPr>
          <p:cNvPicPr>
            <a:picLocks noGrp="1" noChangeAspect="1"/>
          </p:cNvPicPr>
          <p:nvPr>
            <p:ph type="pic" sz="quarter" idx="16"/>
          </p:nvPr>
        </p:nvPicPr>
        <p:blipFill rotWithShape="1">
          <a:blip r:embed="rId3"/>
          <a:srcRect t="17" b="17"/>
          <a:stretch/>
        </p:blipFill>
        <p:spPr>
          <a:xfrm>
            <a:off x="6960145" y="2888039"/>
            <a:ext cx="4314825" cy="2843213"/>
          </a:xfrm>
        </p:spPr>
      </p:pic>
    </p:spTree>
    <p:extLst>
      <p:ext uri="{BB962C8B-B14F-4D97-AF65-F5344CB8AC3E}">
        <p14:creationId xmlns:p14="http://schemas.microsoft.com/office/powerpoint/2010/main" val="151207305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3B7A23-A565-7EED-3AE6-BE207F25CF21}"/>
              </a:ext>
            </a:extLst>
          </p:cNvPr>
          <p:cNvSpPr>
            <a:spLocks noGrp="1"/>
          </p:cNvSpPr>
          <p:nvPr>
            <p:ph type="title"/>
          </p:nvPr>
        </p:nvSpPr>
        <p:spPr/>
        <p:txBody>
          <a:bodyPr/>
          <a:lstStyle/>
          <a:p>
            <a:r>
              <a:rPr lang="en-US" dirty="0"/>
              <a:t>4.1 The KP&amp;L Project: a Multiple-Step Experiment</a:t>
            </a:r>
          </a:p>
        </p:txBody>
      </p:sp>
      <p:sp>
        <p:nvSpPr>
          <p:cNvPr id="3" name="Text Placeholder 2">
            <a:extLst>
              <a:ext uri="{FF2B5EF4-FFF2-40B4-BE49-F238E27FC236}">
                <a16:creationId xmlns:a16="http://schemas.microsoft.com/office/drawing/2014/main" id="{320B67BB-C255-B3AE-EC29-84619D6C9B08}"/>
              </a:ext>
            </a:extLst>
          </p:cNvPr>
          <p:cNvSpPr>
            <a:spLocks noGrp="1"/>
          </p:cNvSpPr>
          <p:nvPr>
            <p:ph type="body" sz="quarter" idx="15"/>
          </p:nvPr>
        </p:nvSpPr>
        <p:spPr>
          <a:xfrm>
            <a:off x="909114" y="1332186"/>
            <a:ext cx="5972533" cy="4580375"/>
          </a:xfrm>
        </p:spPr>
        <p:txBody>
          <a:bodyPr/>
          <a:lstStyle/>
          <a:p>
            <a:r>
              <a:rPr lang="en-US" dirty="0"/>
              <a:t>The KP&amp;L capacity expansion project consists of two sequential stages: design and construction.</a:t>
            </a:r>
          </a:p>
          <a:p>
            <a:r>
              <a:rPr lang="en-US" dirty="0"/>
              <a:t>Management expects the design stage to last 2, 3, or 4 months, the construction stage 6, 7, or 8 months, with an overall completion goal of 10 months.</a:t>
            </a:r>
          </a:p>
          <a:p>
            <a:r>
              <a:rPr lang="en-US" dirty="0"/>
              <a:t>Application of the counting rule for multiple-step experiments reveals a total of (3)(3) = 9  experimental outcomes.</a:t>
            </a:r>
          </a:p>
          <a:p>
            <a:r>
              <a:rPr lang="en-US" dirty="0"/>
              <a:t>The tree diagram to the right shows how the 9 outcomes (sample points) occur and the project completion time for each outcome.</a:t>
            </a:r>
          </a:p>
          <a:p>
            <a:r>
              <a:rPr lang="en-US" dirty="0"/>
              <a:t>We need to assign probabilities to each of the 9 outcomes before we can compute the probability that the project is completed on time.</a:t>
            </a:r>
          </a:p>
        </p:txBody>
      </p:sp>
      <p:pic>
        <p:nvPicPr>
          <p:cNvPr id="7" name="Picture Placeholder 6" descr="A tree diagram shows the total project completion time of K P and L project. There are three vertical sections divided by two dashed vertical lines. The first section is titled “Step 1, Design.” Three lines radiate from a dot and extend to a dot each on the first dashed vertical line, such that there three dots. The top line is labeled “2 months,” the middle line is labeled “3 months,” and the bottom line is labeled “4 months.” The second section is titled “Step 2, Construction.” Three lines radiate from each dot on the first dashed line to a dot each on the second dashed line, such that there are nine dots. The top, middle, and bottom lines from each dot are labeled “6 months,” “7 months,” and “8 months,” respectively. The third section is titled “Experimental outcome (sample point).” The data from the diagram, presented in the format, Step 1, step 2, experimental outcome: Total project completion time, are as follows. 2 months, 6 months, (2, 6): 8 months. 2 months, 7 months, (2, 7): 9 months. 2 months, 8 months, (2, 8): 10 months. 3 months, 6 months, (3, 6): 9 months. 3 months, 7 months, (3, 7): 10 months. 3 months, 8 months, (3, 8): 11 months. 4 months, 6 months, (4, 6): 10 months. 4 months, 7 months, (4, 7): 11 months. 4 months, 8 months, (4, 8): 12 months.&#10;">
            <a:extLst>
              <a:ext uri="{FF2B5EF4-FFF2-40B4-BE49-F238E27FC236}">
                <a16:creationId xmlns:a16="http://schemas.microsoft.com/office/drawing/2014/main" id="{28938A64-AC2D-B6F4-416E-5246CBCCBB6C}"/>
              </a:ext>
            </a:extLst>
          </p:cNvPr>
          <p:cNvPicPr>
            <a:picLocks noGrp="1" noChangeAspect="1"/>
          </p:cNvPicPr>
          <p:nvPr>
            <p:ph type="pic" sz="quarter" idx="17"/>
          </p:nvPr>
        </p:nvPicPr>
        <p:blipFill rotWithShape="1">
          <a:blip r:embed="rId2"/>
          <a:srcRect l="42" r="42"/>
          <a:stretch/>
        </p:blipFill>
        <p:spPr>
          <a:xfrm>
            <a:off x="6880062" y="1387475"/>
            <a:ext cx="4425950" cy="4456113"/>
          </a:xfrm>
        </p:spPr>
      </p:pic>
    </p:spTree>
    <p:extLst>
      <p:ext uri="{BB962C8B-B14F-4D97-AF65-F5344CB8AC3E}">
        <p14:creationId xmlns:p14="http://schemas.microsoft.com/office/powerpoint/2010/main" val="267168579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37CB06-3B43-B52B-E40B-D1988BF13505}"/>
              </a:ext>
            </a:extLst>
          </p:cNvPr>
          <p:cNvSpPr>
            <a:spLocks noGrp="1"/>
          </p:cNvSpPr>
          <p:nvPr>
            <p:ph type="title"/>
          </p:nvPr>
        </p:nvSpPr>
        <p:spPr/>
        <p:txBody>
          <a:bodyPr/>
          <a:lstStyle/>
          <a:p>
            <a:r>
              <a:rPr lang="en-US" dirty="0"/>
              <a:t>4.1 Counting Rule for Combinations</a:t>
            </a:r>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6C5A17A9-E204-2C03-A62D-99D1BD497A64}"/>
                  </a:ext>
                </a:extLst>
              </p:cNvPr>
              <p:cNvSpPr>
                <a:spLocks noGrp="1"/>
              </p:cNvSpPr>
              <p:nvPr>
                <p:ph type="body" sz="quarter" idx="15"/>
              </p:nvPr>
            </p:nvSpPr>
            <p:spPr>
              <a:xfrm>
                <a:off x="743576" y="1403131"/>
                <a:ext cx="10711543" cy="4430109"/>
              </a:xfrm>
            </p:spPr>
            <p:txBody>
              <a:bodyPr/>
              <a:lstStyle/>
              <a:p>
                <a:pPr>
                  <a:spcAft>
                    <a:spcPts val="600"/>
                  </a:spcAft>
                </a:pPr>
                <a:r>
                  <a:rPr lang="en-US" sz="2000" dirty="0"/>
                  <a:t>The </a:t>
                </a:r>
                <a:r>
                  <a:rPr lang="en-US" sz="2000" b="1" dirty="0"/>
                  <a:t>counting rule for combinations </a:t>
                </a:r>
                <a:r>
                  <a:rPr lang="en-US" sz="2000" dirty="0"/>
                  <a:t>dictates that the number of combinations</a:t>
                </a:r>
                <a:r>
                  <a:rPr lang="en-US" sz="2000" b="1" dirty="0"/>
                  <a:t> </a:t>
                </a:r>
                <a:r>
                  <a:rPr lang="en-US" sz="2000" dirty="0"/>
                  <a:t>of </a:t>
                </a:r>
                <a:r>
                  <a:rPr lang="en-US" sz="2000" i="1" dirty="0"/>
                  <a:t>n</a:t>
                </a:r>
                <a:r>
                  <a:rPr lang="en-US" sz="2000" dirty="0"/>
                  <a:t> objects taken </a:t>
                </a:r>
                <a:r>
                  <a:rPr lang="en-US" sz="2000" i="1" dirty="0"/>
                  <a:t>x</a:t>
                </a:r>
                <a:r>
                  <a:rPr lang="en-US" sz="2000" dirty="0"/>
                  <a:t> at a time is</a:t>
                </a:r>
              </a:p>
              <a:p>
                <a:pPr marL="914400">
                  <a:spcAft>
                    <a:spcPts val="600"/>
                  </a:spcAft>
                </a:pPr>
                <a14:m>
                  <m:oMathPara xmlns:m="http://schemas.openxmlformats.org/officeDocument/2006/math">
                    <m:oMathParaPr>
                      <m:jc m:val="left"/>
                    </m:oMathParaPr>
                    <m:oMath xmlns:m="http://schemas.openxmlformats.org/officeDocument/2006/math">
                      <m:sSubSup>
                        <m:sSubSupPr>
                          <m:ctrlPr>
                            <a:rPr lang="en-US" sz="2000" b="1" i="1" smtClean="0">
                              <a:latin typeface="Cambria Math" panose="02040503050406030204" pitchFamily="18" charset="0"/>
                            </a:rPr>
                          </m:ctrlPr>
                        </m:sSubSupPr>
                        <m:e>
                          <m:r>
                            <a:rPr lang="en-US" sz="2000" b="1" i="1" smtClean="0">
                              <a:latin typeface="Cambria Math" panose="02040503050406030204" pitchFamily="18" charset="0"/>
                            </a:rPr>
                            <m:t>𝑪</m:t>
                          </m:r>
                        </m:e>
                        <m:sub>
                          <m:r>
                            <a:rPr lang="en-US" sz="2000" b="1" i="1" smtClean="0">
                              <a:latin typeface="Cambria Math" panose="02040503050406030204" pitchFamily="18" charset="0"/>
                            </a:rPr>
                            <m:t>𝒙</m:t>
                          </m:r>
                        </m:sub>
                        <m:sup>
                          <m:r>
                            <a:rPr lang="en-US" sz="2000" b="1" i="1" smtClean="0">
                              <a:latin typeface="Cambria Math" panose="02040503050406030204" pitchFamily="18" charset="0"/>
                            </a:rPr>
                            <m:t>𝒏</m:t>
                          </m:r>
                        </m:sup>
                      </m:sSubSup>
                      <m:r>
                        <a:rPr lang="en-US" sz="2000" b="1" i="1" smtClean="0">
                          <a:latin typeface="Cambria Math" panose="02040503050406030204" pitchFamily="18" charset="0"/>
                        </a:rPr>
                        <m:t>=</m:t>
                      </m:r>
                      <m:d>
                        <m:dPr>
                          <m:ctrlPr>
                            <a:rPr lang="en-US" sz="2000" b="1" i="1" smtClean="0">
                              <a:latin typeface="Cambria Math" panose="02040503050406030204" pitchFamily="18" charset="0"/>
                            </a:rPr>
                          </m:ctrlPr>
                        </m:dPr>
                        <m:e>
                          <m:f>
                            <m:fPr>
                              <m:type m:val="noBar"/>
                              <m:ctrlPr>
                                <a:rPr lang="en-US" sz="2000" b="1" i="1" smtClean="0">
                                  <a:latin typeface="Cambria Math" panose="02040503050406030204" pitchFamily="18" charset="0"/>
                                </a:rPr>
                              </m:ctrlPr>
                            </m:fPr>
                            <m:num>
                              <m:r>
                                <a:rPr lang="en-US" sz="2000" b="1" i="1" smtClean="0">
                                  <a:latin typeface="Cambria Math" panose="02040503050406030204" pitchFamily="18" charset="0"/>
                                </a:rPr>
                                <m:t>𝒏</m:t>
                              </m:r>
                            </m:num>
                            <m:den>
                              <m:r>
                                <a:rPr lang="en-US" sz="2000" b="1" i="1" smtClean="0">
                                  <a:latin typeface="Cambria Math" panose="02040503050406030204" pitchFamily="18" charset="0"/>
                                </a:rPr>
                                <m:t>𝒙</m:t>
                              </m:r>
                            </m:den>
                          </m:f>
                        </m:e>
                      </m:d>
                      <m:r>
                        <a:rPr lang="en-US" sz="2000" b="1" i="1" smtClean="0">
                          <a:latin typeface="Cambria Math" panose="02040503050406030204" pitchFamily="18" charset="0"/>
                        </a:rPr>
                        <m:t>=</m:t>
                      </m:r>
                      <m:f>
                        <m:fPr>
                          <m:ctrlPr>
                            <a:rPr lang="en-US" sz="2000" b="1" i="1" smtClean="0">
                              <a:latin typeface="Cambria Math" panose="02040503050406030204" pitchFamily="18" charset="0"/>
                            </a:rPr>
                          </m:ctrlPr>
                        </m:fPr>
                        <m:num>
                          <m:r>
                            <a:rPr lang="en-US" sz="2000" b="1" i="1" smtClean="0">
                              <a:latin typeface="Cambria Math" panose="02040503050406030204" pitchFamily="18" charset="0"/>
                            </a:rPr>
                            <m:t>𝒏</m:t>
                          </m:r>
                          <m:r>
                            <a:rPr lang="en-US" sz="2000" b="1" i="1" smtClean="0">
                              <a:latin typeface="Cambria Math" panose="02040503050406030204" pitchFamily="18" charset="0"/>
                            </a:rPr>
                            <m:t>!</m:t>
                          </m:r>
                        </m:num>
                        <m:den>
                          <m:r>
                            <a:rPr lang="en-US" sz="2000" b="1" i="1" smtClean="0">
                              <a:latin typeface="Cambria Math" panose="02040503050406030204" pitchFamily="18" charset="0"/>
                            </a:rPr>
                            <m:t>𝒙</m:t>
                          </m:r>
                          <m:r>
                            <a:rPr lang="en-US" sz="2000" b="1" i="1" smtClean="0">
                              <a:latin typeface="Cambria Math" panose="02040503050406030204" pitchFamily="18" charset="0"/>
                            </a:rPr>
                            <m:t>!(</m:t>
                          </m:r>
                          <m:r>
                            <a:rPr lang="en-US" sz="2000" b="1" i="1" smtClean="0">
                              <a:latin typeface="Cambria Math" panose="02040503050406030204" pitchFamily="18" charset="0"/>
                            </a:rPr>
                            <m:t>𝒏</m:t>
                          </m:r>
                          <m:r>
                            <a:rPr lang="en-US" sz="2000" b="1" i="1" smtClean="0">
                              <a:latin typeface="Cambria Math" panose="02040503050406030204" pitchFamily="18" charset="0"/>
                            </a:rPr>
                            <m:t>−</m:t>
                          </m:r>
                          <m:r>
                            <a:rPr lang="en-US" sz="2000" b="1" i="1" smtClean="0">
                              <a:latin typeface="Cambria Math" panose="02040503050406030204" pitchFamily="18" charset="0"/>
                            </a:rPr>
                            <m:t>𝒙</m:t>
                          </m:r>
                          <m:r>
                            <a:rPr lang="en-US" sz="2000" b="1" i="1" smtClean="0">
                              <a:latin typeface="Cambria Math" panose="02040503050406030204" pitchFamily="18" charset="0"/>
                            </a:rPr>
                            <m:t>!)</m:t>
                          </m:r>
                        </m:den>
                      </m:f>
                    </m:oMath>
                  </m:oMathPara>
                </a14:m>
                <a:endParaRPr lang="en-US" sz="2000" b="1" dirty="0"/>
              </a:p>
              <a:p>
                <a:r>
                  <a:rPr lang="en-US" sz="2000" dirty="0"/>
                  <a:t>Example: consider a quality control in which an inspector randomly selects two of five parts to test for defects. In a group of five parts, how many combinations of two parts may be selected?</a:t>
                </a:r>
              </a:p>
              <a:p>
                <a:pPr>
                  <a:spcAft>
                    <a:spcPts val="600"/>
                  </a:spcAft>
                </a:pPr>
                <a:r>
                  <a:rPr lang="en-US" sz="2000" dirty="0"/>
                  <a:t>The counting rule for combinations shows</a:t>
                </a:r>
              </a:p>
              <a:p>
                <a:pPr marL="914400" indent="-914400"/>
                <a14:m>
                  <m:oMathPara xmlns:m="http://schemas.openxmlformats.org/officeDocument/2006/math">
                    <m:oMathParaPr>
                      <m:jc m:val="left"/>
                    </m:oMathParaPr>
                    <m:oMath xmlns:m="http://schemas.openxmlformats.org/officeDocument/2006/math">
                      <m:sSubSup>
                        <m:sSubSupPr>
                          <m:ctrlPr>
                            <a:rPr lang="en-US" sz="2000" i="1" smtClean="0">
                              <a:latin typeface="Cambria Math" panose="02040503050406030204" pitchFamily="18" charset="0"/>
                            </a:rPr>
                          </m:ctrlPr>
                        </m:sSubSupPr>
                        <m:e>
                          <m:r>
                            <a:rPr lang="en-US" sz="2000" b="0" i="1" smtClean="0">
                              <a:latin typeface="Cambria Math" panose="02040503050406030204" pitchFamily="18" charset="0"/>
                            </a:rPr>
                            <m:t>𝐶</m:t>
                          </m:r>
                        </m:e>
                        <m:sub>
                          <m:r>
                            <a:rPr lang="en-US" sz="2000" b="0" i="1" smtClean="0">
                              <a:latin typeface="Cambria Math" panose="02040503050406030204" pitchFamily="18" charset="0"/>
                            </a:rPr>
                            <m:t>2</m:t>
                          </m:r>
                        </m:sub>
                        <m:sup>
                          <m:r>
                            <a:rPr lang="en-US" sz="2000" b="0" i="1" smtClean="0">
                              <a:latin typeface="Cambria Math" panose="02040503050406030204" pitchFamily="18" charset="0"/>
                            </a:rPr>
                            <m:t>5</m:t>
                          </m:r>
                        </m:sup>
                      </m:sSubSup>
                      <m:r>
                        <a:rPr lang="en-US" sz="2000" b="0" i="1" smtClean="0">
                          <a:latin typeface="Cambria Math" panose="02040503050406030204" pitchFamily="18" charset="0"/>
                        </a:rPr>
                        <m:t>=</m:t>
                      </m:r>
                      <m:d>
                        <m:dPr>
                          <m:ctrlPr>
                            <a:rPr lang="en-US" sz="2000" b="0" i="1" smtClean="0">
                              <a:latin typeface="Cambria Math" panose="02040503050406030204" pitchFamily="18" charset="0"/>
                            </a:rPr>
                          </m:ctrlPr>
                        </m:dPr>
                        <m:e>
                          <m:f>
                            <m:fPr>
                              <m:type m:val="noBar"/>
                              <m:ctrlPr>
                                <a:rPr lang="en-US" sz="2000" b="0" i="1" smtClean="0">
                                  <a:latin typeface="Cambria Math" panose="02040503050406030204" pitchFamily="18" charset="0"/>
                                </a:rPr>
                              </m:ctrlPr>
                            </m:fPr>
                            <m:num>
                              <m:r>
                                <a:rPr lang="en-US" sz="2000" b="0" i="1" smtClean="0">
                                  <a:latin typeface="Cambria Math" panose="02040503050406030204" pitchFamily="18" charset="0"/>
                                </a:rPr>
                                <m:t>5</m:t>
                              </m:r>
                            </m:num>
                            <m:den>
                              <m:r>
                                <a:rPr lang="en-US" sz="2000" b="0" i="1" smtClean="0">
                                  <a:latin typeface="Cambria Math" panose="02040503050406030204" pitchFamily="18" charset="0"/>
                                </a:rPr>
                                <m:t>2</m:t>
                              </m:r>
                            </m:den>
                          </m:f>
                        </m:e>
                      </m:d>
                      <m:r>
                        <a:rPr lang="en-US" sz="2000" b="0" i="1" smtClean="0">
                          <a:latin typeface="Cambria Math" panose="02040503050406030204" pitchFamily="18" charset="0"/>
                        </a:rPr>
                        <m:t>=</m:t>
                      </m:r>
                      <m:f>
                        <m:fPr>
                          <m:ctrlPr>
                            <a:rPr lang="en-US" sz="2000" b="0" i="1" smtClean="0">
                              <a:latin typeface="Cambria Math" panose="02040503050406030204" pitchFamily="18" charset="0"/>
                            </a:rPr>
                          </m:ctrlPr>
                        </m:fPr>
                        <m:num>
                          <m:r>
                            <a:rPr lang="en-US" sz="2000" b="0" i="1" smtClean="0">
                              <a:latin typeface="Cambria Math" panose="02040503050406030204" pitchFamily="18" charset="0"/>
                            </a:rPr>
                            <m:t>5!</m:t>
                          </m:r>
                        </m:num>
                        <m:den>
                          <m:r>
                            <a:rPr lang="en-US" sz="2000" b="0" i="1" smtClean="0">
                              <a:latin typeface="Cambria Math" panose="02040503050406030204" pitchFamily="18" charset="0"/>
                            </a:rPr>
                            <m:t>2!(5−2!)</m:t>
                          </m:r>
                        </m:den>
                      </m:f>
                      <m:r>
                        <a:rPr lang="en-US" sz="2000" b="0" i="1" smtClean="0">
                          <a:latin typeface="Cambria Math" panose="02040503050406030204" pitchFamily="18" charset="0"/>
                        </a:rPr>
                        <m:t>=</m:t>
                      </m:r>
                      <m:f>
                        <m:fPr>
                          <m:ctrlPr>
                            <a:rPr lang="en-US" sz="2000" b="0" i="1" smtClean="0">
                              <a:latin typeface="Cambria Math" panose="02040503050406030204" pitchFamily="18" charset="0"/>
                            </a:rPr>
                          </m:ctrlPr>
                        </m:fPr>
                        <m:num>
                          <m:r>
                            <a:rPr lang="en-US" sz="2000" b="0" i="1" smtClean="0">
                              <a:latin typeface="Cambria Math" panose="02040503050406030204" pitchFamily="18" charset="0"/>
                            </a:rPr>
                            <m:t>(5)(4)(3)(2)(1)</m:t>
                          </m:r>
                        </m:num>
                        <m:den>
                          <m:r>
                            <a:rPr lang="en-US" sz="2000" b="0" i="1" smtClean="0">
                              <a:latin typeface="Cambria Math" panose="02040503050406030204" pitchFamily="18" charset="0"/>
                            </a:rPr>
                            <m:t>(2)(1)(3)(2)(1)</m:t>
                          </m:r>
                        </m:den>
                      </m:f>
                      <m:r>
                        <a:rPr lang="en-US" sz="2000" b="0" i="1" smtClean="0">
                          <a:latin typeface="Cambria Math" panose="02040503050406030204" pitchFamily="18" charset="0"/>
                        </a:rPr>
                        <m:t>=</m:t>
                      </m:r>
                      <m:f>
                        <m:fPr>
                          <m:ctrlPr>
                            <a:rPr lang="en-US" sz="2000" b="0" i="1" smtClean="0">
                              <a:latin typeface="Cambria Math" panose="02040503050406030204" pitchFamily="18" charset="0"/>
                            </a:rPr>
                          </m:ctrlPr>
                        </m:fPr>
                        <m:num>
                          <m:r>
                            <a:rPr lang="en-US" sz="2000" b="0" i="1" smtClean="0">
                              <a:latin typeface="Cambria Math" panose="02040503050406030204" pitchFamily="18" charset="0"/>
                            </a:rPr>
                            <m:t>120</m:t>
                          </m:r>
                        </m:num>
                        <m:den>
                          <m:r>
                            <a:rPr lang="en-US" sz="2000" b="0" i="1" smtClean="0">
                              <a:latin typeface="Cambria Math" panose="02040503050406030204" pitchFamily="18" charset="0"/>
                            </a:rPr>
                            <m:t>12</m:t>
                          </m:r>
                        </m:den>
                      </m:f>
                      <m:r>
                        <a:rPr lang="en-US" sz="2000" b="0" i="1" smtClean="0">
                          <a:latin typeface="Cambria Math" panose="02040503050406030204" pitchFamily="18" charset="0"/>
                        </a:rPr>
                        <m:t>=10 </m:t>
                      </m:r>
                      <m:r>
                        <m:rPr>
                          <m:nor/>
                        </m:rPr>
                        <a:rPr lang="en-US" sz="2000" b="0" i="0" smtClean="0">
                          <a:latin typeface="Arial" panose="020B0604020202020204" pitchFamily="34" charset="0"/>
                          <a:cs typeface="Arial" panose="020B0604020202020204" pitchFamily="34" charset="0"/>
                        </a:rPr>
                        <m:t>outcomes</m:t>
                      </m:r>
                    </m:oMath>
                  </m:oMathPara>
                </a14:m>
                <a:endParaRPr lang="en-US" sz="2000" dirty="0">
                  <a:latin typeface="Arial" panose="020B0604020202020204" pitchFamily="34" charset="0"/>
                  <a:cs typeface="Arial" panose="020B0604020202020204" pitchFamily="34" charset="0"/>
                </a:endParaRPr>
              </a:p>
              <a:p>
                <a:pPr>
                  <a:spcAft>
                    <a:spcPts val="600"/>
                  </a:spcAft>
                </a:pPr>
                <a:r>
                  <a:rPr lang="en-US" sz="2000" dirty="0"/>
                  <a:t>If we label the five parts A, B, C, D, and E, the sample space of the combinations can be represented as</a:t>
                </a:r>
              </a:p>
              <a:p>
                <a:pPr/>
                <a14:m>
                  <m:oMathPara xmlns:m="http://schemas.openxmlformats.org/officeDocument/2006/math">
                    <m:oMathParaPr>
                      <m:jc m:val="centerGroup"/>
                    </m:oMathParaPr>
                    <m:oMath xmlns:m="http://schemas.openxmlformats.org/officeDocument/2006/math">
                      <m:r>
                        <a:rPr lang="en-US" sz="2000" b="0" i="1" smtClean="0">
                          <a:latin typeface="Cambria Math" panose="02040503050406030204" pitchFamily="18" charset="0"/>
                        </a:rPr>
                        <m:t>𝑆</m:t>
                      </m:r>
                      <m:r>
                        <a:rPr lang="en-US" sz="2000" b="0" i="1" smtClean="0">
                          <a:latin typeface="Cambria Math" panose="02040503050406030204" pitchFamily="18" charset="0"/>
                        </a:rPr>
                        <m:t>=</m:t>
                      </m:r>
                      <m:d>
                        <m:dPr>
                          <m:begChr m:val="{"/>
                          <m:endChr m:val="}"/>
                          <m:ctrlPr>
                            <a:rPr lang="en-US" sz="2000" b="0" i="1" smtClean="0">
                              <a:latin typeface="Cambria Math" panose="02040503050406030204" pitchFamily="18" charset="0"/>
                            </a:rPr>
                          </m:ctrlPr>
                        </m:dPr>
                        <m:e>
                          <m:r>
                            <m:rPr>
                              <m:nor/>
                            </m:rPr>
                            <a:rPr lang="en-US" sz="2000">
                              <a:latin typeface="Cambria Math" panose="02040503050406030204" pitchFamily="18" charset="0"/>
                            </a:rPr>
                            <m:t>(</m:t>
                          </m:r>
                          <m:r>
                            <m:rPr>
                              <m:nor/>
                            </m:rPr>
                            <a:rPr lang="en-US" sz="2000" b="0" i="0" smtClean="0">
                              <a:latin typeface="Cambria Math" panose="02040503050406030204" pitchFamily="18" charset="0"/>
                            </a:rPr>
                            <m:t>A</m:t>
                          </m:r>
                          <m:r>
                            <m:rPr>
                              <m:nor/>
                            </m:rPr>
                            <a:rPr lang="en-US" sz="2000">
                              <a:latin typeface="Cambria Math" panose="02040503050406030204" pitchFamily="18" charset="0"/>
                            </a:rPr>
                            <m:t>, </m:t>
                          </m:r>
                          <m:r>
                            <m:rPr>
                              <m:nor/>
                            </m:rPr>
                            <a:rPr lang="en-US" sz="2000" b="0" i="0" smtClean="0">
                              <a:latin typeface="Cambria Math" panose="02040503050406030204" pitchFamily="18" charset="0"/>
                            </a:rPr>
                            <m:t>B</m:t>
                          </m:r>
                          <m:r>
                            <m:rPr>
                              <m:nor/>
                            </m:rPr>
                            <a:rPr lang="en-US" sz="2000">
                              <a:latin typeface="Cambria Math" panose="02040503050406030204" pitchFamily="18" charset="0"/>
                            </a:rPr>
                            <m:t>)</m:t>
                          </m:r>
                          <m:r>
                            <m:rPr>
                              <m:nor/>
                            </m:rPr>
                            <a:rPr lang="en-US" sz="2000" b="0" i="0" smtClean="0">
                              <a:latin typeface="Cambria Math" panose="02040503050406030204" pitchFamily="18" charset="0"/>
                            </a:rPr>
                            <m:t>,</m:t>
                          </m:r>
                          <m:r>
                            <m:rPr>
                              <m:nor/>
                            </m:rPr>
                            <a:rPr lang="en-US" sz="2000">
                              <a:latin typeface="Cambria Math" panose="02040503050406030204" pitchFamily="18" charset="0"/>
                            </a:rPr>
                            <m:t>(</m:t>
                          </m:r>
                          <m:r>
                            <m:rPr>
                              <m:nor/>
                            </m:rPr>
                            <a:rPr lang="en-US" sz="2000" b="0" i="0" smtClean="0">
                              <a:latin typeface="Cambria Math" panose="02040503050406030204" pitchFamily="18" charset="0"/>
                            </a:rPr>
                            <m:t>A</m:t>
                          </m:r>
                          <m:r>
                            <m:rPr>
                              <m:nor/>
                            </m:rPr>
                            <a:rPr lang="en-US" sz="2000">
                              <a:latin typeface="Cambria Math" panose="02040503050406030204" pitchFamily="18" charset="0"/>
                            </a:rPr>
                            <m:t>, </m:t>
                          </m:r>
                          <m:r>
                            <m:rPr>
                              <m:nor/>
                            </m:rPr>
                            <a:rPr lang="en-US" sz="2000" b="0" i="0" smtClean="0">
                              <a:latin typeface="Cambria Math" panose="02040503050406030204" pitchFamily="18" charset="0"/>
                            </a:rPr>
                            <m:t>C</m:t>
                          </m:r>
                          <m:r>
                            <m:rPr>
                              <m:nor/>
                            </m:rPr>
                            <a:rPr lang="en-US" sz="2000">
                              <a:latin typeface="Cambria Math" panose="02040503050406030204" pitchFamily="18" charset="0"/>
                            </a:rPr>
                            <m:t>)</m:t>
                          </m:r>
                          <m:r>
                            <a:rPr lang="en-US" sz="2000" b="0" i="1" smtClean="0">
                              <a:latin typeface="Cambria Math" panose="02040503050406030204" pitchFamily="18" charset="0"/>
                            </a:rPr>
                            <m:t>,</m:t>
                          </m:r>
                          <m:r>
                            <m:rPr>
                              <m:nor/>
                            </m:rPr>
                            <a:rPr lang="en-US" sz="2000">
                              <a:latin typeface="Cambria Math" panose="02040503050406030204" pitchFamily="18" charset="0"/>
                            </a:rPr>
                            <m:t>(</m:t>
                          </m:r>
                          <m:r>
                            <m:rPr>
                              <m:nor/>
                            </m:rPr>
                            <a:rPr lang="en-US" sz="2000" b="0" i="0" smtClean="0">
                              <a:latin typeface="Cambria Math" panose="02040503050406030204" pitchFamily="18" charset="0"/>
                            </a:rPr>
                            <m:t>A</m:t>
                          </m:r>
                          <m:r>
                            <m:rPr>
                              <m:nor/>
                            </m:rPr>
                            <a:rPr lang="en-US" sz="2000">
                              <a:latin typeface="Cambria Math" panose="02040503050406030204" pitchFamily="18" charset="0"/>
                            </a:rPr>
                            <m:t>, </m:t>
                          </m:r>
                          <m:r>
                            <m:rPr>
                              <m:nor/>
                            </m:rPr>
                            <a:rPr lang="en-US" sz="2000" b="0" i="0" smtClean="0">
                              <a:latin typeface="Cambria Math" panose="02040503050406030204" pitchFamily="18" charset="0"/>
                            </a:rPr>
                            <m:t>D</m:t>
                          </m:r>
                          <m:r>
                            <m:rPr>
                              <m:nor/>
                            </m:rPr>
                            <a:rPr lang="en-US" sz="2000">
                              <a:latin typeface="Cambria Math" panose="02040503050406030204" pitchFamily="18" charset="0"/>
                            </a:rPr>
                            <m:t>)</m:t>
                          </m:r>
                          <m:r>
                            <a:rPr lang="en-US" sz="2000" b="0" i="1" smtClean="0">
                              <a:latin typeface="Cambria Math" panose="02040503050406030204" pitchFamily="18" charset="0"/>
                            </a:rPr>
                            <m:t>,</m:t>
                          </m:r>
                          <m:r>
                            <m:rPr>
                              <m:nor/>
                            </m:rPr>
                            <a:rPr lang="en-US" sz="2000">
                              <a:latin typeface="Cambria Math" panose="02040503050406030204" pitchFamily="18" charset="0"/>
                            </a:rPr>
                            <m:t>(</m:t>
                          </m:r>
                          <m:r>
                            <m:rPr>
                              <m:nor/>
                            </m:rPr>
                            <a:rPr lang="en-US" sz="2000" b="0" i="0" smtClean="0">
                              <a:latin typeface="Cambria Math" panose="02040503050406030204" pitchFamily="18" charset="0"/>
                            </a:rPr>
                            <m:t>A</m:t>
                          </m:r>
                          <m:r>
                            <m:rPr>
                              <m:nor/>
                            </m:rPr>
                            <a:rPr lang="en-US" sz="2000">
                              <a:latin typeface="Cambria Math" panose="02040503050406030204" pitchFamily="18" charset="0"/>
                            </a:rPr>
                            <m:t>, </m:t>
                          </m:r>
                          <m:r>
                            <m:rPr>
                              <m:nor/>
                            </m:rPr>
                            <a:rPr lang="en-US" sz="2000" b="0" i="0" smtClean="0">
                              <a:latin typeface="Cambria Math" panose="02040503050406030204" pitchFamily="18" charset="0"/>
                            </a:rPr>
                            <m:t>E</m:t>
                          </m:r>
                          <m:r>
                            <m:rPr>
                              <m:nor/>
                            </m:rPr>
                            <a:rPr lang="en-US" sz="2000">
                              <a:latin typeface="Cambria Math" panose="02040503050406030204" pitchFamily="18" charset="0"/>
                            </a:rPr>
                            <m:t>),(</m:t>
                          </m:r>
                          <m:r>
                            <m:rPr>
                              <m:nor/>
                            </m:rPr>
                            <a:rPr lang="en-US" sz="2000" b="0" i="0" smtClean="0">
                              <a:latin typeface="Cambria Math" panose="02040503050406030204" pitchFamily="18" charset="0"/>
                            </a:rPr>
                            <m:t>B</m:t>
                          </m:r>
                          <m:r>
                            <m:rPr>
                              <m:nor/>
                            </m:rPr>
                            <a:rPr lang="en-US" sz="2000">
                              <a:latin typeface="Cambria Math" panose="02040503050406030204" pitchFamily="18" charset="0"/>
                            </a:rPr>
                            <m:t>, </m:t>
                          </m:r>
                          <m:r>
                            <m:rPr>
                              <m:nor/>
                            </m:rPr>
                            <a:rPr lang="en-US" sz="2000">
                              <a:latin typeface="Cambria Math" panose="02040503050406030204" pitchFamily="18" charset="0"/>
                            </a:rPr>
                            <m:t>C</m:t>
                          </m:r>
                          <m:r>
                            <m:rPr>
                              <m:nor/>
                            </m:rPr>
                            <a:rPr lang="en-US" sz="2000">
                              <a:latin typeface="Cambria Math" panose="02040503050406030204" pitchFamily="18" charset="0"/>
                            </a:rPr>
                            <m:t>)</m:t>
                          </m:r>
                          <m:r>
                            <a:rPr lang="en-US" sz="2000" i="1">
                              <a:latin typeface="Cambria Math" panose="02040503050406030204" pitchFamily="18" charset="0"/>
                            </a:rPr>
                            <m:t>,</m:t>
                          </m:r>
                          <m:r>
                            <m:rPr>
                              <m:nor/>
                            </m:rPr>
                            <a:rPr lang="en-US" sz="2000">
                              <a:latin typeface="Cambria Math" panose="02040503050406030204" pitchFamily="18" charset="0"/>
                            </a:rPr>
                            <m:t>(</m:t>
                          </m:r>
                          <m:r>
                            <m:rPr>
                              <m:nor/>
                            </m:rPr>
                            <a:rPr lang="en-US" sz="2000" b="0" i="0" smtClean="0">
                              <a:latin typeface="Cambria Math" panose="02040503050406030204" pitchFamily="18" charset="0"/>
                            </a:rPr>
                            <m:t>B</m:t>
                          </m:r>
                          <m:r>
                            <m:rPr>
                              <m:nor/>
                            </m:rPr>
                            <a:rPr lang="en-US" sz="2000">
                              <a:latin typeface="Cambria Math" panose="02040503050406030204" pitchFamily="18" charset="0"/>
                            </a:rPr>
                            <m:t>, </m:t>
                          </m:r>
                          <m:r>
                            <m:rPr>
                              <m:nor/>
                            </m:rPr>
                            <a:rPr lang="en-US" sz="2000">
                              <a:latin typeface="Cambria Math" panose="02040503050406030204" pitchFamily="18" charset="0"/>
                            </a:rPr>
                            <m:t>D</m:t>
                          </m:r>
                          <m:r>
                            <m:rPr>
                              <m:nor/>
                            </m:rPr>
                            <a:rPr lang="en-US" sz="2000">
                              <a:latin typeface="Cambria Math" panose="02040503050406030204" pitchFamily="18" charset="0"/>
                            </a:rPr>
                            <m:t>)</m:t>
                          </m:r>
                          <m:r>
                            <a:rPr lang="en-US" sz="2000" i="1">
                              <a:latin typeface="Cambria Math" panose="02040503050406030204" pitchFamily="18" charset="0"/>
                            </a:rPr>
                            <m:t>,</m:t>
                          </m:r>
                          <m:r>
                            <m:rPr>
                              <m:nor/>
                            </m:rPr>
                            <a:rPr lang="en-US" sz="2000">
                              <a:latin typeface="Cambria Math" panose="02040503050406030204" pitchFamily="18" charset="0"/>
                            </a:rPr>
                            <m:t>(</m:t>
                          </m:r>
                          <m:r>
                            <m:rPr>
                              <m:nor/>
                            </m:rPr>
                            <a:rPr lang="en-US" sz="2000" b="0" i="0" smtClean="0">
                              <a:latin typeface="Cambria Math" panose="02040503050406030204" pitchFamily="18" charset="0"/>
                            </a:rPr>
                            <m:t>B</m:t>
                          </m:r>
                          <m:r>
                            <m:rPr>
                              <m:nor/>
                            </m:rPr>
                            <a:rPr lang="en-US" sz="2000">
                              <a:latin typeface="Cambria Math" panose="02040503050406030204" pitchFamily="18" charset="0"/>
                            </a:rPr>
                            <m:t>, </m:t>
                          </m:r>
                          <m:r>
                            <m:rPr>
                              <m:nor/>
                            </m:rPr>
                            <a:rPr lang="en-US" sz="2000">
                              <a:latin typeface="Cambria Math" panose="02040503050406030204" pitchFamily="18" charset="0"/>
                            </a:rPr>
                            <m:t>E</m:t>
                          </m:r>
                          <m:r>
                            <m:rPr>
                              <m:nor/>
                            </m:rPr>
                            <a:rPr lang="en-US" sz="2000">
                              <a:latin typeface="Cambria Math" panose="02040503050406030204" pitchFamily="18" charset="0"/>
                            </a:rPr>
                            <m:t>)</m:t>
                          </m:r>
                          <m:r>
                            <a:rPr lang="en-US" sz="2000" i="1">
                              <a:latin typeface="Cambria Math" panose="02040503050406030204" pitchFamily="18" charset="0"/>
                            </a:rPr>
                            <m:t>,</m:t>
                          </m:r>
                          <m:r>
                            <m:rPr>
                              <m:nor/>
                            </m:rPr>
                            <a:rPr lang="en-US" sz="2000">
                              <a:latin typeface="Cambria Math" panose="02040503050406030204" pitchFamily="18" charset="0"/>
                            </a:rPr>
                            <m:t>(</m:t>
                          </m:r>
                          <m:r>
                            <m:rPr>
                              <m:nor/>
                            </m:rPr>
                            <a:rPr lang="en-US" sz="2000" b="0" i="0" smtClean="0">
                              <a:latin typeface="Cambria Math" panose="02040503050406030204" pitchFamily="18" charset="0"/>
                            </a:rPr>
                            <m:t>C</m:t>
                          </m:r>
                          <m:r>
                            <m:rPr>
                              <m:nor/>
                            </m:rPr>
                            <a:rPr lang="en-US" sz="2000">
                              <a:latin typeface="Cambria Math" panose="02040503050406030204" pitchFamily="18" charset="0"/>
                            </a:rPr>
                            <m:t>, </m:t>
                          </m:r>
                          <m:r>
                            <m:rPr>
                              <m:nor/>
                            </m:rPr>
                            <a:rPr lang="en-US" sz="2000">
                              <a:latin typeface="Cambria Math" panose="02040503050406030204" pitchFamily="18" charset="0"/>
                            </a:rPr>
                            <m:t>D</m:t>
                          </m:r>
                          <m:r>
                            <m:rPr>
                              <m:nor/>
                            </m:rPr>
                            <a:rPr lang="en-US" sz="2000">
                              <a:latin typeface="Cambria Math" panose="02040503050406030204" pitchFamily="18" charset="0"/>
                            </a:rPr>
                            <m:t>)</m:t>
                          </m:r>
                          <m:r>
                            <a:rPr lang="en-US" sz="2000" i="1">
                              <a:latin typeface="Cambria Math" panose="02040503050406030204" pitchFamily="18" charset="0"/>
                            </a:rPr>
                            <m:t>,</m:t>
                          </m:r>
                          <m:r>
                            <m:rPr>
                              <m:nor/>
                            </m:rPr>
                            <a:rPr lang="en-US" sz="2000">
                              <a:latin typeface="Cambria Math" panose="02040503050406030204" pitchFamily="18" charset="0"/>
                            </a:rPr>
                            <m:t>(</m:t>
                          </m:r>
                          <m:r>
                            <m:rPr>
                              <m:nor/>
                            </m:rPr>
                            <a:rPr lang="en-US" sz="2000" b="0" i="0" smtClean="0">
                              <a:latin typeface="Cambria Math" panose="02040503050406030204" pitchFamily="18" charset="0"/>
                            </a:rPr>
                            <m:t>C</m:t>
                          </m:r>
                          <m:r>
                            <m:rPr>
                              <m:nor/>
                            </m:rPr>
                            <a:rPr lang="en-US" sz="2000">
                              <a:latin typeface="Cambria Math" panose="02040503050406030204" pitchFamily="18" charset="0"/>
                            </a:rPr>
                            <m:t>, </m:t>
                          </m:r>
                          <m:r>
                            <m:rPr>
                              <m:nor/>
                            </m:rPr>
                            <a:rPr lang="en-US" sz="2000">
                              <a:latin typeface="Cambria Math" panose="02040503050406030204" pitchFamily="18" charset="0"/>
                            </a:rPr>
                            <m:t>E</m:t>
                          </m:r>
                          <m:r>
                            <m:rPr>
                              <m:nor/>
                            </m:rPr>
                            <a:rPr lang="en-US" sz="2000">
                              <a:latin typeface="Cambria Math" panose="02040503050406030204" pitchFamily="18" charset="0"/>
                            </a:rPr>
                            <m:t>)</m:t>
                          </m:r>
                          <m:r>
                            <a:rPr lang="en-US" sz="2000" i="1">
                              <a:latin typeface="Cambria Math" panose="02040503050406030204" pitchFamily="18" charset="0"/>
                            </a:rPr>
                            <m:t>,</m:t>
                          </m:r>
                          <m:r>
                            <m:rPr>
                              <m:nor/>
                            </m:rPr>
                            <a:rPr lang="en-US" sz="2000">
                              <a:latin typeface="Cambria Math" panose="02040503050406030204" pitchFamily="18" charset="0"/>
                            </a:rPr>
                            <m:t>(</m:t>
                          </m:r>
                          <m:r>
                            <m:rPr>
                              <m:nor/>
                            </m:rPr>
                            <a:rPr lang="en-US" sz="2000" b="0" i="0" smtClean="0">
                              <a:latin typeface="Cambria Math" panose="02040503050406030204" pitchFamily="18" charset="0"/>
                            </a:rPr>
                            <m:t>D</m:t>
                          </m:r>
                          <m:r>
                            <m:rPr>
                              <m:nor/>
                            </m:rPr>
                            <a:rPr lang="en-US" sz="2000">
                              <a:latin typeface="Cambria Math" panose="02040503050406030204" pitchFamily="18" charset="0"/>
                            </a:rPr>
                            <m:t>, </m:t>
                          </m:r>
                          <m:r>
                            <m:rPr>
                              <m:nor/>
                            </m:rPr>
                            <a:rPr lang="en-US" sz="2000">
                              <a:latin typeface="Cambria Math" panose="02040503050406030204" pitchFamily="18" charset="0"/>
                            </a:rPr>
                            <m:t>E</m:t>
                          </m:r>
                          <m:r>
                            <m:rPr>
                              <m:nor/>
                            </m:rPr>
                            <a:rPr lang="en-US" sz="2000">
                              <a:latin typeface="Cambria Math" panose="02040503050406030204" pitchFamily="18" charset="0"/>
                            </a:rPr>
                            <m:t>)</m:t>
                          </m:r>
                        </m:e>
                      </m:d>
                    </m:oMath>
                  </m:oMathPara>
                </a14:m>
                <a:endParaRPr lang="en-US" sz="2000" dirty="0"/>
              </a:p>
            </p:txBody>
          </p:sp>
        </mc:Choice>
        <mc:Fallback xmlns="">
          <p:sp>
            <p:nvSpPr>
              <p:cNvPr id="3" name="Text Placeholder 2">
                <a:extLst>
                  <a:ext uri="{FF2B5EF4-FFF2-40B4-BE49-F238E27FC236}">
                    <a16:creationId xmlns:a16="http://schemas.microsoft.com/office/drawing/2014/main" id="{6C5A17A9-E204-2C03-A62D-99D1BD497A64}"/>
                  </a:ext>
                </a:extLst>
              </p:cNvPr>
              <p:cNvSpPr>
                <a:spLocks noGrp="1" noRot="1" noChangeAspect="1" noMove="1" noResize="1" noEditPoints="1" noAdjustHandles="1" noChangeArrowheads="1" noChangeShapeType="1" noTextEdit="1"/>
              </p:cNvSpPr>
              <p:nvPr>
                <p:ph type="body" sz="quarter" idx="15"/>
              </p:nvPr>
            </p:nvSpPr>
            <p:spPr>
              <a:xfrm>
                <a:off x="743576" y="1403131"/>
                <a:ext cx="10711543" cy="4430109"/>
              </a:xfrm>
              <a:blipFill>
                <a:blip r:embed="rId2"/>
                <a:stretch>
                  <a:fillRect l="-1480" t="-1651" r="-569" b="-2751"/>
                </a:stretch>
              </a:blipFill>
            </p:spPr>
            <p:txBody>
              <a:bodyPr/>
              <a:lstStyle/>
              <a:p>
                <a:r>
                  <a:rPr lang="en-US">
                    <a:noFill/>
                  </a:rPr>
                  <a:t> </a:t>
                </a:r>
              </a:p>
            </p:txBody>
          </p:sp>
        </mc:Fallback>
      </mc:AlternateContent>
    </p:spTree>
    <p:extLst>
      <p:ext uri="{BB962C8B-B14F-4D97-AF65-F5344CB8AC3E}">
        <p14:creationId xmlns:p14="http://schemas.microsoft.com/office/powerpoint/2010/main" val="95389860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37CB06-3B43-B52B-E40B-D1988BF13505}"/>
              </a:ext>
            </a:extLst>
          </p:cNvPr>
          <p:cNvSpPr>
            <a:spLocks noGrp="1"/>
          </p:cNvSpPr>
          <p:nvPr>
            <p:ph type="title"/>
          </p:nvPr>
        </p:nvSpPr>
        <p:spPr/>
        <p:txBody>
          <a:bodyPr/>
          <a:lstStyle/>
          <a:p>
            <a:r>
              <a:rPr lang="en-US" dirty="0"/>
              <a:t>4.1 Counting Rule for Permutations</a:t>
            </a:r>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6C5A17A9-E204-2C03-A62D-99D1BD497A64}"/>
                  </a:ext>
                </a:extLst>
              </p:cNvPr>
              <p:cNvSpPr>
                <a:spLocks noGrp="1"/>
              </p:cNvSpPr>
              <p:nvPr>
                <p:ph type="body" sz="quarter" idx="15"/>
              </p:nvPr>
            </p:nvSpPr>
            <p:spPr>
              <a:xfrm>
                <a:off x="743576" y="1355834"/>
                <a:ext cx="10711543" cy="4477406"/>
              </a:xfrm>
            </p:spPr>
            <p:txBody>
              <a:bodyPr/>
              <a:lstStyle/>
              <a:p>
                <a:pPr>
                  <a:spcAft>
                    <a:spcPts val="0"/>
                  </a:spcAft>
                </a:pPr>
                <a:r>
                  <a:rPr lang="en-US" sz="2000" dirty="0"/>
                  <a:t>When the order of selection matters, we can use the </a:t>
                </a:r>
                <a:r>
                  <a:rPr lang="en-US" sz="2000" b="1" dirty="0"/>
                  <a:t>counting rule for permutations</a:t>
                </a:r>
                <a:r>
                  <a:rPr lang="en-US" sz="2000" dirty="0"/>
                  <a:t>.</a:t>
                </a:r>
              </a:p>
              <a:p>
                <a:pPr>
                  <a:spcAft>
                    <a:spcPts val="600"/>
                  </a:spcAft>
                </a:pPr>
                <a:r>
                  <a:rPr lang="en-US" sz="2000" dirty="0"/>
                  <a:t>The number of permutations</a:t>
                </a:r>
                <a:r>
                  <a:rPr lang="en-US" sz="2000" b="1" dirty="0"/>
                  <a:t> </a:t>
                </a:r>
                <a:r>
                  <a:rPr lang="en-US" sz="2000" dirty="0"/>
                  <a:t>of </a:t>
                </a:r>
                <a:r>
                  <a:rPr lang="en-US" sz="2000" i="1" dirty="0"/>
                  <a:t>n</a:t>
                </a:r>
                <a:r>
                  <a:rPr lang="en-US" sz="2000" dirty="0"/>
                  <a:t> objects taken </a:t>
                </a:r>
                <a:r>
                  <a:rPr lang="en-US" sz="2000" i="1" dirty="0"/>
                  <a:t>x</a:t>
                </a:r>
                <a:r>
                  <a:rPr lang="en-US" sz="2000" dirty="0"/>
                  <a:t> at a time is</a:t>
                </a:r>
              </a:p>
              <a:p>
                <a:pPr marL="914400">
                  <a:spcAft>
                    <a:spcPts val="600"/>
                  </a:spcAft>
                </a:pPr>
                <a14:m>
                  <m:oMathPara xmlns:m="http://schemas.openxmlformats.org/officeDocument/2006/math">
                    <m:oMathParaPr>
                      <m:jc m:val="left"/>
                    </m:oMathParaPr>
                    <m:oMath xmlns:m="http://schemas.openxmlformats.org/officeDocument/2006/math">
                      <m:sSubSup>
                        <m:sSubSupPr>
                          <m:ctrlPr>
                            <a:rPr lang="en-US" sz="2000" b="1" i="1" smtClean="0">
                              <a:solidFill>
                                <a:srgbClr val="000000"/>
                              </a:solidFill>
                              <a:latin typeface="Cambria Math" panose="02040503050406030204" pitchFamily="18" charset="0"/>
                            </a:rPr>
                          </m:ctrlPr>
                        </m:sSubSupPr>
                        <m:e>
                          <m:r>
                            <a:rPr lang="en-US" sz="2000" b="1" i="1" smtClean="0">
                              <a:solidFill>
                                <a:srgbClr val="000000"/>
                              </a:solidFill>
                              <a:latin typeface="Cambria Math" panose="02040503050406030204" pitchFamily="18" charset="0"/>
                            </a:rPr>
                            <m:t>𝑷</m:t>
                          </m:r>
                        </m:e>
                        <m:sub>
                          <m:r>
                            <a:rPr lang="en-US" sz="2000" b="1" i="1" smtClean="0">
                              <a:solidFill>
                                <a:srgbClr val="000000"/>
                              </a:solidFill>
                              <a:latin typeface="Cambria Math" panose="02040503050406030204" pitchFamily="18" charset="0"/>
                            </a:rPr>
                            <m:t>𝒙</m:t>
                          </m:r>
                        </m:sub>
                        <m:sup>
                          <m:r>
                            <a:rPr lang="en-US" sz="2000" b="1" i="1" smtClean="0">
                              <a:solidFill>
                                <a:srgbClr val="000000"/>
                              </a:solidFill>
                              <a:latin typeface="Cambria Math" panose="02040503050406030204" pitchFamily="18" charset="0"/>
                            </a:rPr>
                            <m:t>𝒏</m:t>
                          </m:r>
                        </m:sup>
                      </m:sSubSup>
                      <m:r>
                        <a:rPr lang="en-US" sz="2000" b="1" i="1" smtClean="0">
                          <a:solidFill>
                            <a:srgbClr val="000000"/>
                          </a:solidFill>
                          <a:latin typeface="Cambria Math" panose="02040503050406030204" pitchFamily="18" charset="0"/>
                        </a:rPr>
                        <m:t>=</m:t>
                      </m:r>
                      <m:r>
                        <a:rPr lang="en-US" sz="2000" b="1" i="1" smtClean="0">
                          <a:solidFill>
                            <a:srgbClr val="000000"/>
                          </a:solidFill>
                          <a:latin typeface="Cambria Math" panose="02040503050406030204" pitchFamily="18" charset="0"/>
                        </a:rPr>
                        <m:t>𝒙</m:t>
                      </m:r>
                      <m:r>
                        <a:rPr lang="en-US" sz="2000" b="1" i="1" smtClean="0">
                          <a:solidFill>
                            <a:srgbClr val="000000"/>
                          </a:solidFill>
                          <a:latin typeface="Cambria Math" panose="02040503050406030204" pitchFamily="18" charset="0"/>
                        </a:rPr>
                        <m:t>!</m:t>
                      </m:r>
                      <m:d>
                        <m:dPr>
                          <m:ctrlPr>
                            <a:rPr lang="en-US" sz="2000" b="1" i="1" smtClean="0">
                              <a:solidFill>
                                <a:srgbClr val="000000"/>
                              </a:solidFill>
                              <a:latin typeface="Cambria Math" panose="02040503050406030204" pitchFamily="18" charset="0"/>
                            </a:rPr>
                          </m:ctrlPr>
                        </m:dPr>
                        <m:e>
                          <m:f>
                            <m:fPr>
                              <m:type m:val="noBar"/>
                              <m:ctrlPr>
                                <a:rPr lang="en-US" sz="2000" b="1" i="1" smtClean="0">
                                  <a:solidFill>
                                    <a:srgbClr val="000000"/>
                                  </a:solidFill>
                                  <a:latin typeface="Cambria Math" panose="02040503050406030204" pitchFamily="18" charset="0"/>
                                </a:rPr>
                              </m:ctrlPr>
                            </m:fPr>
                            <m:num>
                              <m:r>
                                <a:rPr lang="en-US" sz="2000" b="1" i="1" smtClean="0">
                                  <a:solidFill>
                                    <a:srgbClr val="000000"/>
                                  </a:solidFill>
                                  <a:latin typeface="Cambria Math" panose="02040503050406030204" pitchFamily="18" charset="0"/>
                                </a:rPr>
                                <m:t>𝒏</m:t>
                              </m:r>
                            </m:num>
                            <m:den>
                              <m:r>
                                <a:rPr lang="en-US" sz="2000" b="1" i="1" smtClean="0">
                                  <a:solidFill>
                                    <a:srgbClr val="000000"/>
                                  </a:solidFill>
                                  <a:latin typeface="Cambria Math" panose="02040503050406030204" pitchFamily="18" charset="0"/>
                                </a:rPr>
                                <m:t>𝒙</m:t>
                              </m:r>
                            </m:den>
                          </m:f>
                        </m:e>
                      </m:d>
                      <m:r>
                        <a:rPr lang="en-US" sz="2000" b="1" i="1" smtClean="0">
                          <a:solidFill>
                            <a:srgbClr val="000000"/>
                          </a:solidFill>
                          <a:latin typeface="Cambria Math" panose="02040503050406030204" pitchFamily="18" charset="0"/>
                        </a:rPr>
                        <m:t>=</m:t>
                      </m:r>
                      <m:f>
                        <m:fPr>
                          <m:ctrlPr>
                            <a:rPr lang="en-US" sz="2000" b="1" i="1" smtClean="0">
                              <a:latin typeface="Cambria Math" panose="02040503050406030204" pitchFamily="18" charset="0"/>
                            </a:rPr>
                          </m:ctrlPr>
                        </m:fPr>
                        <m:num>
                          <m:r>
                            <a:rPr lang="en-US" sz="2000" b="1" i="1" smtClean="0">
                              <a:latin typeface="Cambria Math" panose="02040503050406030204" pitchFamily="18" charset="0"/>
                            </a:rPr>
                            <m:t>𝒏</m:t>
                          </m:r>
                          <m:r>
                            <a:rPr lang="en-US" sz="2000" b="1" i="1" smtClean="0">
                              <a:latin typeface="Cambria Math" panose="02040503050406030204" pitchFamily="18" charset="0"/>
                            </a:rPr>
                            <m:t>!</m:t>
                          </m:r>
                        </m:num>
                        <m:den>
                          <m:r>
                            <a:rPr lang="en-US" sz="2000" b="1" i="1" smtClean="0">
                              <a:latin typeface="Cambria Math" panose="02040503050406030204" pitchFamily="18" charset="0"/>
                            </a:rPr>
                            <m:t> (</m:t>
                          </m:r>
                          <m:r>
                            <a:rPr lang="en-US" sz="2000" b="1" i="1" smtClean="0">
                              <a:latin typeface="Cambria Math" panose="02040503050406030204" pitchFamily="18" charset="0"/>
                            </a:rPr>
                            <m:t>𝒏</m:t>
                          </m:r>
                          <m:r>
                            <a:rPr lang="en-US" sz="2000" b="1" i="1" smtClean="0">
                              <a:latin typeface="Cambria Math" panose="02040503050406030204" pitchFamily="18" charset="0"/>
                            </a:rPr>
                            <m:t>−</m:t>
                          </m:r>
                          <m:r>
                            <a:rPr lang="en-US" sz="2000" b="1" i="1" smtClean="0">
                              <a:latin typeface="Cambria Math" panose="02040503050406030204" pitchFamily="18" charset="0"/>
                            </a:rPr>
                            <m:t>𝒙</m:t>
                          </m:r>
                          <m:r>
                            <a:rPr lang="en-US" sz="2000" b="1" i="1" smtClean="0">
                              <a:latin typeface="Cambria Math" panose="02040503050406030204" pitchFamily="18" charset="0"/>
                            </a:rPr>
                            <m:t>!)</m:t>
                          </m:r>
                        </m:den>
                      </m:f>
                    </m:oMath>
                  </m:oMathPara>
                </a14:m>
                <a:endParaRPr lang="en-US" sz="2000" b="1" dirty="0"/>
              </a:p>
              <a:p>
                <a:r>
                  <a:rPr lang="en-US" sz="2000" dirty="0"/>
                  <a:t>Example: consider again the inspector’s quality control process. In a group of five parts, how many permutations of two parts may be selected?</a:t>
                </a:r>
              </a:p>
              <a:p>
                <a:pPr>
                  <a:spcAft>
                    <a:spcPts val="600"/>
                  </a:spcAft>
                </a:pPr>
                <a:r>
                  <a:rPr lang="en-US" sz="2000" dirty="0"/>
                  <a:t>The counting rule for permutations shows</a:t>
                </a:r>
              </a:p>
              <a:p>
                <a:pPr marL="914400" indent="-914400">
                  <a:spcAft>
                    <a:spcPts val="600"/>
                  </a:spcAft>
                </a:pPr>
                <a14:m>
                  <m:oMathPara xmlns:m="http://schemas.openxmlformats.org/officeDocument/2006/math">
                    <m:oMathParaPr>
                      <m:jc m:val="left"/>
                    </m:oMathParaPr>
                    <m:oMath xmlns:m="http://schemas.openxmlformats.org/officeDocument/2006/math">
                      <m:sSubSup>
                        <m:sSubSupPr>
                          <m:ctrlPr>
                            <a:rPr lang="en-US" sz="2000" i="1" smtClean="0">
                              <a:latin typeface="Cambria Math" panose="02040503050406030204" pitchFamily="18" charset="0"/>
                            </a:rPr>
                          </m:ctrlPr>
                        </m:sSubSupPr>
                        <m:e>
                          <m:r>
                            <a:rPr lang="en-US" sz="2000" b="0" i="1" smtClean="0">
                              <a:latin typeface="Cambria Math" panose="02040503050406030204" pitchFamily="18" charset="0"/>
                            </a:rPr>
                            <m:t>𝑃</m:t>
                          </m:r>
                        </m:e>
                        <m:sub>
                          <m:r>
                            <a:rPr lang="en-US" sz="2000" b="0" i="1" smtClean="0">
                              <a:latin typeface="Cambria Math" panose="02040503050406030204" pitchFamily="18" charset="0"/>
                            </a:rPr>
                            <m:t>2</m:t>
                          </m:r>
                        </m:sub>
                        <m:sup>
                          <m:r>
                            <a:rPr lang="en-US" sz="2000" b="0" i="1" smtClean="0">
                              <a:latin typeface="Cambria Math" panose="02040503050406030204" pitchFamily="18" charset="0"/>
                            </a:rPr>
                            <m:t>5</m:t>
                          </m:r>
                        </m:sup>
                      </m:sSubSup>
                      <m:r>
                        <a:rPr lang="en-US" sz="2000" b="0" i="1" smtClean="0">
                          <a:latin typeface="Cambria Math" panose="02040503050406030204" pitchFamily="18" charset="0"/>
                        </a:rPr>
                        <m:t>=</m:t>
                      </m:r>
                      <m:f>
                        <m:fPr>
                          <m:ctrlPr>
                            <a:rPr lang="en-US" sz="2000" b="0" i="1" smtClean="0">
                              <a:latin typeface="Cambria Math" panose="02040503050406030204" pitchFamily="18" charset="0"/>
                            </a:rPr>
                          </m:ctrlPr>
                        </m:fPr>
                        <m:num>
                          <m:r>
                            <a:rPr lang="en-US" sz="2000" b="0" i="1" smtClean="0">
                              <a:latin typeface="Cambria Math" panose="02040503050406030204" pitchFamily="18" charset="0"/>
                            </a:rPr>
                            <m:t>5!</m:t>
                          </m:r>
                        </m:num>
                        <m:den>
                          <m:r>
                            <a:rPr lang="en-US" sz="2000" b="0" i="1" smtClean="0">
                              <a:latin typeface="Cambria Math" panose="02040503050406030204" pitchFamily="18" charset="0"/>
                            </a:rPr>
                            <m:t> (5−2!)</m:t>
                          </m:r>
                        </m:den>
                      </m:f>
                      <m:r>
                        <a:rPr lang="en-US" sz="2000" b="0" i="1" smtClean="0">
                          <a:latin typeface="Cambria Math" panose="02040503050406030204" pitchFamily="18" charset="0"/>
                        </a:rPr>
                        <m:t>=</m:t>
                      </m:r>
                      <m:f>
                        <m:fPr>
                          <m:ctrlPr>
                            <a:rPr lang="en-US" sz="2000" i="1">
                              <a:latin typeface="Cambria Math" panose="02040503050406030204" pitchFamily="18" charset="0"/>
                            </a:rPr>
                          </m:ctrlPr>
                        </m:fPr>
                        <m:num>
                          <m:r>
                            <a:rPr lang="en-US" sz="2000" i="1">
                              <a:latin typeface="Cambria Math" panose="02040503050406030204" pitchFamily="18" charset="0"/>
                            </a:rPr>
                            <m:t>5!</m:t>
                          </m:r>
                        </m:num>
                        <m:den>
                          <m:r>
                            <a:rPr lang="en-US" sz="2000" i="1">
                              <a:latin typeface="Cambria Math" panose="02040503050406030204" pitchFamily="18" charset="0"/>
                            </a:rPr>
                            <m:t> </m:t>
                          </m:r>
                          <m:r>
                            <a:rPr lang="en-US" sz="2000" b="0" i="1" smtClean="0">
                              <a:latin typeface="Cambria Math" panose="02040503050406030204" pitchFamily="18" charset="0"/>
                            </a:rPr>
                            <m:t>3!</m:t>
                          </m:r>
                        </m:den>
                      </m:f>
                      <m:r>
                        <a:rPr lang="en-US" sz="2000" b="0" i="1" smtClean="0">
                          <a:latin typeface="Cambria Math" panose="02040503050406030204" pitchFamily="18" charset="0"/>
                        </a:rPr>
                        <m:t>=</m:t>
                      </m:r>
                      <m:f>
                        <m:fPr>
                          <m:ctrlPr>
                            <a:rPr lang="en-US" sz="2000" b="0" i="1" smtClean="0">
                              <a:latin typeface="Cambria Math" panose="02040503050406030204" pitchFamily="18" charset="0"/>
                            </a:rPr>
                          </m:ctrlPr>
                        </m:fPr>
                        <m:num>
                          <m:r>
                            <a:rPr lang="en-US" sz="2000" b="0" i="1" smtClean="0">
                              <a:latin typeface="Cambria Math" panose="02040503050406030204" pitchFamily="18" charset="0"/>
                            </a:rPr>
                            <m:t>(5)(4)(3)(2)(1)</m:t>
                          </m:r>
                        </m:num>
                        <m:den>
                          <m:r>
                            <a:rPr lang="en-US" sz="2000" b="0" i="1" smtClean="0">
                              <a:latin typeface="Cambria Math" panose="02040503050406030204" pitchFamily="18" charset="0"/>
                            </a:rPr>
                            <m:t> (3)(2)(1)</m:t>
                          </m:r>
                        </m:den>
                      </m:f>
                      <m:r>
                        <a:rPr lang="en-US" sz="2000" b="0" i="1" smtClean="0">
                          <a:latin typeface="Cambria Math" panose="02040503050406030204" pitchFamily="18" charset="0"/>
                        </a:rPr>
                        <m:t>=</m:t>
                      </m:r>
                      <m:f>
                        <m:fPr>
                          <m:ctrlPr>
                            <a:rPr lang="en-US" sz="2000" b="0" i="1" smtClean="0">
                              <a:latin typeface="Cambria Math" panose="02040503050406030204" pitchFamily="18" charset="0"/>
                            </a:rPr>
                          </m:ctrlPr>
                        </m:fPr>
                        <m:num>
                          <m:r>
                            <a:rPr lang="en-US" sz="2000" b="0" i="1" smtClean="0">
                              <a:latin typeface="Cambria Math" panose="02040503050406030204" pitchFamily="18" charset="0"/>
                            </a:rPr>
                            <m:t>120</m:t>
                          </m:r>
                        </m:num>
                        <m:den>
                          <m:r>
                            <a:rPr lang="en-US" sz="2000" b="0" i="1" smtClean="0">
                              <a:latin typeface="Cambria Math" panose="02040503050406030204" pitchFamily="18" charset="0"/>
                            </a:rPr>
                            <m:t>6</m:t>
                          </m:r>
                        </m:den>
                      </m:f>
                      <m:r>
                        <a:rPr lang="en-US" sz="2000" b="0" i="1" smtClean="0">
                          <a:latin typeface="Cambria Math" panose="02040503050406030204" pitchFamily="18" charset="0"/>
                        </a:rPr>
                        <m:t>=20 </m:t>
                      </m:r>
                      <m:r>
                        <m:rPr>
                          <m:nor/>
                        </m:rPr>
                        <a:rPr lang="en-US" sz="2000" b="0" i="0" smtClean="0">
                          <a:latin typeface="Arial" panose="020B0604020202020204" pitchFamily="34" charset="0"/>
                          <a:cs typeface="Arial" panose="020B0604020202020204" pitchFamily="34" charset="0"/>
                        </a:rPr>
                        <m:t>outcomes</m:t>
                      </m:r>
                    </m:oMath>
                  </m:oMathPara>
                </a14:m>
                <a:endParaRPr lang="en-US" sz="2000" b="0" dirty="0">
                  <a:latin typeface="Arial" panose="020B0604020202020204" pitchFamily="34" charset="0"/>
                  <a:cs typeface="Arial" panose="020B0604020202020204" pitchFamily="34" charset="0"/>
                </a:endParaRPr>
              </a:p>
              <a:p>
                <a:pPr>
                  <a:spcAft>
                    <a:spcPts val="600"/>
                  </a:spcAft>
                </a:pPr>
                <a:r>
                  <a:rPr lang="en-US" sz="2000" dirty="0"/>
                  <a:t>The counting rule for permutations is closely related to the one for combinations because every selection of </a:t>
                </a:r>
                <a14:m>
                  <m:oMath xmlns:m="http://schemas.openxmlformats.org/officeDocument/2006/math">
                    <m:r>
                      <a:rPr lang="en-US" sz="2000" i="1" dirty="0" smtClean="0">
                        <a:latin typeface="Cambria Math" panose="02040503050406030204" pitchFamily="18" charset="0"/>
                      </a:rPr>
                      <m:t>𝑥</m:t>
                    </m:r>
                  </m:oMath>
                </a14:m>
                <a:r>
                  <a:rPr lang="en-US" sz="2000" dirty="0"/>
                  <a:t> objects can be ordered in </a:t>
                </a:r>
                <a14:m>
                  <m:oMath xmlns:m="http://schemas.openxmlformats.org/officeDocument/2006/math">
                    <m:r>
                      <a:rPr lang="en-US" sz="2000" i="1" dirty="0" smtClean="0">
                        <a:latin typeface="Cambria Math" panose="02040503050406030204" pitchFamily="18" charset="0"/>
                      </a:rPr>
                      <m:t>𝑥</m:t>
                    </m:r>
                    <m:r>
                      <a:rPr lang="en-US" sz="2000" i="1" dirty="0" smtClean="0">
                        <a:latin typeface="Cambria Math" panose="02040503050406030204" pitchFamily="18" charset="0"/>
                      </a:rPr>
                      <m:t>!</m:t>
                    </m:r>
                  </m:oMath>
                </a14:m>
                <a:r>
                  <a:rPr lang="en-US" sz="2000" dirty="0"/>
                  <a:t> different ways.</a:t>
                </a:r>
              </a:p>
            </p:txBody>
          </p:sp>
        </mc:Choice>
        <mc:Fallback xmlns="">
          <p:sp>
            <p:nvSpPr>
              <p:cNvPr id="3" name="Text Placeholder 2">
                <a:extLst>
                  <a:ext uri="{FF2B5EF4-FFF2-40B4-BE49-F238E27FC236}">
                    <a16:creationId xmlns:a16="http://schemas.microsoft.com/office/drawing/2014/main" id="{6C5A17A9-E204-2C03-A62D-99D1BD497A64}"/>
                  </a:ext>
                </a:extLst>
              </p:cNvPr>
              <p:cNvSpPr>
                <a:spLocks noGrp="1" noRot="1" noChangeAspect="1" noMove="1" noResize="1" noEditPoints="1" noAdjustHandles="1" noChangeArrowheads="1" noChangeShapeType="1" noTextEdit="1"/>
              </p:cNvSpPr>
              <p:nvPr>
                <p:ph type="body" sz="quarter" idx="15"/>
              </p:nvPr>
            </p:nvSpPr>
            <p:spPr>
              <a:xfrm>
                <a:off x="743576" y="1355834"/>
                <a:ext cx="10711543" cy="4477406"/>
              </a:xfrm>
              <a:blipFill>
                <a:blip r:embed="rId3"/>
                <a:stretch>
                  <a:fillRect l="-1480" t="-1633" r="-1594"/>
                </a:stretch>
              </a:blipFill>
            </p:spPr>
            <p:txBody>
              <a:bodyPr/>
              <a:lstStyle/>
              <a:p>
                <a:r>
                  <a:rPr lang="en-IN">
                    <a:noFill/>
                  </a:rPr>
                  <a:t> </a:t>
                </a:r>
              </a:p>
            </p:txBody>
          </p:sp>
        </mc:Fallback>
      </mc:AlternateContent>
    </p:spTree>
    <p:extLst>
      <p:ext uri="{BB962C8B-B14F-4D97-AF65-F5344CB8AC3E}">
        <p14:creationId xmlns:p14="http://schemas.microsoft.com/office/powerpoint/2010/main" val="248497247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37CB06-3B43-B52B-E40B-D1988BF13505}"/>
              </a:ext>
            </a:extLst>
          </p:cNvPr>
          <p:cNvSpPr>
            <a:spLocks noGrp="1"/>
          </p:cNvSpPr>
          <p:nvPr>
            <p:ph type="title"/>
          </p:nvPr>
        </p:nvSpPr>
        <p:spPr/>
        <p:txBody>
          <a:bodyPr/>
          <a:lstStyle/>
          <a:p>
            <a:r>
              <a:rPr lang="en-US" dirty="0"/>
              <a:t>4.1 Assigning Probabilities</a:t>
            </a:r>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6C5A17A9-E204-2C03-A62D-99D1BD497A64}"/>
                  </a:ext>
                </a:extLst>
              </p:cNvPr>
              <p:cNvSpPr>
                <a:spLocks noGrp="1"/>
              </p:cNvSpPr>
              <p:nvPr>
                <p:ph type="body" sz="quarter" idx="15"/>
              </p:nvPr>
            </p:nvSpPr>
            <p:spPr>
              <a:xfrm>
                <a:off x="743576" y="1277008"/>
                <a:ext cx="10711543" cy="4587764"/>
              </a:xfrm>
            </p:spPr>
            <p:txBody>
              <a:bodyPr/>
              <a:lstStyle/>
              <a:p>
                <a:pPr>
                  <a:spcAft>
                    <a:spcPts val="0"/>
                  </a:spcAft>
                </a:pPr>
                <a:r>
                  <a:rPr lang="en-US" sz="2000" dirty="0"/>
                  <a:t>The basic requirements for assigning probabilities are</a:t>
                </a:r>
              </a:p>
              <a:p>
                <a:pPr marL="914400" indent="-457200">
                  <a:spcAft>
                    <a:spcPts val="600"/>
                  </a:spcAft>
                  <a:buFont typeface="+mj-lt"/>
                  <a:buAutoNum type="arabicPeriod"/>
                </a:pPr>
                <a:r>
                  <a:rPr lang="en-US" sz="2000" dirty="0"/>
                  <a:t>The probability assigned to each experimental outcome must be between 0 and 1, inclusively.</a:t>
                </a:r>
              </a:p>
              <a:p>
                <a:pPr marL="1371600">
                  <a:spcAft>
                    <a:spcPts val="0"/>
                  </a:spcAft>
                </a:pPr>
                <a14:m>
                  <m:oMathPara xmlns:m="http://schemas.openxmlformats.org/officeDocument/2006/math">
                    <m:oMathParaPr>
                      <m:jc m:val="left"/>
                    </m:oMathParaPr>
                    <m:oMath xmlns:m="http://schemas.openxmlformats.org/officeDocument/2006/math">
                      <m:r>
                        <a:rPr lang="en-US" sz="2000" b="1" i="1" smtClean="0">
                          <a:latin typeface="Cambria Math" panose="02040503050406030204" pitchFamily="18" charset="0"/>
                        </a:rPr>
                        <m:t>𝟎</m:t>
                      </m:r>
                      <m:r>
                        <a:rPr lang="en-US" sz="2000" b="1" i="1" smtClean="0">
                          <a:latin typeface="Cambria Math" panose="02040503050406030204" pitchFamily="18" charset="0"/>
                          <a:ea typeface="Cambria Math" panose="02040503050406030204" pitchFamily="18" charset="0"/>
                        </a:rPr>
                        <m:t>≤</m:t>
                      </m:r>
                      <m:r>
                        <a:rPr lang="en-US" sz="2000" b="1" i="1" smtClean="0">
                          <a:latin typeface="Cambria Math" panose="02040503050406030204" pitchFamily="18" charset="0"/>
                          <a:ea typeface="Cambria Math" panose="02040503050406030204" pitchFamily="18" charset="0"/>
                        </a:rPr>
                        <m:t>𝑷</m:t>
                      </m:r>
                      <m:d>
                        <m:dPr>
                          <m:ctrlPr>
                            <a:rPr lang="en-US" sz="2000" b="1" i="1" smtClean="0">
                              <a:latin typeface="Cambria Math" panose="02040503050406030204" pitchFamily="18" charset="0"/>
                              <a:ea typeface="Cambria Math" panose="02040503050406030204" pitchFamily="18" charset="0"/>
                            </a:rPr>
                          </m:ctrlPr>
                        </m:dPr>
                        <m:e>
                          <m:sSub>
                            <m:sSubPr>
                              <m:ctrlPr>
                                <a:rPr lang="en-US" sz="2000" b="1" i="1" smtClean="0">
                                  <a:latin typeface="Cambria Math" panose="02040503050406030204" pitchFamily="18" charset="0"/>
                                  <a:ea typeface="Cambria Math" panose="02040503050406030204" pitchFamily="18" charset="0"/>
                                </a:rPr>
                              </m:ctrlPr>
                            </m:sSubPr>
                            <m:e>
                              <m:r>
                                <a:rPr lang="en-US" sz="2000" b="1" i="1" smtClean="0">
                                  <a:latin typeface="Cambria Math" panose="02040503050406030204" pitchFamily="18" charset="0"/>
                                  <a:ea typeface="Cambria Math" panose="02040503050406030204" pitchFamily="18" charset="0"/>
                                </a:rPr>
                                <m:t>𝑬</m:t>
                              </m:r>
                            </m:e>
                            <m:sub>
                              <m:r>
                                <a:rPr lang="en-US" sz="2000" b="1" i="1" smtClean="0">
                                  <a:latin typeface="Cambria Math" panose="02040503050406030204" pitchFamily="18" charset="0"/>
                                  <a:ea typeface="Cambria Math" panose="02040503050406030204" pitchFamily="18" charset="0"/>
                                </a:rPr>
                                <m:t>𝒊</m:t>
                              </m:r>
                            </m:sub>
                          </m:sSub>
                        </m:e>
                      </m:d>
                      <m:r>
                        <a:rPr lang="en-US" sz="2000" b="1" i="1" smtClean="0">
                          <a:latin typeface="Cambria Math" panose="02040503050406030204" pitchFamily="18" charset="0"/>
                          <a:ea typeface="Cambria Math" panose="02040503050406030204" pitchFamily="18" charset="0"/>
                        </a:rPr>
                        <m:t>≤</m:t>
                      </m:r>
                      <m:r>
                        <a:rPr lang="en-US" sz="2000" b="1" i="1" smtClean="0">
                          <a:latin typeface="Cambria Math" panose="02040503050406030204" pitchFamily="18" charset="0"/>
                          <a:ea typeface="Cambria Math" panose="02040503050406030204" pitchFamily="18" charset="0"/>
                        </a:rPr>
                        <m:t>𝟏</m:t>
                      </m:r>
                      <m:r>
                        <a:rPr lang="en-US" sz="2000" b="0" i="0" smtClean="0">
                          <a:latin typeface="Cambria Math" panose="02040503050406030204" pitchFamily="18" charset="0"/>
                          <a:ea typeface="Cambria Math" panose="02040503050406030204" pitchFamily="18" charset="0"/>
                        </a:rPr>
                        <m:t> </m:t>
                      </m:r>
                      <m:r>
                        <m:rPr>
                          <m:sty m:val="p"/>
                        </m:rPr>
                        <a:rPr lang="en-US" sz="2000" b="0" i="0" smtClean="0">
                          <a:solidFill>
                            <a:srgbClr val="FF0000"/>
                          </a:solidFill>
                          <a:latin typeface="Cambria Math" panose="02040503050406030204" pitchFamily="18" charset="0"/>
                          <a:ea typeface="Cambria Math" panose="02040503050406030204" pitchFamily="18" charset="0"/>
                        </a:rPr>
                        <m:t>for</m:t>
                      </m:r>
                      <m:r>
                        <a:rPr lang="en-US" sz="2000" b="0" i="0" smtClean="0">
                          <a:solidFill>
                            <a:srgbClr val="FF0000"/>
                          </a:solidFill>
                          <a:latin typeface="Cambria Math" panose="02040503050406030204" pitchFamily="18" charset="0"/>
                          <a:ea typeface="Cambria Math" panose="02040503050406030204" pitchFamily="18" charset="0"/>
                        </a:rPr>
                        <m:t> </m:t>
                      </m:r>
                      <m:r>
                        <m:rPr>
                          <m:sty m:val="p"/>
                        </m:rPr>
                        <a:rPr lang="en-US" sz="2000" b="0" i="0" smtClean="0">
                          <a:solidFill>
                            <a:srgbClr val="FF0000"/>
                          </a:solidFill>
                          <a:latin typeface="Cambria Math" panose="02040503050406030204" pitchFamily="18" charset="0"/>
                          <a:ea typeface="Cambria Math" panose="02040503050406030204" pitchFamily="18" charset="0"/>
                        </a:rPr>
                        <m:t>all</m:t>
                      </m:r>
                      <m:r>
                        <a:rPr lang="en-US" sz="2000" b="0" i="0" smtClean="0">
                          <a:solidFill>
                            <a:srgbClr val="FF0000"/>
                          </a:solidFill>
                          <a:latin typeface="Cambria Math" panose="02040503050406030204" pitchFamily="18" charset="0"/>
                          <a:ea typeface="Cambria Math" panose="02040503050406030204" pitchFamily="18" charset="0"/>
                        </a:rPr>
                        <m:t> </m:t>
                      </m:r>
                      <m:r>
                        <m:rPr>
                          <m:sty m:val="p"/>
                        </m:rPr>
                        <a:rPr lang="en-US" sz="2000" b="0" i="0" smtClean="0">
                          <a:solidFill>
                            <a:srgbClr val="FF0000"/>
                          </a:solidFill>
                          <a:latin typeface="Cambria Math" panose="02040503050406030204" pitchFamily="18" charset="0"/>
                          <a:ea typeface="Cambria Math" panose="02040503050406030204" pitchFamily="18" charset="0"/>
                        </a:rPr>
                        <m:t>i</m:t>
                      </m:r>
                    </m:oMath>
                  </m:oMathPara>
                </a14:m>
                <a:endParaRPr lang="en-US" sz="2000" b="1" dirty="0">
                  <a:solidFill>
                    <a:srgbClr val="FF0000"/>
                  </a:solidFill>
                </a:endParaRPr>
              </a:p>
              <a:p>
                <a:pPr marL="914400">
                  <a:spcBef>
                    <a:spcPts val="600"/>
                  </a:spcBef>
                  <a:spcAft>
                    <a:spcPts val="0"/>
                  </a:spcAft>
                </a:pPr>
                <a:r>
                  <a:rPr lang="en-US" sz="2000" dirty="0"/>
                  <a:t>where </a:t>
                </a:r>
                <a14:m>
                  <m:oMath xmlns:m="http://schemas.openxmlformats.org/officeDocument/2006/math">
                    <m:r>
                      <a:rPr lang="en-US" sz="2000" i="1" dirty="0" smtClean="0">
                        <a:latin typeface="Cambria Math" panose="02040503050406030204" pitchFamily="18" charset="0"/>
                      </a:rPr>
                      <m:t>𝐸</m:t>
                    </m:r>
                    <m:r>
                      <a:rPr lang="en-US" sz="2000" i="1" baseline="-25000" dirty="0" err="1">
                        <a:latin typeface="Cambria Math" panose="02040503050406030204" pitchFamily="18" charset="0"/>
                      </a:rPr>
                      <m:t>𝑖</m:t>
                    </m:r>
                  </m:oMath>
                </a14:m>
                <a:r>
                  <a:rPr lang="en-US" sz="2000" dirty="0"/>
                  <a:t> is the </a:t>
                </a:r>
                <a14:m>
                  <m:oMath xmlns:m="http://schemas.openxmlformats.org/officeDocument/2006/math">
                    <m:r>
                      <a:rPr lang="en-US" sz="2000" i="1" dirty="0" smtClean="0">
                        <a:latin typeface="Cambria Math" panose="02040503050406030204" pitchFamily="18" charset="0"/>
                      </a:rPr>
                      <m:t>𝑖</m:t>
                    </m:r>
                  </m:oMath>
                </a14:m>
                <a:r>
                  <a:rPr lang="en-US" sz="2000" baseline="30000" dirty="0" err="1"/>
                  <a:t>th</a:t>
                </a:r>
                <a:r>
                  <a:rPr lang="en-US" sz="2000" dirty="0"/>
                  <a:t> experimental outcome and </a:t>
                </a:r>
                <a14:m>
                  <m:oMath xmlns:m="http://schemas.openxmlformats.org/officeDocument/2006/math">
                    <m:r>
                      <a:rPr lang="en-US" sz="2000" i="1" dirty="0" smtClean="0">
                        <a:latin typeface="Cambria Math" panose="02040503050406030204" pitchFamily="18" charset="0"/>
                      </a:rPr>
                      <m:t>𝑃</m:t>
                    </m:r>
                    <m:r>
                      <a:rPr lang="en-US" sz="2000" i="1" dirty="0" smtClean="0">
                        <a:latin typeface="Cambria Math" panose="02040503050406030204" pitchFamily="18" charset="0"/>
                      </a:rPr>
                      <m:t>(</m:t>
                    </m:r>
                    <m:r>
                      <a:rPr lang="en-US" sz="2000" i="1" dirty="0" err="1">
                        <a:latin typeface="Cambria Math" panose="02040503050406030204" pitchFamily="18" charset="0"/>
                      </a:rPr>
                      <m:t>𝐸</m:t>
                    </m:r>
                    <m:r>
                      <a:rPr lang="en-US" sz="2000" i="1" baseline="-25000" dirty="0" err="1">
                        <a:latin typeface="Cambria Math" panose="02040503050406030204" pitchFamily="18" charset="0"/>
                      </a:rPr>
                      <m:t>𝑖</m:t>
                    </m:r>
                    <m:r>
                      <a:rPr lang="en-US" sz="2000" i="1" dirty="0">
                        <a:latin typeface="Cambria Math" panose="02040503050406030204" pitchFamily="18" charset="0"/>
                      </a:rPr>
                      <m:t>)</m:t>
                    </m:r>
                  </m:oMath>
                </a14:m>
                <a:r>
                  <a:rPr lang="en-US" sz="2000" dirty="0"/>
                  <a:t> its probability.</a:t>
                </a:r>
              </a:p>
              <a:p>
                <a:pPr marL="914400" indent="-457200">
                  <a:spcAft>
                    <a:spcPts val="600"/>
                  </a:spcAft>
                  <a:buFont typeface="+mj-lt"/>
                  <a:buAutoNum type="arabicPeriod" startAt="2"/>
                </a:pPr>
                <a:r>
                  <a:rPr lang="en-US" sz="2000" dirty="0"/>
                  <a:t>The sum of the probabilities for all experimental outcomes must equal 1.</a:t>
                </a:r>
              </a:p>
              <a:p>
                <a:pPr marL="1371600">
                  <a:spcAft>
                    <a:spcPts val="0"/>
                  </a:spcAft>
                </a:pPr>
                <a14:m>
                  <m:oMathPara xmlns:m="http://schemas.openxmlformats.org/officeDocument/2006/math">
                    <m:oMathParaPr>
                      <m:jc m:val="left"/>
                    </m:oMathParaPr>
                    <m:oMath xmlns:m="http://schemas.openxmlformats.org/officeDocument/2006/math">
                      <m:r>
                        <a:rPr lang="en-US" sz="2000" b="1" i="1" smtClean="0">
                          <a:latin typeface="Cambria Math" panose="02040503050406030204" pitchFamily="18" charset="0"/>
                          <a:ea typeface="Cambria Math" panose="02040503050406030204" pitchFamily="18" charset="0"/>
                        </a:rPr>
                        <m:t>𝑷</m:t>
                      </m:r>
                      <m:d>
                        <m:dPr>
                          <m:ctrlPr>
                            <a:rPr lang="en-US" sz="2000" b="1" i="1" smtClean="0">
                              <a:latin typeface="Cambria Math" panose="02040503050406030204" pitchFamily="18" charset="0"/>
                              <a:ea typeface="Cambria Math" panose="02040503050406030204" pitchFamily="18" charset="0"/>
                            </a:rPr>
                          </m:ctrlPr>
                        </m:dPr>
                        <m:e>
                          <m:sSub>
                            <m:sSubPr>
                              <m:ctrlPr>
                                <a:rPr lang="en-US" sz="2000" b="1" i="1" smtClean="0">
                                  <a:latin typeface="Cambria Math" panose="02040503050406030204" pitchFamily="18" charset="0"/>
                                  <a:ea typeface="Cambria Math" panose="02040503050406030204" pitchFamily="18" charset="0"/>
                                </a:rPr>
                              </m:ctrlPr>
                            </m:sSubPr>
                            <m:e>
                              <m:r>
                                <a:rPr lang="en-US" sz="2000" b="1" i="1" smtClean="0">
                                  <a:latin typeface="Cambria Math" panose="02040503050406030204" pitchFamily="18" charset="0"/>
                                  <a:ea typeface="Cambria Math" panose="02040503050406030204" pitchFamily="18" charset="0"/>
                                </a:rPr>
                                <m:t>𝑬</m:t>
                              </m:r>
                            </m:e>
                            <m:sub>
                              <m:r>
                                <a:rPr lang="en-US" sz="2000" b="1" i="1" smtClean="0">
                                  <a:latin typeface="Cambria Math" panose="02040503050406030204" pitchFamily="18" charset="0"/>
                                  <a:ea typeface="Cambria Math" panose="02040503050406030204" pitchFamily="18" charset="0"/>
                                </a:rPr>
                                <m:t>𝟏</m:t>
                              </m:r>
                            </m:sub>
                          </m:sSub>
                        </m:e>
                      </m:d>
                      <m:r>
                        <a:rPr lang="en-US" sz="2000" b="1" i="1">
                          <a:latin typeface="Cambria Math" panose="02040503050406030204" pitchFamily="18" charset="0"/>
                          <a:ea typeface="Cambria Math" panose="02040503050406030204" pitchFamily="18" charset="0"/>
                        </a:rPr>
                        <m:t>+</m:t>
                      </m:r>
                      <m:r>
                        <a:rPr lang="en-US" sz="2000" b="1" i="1">
                          <a:latin typeface="Cambria Math" panose="02040503050406030204" pitchFamily="18" charset="0"/>
                          <a:ea typeface="Cambria Math" panose="02040503050406030204" pitchFamily="18" charset="0"/>
                        </a:rPr>
                        <m:t>𝑷</m:t>
                      </m:r>
                      <m:d>
                        <m:dPr>
                          <m:ctrlPr>
                            <a:rPr lang="en-US" sz="2000" b="1" i="1">
                              <a:latin typeface="Cambria Math" panose="02040503050406030204" pitchFamily="18" charset="0"/>
                              <a:ea typeface="Cambria Math" panose="02040503050406030204" pitchFamily="18" charset="0"/>
                            </a:rPr>
                          </m:ctrlPr>
                        </m:dPr>
                        <m:e>
                          <m:sSub>
                            <m:sSubPr>
                              <m:ctrlPr>
                                <a:rPr lang="en-US" sz="2000" b="1" i="1">
                                  <a:latin typeface="Cambria Math" panose="02040503050406030204" pitchFamily="18" charset="0"/>
                                  <a:ea typeface="Cambria Math" panose="02040503050406030204" pitchFamily="18" charset="0"/>
                                </a:rPr>
                              </m:ctrlPr>
                            </m:sSubPr>
                            <m:e>
                              <m:r>
                                <a:rPr lang="en-US" sz="2000" b="1" i="1">
                                  <a:latin typeface="Cambria Math" panose="02040503050406030204" pitchFamily="18" charset="0"/>
                                  <a:ea typeface="Cambria Math" panose="02040503050406030204" pitchFamily="18" charset="0"/>
                                </a:rPr>
                                <m:t>𝑬</m:t>
                              </m:r>
                            </m:e>
                            <m:sub>
                              <m:r>
                                <a:rPr lang="en-US" sz="2000" b="1" i="1" smtClean="0">
                                  <a:latin typeface="Cambria Math" panose="02040503050406030204" pitchFamily="18" charset="0"/>
                                  <a:ea typeface="Cambria Math" panose="02040503050406030204" pitchFamily="18" charset="0"/>
                                </a:rPr>
                                <m:t>𝟐</m:t>
                              </m:r>
                            </m:sub>
                          </m:sSub>
                        </m:e>
                      </m:d>
                      <m:r>
                        <a:rPr lang="en-US" sz="2000" b="1" i="1">
                          <a:latin typeface="Cambria Math" panose="02040503050406030204" pitchFamily="18" charset="0"/>
                          <a:ea typeface="Cambria Math" panose="02040503050406030204" pitchFamily="18" charset="0"/>
                        </a:rPr>
                        <m:t>+</m:t>
                      </m:r>
                      <m:r>
                        <a:rPr lang="en-US" sz="2000" b="1" i="1" smtClean="0">
                          <a:latin typeface="Cambria Math" panose="02040503050406030204" pitchFamily="18" charset="0"/>
                          <a:ea typeface="Cambria Math" panose="02040503050406030204" pitchFamily="18" charset="0"/>
                        </a:rPr>
                        <m:t>…</m:t>
                      </m:r>
                      <m:r>
                        <a:rPr lang="en-US" sz="2000" b="1" i="1">
                          <a:latin typeface="Cambria Math" panose="02040503050406030204" pitchFamily="18" charset="0"/>
                          <a:ea typeface="Cambria Math" panose="02040503050406030204" pitchFamily="18" charset="0"/>
                        </a:rPr>
                        <m:t>𝑷</m:t>
                      </m:r>
                      <m:d>
                        <m:dPr>
                          <m:ctrlPr>
                            <a:rPr lang="en-US" sz="2000" b="1" i="1">
                              <a:latin typeface="Cambria Math" panose="02040503050406030204" pitchFamily="18" charset="0"/>
                              <a:ea typeface="Cambria Math" panose="02040503050406030204" pitchFamily="18" charset="0"/>
                            </a:rPr>
                          </m:ctrlPr>
                        </m:dPr>
                        <m:e>
                          <m:sSub>
                            <m:sSubPr>
                              <m:ctrlPr>
                                <a:rPr lang="en-US" sz="2000" b="1" i="1">
                                  <a:latin typeface="Cambria Math" panose="02040503050406030204" pitchFamily="18" charset="0"/>
                                  <a:ea typeface="Cambria Math" panose="02040503050406030204" pitchFamily="18" charset="0"/>
                                </a:rPr>
                              </m:ctrlPr>
                            </m:sSubPr>
                            <m:e>
                              <m:r>
                                <a:rPr lang="en-US" sz="2000" b="1" i="1">
                                  <a:latin typeface="Cambria Math" panose="02040503050406030204" pitchFamily="18" charset="0"/>
                                  <a:ea typeface="Cambria Math" panose="02040503050406030204" pitchFamily="18" charset="0"/>
                                </a:rPr>
                                <m:t>𝑬</m:t>
                              </m:r>
                            </m:e>
                            <m:sub>
                              <m:r>
                                <a:rPr lang="en-US" sz="2000" b="1" i="1" smtClean="0">
                                  <a:latin typeface="Cambria Math" panose="02040503050406030204" pitchFamily="18" charset="0"/>
                                  <a:ea typeface="Cambria Math" panose="02040503050406030204" pitchFamily="18" charset="0"/>
                                </a:rPr>
                                <m:t>𝒏</m:t>
                              </m:r>
                            </m:sub>
                          </m:sSub>
                        </m:e>
                      </m:d>
                      <m:r>
                        <a:rPr lang="en-US" sz="2000" b="1" i="1" smtClean="0">
                          <a:latin typeface="Cambria Math" panose="02040503050406030204" pitchFamily="18" charset="0"/>
                          <a:ea typeface="Cambria Math" panose="02040503050406030204" pitchFamily="18" charset="0"/>
                        </a:rPr>
                        <m:t>=</m:t>
                      </m:r>
                      <m:r>
                        <a:rPr lang="en-US" sz="2000" b="1" i="1" smtClean="0">
                          <a:latin typeface="Cambria Math" panose="02040503050406030204" pitchFamily="18" charset="0"/>
                          <a:ea typeface="Cambria Math" panose="02040503050406030204" pitchFamily="18" charset="0"/>
                        </a:rPr>
                        <m:t>𝟏</m:t>
                      </m:r>
                    </m:oMath>
                  </m:oMathPara>
                </a14:m>
                <a:endParaRPr lang="en-US" sz="2000" b="1" dirty="0"/>
              </a:p>
              <a:p>
                <a:pPr marL="914400">
                  <a:spcBef>
                    <a:spcPts val="600"/>
                  </a:spcBef>
                  <a:spcAft>
                    <a:spcPts val="0"/>
                  </a:spcAft>
                </a:pPr>
                <a:r>
                  <a:rPr lang="en-US" sz="2000" dirty="0"/>
                  <a:t>where </a:t>
                </a:r>
                <a14:m>
                  <m:oMath xmlns:m="http://schemas.openxmlformats.org/officeDocument/2006/math">
                    <m:r>
                      <a:rPr lang="en-US" sz="2000" i="1" dirty="0" smtClean="0">
                        <a:latin typeface="Cambria Math" panose="02040503050406030204" pitchFamily="18" charset="0"/>
                      </a:rPr>
                      <m:t>𝑛</m:t>
                    </m:r>
                  </m:oMath>
                </a14:m>
                <a:r>
                  <a:rPr lang="en-US" sz="2000" dirty="0"/>
                  <a:t> is the number of experimental outcomes.</a:t>
                </a:r>
              </a:p>
              <a:p>
                <a:pPr>
                  <a:spcAft>
                    <a:spcPts val="0"/>
                  </a:spcAft>
                </a:pPr>
                <a:r>
                  <a:rPr lang="en-US" sz="2000" dirty="0"/>
                  <a:t>There are three methods of assigning probabilities:</a:t>
                </a:r>
              </a:p>
              <a:p>
                <a:pPr marL="512763" indent="-284163">
                  <a:spcBef>
                    <a:spcPts val="600"/>
                  </a:spcBef>
                  <a:spcAft>
                    <a:spcPts val="0"/>
                  </a:spcAft>
                  <a:buFont typeface="Arial" panose="020B0604020202020204" pitchFamily="34" charset="0"/>
                  <a:buChar char="•"/>
                </a:pPr>
                <a:r>
                  <a:rPr lang="en-US" sz="2000" dirty="0"/>
                  <a:t>The </a:t>
                </a:r>
                <a:r>
                  <a:rPr lang="en-US" sz="2000" b="1" dirty="0"/>
                  <a:t>classical method</a:t>
                </a:r>
                <a:r>
                  <a:rPr lang="en-US" sz="2000" dirty="0"/>
                  <a:t>, is based on the assumption of equally likely outcomes.</a:t>
                </a:r>
              </a:p>
              <a:p>
                <a:pPr marL="512763" indent="-284163">
                  <a:spcBef>
                    <a:spcPts val="600"/>
                  </a:spcBef>
                  <a:spcAft>
                    <a:spcPts val="0"/>
                  </a:spcAft>
                  <a:buFont typeface="Arial" panose="020B0604020202020204" pitchFamily="34" charset="0"/>
                  <a:buChar char="•"/>
                </a:pPr>
                <a:r>
                  <a:rPr lang="en-US" sz="2000" dirty="0"/>
                  <a:t>The </a:t>
                </a:r>
                <a:r>
                  <a:rPr lang="en-US" sz="2000" b="1" dirty="0">
                    <a:solidFill>
                      <a:srgbClr val="FF0000"/>
                    </a:solidFill>
                  </a:rPr>
                  <a:t>relative frequency</a:t>
                </a:r>
                <a:r>
                  <a:rPr lang="en-US" sz="2000" dirty="0"/>
                  <a:t> </a:t>
                </a:r>
                <a:r>
                  <a:rPr lang="en-US" sz="2000" b="1" dirty="0"/>
                  <a:t>method</a:t>
                </a:r>
                <a:r>
                  <a:rPr lang="en-US" sz="2000" dirty="0"/>
                  <a:t>, based on relative frequencies of </a:t>
                </a:r>
                <a:r>
                  <a:rPr lang="en-US" sz="2000" dirty="0">
                    <a:solidFill>
                      <a:srgbClr val="FF0000"/>
                    </a:solidFill>
                  </a:rPr>
                  <a:t>occurrence</a:t>
                </a:r>
                <a:r>
                  <a:rPr lang="en-US" sz="2000" dirty="0"/>
                  <a:t> from experimental or historical data.</a:t>
                </a:r>
              </a:p>
              <a:p>
                <a:pPr marL="512763" indent="-284163">
                  <a:spcBef>
                    <a:spcPts val="600"/>
                  </a:spcBef>
                  <a:spcAft>
                    <a:spcPts val="0"/>
                  </a:spcAft>
                  <a:buFont typeface="Arial" panose="020B0604020202020204" pitchFamily="34" charset="0"/>
                  <a:buChar char="•"/>
                </a:pPr>
                <a:r>
                  <a:rPr lang="en-US" sz="2000" dirty="0"/>
                  <a:t>The </a:t>
                </a:r>
                <a:r>
                  <a:rPr lang="en-US" sz="2000" b="1" dirty="0"/>
                  <a:t>subjective method</a:t>
                </a:r>
                <a:r>
                  <a:rPr lang="en-US" sz="2000" dirty="0"/>
                  <a:t>, based on experience or intuition when no data are available.</a:t>
                </a:r>
              </a:p>
            </p:txBody>
          </p:sp>
        </mc:Choice>
        <mc:Fallback xmlns="">
          <p:sp>
            <p:nvSpPr>
              <p:cNvPr id="3" name="Text Placeholder 2">
                <a:extLst>
                  <a:ext uri="{FF2B5EF4-FFF2-40B4-BE49-F238E27FC236}">
                    <a16:creationId xmlns:a16="http://schemas.microsoft.com/office/drawing/2014/main" id="{6C5A17A9-E204-2C03-A62D-99D1BD497A64}"/>
                  </a:ext>
                </a:extLst>
              </p:cNvPr>
              <p:cNvSpPr>
                <a:spLocks noGrp="1" noRot="1" noChangeAspect="1" noMove="1" noResize="1" noEditPoints="1" noAdjustHandles="1" noChangeArrowheads="1" noChangeShapeType="1" noTextEdit="1"/>
              </p:cNvSpPr>
              <p:nvPr>
                <p:ph type="body" sz="quarter" idx="15"/>
              </p:nvPr>
            </p:nvSpPr>
            <p:spPr>
              <a:xfrm>
                <a:off x="743576" y="1277008"/>
                <a:ext cx="10711543" cy="4587764"/>
              </a:xfrm>
              <a:blipFill>
                <a:blip r:embed="rId2"/>
                <a:stretch>
                  <a:fillRect l="-1480" t="-1594" b="-9827"/>
                </a:stretch>
              </a:blipFill>
            </p:spPr>
            <p:txBody>
              <a:bodyPr/>
              <a:lstStyle/>
              <a:p>
                <a:r>
                  <a:rPr lang="en-US">
                    <a:noFill/>
                  </a:rPr>
                  <a:t> </a:t>
                </a:r>
              </a:p>
            </p:txBody>
          </p:sp>
        </mc:Fallback>
      </mc:AlternateContent>
    </p:spTree>
    <p:extLst>
      <p:ext uri="{BB962C8B-B14F-4D97-AF65-F5344CB8AC3E}">
        <p14:creationId xmlns:p14="http://schemas.microsoft.com/office/powerpoint/2010/main" val="345898265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31F1E3-BA00-3108-26F6-C23C391BB3D4}"/>
              </a:ext>
            </a:extLst>
          </p:cNvPr>
          <p:cNvSpPr>
            <a:spLocks noGrp="1"/>
          </p:cNvSpPr>
          <p:nvPr>
            <p:ph type="title"/>
          </p:nvPr>
        </p:nvSpPr>
        <p:spPr/>
        <p:txBody>
          <a:bodyPr/>
          <a:lstStyle/>
          <a:p>
            <a:r>
              <a:rPr lang="en-US" dirty="0"/>
              <a:t>4.1 Assigning Probabilities for the KP&amp;L Project</a:t>
            </a:r>
          </a:p>
        </p:txBody>
      </p:sp>
      <p:sp>
        <p:nvSpPr>
          <p:cNvPr id="3" name="Text Placeholder 2">
            <a:extLst>
              <a:ext uri="{FF2B5EF4-FFF2-40B4-BE49-F238E27FC236}">
                <a16:creationId xmlns:a16="http://schemas.microsoft.com/office/drawing/2014/main" id="{EA5E2E8B-0927-0716-C795-8356FCEBF40A}"/>
              </a:ext>
            </a:extLst>
          </p:cNvPr>
          <p:cNvSpPr>
            <a:spLocks noGrp="1"/>
          </p:cNvSpPr>
          <p:nvPr>
            <p:ph type="body" sz="quarter" idx="15"/>
          </p:nvPr>
        </p:nvSpPr>
        <p:spPr>
          <a:xfrm>
            <a:off x="793194" y="1460533"/>
            <a:ext cx="10607040" cy="1420690"/>
          </a:xfrm>
        </p:spPr>
        <p:txBody>
          <a:bodyPr>
            <a:normAutofit/>
          </a:bodyPr>
          <a:lstStyle/>
          <a:p>
            <a:pPr>
              <a:lnSpc>
                <a:spcPct val="100000"/>
              </a:lnSpc>
              <a:spcBef>
                <a:spcPts val="600"/>
              </a:spcBef>
            </a:pPr>
            <a:r>
              <a:rPr lang="en-US" sz="2000" dirty="0"/>
              <a:t>Using experience and judgment, KP&amp;L management concluded that not all the outcomes were equally likely. Thus, the classical method could not be used.</a:t>
            </a:r>
          </a:p>
          <a:p>
            <a:pPr>
              <a:lnSpc>
                <a:spcPct val="100000"/>
              </a:lnSpc>
              <a:spcBef>
                <a:spcPts val="600"/>
              </a:spcBef>
            </a:pPr>
            <a:r>
              <a:rPr lang="en-US" sz="2000" dirty="0"/>
              <a:t>A study on the completion times of 40 similar projects undertaken over the past three years revealed the frequency distribution shown.</a:t>
            </a:r>
          </a:p>
        </p:txBody>
      </p:sp>
      <mc:AlternateContent xmlns:mc="http://schemas.openxmlformats.org/markup-compatibility/2006" xmlns:a14="http://schemas.microsoft.com/office/drawing/2010/main">
        <mc:Choice Requires="a14">
          <p:sp>
            <p:nvSpPr>
              <p:cNvPr id="5" name="Text Placeholder 4">
                <a:extLst>
                  <a:ext uri="{FF2B5EF4-FFF2-40B4-BE49-F238E27FC236}">
                    <a16:creationId xmlns:a16="http://schemas.microsoft.com/office/drawing/2014/main" id="{1A934BD0-02C7-6D45-14F3-BF78C6C816CD}"/>
                  </a:ext>
                </a:extLst>
              </p:cNvPr>
              <p:cNvSpPr>
                <a:spLocks noGrp="1"/>
              </p:cNvSpPr>
              <p:nvPr>
                <p:ph type="body" sz="quarter" idx="18"/>
              </p:nvPr>
            </p:nvSpPr>
            <p:spPr>
              <a:xfrm>
                <a:off x="791766" y="2838093"/>
                <a:ext cx="3756171" cy="2843784"/>
              </a:xfrm>
            </p:spPr>
            <p:txBody>
              <a:bodyPr>
                <a:normAutofit fontScale="92500"/>
              </a:bodyPr>
              <a:lstStyle/>
              <a:p>
                <a:pPr>
                  <a:lnSpc>
                    <a:spcPct val="100000"/>
                  </a:lnSpc>
                  <a:spcBef>
                    <a:spcPts val="600"/>
                  </a:spcBef>
                  <a:spcAft>
                    <a:spcPts val="0"/>
                  </a:spcAft>
                </a:pPr>
                <a:r>
                  <a:rPr lang="en-US" sz="2000" dirty="0"/>
                  <a:t>Using the empirical method, we can assign the probabilities to each of the nine outcomes.</a:t>
                </a:r>
              </a:p>
              <a:p>
                <a:pPr>
                  <a:lnSpc>
                    <a:spcPct val="100000"/>
                  </a:lnSpc>
                  <a:spcBef>
                    <a:spcPts val="600"/>
                  </a:spcBef>
                  <a:spcAft>
                    <a:spcPts val="600"/>
                  </a:spcAft>
                </a:pPr>
                <a:r>
                  <a:rPr lang="en-US" sz="2000" dirty="0"/>
                  <a:t>For example, sample point (2, 6) on the top row, with an expected completion time of 8 months, has probability:</a:t>
                </a:r>
                <a:endParaRPr lang="en-US" sz="2000" b="0" i="1" dirty="0">
                  <a:latin typeface="Cambria Math" panose="02040503050406030204" pitchFamily="18" charset="0"/>
                </a:endParaRPr>
              </a:p>
              <a:p>
                <a:pPr marL="457200">
                  <a:lnSpc>
                    <a:spcPct val="100000"/>
                  </a:lnSpc>
                  <a:spcBef>
                    <a:spcPts val="600"/>
                  </a:spcBef>
                  <a:spcAft>
                    <a:spcPts val="600"/>
                  </a:spcAft>
                </a:pPr>
                <a14:m>
                  <m:oMathPara xmlns:m="http://schemas.openxmlformats.org/officeDocument/2006/math">
                    <m:oMathParaPr>
                      <m:jc m:val="left"/>
                    </m:oMathParaPr>
                    <m:oMath xmlns:m="http://schemas.openxmlformats.org/officeDocument/2006/math">
                      <m:r>
                        <a:rPr lang="en-US" sz="2000" b="0" i="1" smtClean="0">
                          <a:latin typeface="Cambria Math" panose="02040503050406030204" pitchFamily="18" charset="0"/>
                        </a:rPr>
                        <m:t>𝑃</m:t>
                      </m:r>
                      <m:d>
                        <m:dPr>
                          <m:ctrlPr>
                            <a:rPr lang="en-US" sz="2000" b="0" i="1" smtClean="0">
                              <a:latin typeface="Cambria Math" panose="02040503050406030204" pitchFamily="18" charset="0"/>
                            </a:rPr>
                          </m:ctrlPr>
                        </m:dPr>
                        <m:e>
                          <m:r>
                            <a:rPr lang="en-US" sz="2000" b="0" i="1" smtClean="0">
                              <a:latin typeface="Cambria Math" panose="02040503050406030204" pitchFamily="18" charset="0"/>
                            </a:rPr>
                            <m:t>2, 6</m:t>
                          </m:r>
                        </m:e>
                      </m:d>
                      <m:r>
                        <a:rPr lang="en-US" sz="2000" b="0" i="1" smtClean="0">
                          <a:latin typeface="Cambria Math" panose="02040503050406030204" pitchFamily="18" charset="0"/>
                        </a:rPr>
                        <m:t>=</m:t>
                      </m:r>
                      <m:f>
                        <m:fPr>
                          <m:type m:val="lin"/>
                          <m:ctrlPr>
                            <a:rPr lang="en-US" sz="2000" b="0" i="1" smtClean="0">
                              <a:latin typeface="Cambria Math" panose="02040503050406030204" pitchFamily="18" charset="0"/>
                            </a:rPr>
                          </m:ctrlPr>
                        </m:fPr>
                        <m:num>
                          <m:r>
                            <a:rPr lang="en-US" sz="2000" b="0" i="1" smtClean="0">
                              <a:latin typeface="Cambria Math" panose="02040503050406030204" pitchFamily="18" charset="0"/>
                            </a:rPr>
                            <m:t>6</m:t>
                          </m:r>
                        </m:num>
                        <m:den>
                          <m:r>
                            <a:rPr lang="en-US" sz="2000" b="0" i="1" smtClean="0">
                              <a:latin typeface="Cambria Math" panose="02040503050406030204" pitchFamily="18" charset="0"/>
                            </a:rPr>
                            <m:t>40</m:t>
                          </m:r>
                        </m:den>
                      </m:f>
                      <m:r>
                        <a:rPr lang="en-US" sz="2000" b="0" i="1" smtClean="0">
                          <a:latin typeface="Cambria Math" panose="02040503050406030204" pitchFamily="18" charset="0"/>
                        </a:rPr>
                        <m:t>=0.15</m:t>
                      </m:r>
                    </m:oMath>
                  </m:oMathPara>
                </a14:m>
                <a:endParaRPr lang="en-US" sz="2000" dirty="0"/>
              </a:p>
            </p:txBody>
          </p:sp>
        </mc:Choice>
        <mc:Fallback xmlns="">
          <p:sp>
            <p:nvSpPr>
              <p:cNvPr id="5" name="Text Placeholder 4">
                <a:extLst>
                  <a:ext uri="{FF2B5EF4-FFF2-40B4-BE49-F238E27FC236}">
                    <a16:creationId xmlns:a16="http://schemas.microsoft.com/office/drawing/2014/main" id="{1A934BD0-02C7-6D45-14F3-BF78C6C816CD}"/>
                  </a:ext>
                </a:extLst>
              </p:cNvPr>
              <p:cNvSpPr>
                <a:spLocks noGrp="1" noRot="1" noChangeAspect="1" noMove="1" noResize="1" noEditPoints="1" noAdjustHandles="1" noChangeArrowheads="1" noChangeShapeType="1" noTextEdit="1"/>
              </p:cNvSpPr>
              <p:nvPr>
                <p:ph type="body" sz="quarter" idx="18"/>
              </p:nvPr>
            </p:nvSpPr>
            <p:spPr>
              <a:xfrm>
                <a:off x="791766" y="2838093"/>
                <a:ext cx="3756171" cy="2843784"/>
              </a:xfrm>
              <a:blipFill>
                <a:blip r:embed="rId2"/>
                <a:stretch>
                  <a:fillRect l="-4058" t="-3004" r="-162"/>
                </a:stretch>
              </a:blipFill>
            </p:spPr>
            <p:txBody>
              <a:bodyPr/>
              <a:lstStyle/>
              <a:p>
                <a:r>
                  <a:rPr lang="en-US">
                    <a:noFill/>
                  </a:rPr>
                  <a:t> </a:t>
                </a:r>
              </a:p>
            </p:txBody>
          </p:sp>
        </mc:Fallback>
      </mc:AlternateContent>
      <p:graphicFrame>
        <p:nvGraphicFramePr>
          <p:cNvPr id="7" name="Table Placeholder 6">
            <a:extLst>
              <a:ext uri="{FF2B5EF4-FFF2-40B4-BE49-F238E27FC236}">
                <a16:creationId xmlns:a16="http://schemas.microsoft.com/office/drawing/2014/main" id="{415A6CD2-2BF9-6A76-0A6F-E1FC044D0E20}"/>
              </a:ext>
            </a:extLst>
          </p:cNvPr>
          <p:cNvGraphicFramePr>
            <a:graphicFrameLocks noGrp="1"/>
          </p:cNvGraphicFramePr>
          <p:nvPr>
            <p:ph type="tbl" sz="quarter" idx="22"/>
            <p:extLst>
              <p:ext uri="{D42A27DB-BD31-4B8C-83A1-F6EECF244321}">
                <p14:modId xmlns:p14="http://schemas.microsoft.com/office/powerpoint/2010/main" val="1514679988"/>
              </p:ext>
            </p:extLst>
          </p:nvPr>
        </p:nvGraphicFramePr>
        <p:xfrm>
          <a:off x="4547937" y="2881223"/>
          <a:ext cx="7471610" cy="3411920"/>
        </p:xfrm>
        <a:graphic>
          <a:graphicData uri="http://schemas.openxmlformats.org/drawingml/2006/table">
            <a:tbl>
              <a:tblPr firstRow="1">
                <a:tableStyleId>{5C22544A-7EE6-4342-B048-85BDC9FD1C3A}</a:tableStyleId>
              </a:tblPr>
              <a:tblGrid>
                <a:gridCol w="1479884">
                  <a:extLst>
                    <a:ext uri="{9D8B030D-6E8A-4147-A177-3AD203B41FA5}">
                      <a16:colId xmlns:a16="http://schemas.microsoft.com/office/drawing/2014/main" val="1124974326"/>
                    </a:ext>
                  </a:extLst>
                </a:gridCol>
                <a:gridCol w="1215190">
                  <a:extLst>
                    <a:ext uri="{9D8B030D-6E8A-4147-A177-3AD203B41FA5}">
                      <a16:colId xmlns:a16="http://schemas.microsoft.com/office/drawing/2014/main" val="3948572283"/>
                    </a:ext>
                  </a:extLst>
                </a:gridCol>
                <a:gridCol w="757989">
                  <a:extLst>
                    <a:ext uri="{9D8B030D-6E8A-4147-A177-3AD203B41FA5}">
                      <a16:colId xmlns:a16="http://schemas.microsoft.com/office/drawing/2014/main" val="2325362050"/>
                    </a:ext>
                  </a:extLst>
                </a:gridCol>
                <a:gridCol w="1094874">
                  <a:extLst>
                    <a:ext uri="{9D8B030D-6E8A-4147-A177-3AD203B41FA5}">
                      <a16:colId xmlns:a16="http://schemas.microsoft.com/office/drawing/2014/main" val="357685364"/>
                    </a:ext>
                  </a:extLst>
                </a:gridCol>
                <a:gridCol w="1431758">
                  <a:extLst>
                    <a:ext uri="{9D8B030D-6E8A-4147-A177-3AD203B41FA5}">
                      <a16:colId xmlns:a16="http://schemas.microsoft.com/office/drawing/2014/main" val="2529038188"/>
                    </a:ext>
                  </a:extLst>
                </a:gridCol>
                <a:gridCol w="1491915">
                  <a:extLst>
                    <a:ext uri="{9D8B030D-6E8A-4147-A177-3AD203B41FA5}">
                      <a16:colId xmlns:a16="http://schemas.microsoft.com/office/drawing/2014/main" val="1395208367"/>
                    </a:ext>
                  </a:extLst>
                </a:gridCol>
              </a:tblGrid>
              <a:tr h="229940">
                <a:tc>
                  <a:txBody>
                    <a:bodyPr/>
                    <a:lstStyle/>
                    <a:p>
                      <a:pPr algn="ctr" fontAlgn="b"/>
                      <a:r>
                        <a:rPr lang="en-US" sz="1400" b="1" u="none" strike="noStrike" dirty="0">
                          <a:solidFill>
                            <a:srgbClr val="0070C0"/>
                          </a:solidFill>
                          <a:effectLst/>
                        </a:rPr>
                        <a:t>Completion Time (months)</a:t>
                      </a:r>
                      <a:endParaRPr lang="en-US" sz="1400" b="1" i="0" u="none" strike="noStrike" dirty="0">
                        <a:solidFill>
                          <a:srgbClr val="000000"/>
                        </a:solidFill>
                        <a:effectLst/>
                        <a:latin typeface="Calibri" panose="020F0502020204030204" pitchFamily="34" charset="0"/>
                      </a:endParaRPr>
                    </a:p>
                  </a:txBody>
                  <a:tcPr marL="0" marR="0" marT="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4DE"/>
                    </a:solidFill>
                  </a:tcPr>
                </a:tc>
                <a:tc>
                  <a:txBody>
                    <a:bodyPr/>
                    <a:lstStyle/>
                    <a:p>
                      <a:pPr algn="ctr" fontAlgn="b"/>
                      <a:endParaRPr lang="en-US" sz="1400" b="1" i="0" u="none" strike="noStrike" dirty="0">
                        <a:solidFill>
                          <a:srgbClr val="000000"/>
                        </a:solidFill>
                        <a:effectLst/>
                        <a:latin typeface="Calibri" panose="020F0502020204030204" pitchFamily="34" charset="0"/>
                      </a:endParaRPr>
                    </a:p>
                  </a:txBody>
                  <a:tcPr marL="0" marR="0" marT="0" anchor="b">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4DE"/>
                    </a:solidFill>
                  </a:tcPr>
                </a:tc>
                <a:tc>
                  <a:txBody>
                    <a:bodyPr/>
                    <a:lstStyle/>
                    <a:p>
                      <a:pPr algn="ctr" fontAlgn="b"/>
                      <a:endParaRPr lang="en-US" sz="1400" b="1" i="0" u="none" strike="noStrike" dirty="0">
                        <a:solidFill>
                          <a:srgbClr val="000000"/>
                        </a:solidFill>
                        <a:effectLst/>
                        <a:latin typeface="Calibri" panose="020F0502020204030204" pitchFamily="34" charset="0"/>
                      </a:endParaRPr>
                    </a:p>
                  </a:txBody>
                  <a:tcPr marL="0" marR="0" marT="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4DE"/>
                    </a:solidFill>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endParaRPr lang="en-US" sz="1400" b="1" i="0" u="none" strike="noStrike" dirty="0">
                        <a:solidFill>
                          <a:srgbClr val="000000"/>
                        </a:solidFill>
                        <a:effectLst/>
                        <a:latin typeface="Calibri" panose="020F0502020204030204" pitchFamily="34" charset="0"/>
                      </a:endParaRPr>
                    </a:p>
                  </a:txBody>
                  <a:tcPr marL="0" marR="0" marT="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4DE"/>
                    </a:solidFill>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endParaRPr lang="en-US" sz="1400" b="1" i="0" u="none" strike="noStrike" dirty="0">
                        <a:solidFill>
                          <a:srgbClr val="000000"/>
                        </a:solidFill>
                        <a:effectLst/>
                        <a:latin typeface="Calibri" panose="020F0502020204030204" pitchFamily="34" charset="0"/>
                      </a:endParaRPr>
                    </a:p>
                  </a:txBody>
                  <a:tcPr marL="0" marR="0" marT="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4DE"/>
                    </a:solidFill>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endParaRPr lang="en-US" sz="1400" b="1" i="0" u="none" strike="noStrike" dirty="0">
                        <a:solidFill>
                          <a:srgbClr val="000000"/>
                        </a:solidFill>
                        <a:effectLst/>
                        <a:latin typeface="Calibri" panose="020F0502020204030204" pitchFamily="34" charset="0"/>
                      </a:endParaRPr>
                    </a:p>
                  </a:txBody>
                  <a:tcPr marL="0" marR="0" marT="0" marB="0" anchor="b">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4DE"/>
                    </a:solidFill>
                  </a:tcPr>
                </a:tc>
                <a:extLst>
                  <a:ext uri="{0D108BD9-81ED-4DB2-BD59-A6C34878D82A}">
                    <a16:rowId xmlns:a16="http://schemas.microsoft.com/office/drawing/2014/main" val="759069161"/>
                  </a:ext>
                </a:extLst>
              </a:tr>
              <a:tr h="229940">
                <a:tc>
                  <a:txBody>
                    <a:bodyPr/>
                    <a:lstStyle/>
                    <a:p>
                      <a:pPr algn="ctr" fontAlgn="b"/>
                      <a:r>
                        <a:rPr lang="en-US" sz="1400" b="1" u="none" strike="noStrike" dirty="0">
                          <a:solidFill>
                            <a:srgbClr val="000000"/>
                          </a:solidFill>
                          <a:effectLst/>
                        </a:rPr>
                        <a:t>Stage 1 Design</a:t>
                      </a:r>
                      <a:endParaRPr lang="en-US" sz="1400" b="1" i="0" u="none" strike="noStrike" dirty="0">
                        <a:solidFill>
                          <a:srgbClr val="000000"/>
                        </a:solidFill>
                        <a:effectLst/>
                        <a:latin typeface="Calibri" panose="020F0502020204030204" pitchFamily="34" charset="0"/>
                      </a:endParaRPr>
                    </a:p>
                  </a:txBody>
                  <a:tcPr marL="0" marR="0" marT="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4DE"/>
                    </a:solidFill>
                  </a:tcPr>
                </a:tc>
                <a:tc>
                  <a:txBody>
                    <a:bodyPr/>
                    <a:lstStyle/>
                    <a:p>
                      <a:pPr algn="ctr" fontAlgn="b"/>
                      <a:r>
                        <a:rPr lang="en-US" sz="1400" b="1" u="none" strike="noStrike" dirty="0">
                          <a:solidFill>
                            <a:srgbClr val="000000"/>
                          </a:solidFill>
                          <a:effectLst/>
                        </a:rPr>
                        <a:t>Stage 2</a:t>
                      </a:r>
                    </a:p>
                    <a:p>
                      <a:pPr algn="ctr" fontAlgn="b"/>
                      <a:r>
                        <a:rPr lang="en-US" sz="1400" b="1" i="0" u="none" strike="noStrike" dirty="0">
                          <a:solidFill>
                            <a:srgbClr val="000000"/>
                          </a:solidFill>
                          <a:effectLst/>
                          <a:latin typeface="Calibri" panose="020F0502020204030204" pitchFamily="34" charset="0"/>
                        </a:rPr>
                        <a:t>Construction</a:t>
                      </a:r>
                    </a:p>
                  </a:txBody>
                  <a:tcPr marL="0" marR="0" marT="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4DE"/>
                    </a:solidFill>
                  </a:tcPr>
                </a:tc>
                <a:tc>
                  <a:txBody>
                    <a:bodyPr/>
                    <a:lstStyle/>
                    <a:p>
                      <a:pPr algn="ctr" fontAlgn="b"/>
                      <a:r>
                        <a:rPr lang="en-US" sz="1400" b="1" u="none" strike="noStrike" dirty="0">
                          <a:solidFill>
                            <a:srgbClr val="000000"/>
                          </a:solidFill>
                          <a:effectLst/>
                        </a:rPr>
                        <a:t>Sample Point </a:t>
                      </a:r>
                      <a:endParaRPr lang="en-US" sz="1400" b="1" i="0" u="none" strike="noStrike" dirty="0">
                        <a:solidFill>
                          <a:srgbClr val="000000"/>
                        </a:solidFill>
                        <a:effectLst/>
                        <a:latin typeface="Calibri" panose="020F0502020204030204" pitchFamily="34" charset="0"/>
                      </a:endParaRPr>
                    </a:p>
                  </a:txBody>
                  <a:tcPr marL="0" marR="0" marT="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4DE"/>
                    </a:solidFill>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1400" b="1" u="none" strike="noStrike" dirty="0">
                          <a:solidFill>
                            <a:srgbClr val="000000"/>
                          </a:solidFill>
                          <a:effectLst/>
                        </a:rPr>
                        <a:t>Project Completion Time (months)</a:t>
                      </a:r>
                      <a:endParaRPr lang="en-US" sz="1400" b="1" i="0" u="none" strike="noStrike" dirty="0">
                        <a:solidFill>
                          <a:srgbClr val="000000"/>
                        </a:solidFill>
                        <a:effectLst/>
                        <a:latin typeface="Calibri" panose="020F0502020204030204" pitchFamily="34" charset="0"/>
                      </a:endParaRPr>
                    </a:p>
                  </a:txBody>
                  <a:tcPr marL="0" marR="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4DE"/>
                    </a:solidFill>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1400" b="1" u="none" strike="noStrike" dirty="0">
                          <a:solidFill>
                            <a:srgbClr val="000000"/>
                          </a:solidFill>
                          <a:effectLst/>
                        </a:rPr>
                        <a:t>Number of Past Projects with this completion time </a:t>
                      </a:r>
                      <a:endParaRPr lang="en-US" sz="1400" b="1" i="0" u="none" strike="noStrike" dirty="0">
                        <a:solidFill>
                          <a:srgbClr val="000000"/>
                        </a:solidFill>
                        <a:effectLst/>
                        <a:latin typeface="Calibri" panose="020F0502020204030204" pitchFamily="34" charset="0"/>
                      </a:endParaRPr>
                    </a:p>
                  </a:txBody>
                  <a:tcPr marL="0" marR="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4DE"/>
                    </a:solidFill>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1400" b="1" u="none" strike="noStrike" dirty="0">
                          <a:solidFill>
                            <a:srgbClr val="000000"/>
                          </a:solidFill>
                          <a:effectLst/>
                        </a:rPr>
                        <a:t>Probability of Sample Point</a:t>
                      </a:r>
                      <a:endParaRPr lang="en-US" sz="1400" b="1" i="0" u="none" strike="noStrike" dirty="0">
                        <a:solidFill>
                          <a:srgbClr val="000000"/>
                        </a:solidFill>
                        <a:effectLst/>
                        <a:latin typeface="Calibri" panose="020F0502020204030204" pitchFamily="34" charset="0"/>
                      </a:endParaRPr>
                    </a:p>
                  </a:txBody>
                  <a:tcPr marL="0" marR="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4DE"/>
                    </a:solidFill>
                  </a:tcPr>
                </a:tc>
                <a:extLst>
                  <a:ext uri="{0D108BD9-81ED-4DB2-BD59-A6C34878D82A}">
                    <a16:rowId xmlns:a16="http://schemas.microsoft.com/office/drawing/2014/main" val="1680082882"/>
                  </a:ext>
                </a:extLst>
              </a:tr>
              <a:tr h="229940">
                <a:tc>
                  <a:txBody>
                    <a:bodyPr/>
                    <a:lstStyle/>
                    <a:p>
                      <a:pPr algn="ctr" fontAlgn="b"/>
                      <a:r>
                        <a:rPr lang="en-US" sz="1400" u="none" strike="noStrike">
                          <a:solidFill>
                            <a:srgbClr val="000000"/>
                          </a:solidFill>
                          <a:effectLst/>
                        </a:rPr>
                        <a:t>2</a:t>
                      </a:r>
                      <a:endParaRPr lang="en-US" sz="1400" b="0" i="0" u="none" strike="noStrike">
                        <a:solidFill>
                          <a:srgbClr val="000000"/>
                        </a:solidFill>
                        <a:effectLst/>
                        <a:latin typeface="Calibri" panose="020F0502020204030204" pitchFamily="34" charset="0"/>
                      </a:endParaRPr>
                    </a:p>
                  </a:txBody>
                  <a:tcPr marL="0" marR="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4DE"/>
                    </a:solidFill>
                  </a:tcPr>
                </a:tc>
                <a:tc>
                  <a:txBody>
                    <a:bodyPr/>
                    <a:lstStyle/>
                    <a:p>
                      <a:pPr algn="ctr" fontAlgn="b"/>
                      <a:r>
                        <a:rPr lang="en-US" sz="1400" u="none" strike="noStrike" dirty="0">
                          <a:solidFill>
                            <a:srgbClr val="000000"/>
                          </a:solidFill>
                          <a:effectLst/>
                        </a:rPr>
                        <a:t>6</a:t>
                      </a:r>
                      <a:endParaRPr lang="en-US" sz="1400" b="0" i="0" u="none" strike="noStrike" dirty="0">
                        <a:solidFill>
                          <a:srgbClr val="000000"/>
                        </a:solidFill>
                        <a:effectLst/>
                        <a:latin typeface="Calibri" panose="020F0502020204030204" pitchFamily="34" charset="0"/>
                      </a:endParaRPr>
                    </a:p>
                  </a:txBody>
                  <a:tcPr marL="0" marR="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4DE"/>
                    </a:solidFill>
                  </a:tcPr>
                </a:tc>
                <a:tc>
                  <a:txBody>
                    <a:bodyPr/>
                    <a:lstStyle/>
                    <a:p>
                      <a:pPr algn="ctr" fontAlgn="b"/>
                      <a:r>
                        <a:rPr lang="en-US" sz="1400" u="none" strike="noStrike" dirty="0">
                          <a:solidFill>
                            <a:srgbClr val="000000"/>
                          </a:solidFill>
                          <a:effectLst/>
                        </a:rPr>
                        <a:t>(2, 6)</a:t>
                      </a:r>
                      <a:endParaRPr lang="en-US" sz="1400" b="0" i="0" u="none" strike="noStrike" dirty="0">
                        <a:solidFill>
                          <a:srgbClr val="000000"/>
                        </a:solidFill>
                        <a:effectLst/>
                        <a:latin typeface="Calibri" panose="020F0502020204030204" pitchFamily="34" charset="0"/>
                      </a:endParaRPr>
                    </a:p>
                  </a:txBody>
                  <a:tcPr marL="0" marR="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4DE"/>
                    </a:solidFill>
                  </a:tcPr>
                </a:tc>
                <a:tc>
                  <a:txBody>
                    <a:bodyPr/>
                    <a:lstStyle/>
                    <a:p>
                      <a:pPr algn="ctr" fontAlgn="b"/>
                      <a:r>
                        <a:rPr lang="en-US" sz="1400" u="none" strike="noStrike" dirty="0">
                          <a:solidFill>
                            <a:srgbClr val="000000"/>
                          </a:solidFill>
                          <a:effectLst/>
                        </a:rPr>
                        <a:t>  8</a:t>
                      </a:r>
                      <a:endParaRPr lang="en-US" sz="1400" b="0" i="0" u="none" strike="noStrike" dirty="0">
                        <a:solidFill>
                          <a:srgbClr val="000000"/>
                        </a:solidFill>
                        <a:effectLst/>
                        <a:latin typeface="Calibri" panose="020F0502020204030204" pitchFamily="34" charset="0"/>
                      </a:endParaRPr>
                    </a:p>
                  </a:txBody>
                  <a:tcPr marL="0" marR="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4DE"/>
                    </a:solidFill>
                  </a:tcPr>
                </a:tc>
                <a:tc>
                  <a:txBody>
                    <a:bodyPr/>
                    <a:lstStyle/>
                    <a:p>
                      <a:pPr algn="ctr" fontAlgn="b"/>
                      <a:r>
                        <a:rPr lang="en-US" sz="1400" u="none" strike="noStrike" dirty="0">
                          <a:solidFill>
                            <a:srgbClr val="000000"/>
                          </a:solidFill>
                          <a:effectLst/>
                        </a:rPr>
                        <a:t>6</a:t>
                      </a:r>
                      <a:endParaRPr lang="en-US" sz="1400" b="0" i="0" u="none" strike="noStrike" dirty="0">
                        <a:solidFill>
                          <a:srgbClr val="000000"/>
                        </a:solidFill>
                        <a:effectLst/>
                        <a:latin typeface="Calibri" panose="020F0502020204030204" pitchFamily="34" charset="0"/>
                      </a:endParaRPr>
                    </a:p>
                  </a:txBody>
                  <a:tcPr marL="0" marR="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4DE"/>
                    </a:solidFill>
                  </a:tcPr>
                </a:tc>
                <a:tc>
                  <a:txBody>
                    <a:bodyPr/>
                    <a:lstStyle/>
                    <a:p>
                      <a:pPr algn="ctr" fontAlgn="b"/>
                      <a:r>
                        <a:rPr lang="en-US" sz="1400" i="1" u="none" strike="noStrike" dirty="0">
                          <a:solidFill>
                            <a:srgbClr val="000000"/>
                          </a:solidFill>
                          <a:effectLst/>
                        </a:rPr>
                        <a:t>P</a:t>
                      </a:r>
                      <a:r>
                        <a:rPr lang="en-US" sz="1400" u="none" strike="noStrike" dirty="0">
                          <a:solidFill>
                            <a:srgbClr val="000000"/>
                          </a:solidFill>
                          <a:effectLst/>
                        </a:rPr>
                        <a:t>(2, 6) = 6/40 = 0.15</a:t>
                      </a:r>
                      <a:endParaRPr lang="en-US" sz="1400" b="0" i="0" u="none" strike="noStrike" dirty="0">
                        <a:solidFill>
                          <a:srgbClr val="000000"/>
                        </a:solidFill>
                        <a:effectLst/>
                        <a:latin typeface="Calibri" panose="020F0502020204030204" pitchFamily="34" charset="0"/>
                      </a:endParaRPr>
                    </a:p>
                  </a:txBody>
                  <a:tcPr marL="0" marR="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4DE"/>
                    </a:solidFill>
                  </a:tcPr>
                </a:tc>
                <a:extLst>
                  <a:ext uri="{0D108BD9-81ED-4DB2-BD59-A6C34878D82A}">
                    <a16:rowId xmlns:a16="http://schemas.microsoft.com/office/drawing/2014/main" val="229925029"/>
                  </a:ext>
                </a:extLst>
              </a:tr>
              <a:tr h="229940">
                <a:tc>
                  <a:txBody>
                    <a:bodyPr/>
                    <a:lstStyle/>
                    <a:p>
                      <a:pPr algn="ctr" fontAlgn="b"/>
                      <a:r>
                        <a:rPr lang="en-US" sz="1400" u="none" strike="noStrike" dirty="0">
                          <a:solidFill>
                            <a:srgbClr val="000000"/>
                          </a:solidFill>
                          <a:effectLst/>
                        </a:rPr>
                        <a:t>2</a:t>
                      </a:r>
                      <a:endParaRPr lang="en-US" sz="1400" b="0" i="0" u="none" strike="noStrike" dirty="0">
                        <a:solidFill>
                          <a:srgbClr val="000000"/>
                        </a:solidFill>
                        <a:effectLst/>
                        <a:latin typeface="Calibri" panose="020F0502020204030204" pitchFamily="34" charset="0"/>
                      </a:endParaRPr>
                    </a:p>
                  </a:txBody>
                  <a:tcPr marL="0" marR="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4DE"/>
                    </a:solidFill>
                  </a:tcPr>
                </a:tc>
                <a:tc>
                  <a:txBody>
                    <a:bodyPr/>
                    <a:lstStyle/>
                    <a:p>
                      <a:pPr algn="ctr" fontAlgn="b"/>
                      <a:r>
                        <a:rPr lang="en-US" sz="1400" u="none" strike="noStrike" dirty="0">
                          <a:solidFill>
                            <a:srgbClr val="000000"/>
                          </a:solidFill>
                          <a:effectLst/>
                        </a:rPr>
                        <a:t>7</a:t>
                      </a:r>
                      <a:endParaRPr lang="en-US" sz="1400" b="0" i="0" u="none" strike="noStrike" dirty="0">
                        <a:solidFill>
                          <a:srgbClr val="000000"/>
                        </a:solidFill>
                        <a:effectLst/>
                        <a:latin typeface="Calibri" panose="020F0502020204030204" pitchFamily="34" charset="0"/>
                      </a:endParaRPr>
                    </a:p>
                  </a:txBody>
                  <a:tcPr marL="0" marR="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4DE"/>
                    </a:solidFill>
                  </a:tcPr>
                </a:tc>
                <a:tc>
                  <a:txBody>
                    <a:bodyPr/>
                    <a:lstStyle/>
                    <a:p>
                      <a:pPr algn="ctr" fontAlgn="b"/>
                      <a:r>
                        <a:rPr lang="en-US" sz="1400" u="none" strike="noStrike" dirty="0">
                          <a:solidFill>
                            <a:srgbClr val="000000"/>
                          </a:solidFill>
                          <a:effectLst/>
                        </a:rPr>
                        <a:t>(2, 7)</a:t>
                      </a:r>
                      <a:endParaRPr lang="en-US" sz="1400" b="0" i="0" u="none" strike="noStrike" dirty="0">
                        <a:solidFill>
                          <a:srgbClr val="000000"/>
                        </a:solidFill>
                        <a:effectLst/>
                        <a:latin typeface="Calibri" panose="020F0502020204030204" pitchFamily="34" charset="0"/>
                      </a:endParaRPr>
                    </a:p>
                  </a:txBody>
                  <a:tcPr marL="0" marR="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4DE"/>
                    </a:solidFill>
                  </a:tcPr>
                </a:tc>
                <a:tc>
                  <a:txBody>
                    <a:bodyPr/>
                    <a:lstStyle/>
                    <a:p>
                      <a:pPr algn="ctr" fontAlgn="b"/>
                      <a:r>
                        <a:rPr lang="en-US" sz="1400" u="none" strike="noStrike" dirty="0">
                          <a:solidFill>
                            <a:srgbClr val="000000"/>
                          </a:solidFill>
                          <a:effectLst/>
                        </a:rPr>
                        <a:t>  9</a:t>
                      </a:r>
                      <a:endParaRPr lang="en-US" sz="1400" b="0" i="0" u="none" strike="noStrike" dirty="0">
                        <a:solidFill>
                          <a:srgbClr val="000000"/>
                        </a:solidFill>
                        <a:effectLst/>
                        <a:latin typeface="Calibri" panose="020F0502020204030204" pitchFamily="34" charset="0"/>
                      </a:endParaRPr>
                    </a:p>
                  </a:txBody>
                  <a:tcPr marL="0" marR="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4DE"/>
                    </a:solidFill>
                  </a:tcPr>
                </a:tc>
                <a:tc>
                  <a:txBody>
                    <a:bodyPr/>
                    <a:lstStyle/>
                    <a:p>
                      <a:pPr algn="ctr" fontAlgn="b"/>
                      <a:r>
                        <a:rPr lang="en-US" sz="1400" u="none" strike="noStrike" dirty="0">
                          <a:solidFill>
                            <a:srgbClr val="000000"/>
                          </a:solidFill>
                          <a:effectLst/>
                        </a:rPr>
                        <a:t>6</a:t>
                      </a:r>
                      <a:endParaRPr lang="en-US" sz="1400" b="0" i="0" u="none" strike="noStrike" dirty="0">
                        <a:solidFill>
                          <a:srgbClr val="000000"/>
                        </a:solidFill>
                        <a:effectLst/>
                        <a:latin typeface="Calibri" panose="020F0502020204030204" pitchFamily="34" charset="0"/>
                      </a:endParaRPr>
                    </a:p>
                  </a:txBody>
                  <a:tcPr marL="0" marR="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4DE"/>
                    </a:solidFill>
                  </a:tcPr>
                </a:tc>
                <a:tc>
                  <a:txBody>
                    <a:bodyPr/>
                    <a:lstStyle/>
                    <a:p>
                      <a:pPr algn="ctr" fontAlgn="b"/>
                      <a:r>
                        <a:rPr lang="en-US" sz="1400" i="1" u="none" strike="noStrike" dirty="0">
                          <a:solidFill>
                            <a:srgbClr val="000000"/>
                          </a:solidFill>
                          <a:effectLst/>
                        </a:rPr>
                        <a:t>P</a:t>
                      </a:r>
                      <a:r>
                        <a:rPr lang="en-US" sz="1400" u="none" strike="noStrike" dirty="0">
                          <a:solidFill>
                            <a:srgbClr val="000000"/>
                          </a:solidFill>
                          <a:effectLst/>
                        </a:rPr>
                        <a:t>(2, 7) = 6/40 = 0.15</a:t>
                      </a:r>
                      <a:endParaRPr lang="en-US" sz="1400" b="0" i="0" u="none" strike="noStrike" dirty="0">
                        <a:solidFill>
                          <a:srgbClr val="000000"/>
                        </a:solidFill>
                        <a:effectLst/>
                        <a:latin typeface="Calibri" panose="020F0502020204030204" pitchFamily="34" charset="0"/>
                      </a:endParaRPr>
                    </a:p>
                  </a:txBody>
                  <a:tcPr marL="0" marR="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4DE"/>
                    </a:solidFill>
                  </a:tcPr>
                </a:tc>
                <a:extLst>
                  <a:ext uri="{0D108BD9-81ED-4DB2-BD59-A6C34878D82A}">
                    <a16:rowId xmlns:a16="http://schemas.microsoft.com/office/drawing/2014/main" val="1832833313"/>
                  </a:ext>
                </a:extLst>
              </a:tr>
              <a:tr h="229940">
                <a:tc>
                  <a:txBody>
                    <a:bodyPr/>
                    <a:lstStyle/>
                    <a:p>
                      <a:pPr algn="ctr" fontAlgn="b"/>
                      <a:r>
                        <a:rPr lang="en-US" sz="1400" u="none" strike="noStrike">
                          <a:solidFill>
                            <a:srgbClr val="000000"/>
                          </a:solidFill>
                          <a:effectLst/>
                        </a:rPr>
                        <a:t>2</a:t>
                      </a:r>
                      <a:endParaRPr lang="en-US" sz="1400" b="0" i="0" u="none" strike="noStrike">
                        <a:solidFill>
                          <a:srgbClr val="000000"/>
                        </a:solidFill>
                        <a:effectLst/>
                        <a:latin typeface="Calibri" panose="020F0502020204030204" pitchFamily="34" charset="0"/>
                      </a:endParaRPr>
                    </a:p>
                  </a:txBody>
                  <a:tcPr marL="0" marR="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4DE"/>
                    </a:solidFill>
                  </a:tcPr>
                </a:tc>
                <a:tc>
                  <a:txBody>
                    <a:bodyPr/>
                    <a:lstStyle/>
                    <a:p>
                      <a:pPr algn="ctr" fontAlgn="b"/>
                      <a:r>
                        <a:rPr lang="en-US" sz="1400" u="none" strike="noStrike">
                          <a:solidFill>
                            <a:srgbClr val="000000"/>
                          </a:solidFill>
                          <a:effectLst/>
                        </a:rPr>
                        <a:t>8</a:t>
                      </a:r>
                      <a:endParaRPr lang="en-US" sz="1400" b="0" i="0" u="none" strike="noStrike">
                        <a:solidFill>
                          <a:srgbClr val="000000"/>
                        </a:solidFill>
                        <a:effectLst/>
                        <a:latin typeface="Calibri" panose="020F0502020204030204" pitchFamily="34" charset="0"/>
                      </a:endParaRPr>
                    </a:p>
                  </a:txBody>
                  <a:tcPr marL="0" marR="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4DE"/>
                    </a:solidFill>
                  </a:tcPr>
                </a:tc>
                <a:tc>
                  <a:txBody>
                    <a:bodyPr/>
                    <a:lstStyle/>
                    <a:p>
                      <a:pPr algn="ctr" fontAlgn="b"/>
                      <a:r>
                        <a:rPr lang="en-US" sz="1400" u="none" strike="noStrike">
                          <a:solidFill>
                            <a:srgbClr val="000000"/>
                          </a:solidFill>
                          <a:effectLst/>
                        </a:rPr>
                        <a:t>(2, 8)</a:t>
                      </a:r>
                      <a:endParaRPr lang="en-US" sz="1400" b="0" i="0" u="none" strike="noStrike">
                        <a:solidFill>
                          <a:srgbClr val="000000"/>
                        </a:solidFill>
                        <a:effectLst/>
                        <a:latin typeface="Calibri" panose="020F0502020204030204" pitchFamily="34" charset="0"/>
                      </a:endParaRPr>
                    </a:p>
                  </a:txBody>
                  <a:tcPr marL="0" marR="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4DE"/>
                    </a:solidFill>
                  </a:tcPr>
                </a:tc>
                <a:tc>
                  <a:txBody>
                    <a:bodyPr/>
                    <a:lstStyle/>
                    <a:p>
                      <a:pPr algn="ctr" fontAlgn="b"/>
                      <a:r>
                        <a:rPr lang="en-US" sz="1400" u="none" strike="noStrike">
                          <a:solidFill>
                            <a:srgbClr val="000000"/>
                          </a:solidFill>
                          <a:effectLst/>
                        </a:rPr>
                        <a:t>10</a:t>
                      </a:r>
                      <a:endParaRPr lang="en-US" sz="1400" b="0" i="0" u="none" strike="noStrike" dirty="0">
                        <a:solidFill>
                          <a:srgbClr val="000000"/>
                        </a:solidFill>
                        <a:effectLst/>
                        <a:latin typeface="Calibri" panose="020F0502020204030204" pitchFamily="34" charset="0"/>
                      </a:endParaRPr>
                    </a:p>
                  </a:txBody>
                  <a:tcPr marL="0" marR="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4DE"/>
                    </a:solidFill>
                  </a:tcPr>
                </a:tc>
                <a:tc>
                  <a:txBody>
                    <a:bodyPr/>
                    <a:lstStyle/>
                    <a:p>
                      <a:pPr algn="ctr" fontAlgn="b"/>
                      <a:r>
                        <a:rPr lang="en-US" sz="1400" u="none" strike="noStrike" dirty="0">
                          <a:solidFill>
                            <a:srgbClr val="000000"/>
                          </a:solidFill>
                          <a:effectLst/>
                        </a:rPr>
                        <a:t>2</a:t>
                      </a:r>
                      <a:endParaRPr lang="en-US" sz="1400" b="0" i="0" u="none" strike="noStrike" dirty="0">
                        <a:solidFill>
                          <a:srgbClr val="000000"/>
                        </a:solidFill>
                        <a:effectLst/>
                        <a:latin typeface="Calibri" panose="020F0502020204030204" pitchFamily="34" charset="0"/>
                      </a:endParaRPr>
                    </a:p>
                  </a:txBody>
                  <a:tcPr marL="0" marR="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4DE"/>
                    </a:solidFill>
                  </a:tcPr>
                </a:tc>
                <a:tc>
                  <a:txBody>
                    <a:bodyPr/>
                    <a:lstStyle/>
                    <a:p>
                      <a:pPr algn="ctr" fontAlgn="b"/>
                      <a:r>
                        <a:rPr lang="en-US" sz="1400" i="1" u="none" strike="noStrike" dirty="0">
                          <a:solidFill>
                            <a:srgbClr val="000000"/>
                          </a:solidFill>
                          <a:effectLst/>
                        </a:rPr>
                        <a:t>P</a:t>
                      </a:r>
                      <a:r>
                        <a:rPr lang="en-US" sz="1400" u="none" strike="noStrike" dirty="0">
                          <a:solidFill>
                            <a:srgbClr val="000000"/>
                          </a:solidFill>
                          <a:effectLst/>
                        </a:rPr>
                        <a:t>(2, 8) = 2/40 = 0.05</a:t>
                      </a:r>
                      <a:endParaRPr lang="en-US" sz="1400" b="0" i="0" u="none" strike="noStrike" dirty="0">
                        <a:solidFill>
                          <a:srgbClr val="000000"/>
                        </a:solidFill>
                        <a:effectLst/>
                        <a:latin typeface="Calibri" panose="020F0502020204030204" pitchFamily="34" charset="0"/>
                      </a:endParaRPr>
                    </a:p>
                  </a:txBody>
                  <a:tcPr marL="0" marR="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4DE"/>
                    </a:solidFill>
                  </a:tcPr>
                </a:tc>
                <a:extLst>
                  <a:ext uri="{0D108BD9-81ED-4DB2-BD59-A6C34878D82A}">
                    <a16:rowId xmlns:a16="http://schemas.microsoft.com/office/drawing/2014/main" val="1757720234"/>
                  </a:ext>
                </a:extLst>
              </a:tr>
              <a:tr h="229940">
                <a:tc>
                  <a:txBody>
                    <a:bodyPr/>
                    <a:lstStyle/>
                    <a:p>
                      <a:pPr algn="ctr" fontAlgn="b"/>
                      <a:r>
                        <a:rPr lang="en-US" sz="1400" u="none" strike="noStrike">
                          <a:solidFill>
                            <a:srgbClr val="000000"/>
                          </a:solidFill>
                          <a:effectLst/>
                        </a:rPr>
                        <a:t>3</a:t>
                      </a:r>
                      <a:endParaRPr lang="en-US" sz="1400" b="0" i="0" u="none" strike="noStrike">
                        <a:solidFill>
                          <a:srgbClr val="000000"/>
                        </a:solidFill>
                        <a:effectLst/>
                        <a:latin typeface="Calibri" panose="020F0502020204030204" pitchFamily="34" charset="0"/>
                      </a:endParaRPr>
                    </a:p>
                  </a:txBody>
                  <a:tcPr marL="0" marR="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4DE"/>
                    </a:solidFill>
                  </a:tcPr>
                </a:tc>
                <a:tc>
                  <a:txBody>
                    <a:bodyPr/>
                    <a:lstStyle/>
                    <a:p>
                      <a:pPr algn="ctr" fontAlgn="b"/>
                      <a:r>
                        <a:rPr lang="en-US" sz="1400" u="none" strike="noStrike" dirty="0">
                          <a:solidFill>
                            <a:srgbClr val="000000"/>
                          </a:solidFill>
                          <a:effectLst/>
                        </a:rPr>
                        <a:t>6</a:t>
                      </a:r>
                      <a:endParaRPr lang="en-US" sz="1400" b="0" i="0" u="none" strike="noStrike" dirty="0">
                        <a:solidFill>
                          <a:srgbClr val="000000"/>
                        </a:solidFill>
                        <a:effectLst/>
                        <a:latin typeface="Calibri" panose="020F0502020204030204" pitchFamily="34" charset="0"/>
                      </a:endParaRPr>
                    </a:p>
                  </a:txBody>
                  <a:tcPr marL="0" marR="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4DE"/>
                    </a:solidFill>
                  </a:tcPr>
                </a:tc>
                <a:tc>
                  <a:txBody>
                    <a:bodyPr/>
                    <a:lstStyle/>
                    <a:p>
                      <a:pPr algn="ctr" fontAlgn="b"/>
                      <a:r>
                        <a:rPr lang="en-US" sz="1400" u="none" strike="noStrike" dirty="0">
                          <a:solidFill>
                            <a:srgbClr val="000000"/>
                          </a:solidFill>
                          <a:effectLst/>
                        </a:rPr>
                        <a:t>(3, 6)</a:t>
                      </a:r>
                      <a:endParaRPr lang="en-US" sz="1400" b="0" i="0" u="none" strike="noStrike" dirty="0">
                        <a:solidFill>
                          <a:srgbClr val="000000"/>
                        </a:solidFill>
                        <a:effectLst/>
                        <a:latin typeface="Calibri" panose="020F0502020204030204" pitchFamily="34" charset="0"/>
                      </a:endParaRPr>
                    </a:p>
                  </a:txBody>
                  <a:tcPr marL="0" marR="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4DE"/>
                    </a:solidFill>
                  </a:tcPr>
                </a:tc>
                <a:tc>
                  <a:txBody>
                    <a:bodyPr/>
                    <a:lstStyle/>
                    <a:p>
                      <a:pPr algn="ctr" fontAlgn="b"/>
                      <a:r>
                        <a:rPr lang="en-US" sz="1400" u="none" strike="noStrike" dirty="0">
                          <a:solidFill>
                            <a:srgbClr val="000000"/>
                          </a:solidFill>
                          <a:effectLst/>
                        </a:rPr>
                        <a:t>  9</a:t>
                      </a:r>
                      <a:endParaRPr lang="en-US" sz="1400" b="0" i="0" u="none" strike="noStrike" dirty="0">
                        <a:solidFill>
                          <a:srgbClr val="000000"/>
                        </a:solidFill>
                        <a:effectLst/>
                        <a:latin typeface="Calibri" panose="020F0502020204030204" pitchFamily="34" charset="0"/>
                      </a:endParaRPr>
                    </a:p>
                  </a:txBody>
                  <a:tcPr marL="0" marR="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4DE"/>
                    </a:solidFill>
                  </a:tcPr>
                </a:tc>
                <a:tc>
                  <a:txBody>
                    <a:bodyPr/>
                    <a:lstStyle/>
                    <a:p>
                      <a:pPr algn="ctr" fontAlgn="b"/>
                      <a:r>
                        <a:rPr lang="en-US" sz="1400" u="none" strike="noStrike" dirty="0">
                          <a:solidFill>
                            <a:srgbClr val="000000"/>
                          </a:solidFill>
                          <a:effectLst/>
                        </a:rPr>
                        <a:t>4</a:t>
                      </a:r>
                      <a:endParaRPr lang="en-US" sz="1400" b="0" i="0" u="none" strike="noStrike" dirty="0">
                        <a:solidFill>
                          <a:srgbClr val="000000"/>
                        </a:solidFill>
                        <a:effectLst/>
                        <a:latin typeface="Calibri" panose="020F0502020204030204" pitchFamily="34" charset="0"/>
                      </a:endParaRPr>
                    </a:p>
                  </a:txBody>
                  <a:tcPr marL="0" marR="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4DE"/>
                    </a:solidFill>
                  </a:tcPr>
                </a:tc>
                <a:tc>
                  <a:txBody>
                    <a:bodyPr/>
                    <a:lstStyle/>
                    <a:p>
                      <a:pPr algn="ctr" fontAlgn="b"/>
                      <a:r>
                        <a:rPr lang="en-US" sz="1400" i="1" u="none" strike="noStrike" dirty="0">
                          <a:solidFill>
                            <a:srgbClr val="000000"/>
                          </a:solidFill>
                          <a:effectLst/>
                        </a:rPr>
                        <a:t>P</a:t>
                      </a:r>
                      <a:r>
                        <a:rPr lang="en-US" sz="1400" u="none" strike="noStrike" dirty="0">
                          <a:solidFill>
                            <a:srgbClr val="000000"/>
                          </a:solidFill>
                          <a:effectLst/>
                        </a:rPr>
                        <a:t>(3, 6) = 4/40 = 0.10</a:t>
                      </a:r>
                      <a:endParaRPr lang="en-US" sz="1400" b="0" i="0" u="none" strike="noStrike" dirty="0">
                        <a:solidFill>
                          <a:srgbClr val="000000"/>
                        </a:solidFill>
                        <a:effectLst/>
                        <a:latin typeface="Calibri" panose="020F0502020204030204" pitchFamily="34" charset="0"/>
                      </a:endParaRPr>
                    </a:p>
                  </a:txBody>
                  <a:tcPr marL="0" marR="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4DE"/>
                    </a:solidFill>
                  </a:tcPr>
                </a:tc>
                <a:extLst>
                  <a:ext uri="{0D108BD9-81ED-4DB2-BD59-A6C34878D82A}">
                    <a16:rowId xmlns:a16="http://schemas.microsoft.com/office/drawing/2014/main" val="4112733819"/>
                  </a:ext>
                </a:extLst>
              </a:tr>
              <a:tr h="229940">
                <a:tc>
                  <a:txBody>
                    <a:bodyPr/>
                    <a:lstStyle/>
                    <a:p>
                      <a:pPr algn="ctr" fontAlgn="b"/>
                      <a:r>
                        <a:rPr lang="en-US" sz="1400" u="none" strike="noStrike">
                          <a:solidFill>
                            <a:srgbClr val="000000"/>
                          </a:solidFill>
                          <a:effectLst/>
                        </a:rPr>
                        <a:t>3</a:t>
                      </a:r>
                      <a:endParaRPr lang="en-US" sz="1400" b="0" i="0" u="none" strike="noStrike">
                        <a:solidFill>
                          <a:srgbClr val="000000"/>
                        </a:solidFill>
                        <a:effectLst/>
                        <a:latin typeface="Calibri" panose="020F0502020204030204" pitchFamily="34" charset="0"/>
                      </a:endParaRPr>
                    </a:p>
                  </a:txBody>
                  <a:tcPr marL="0" marR="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4DE"/>
                    </a:solidFill>
                  </a:tcPr>
                </a:tc>
                <a:tc>
                  <a:txBody>
                    <a:bodyPr/>
                    <a:lstStyle/>
                    <a:p>
                      <a:pPr algn="ctr" fontAlgn="b"/>
                      <a:r>
                        <a:rPr lang="en-US" sz="1400" u="none" strike="noStrike" dirty="0">
                          <a:solidFill>
                            <a:srgbClr val="000000"/>
                          </a:solidFill>
                          <a:effectLst/>
                        </a:rPr>
                        <a:t>7</a:t>
                      </a:r>
                      <a:endParaRPr lang="en-US" sz="1400" b="0" i="0" u="none" strike="noStrike" dirty="0">
                        <a:solidFill>
                          <a:srgbClr val="000000"/>
                        </a:solidFill>
                        <a:effectLst/>
                        <a:latin typeface="Calibri" panose="020F0502020204030204" pitchFamily="34" charset="0"/>
                      </a:endParaRPr>
                    </a:p>
                  </a:txBody>
                  <a:tcPr marL="0" marR="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4DE"/>
                    </a:solidFill>
                  </a:tcPr>
                </a:tc>
                <a:tc>
                  <a:txBody>
                    <a:bodyPr/>
                    <a:lstStyle/>
                    <a:p>
                      <a:pPr algn="ctr" fontAlgn="b"/>
                      <a:r>
                        <a:rPr lang="en-US" sz="1400" u="none" strike="noStrike" dirty="0">
                          <a:solidFill>
                            <a:srgbClr val="000000"/>
                          </a:solidFill>
                          <a:effectLst/>
                        </a:rPr>
                        <a:t>(3, 7)</a:t>
                      </a:r>
                      <a:endParaRPr lang="en-US" sz="1400" b="0" i="0" u="none" strike="noStrike" dirty="0">
                        <a:solidFill>
                          <a:srgbClr val="000000"/>
                        </a:solidFill>
                        <a:effectLst/>
                        <a:latin typeface="Calibri" panose="020F0502020204030204" pitchFamily="34" charset="0"/>
                      </a:endParaRPr>
                    </a:p>
                  </a:txBody>
                  <a:tcPr marL="0" marR="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4DE"/>
                    </a:solidFill>
                  </a:tcPr>
                </a:tc>
                <a:tc>
                  <a:txBody>
                    <a:bodyPr/>
                    <a:lstStyle/>
                    <a:p>
                      <a:pPr algn="ctr" fontAlgn="b"/>
                      <a:r>
                        <a:rPr lang="en-US" sz="1400" u="none" strike="noStrike" dirty="0">
                          <a:solidFill>
                            <a:srgbClr val="000000"/>
                          </a:solidFill>
                          <a:effectLst/>
                        </a:rPr>
                        <a:t>10</a:t>
                      </a:r>
                      <a:endParaRPr lang="en-US" sz="1400" b="0" i="0" u="none" strike="noStrike" dirty="0">
                        <a:solidFill>
                          <a:srgbClr val="000000"/>
                        </a:solidFill>
                        <a:effectLst/>
                        <a:latin typeface="Calibri" panose="020F0502020204030204" pitchFamily="34" charset="0"/>
                      </a:endParaRPr>
                    </a:p>
                  </a:txBody>
                  <a:tcPr marL="0" marR="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4DE"/>
                    </a:solidFill>
                  </a:tcPr>
                </a:tc>
                <a:tc>
                  <a:txBody>
                    <a:bodyPr/>
                    <a:lstStyle/>
                    <a:p>
                      <a:pPr algn="ctr" fontAlgn="b"/>
                      <a:r>
                        <a:rPr lang="en-US" sz="1400" u="none" strike="noStrike" dirty="0">
                          <a:solidFill>
                            <a:srgbClr val="000000"/>
                          </a:solidFill>
                          <a:effectLst/>
                        </a:rPr>
                        <a:t>8</a:t>
                      </a:r>
                      <a:endParaRPr lang="en-US" sz="1400" b="0" i="0" u="none" strike="noStrike" dirty="0">
                        <a:solidFill>
                          <a:srgbClr val="000000"/>
                        </a:solidFill>
                        <a:effectLst/>
                        <a:latin typeface="Calibri" panose="020F0502020204030204" pitchFamily="34" charset="0"/>
                      </a:endParaRPr>
                    </a:p>
                  </a:txBody>
                  <a:tcPr marL="0" marR="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4DE"/>
                    </a:solidFill>
                  </a:tcPr>
                </a:tc>
                <a:tc>
                  <a:txBody>
                    <a:bodyPr/>
                    <a:lstStyle/>
                    <a:p>
                      <a:pPr algn="ctr" fontAlgn="b"/>
                      <a:r>
                        <a:rPr lang="en-US" sz="1400" i="1" u="none" strike="noStrike" dirty="0">
                          <a:solidFill>
                            <a:srgbClr val="000000"/>
                          </a:solidFill>
                          <a:effectLst/>
                        </a:rPr>
                        <a:t>P</a:t>
                      </a:r>
                      <a:r>
                        <a:rPr lang="en-US" sz="1400" u="none" strike="noStrike" dirty="0">
                          <a:solidFill>
                            <a:srgbClr val="000000"/>
                          </a:solidFill>
                          <a:effectLst/>
                        </a:rPr>
                        <a:t>(3, 7) = 8/40 = 0.20</a:t>
                      </a:r>
                      <a:endParaRPr lang="en-US" sz="1400" b="0" i="0" u="none" strike="noStrike" dirty="0">
                        <a:solidFill>
                          <a:srgbClr val="000000"/>
                        </a:solidFill>
                        <a:effectLst/>
                        <a:latin typeface="Calibri" panose="020F0502020204030204" pitchFamily="34" charset="0"/>
                      </a:endParaRPr>
                    </a:p>
                  </a:txBody>
                  <a:tcPr marL="0" marR="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4DE"/>
                    </a:solidFill>
                  </a:tcPr>
                </a:tc>
                <a:extLst>
                  <a:ext uri="{0D108BD9-81ED-4DB2-BD59-A6C34878D82A}">
                    <a16:rowId xmlns:a16="http://schemas.microsoft.com/office/drawing/2014/main" val="3844270043"/>
                  </a:ext>
                </a:extLst>
              </a:tr>
              <a:tr h="229940">
                <a:tc>
                  <a:txBody>
                    <a:bodyPr/>
                    <a:lstStyle/>
                    <a:p>
                      <a:pPr algn="ctr" fontAlgn="b"/>
                      <a:r>
                        <a:rPr lang="en-US" sz="1400" u="none" strike="noStrike" dirty="0">
                          <a:solidFill>
                            <a:srgbClr val="000000"/>
                          </a:solidFill>
                          <a:effectLst/>
                        </a:rPr>
                        <a:t>3</a:t>
                      </a:r>
                      <a:endParaRPr lang="en-US" sz="1400" b="0" i="0" u="none" strike="noStrike" dirty="0">
                        <a:solidFill>
                          <a:srgbClr val="000000"/>
                        </a:solidFill>
                        <a:effectLst/>
                        <a:latin typeface="Calibri" panose="020F0502020204030204" pitchFamily="34" charset="0"/>
                      </a:endParaRPr>
                    </a:p>
                  </a:txBody>
                  <a:tcPr marL="0" marR="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4DE"/>
                    </a:solidFill>
                  </a:tcPr>
                </a:tc>
                <a:tc>
                  <a:txBody>
                    <a:bodyPr/>
                    <a:lstStyle/>
                    <a:p>
                      <a:pPr algn="ctr" fontAlgn="b"/>
                      <a:r>
                        <a:rPr lang="en-US" sz="1400" u="none" strike="noStrike">
                          <a:solidFill>
                            <a:srgbClr val="000000"/>
                          </a:solidFill>
                          <a:effectLst/>
                        </a:rPr>
                        <a:t>8</a:t>
                      </a:r>
                      <a:endParaRPr lang="en-US" sz="1400" b="0" i="0" u="none" strike="noStrike">
                        <a:solidFill>
                          <a:srgbClr val="000000"/>
                        </a:solidFill>
                        <a:effectLst/>
                        <a:latin typeface="Calibri" panose="020F0502020204030204" pitchFamily="34" charset="0"/>
                      </a:endParaRPr>
                    </a:p>
                  </a:txBody>
                  <a:tcPr marL="0" marR="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4DE"/>
                    </a:solidFill>
                  </a:tcPr>
                </a:tc>
                <a:tc>
                  <a:txBody>
                    <a:bodyPr/>
                    <a:lstStyle/>
                    <a:p>
                      <a:pPr algn="ctr" fontAlgn="b"/>
                      <a:r>
                        <a:rPr lang="en-US" sz="1400" u="none" strike="noStrike" dirty="0">
                          <a:solidFill>
                            <a:srgbClr val="000000"/>
                          </a:solidFill>
                          <a:effectLst/>
                        </a:rPr>
                        <a:t>(3, 8)</a:t>
                      </a:r>
                      <a:endParaRPr lang="en-US" sz="1400" b="0" i="0" u="none" strike="noStrike" dirty="0">
                        <a:solidFill>
                          <a:srgbClr val="000000"/>
                        </a:solidFill>
                        <a:effectLst/>
                        <a:latin typeface="Calibri" panose="020F0502020204030204" pitchFamily="34" charset="0"/>
                      </a:endParaRPr>
                    </a:p>
                  </a:txBody>
                  <a:tcPr marL="0" marR="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4DE"/>
                    </a:solidFill>
                  </a:tcPr>
                </a:tc>
                <a:tc>
                  <a:txBody>
                    <a:bodyPr/>
                    <a:lstStyle/>
                    <a:p>
                      <a:pPr algn="ctr" fontAlgn="b"/>
                      <a:r>
                        <a:rPr lang="en-US" sz="1400" u="none" strike="noStrike" dirty="0">
                          <a:solidFill>
                            <a:srgbClr val="000000"/>
                          </a:solidFill>
                          <a:effectLst/>
                        </a:rPr>
                        <a:t>11</a:t>
                      </a:r>
                      <a:endParaRPr lang="en-US" sz="1400" b="0" i="0" u="none" strike="noStrike" dirty="0">
                        <a:solidFill>
                          <a:srgbClr val="000000"/>
                        </a:solidFill>
                        <a:effectLst/>
                        <a:latin typeface="Calibri" panose="020F0502020204030204" pitchFamily="34" charset="0"/>
                      </a:endParaRPr>
                    </a:p>
                  </a:txBody>
                  <a:tcPr marL="0" marR="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4DE"/>
                    </a:solidFill>
                  </a:tcPr>
                </a:tc>
                <a:tc>
                  <a:txBody>
                    <a:bodyPr/>
                    <a:lstStyle/>
                    <a:p>
                      <a:pPr algn="ctr" fontAlgn="b"/>
                      <a:r>
                        <a:rPr lang="en-US" sz="1400" u="none" strike="noStrike" dirty="0">
                          <a:solidFill>
                            <a:srgbClr val="000000"/>
                          </a:solidFill>
                          <a:effectLst/>
                        </a:rPr>
                        <a:t>2</a:t>
                      </a:r>
                      <a:endParaRPr lang="en-US" sz="1400" b="0" i="0" u="none" strike="noStrike" dirty="0">
                        <a:solidFill>
                          <a:srgbClr val="000000"/>
                        </a:solidFill>
                        <a:effectLst/>
                        <a:latin typeface="Calibri" panose="020F0502020204030204" pitchFamily="34" charset="0"/>
                      </a:endParaRPr>
                    </a:p>
                  </a:txBody>
                  <a:tcPr marL="0" marR="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4DE"/>
                    </a:solidFill>
                  </a:tcPr>
                </a:tc>
                <a:tc>
                  <a:txBody>
                    <a:bodyPr/>
                    <a:lstStyle/>
                    <a:p>
                      <a:pPr algn="ctr" fontAlgn="b"/>
                      <a:r>
                        <a:rPr lang="en-US" sz="1400" i="1" u="none" strike="noStrike" dirty="0">
                          <a:solidFill>
                            <a:srgbClr val="000000"/>
                          </a:solidFill>
                          <a:effectLst/>
                        </a:rPr>
                        <a:t>P</a:t>
                      </a:r>
                      <a:r>
                        <a:rPr lang="en-US" sz="1400" u="none" strike="noStrike" dirty="0">
                          <a:solidFill>
                            <a:srgbClr val="000000"/>
                          </a:solidFill>
                          <a:effectLst/>
                        </a:rPr>
                        <a:t>(3, 8) = 2/40 = 0.05</a:t>
                      </a:r>
                      <a:endParaRPr lang="en-US" sz="1400" b="0" i="0" u="none" strike="noStrike" dirty="0">
                        <a:solidFill>
                          <a:srgbClr val="000000"/>
                        </a:solidFill>
                        <a:effectLst/>
                        <a:latin typeface="Calibri" panose="020F0502020204030204" pitchFamily="34" charset="0"/>
                      </a:endParaRPr>
                    </a:p>
                  </a:txBody>
                  <a:tcPr marL="0" marR="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4DE"/>
                    </a:solidFill>
                  </a:tcPr>
                </a:tc>
                <a:extLst>
                  <a:ext uri="{0D108BD9-81ED-4DB2-BD59-A6C34878D82A}">
                    <a16:rowId xmlns:a16="http://schemas.microsoft.com/office/drawing/2014/main" val="1874695802"/>
                  </a:ext>
                </a:extLst>
              </a:tr>
              <a:tr h="229940">
                <a:tc>
                  <a:txBody>
                    <a:bodyPr/>
                    <a:lstStyle/>
                    <a:p>
                      <a:pPr algn="ctr" fontAlgn="b"/>
                      <a:r>
                        <a:rPr lang="en-US" sz="1400" u="none" strike="noStrike">
                          <a:solidFill>
                            <a:srgbClr val="000000"/>
                          </a:solidFill>
                          <a:effectLst/>
                        </a:rPr>
                        <a:t>4</a:t>
                      </a:r>
                      <a:endParaRPr lang="en-US" sz="1400" b="0" i="0" u="none" strike="noStrike">
                        <a:solidFill>
                          <a:srgbClr val="000000"/>
                        </a:solidFill>
                        <a:effectLst/>
                        <a:latin typeface="Calibri" panose="020F0502020204030204" pitchFamily="34" charset="0"/>
                      </a:endParaRPr>
                    </a:p>
                  </a:txBody>
                  <a:tcPr marL="0" marR="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4DE"/>
                    </a:solidFill>
                  </a:tcPr>
                </a:tc>
                <a:tc>
                  <a:txBody>
                    <a:bodyPr/>
                    <a:lstStyle/>
                    <a:p>
                      <a:pPr algn="ctr" fontAlgn="b"/>
                      <a:r>
                        <a:rPr lang="en-US" sz="1400" u="none" strike="noStrike">
                          <a:solidFill>
                            <a:srgbClr val="000000"/>
                          </a:solidFill>
                          <a:effectLst/>
                        </a:rPr>
                        <a:t>6</a:t>
                      </a:r>
                      <a:endParaRPr lang="en-US" sz="1400" b="0" i="0" u="none" strike="noStrike">
                        <a:solidFill>
                          <a:srgbClr val="000000"/>
                        </a:solidFill>
                        <a:effectLst/>
                        <a:latin typeface="Calibri" panose="020F0502020204030204" pitchFamily="34" charset="0"/>
                      </a:endParaRPr>
                    </a:p>
                  </a:txBody>
                  <a:tcPr marL="0" marR="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4DE"/>
                    </a:solidFill>
                  </a:tcPr>
                </a:tc>
                <a:tc>
                  <a:txBody>
                    <a:bodyPr/>
                    <a:lstStyle/>
                    <a:p>
                      <a:pPr algn="ctr" fontAlgn="b"/>
                      <a:r>
                        <a:rPr lang="en-US" sz="1400" u="none" strike="noStrike">
                          <a:solidFill>
                            <a:srgbClr val="000000"/>
                          </a:solidFill>
                          <a:effectLst/>
                        </a:rPr>
                        <a:t>(4, 6)</a:t>
                      </a:r>
                      <a:endParaRPr lang="en-US" sz="1400" b="0" i="0" u="none" strike="noStrike">
                        <a:solidFill>
                          <a:srgbClr val="000000"/>
                        </a:solidFill>
                        <a:effectLst/>
                        <a:latin typeface="Calibri" panose="020F0502020204030204" pitchFamily="34" charset="0"/>
                      </a:endParaRPr>
                    </a:p>
                  </a:txBody>
                  <a:tcPr marL="0" marR="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4DE"/>
                    </a:solidFill>
                  </a:tcPr>
                </a:tc>
                <a:tc>
                  <a:txBody>
                    <a:bodyPr/>
                    <a:lstStyle/>
                    <a:p>
                      <a:pPr algn="ctr" fontAlgn="b"/>
                      <a:r>
                        <a:rPr lang="en-US" sz="1400" u="none" strike="noStrike" dirty="0">
                          <a:solidFill>
                            <a:srgbClr val="000000"/>
                          </a:solidFill>
                          <a:effectLst/>
                        </a:rPr>
                        <a:t>10</a:t>
                      </a:r>
                      <a:endParaRPr lang="en-US" sz="1400" b="0" i="0" u="none" strike="noStrike" dirty="0">
                        <a:solidFill>
                          <a:srgbClr val="000000"/>
                        </a:solidFill>
                        <a:effectLst/>
                        <a:latin typeface="Calibri" panose="020F0502020204030204" pitchFamily="34" charset="0"/>
                      </a:endParaRPr>
                    </a:p>
                  </a:txBody>
                  <a:tcPr marL="0" marR="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4DE"/>
                    </a:solidFill>
                  </a:tcPr>
                </a:tc>
                <a:tc>
                  <a:txBody>
                    <a:bodyPr/>
                    <a:lstStyle/>
                    <a:p>
                      <a:pPr algn="ctr" fontAlgn="b"/>
                      <a:r>
                        <a:rPr lang="en-US" sz="1400" u="none" strike="noStrike" dirty="0">
                          <a:solidFill>
                            <a:srgbClr val="000000"/>
                          </a:solidFill>
                          <a:effectLst/>
                        </a:rPr>
                        <a:t>2</a:t>
                      </a:r>
                      <a:endParaRPr lang="en-US" sz="1400" b="0" i="0" u="none" strike="noStrike" dirty="0">
                        <a:solidFill>
                          <a:srgbClr val="000000"/>
                        </a:solidFill>
                        <a:effectLst/>
                        <a:latin typeface="Calibri" panose="020F0502020204030204" pitchFamily="34" charset="0"/>
                      </a:endParaRPr>
                    </a:p>
                  </a:txBody>
                  <a:tcPr marL="0" marR="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4DE"/>
                    </a:solidFill>
                  </a:tcPr>
                </a:tc>
                <a:tc>
                  <a:txBody>
                    <a:bodyPr/>
                    <a:lstStyle/>
                    <a:p>
                      <a:pPr algn="ctr" fontAlgn="b"/>
                      <a:r>
                        <a:rPr lang="en-US" sz="1400" i="1" u="none" strike="noStrike" dirty="0">
                          <a:solidFill>
                            <a:srgbClr val="000000"/>
                          </a:solidFill>
                          <a:effectLst/>
                        </a:rPr>
                        <a:t>P</a:t>
                      </a:r>
                      <a:r>
                        <a:rPr lang="en-US" sz="1400" u="none" strike="noStrike" dirty="0">
                          <a:solidFill>
                            <a:srgbClr val="000000"/>
                          </a:solidFill>
                          <a:effectLst/>
                        </a:rPr>
                        <a:t>(4, 6) = 2/40 = 0.05</a:t>
                      </a:r>
                      <a:endParaRPr lang="en-US" sz="1400" b="0" i="0" u="none" strike="noStrike" dirty="0">
                        <a:solidFill>
                          <a:srgbClr val="000000"/>
                        </a:solidFill>
                        <a:effectLst/>
                        <a:latin typeface="Calibri" panose="020F0502020204030204" pitchFamily="34" charset="0"/>
                      </a:endParaRPr>
                    </a:p>
                  </a:txBody>
                  <a:tcPr marL="0" marR="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4DE"/>
                    </a:solidFill>
                  </a:tcPr>
                </a:tc>
                <a:extLst>
                  <a:ext uri="{0D108BD9-81ED-4DB2-BD59-A6C34878D82A}">
                    <a16:rowId xmlns:a16="http://schemas.microsoft.com/office/drawing/2014/main" val="1203444480"/>
                  </a:ext>
                </a:extLst>
              </a:tr>
              <a:tr h="229940">
                <a:tc>
                  <a:txBody>
                    <a:bodyPr/>
                    <a:lstStyle/>
                    <a:p>
                      <a:pPr algn="ctr" fontAlgn="b"/>
                      <a:r>
                        <a:rPr lang="en-US" sz="1400" u="none" strike="noStrike">
                          <a:solidFill>
                            <a:srgbClr val="000000"/>
                          </a:solidFill>
                          <a:effectLst/>
                        </a:rPr>
                        <a:t>4</a:t>
                      </a:r>
                      <a:endParaRPr lang="en-US" sz="1400" b="0" i="0" u="none" strike="noStrike">
                        <a:solidFill>
                          <a:srgbClr val="000000"/>
                        </a:solidFill>
                        <a:effectLst/>
                        <a:latin typeface="Calibri" panose="020F0502020204030204" pitchFamily="34" charset="0"/>
                      </a:endParaRPr>
                    </a:p>
                  </a:txBody>
                  <a:tcPr marL="0" marR="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4DE"/>
                    </a:solidFill>
                  </a:tcPr>
                </a:tc>
                <a:tc>
                  <a:txBody>
                    <a:bodyPr/>
                    <a:lstStyle/>
                    <a:p>
                      <a:pPr algn="ctr" fontAlgn="b"/>
                      <a:r>
                        <a:rPr lang="en-US" sz="1400" u="none" strike="noStrike" dirty="0">
                          <a:solidFill>
                            <a:srgbClr val="000000"/>
                          </a:solidFill>
                          <a:effectLst/>
                        </a:rPr>
                        <a:t>7</a:t>
                      </a:r>
                      <a:endParaRPr lang="en-US" sz="1400" b="0" i="0" u="none" strike="noStrike" dirty="0">
                        <a:solidFill>
                          <a:srgbClr val="000000"/>
                        </a:solidFill>
                        <a:effectLst/>
                        <a:latin typeface="Calibri" panose="020F0502020204030204" pitchFamily="34" charset="0"/>
                      </a:endParaRPr>
                    </a:p>
                  </a:txBody>
                  <a:tcPr marL="0" marR="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4DE"/>
                    </a:solidFill>
                  </a:tcPr>
                </a:tc>
                <a:tc>
                  <a:txBody>
                    <a:bodyPr/>
                    <a:lstStyle/>
                    <a:p>
                      <a:pPr algn="ctr" fontAlgn="b"/>
                      <a:r>
                        <a:rPr lang="en-US" sz="1400" u="none" strike="noStrike">
                          <a:solidFill>
                            <a:srgbClr val="000000"/>
                          </a:solidFill>
                          <a:effectLst/>
                        </a:rPr>
                        <a:t>(4, 7)</a:t>
                      </a:r>
                      <a:endParaRPr lang="en-US" sz="1400" b="0" i="0" u="none" strike="noStrike">
                        <a:solidFill>
                          <a:srgbClr val="000000"/>
                        </a:solidFill>
                        <a:effectLst/>
                        <a:latin typeface="Calibri" panose="020F0502020204030204" pitchFamily="34" charset="0"/>
                      </a:endParaRPr>
                    </a:p>
                  </a:txBody>
                  <a:tcPr marL="0" marR="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4DE"/>
                    </a:solidFill>
                  </a:tcPr>
                </a:tc>
                <a:tc>
                  <a:txBody>
                    <a:bodyPr/>
                    <a:lstStyle/>
                    <a:p>
                      <a:pPr algn="ctr" fontAlgn="b"/>
                      <a:r>
                        <a:rPr lang="en-US" sz="1400" u="none" strike="noStrike" dirty="0">
                          <a:solidFill>
                            <a:srgbClr val="000000"/>
                          </a:solidFill>
                          <a:effectLst/>
                        </a:rPr>
                        <a:t>11</a:t>
                      </a:r>
                      <a:endParaRPr lang="en-US" sz="1400" b="0" i="0" u="none" strike="noStrike" dirty="0">
                        <a:solidFill>
                          <a:srgbClr val="000000"/>
                        </a:solidFill>
                        <a:effectLst/>
                        <a:latin typeface="Calibri" panose="020F0502020204030204" pitchFamily="34" charset="0"/>
                      </a:endParaRPr>
                    </a:p>
                  </a:txBody>
                  <a:tcPr marL="0" marR="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4DE"/>
                    </a:solidFill>
                  </a:tcPr>
                </a:tc>
                <a:tc>
                  <a:txBody>
                    <a:bodyPr/>
                    <a:lstStyle/>
                    <a:p>
                      <a:pPr algn="ctr" fontAlgn="b"/>
                      <a:r>
                        <a:rPr lang="en-US" sz="1400" u="none" strike="noStrike" dirty="0">
                          <a:solidFill>
                            <a:srgbClr val="000000"/>
                          </a:solidFill>
                          <a:effectLst/>
                        </a:rPr>
                        <a:t>4</a:t>
                      </a:r>
                      <a:endParaRPr lang="en-US" sz="1400" b="0" i="0" u="none" strike="noStrike" dirty="0">
                        <a:solidFill>
                          <a:srgbClr val="000000"/>
                        </a:solidFill>
                        <a:effectLst/>
                        <a:latin typeface="Calibri" panose="020F0502020204030204" pitchFamily="34" charset="0"/>
                      </a:endParaRPr>
                    </a:p>
                  </a:txBody>
                  <a:tcPr marL="0" marR="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4DE"/>
                    </a:solidFill>
                  </a:tcPr>
                </a:tc>
                <a:tc>
                  <a:txBody>
                    <a:bodyPr/>
                    <a:lstStyle/>
                    <a:p>
                      <a:pPr algn="ctr" fontAlgn="b"/>
                      <a:r>
                        <a:rPr lang="en-US" sz="1400" i="1" u="none" strike="noStrike" dirty="0">
                          <a:solidFill>
                            <a:srgbClr val="000000"/>
                          </a:solidFill>
                          <a:effectLst/>
                        </a:rPr>
                        <a:t>P</a:t>
                      </a:r>
                      <a:r>
                        <a:rPr lang="en-US" sz="1400" u="none" strike="noStrike" dirty="0">
                          <a:solidFill>
                            <a:srgbClr val="000000"/>
                          </a:solidFill>
                          <a:effectLst/>
                        </a:rPr>
                        <a:t>(4, 7) = 4/40 = 0.10</a:t>
                      </a:r>
                      <a:endParaRPr lang="en-US" sz="1400" b="0" i="0" u="none" strike="noStrike" dirty="0">
                        <a:solidFill>
                          <a:srgbClr val="000000"/>
                        </a:solidFill>
                        <a:effectLst/>
                        <a:latin typeface="Calibri" panose="020F0502020204030204" pitchFamily="34" charset="0"/>
                      </a:endParaRPr>
                    </a:p>
                  </a:txBody>
                  <a:tcPr marL="0" marR="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4DE"/>
                    </a:solidFill>
                  </a:tcPr>
                </a:tc>
                <a:extLst>
                  <a:ext uri="{0D108BD9-81ED-4DB2-BD59-A6C34878D82A}">
                    <a16:rowId xmlns:a16="http://schemas.microsoft.com/office/drawing/2014/main" val="3424485862"/>
                  </a:ext>
                </a:extLst>
              </a:tr>
              <a:tr h="229940">
                <a:tc>
                  <a:txBody>
                    <a:bodyPr/>
                    <a:lstStyle/>
                    <a:p>
                      <a:pPr algn="ctr" fontAlgn="b"/>
                      <a:r>
                        <a:rPr lang="en-US" sz="1400" u="none" strike="noStrike">
                          <a:solidFill>
                            <a:srgbClr val="000000"/>
                          </a:solidFill>
                          <a:effectLst/>
                        </a:rPr>
                        <a:t>4</a:t>
                      </a:r>
                      <a:endParaRPr lang="en-US" sz="1400" b="0" i="0" u="none" strike="noStrike">
                        <a:solidFill>
                          <a:srgbClr val="000000"/>
                        </a:solidFill>
                        <a:effectLst/>
                        <a:latin typeface="Calibri" panose="020F0502020204030204" pitchFamily="34" charset="0"/>
                      </a:endParaRPr>
                    </a:p>
                  </a:txBody>
                  <a:tcPr marL="0" marR="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4DE"/>
                    </a:solidFill>
                  </a:tcPr>
                </a:tc>
                <a:tc>
                  <a:txBody>
                    <a:bodyPr/>
                    <a:lstStyle/>
                    <a:p>
                      <a:pPr algn="ctr" fontAlgn="b"/>
                      <a:r>
                        <a:rPr lang="en-US" sz="1400" u="none" strike="noStrike">
                          <a:solidFill>
                            <a:srgbClr val="000000"/>
                          </a:solidFill>
                          <a:effectLst/>
                        </a:rPr>
                        <a:t>8</a:t>
                      </a:r>
                      <a:endParaRPr lang="en-US" sz="1400" b="0" i="0" u="none" strike="noStrike">
                        <a:solidFill>
                          <a:srgbClr val="000000"/>
                        </a:solidFill>
                        <a:effectLst/>
                        <a:latin typeface="Calibri" panose="020F0502020204030204" pitchFamily="34" charset="0"/>
                      </a:endParaRPr>
                    </a:p>
                  </a:txBody>
                  <a:tcPr marL="0" marR="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4DE"/>
                    </a:solidFill>
                  </a:tcPr>
                </a:tc>
                <a:tc>
                  <a:txBody>
                    <a:bodyPr/>
                    <a:lstStyle/>
                    <a:p>
                      <a:pPr algn="ctr" fontAlgn="b"/>
                      <a:r>
                        <a:rPr lang="en-US" sz="1400" u="none" strike="noStrike">
                          <a:solidFill>
                            <a:srgbClr val="000000"/>
                          </a:solidFill>
                          <a:effectLst/>
                        </a:rPr>
                        <a:t>(4, 8)</a:t>
                      </a:r>
                      <a:endParaRPr lang="en-US" sz="1400" b="0" i="0" u="none" strike="noStrike">
                        <a:solidFill>
                          <a:srgbClr val="000000"/>
                        </a:solidFill>
                        <a:effectLst/>
                        <a:latin typeface="Calibri" panose="020F0502020204030204" pitchFamily="34" charset="0"/>
                      </a:endParaRPr>
                    </a:p>
                  </a:txBody>
                  <a:tcPr marL="0" marR="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4DE"/>
                    </a:solidFill>
                  </a:tcPr>
                </a:tc>
                <a:tc>
                  <a:txBody>
                    <a:bodyPr/>
                    <a:lstStyle/>
                    <a:p>
                      <a:pPr algn="ctr" fontAlgn="b"/>
                      <a:r>
                        <a:rPr lang="en-US" sz="1400" u="none" strike="noStrike" dirty="0">
                          <a:solidFill>
                            <a:srgbClr val="000000"/>
                          </a:solidFill>
                          <a:effectLst/>
                        </a:rPr>
                        <a:t>12</a:t>
                      </a:r>
                      <a:endParaRPr lang="en-US" sz="1400" b="0" i="0" u="none" strike="noStrike" dirty="0">
                        <a:solidFill>
                          <a:srgbClr val="000000"/>
                        </a:solidFill>
                        <a:effectLst/>
                        <a:latin typeface="Calibri" panose="020F0502020204030204" pitchFamily="34" charset="0"/>
                      </a:endParaRPr>
                    </a:p>
                  </a:txBody>
                  <a:tcPr marL="0" marR="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4DE"/>
                    </a:solidFill>
                  </a:tcPr>
                </a:tc>
                <a:tc>
                  <a:txBody>
                    <a:bodyPr/>
                    <a:lstStyle/>
                    <a:p>
                      <a:pPr algn="ctr" fontAlgn="b"/>
                      <a:r>
                        <a:rPr lang="en-US" sz="1400" u="none" strike="noStrike" dirty="0">
                          <a:solidFill>
                            <a:srgbClr val="000000"/>
                          </a:solidFill>
                          <a:effectLst/>
                        </a:rPr>
                        <a:t>6</a:t>
                      </a:r>
                      <a:endParaRPr lang="en-US" sz="1400" b="0" i="0" u="none" strike="noStrike" dirty="0">
                        <a:solidFill>
                          <a:srgbClr val="000000"/>
                        </a:solidFill>
                        <a:effectLst/>
                        <a:latin typeface="Calibri" panose="020F0502020204030204" pitchFamily="34" charset="0"/>
                      </a:endParaRPr>
                    </a:p>
                  </a:txBody>
                  <a:tcPr marL="0" marR="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4DE"/>
                    </a:solidFill>
                  </a:tcPr>
                </a:tc>
                <a:tc>
                  <a:txBody>
                    <a:bodyPr/>
                    <a:lstStyle/>
                    <a:p>
                      <a:pPr algn="ctr" fontAlgn="b"/>
                      <a:r>
                        <a:rPr lang="en-US" sz="1400" i="1" u="none" strike="noStrike" dirty="0">
                          <a:solidFill>
                            <a:srgbClr val="000000"/>
                          </a:solidFill>
                          <a:effectLst/>
                        </a:rPr>
                        <a:t>P</a:t>
                      </a:r>
                      <a:r>
                        <a:rPr lang="en-US" sz="1400" u="none" strike="noStrike" dirty="0">
                          <a:solidFill>
                            <a:srgbClr val="000000"/>
                          </a:solidFill>
                          <a:effectLst/>
                        </a:rPr>
                        <a:t>(4, 8) = 6/40 = 0.15</a:t>
                      </a:r>
                      <a:endParaRPr lang="en-US" sz="1400" b="0" i="0" u="none" strike="noStrike" dirty="0">
                        <a:solidFill>
                          <a:srgbClr val="000000"/>
                        </a:solidFill>
                        <a:effectLst/>
                        <a:latin typeface="Calibri" panose="020F0502020204030204" pitchFamily="34" charset="0"/>
                      </a:endParaRPr>
                    </a:p>
                  </a:txBody>
                  <a:tcPr marL="0" marR="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4DE"/>
                    </a:solidFill>
                  </a:tcPr>
                </a:tc>
                <a:extLst>
                  <a:ext uri="{0D108BD9-81ED-4DB2-BD59-A6C34878D82A}">
                    <a16:rowId xmlns:a16="http://schemas.microsoft.com/office/drawing/2014/main" val="431565234"/>
                  </a:ext>
                </a:extLst>
              </a:tr>
              <a:tr h="229940">
                <a:tc>
                  <a:txBody>
                    <a:bodyPr/>
                    <a:lstStyle/>
                    <a:p>
                      <a:pPr algn="l" fontAlgn="b"/>
                      <a:endParaRPr lang="en-US" sz="1400" b="0" i="0" u="none" strike="noStrike">
                        <a:solidFill>
                          <a:srgbClr val="000000"/>
                        </a:solidFill>
                        <a:effectLst/>
                        <a:latin typeface="Calibri" panose="020F0502020204030204" pitchFamily="34" charset="0"/>
                      </a:endParaRPr>
                    </a:p>
                  </a:txBody>
                  <a:tcPr marL="0" marR="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4DE"/>
                    </a:solidFill>
                  </a:tcPr>
                </a:tc>
                <a:tc>
                  <a:txBody>
                    <a:bodyPr/>
                    <a:lstStyle/>
                    <a:p>
                      <a:pPr algn="l" fontAlgn="b"/>
                      <a:endParaRPr lang="en-US" sz="1400" b="0" i="0" u="none" strike="noStrike">
                        <a:solidFill>
                          <a:srgbClr val="000000"/>
                        </a:solidFill>
                        <a:effectLst/>
                        <a:latin typeface="Calibri" panose="020F0502020204030204" pitchFamily="34" charset="0"/>
                      </a:endParaRPr>
                    </a:p>
                  </a:txBody>
                  <a:tcPr marL="0" marR="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4DE"/>
                    </a:solidFill>
                  </a:tcPr>
                </a:tc>
                <a:tc>
                  <a:txBody>
                    <a:bodyPr/>
                    <a:lstStyle/>
                    <a:p>
                      <a:pPr algn="l" fontAlgn="b"/>
                      <a:endParaRPr lang="en-US" sz="1400" b="0" i="0" u="none" strike="noStrike">
                        <a:solidFill>
                          <a:srgbClr val="000000"/>
                        </a:solidFill>
                        <a:effectLst/>
                        <a:latin typeface="Calibri" panose="020F0502020204030204" pitchFamily="34" charset="0"/>
                      </a:endParaRPr>
                    </a:p>
                  </a:txBody>
                  <a:tcPr marL="0" marR="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4DE"/>
                    </a:solidFill>
                  </a:tcPr>
                </a:tc>
                <a:tc>
                  <a:txBody>
                    <a:bodyPr/>
                    <a:lstStyle/>
                    <a:p>
                      <a:pPr algn="ctr" fontAlgn="b"/>
                      <a:endParaRPr lang="en-US" sz="1400" b="0" i="0" u="none" strike="noStrike" dirty="0">
                        <a:solidFill>
                          <a:srgbClr val="000000"/>
                        </a:solidFill>
                        <a:effectLst/>
                        <a:latin typeface="Calibri" panose="020F0502020204030204" pitchFamily="34" charset="0"/>
                      </a:endParaRPr>
                    </a:p>
                  </a:txBody>
                  <a:tcPr marL="0" marR="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4DE"/>
                    </a:solidFill>
                  </a:tcPr>
                </a:tc>
                <a:tc>
                  <a:txBody>
                    <a:bodyPr/>
                    <a:lstStyle/>
                    <a:p>
                      <a:pPr algn="ctr" fontAlgn="b"/>
                      <a:r>
                        <a:rPr lang="en-US" sz="1400" u="none" strike="noStrike" dirty="0">
                          <a:solidFill>
                            <a:srgbClr val="000000"/>
                          </a:solidFill>
                          <a:effectLst/>
                        </a:rPr>
                        <a:t>Total = 40</a:t>
                      </a:r>
                      <a:endParaRPr lang="en-US" sz="1400" b="0" i="0" u="none" strike="noStrike" dirty="0">
                        <a:solidFill>
                          <a:srgbClr val="000000"/>
                        </a:solidFill>
                        <a:effectLst/>
                        <a:latin typeface="Calibri" panose="020F0502020204030204" pitchFamily="34" charset="0"/>
                      </a:endParaRPr>
                    </a:p>
                  </a:txBody>
                  <a:tcPr marL="0" marR="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4DE"/>
                    </a:solidFill>
                  </a:tcPr>
                </a:tc>
                <a:tc>
                  <a:txBody>
                    <a:bodyPr/>
                    <a:lstStyle/>
                    <a:p>
                      <a:pPr algn="ctr" fontAlgn="b"/>
                      <a:r>
                        <a:rPr lang="en-US" sz="1400" b="0" i="0" u="none" strike="noStrike" dirty="0">
                          <a:solidFill>
                            <a:srgbClr val="000000"/>
                          </a:solidFill>
                          <a:effectLst/>
                          <a:latin typeface="Calibri" panose="020F0502020204030204" pitchFamily="34" charset="0"/>
                        </a:rPr>
                        <a:t>Total = 1.00</a:t>
                      </a:r>
                    </a:p>
                  </a:txBody>
                  <a:tcPr marL="0" marR="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4DE"/>
                    </a:solidFill>
                  </a:tcPr>
                </a:tc>
                <a:extLst>
                  <a:ext uri="{0D108BD9-81ED-4DB2-BD59-A6C34878D82A}">
                    <a16:rowId xmlns:a16="http://schemas.microsoft.com/office/drawing/2014/main" val="421194315"/>
                  </a:ext>
                </a:extLst>
              </a:tr>
            </a:tbl>
          </a:graphicData>
        </a:graphic>
      </p:graphicFrame>
    </p:spTree>
    <p:extLst>
      <p:ext uri="{BB962C8B-B14F-4D97-AF65-F5344CB8AC3E}">
        <p14:creationId xmlns:p14="http://schemas.microsoft.com/office/powerpoint/2010/main" val="76300335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37CB06-3B43-B52B-E40B-D1988BF13505}"/>
              </a:ext>
            </a:extLst>
          </p:cNvPr>
          <p:cNvSpPr>
            <a:spLocks noGrp="1"/>
          </p:cNvSpPr>
          <p:nvPr>
            <p:ph type="title"/>
          </p:nvPr>
        </p:nvSpPr>
        <p:spPr/>
        <p:txBody>
          <a:bodyPr/>
          <a:lstStyle/>
          <a:p>
            <a:r>
              <a:rPr lang="en-US" dirty="0">
                <a:solidFill>
                  <a:srgbClr val="D14B1E"/>
                </a:solidFill>
              </a:rPr>
              <a:t>4.2 Events and Their Probabilities</a:t>
            </a:r>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6C5A17A9-E204-2C03-A62D-99D1BD497A64}"/>
                  </a:ext>
                </a:extLst>
              </p:cNvPr>
              <p:cNvSpPr>
                <a:spLocks noGrp="1"/>
              </p:cNvSpPr>
              <p:nvPr>
                <p:ph type="body" sz="quarter" idx="15"/>
              </p:nvPr>
            </p:nvSpPr>
            <p:spPr>
              <a:xfrm>
                <a:off x="740228" y="1292177"/>
                <a:ext cx="10711543" cy="4424746"/>
              </a:xfrm>
            </p:spPr>
            <p:txBody>
              <a:bodyPr/>
              <a:lstStyle/>
              <a:p>
                <a:pPr>
                  <a:spcBef>
                    <a:spcPts val="600"/>
                  </a:spcBef>
                  <a:spcAft>
                    <a:spcPts val="0"/>
                  </a:spcAft>
                </a:pPr>
                <a:r>
                  <a:rPr lang="en-US" sz="2000" dirty="0"/>
                  <a:t>An </a:t>
                </a:r>
                <a:r>
                  <a:rPr lang="en-US" sz="2000" b="1" dirty="0"/>
                  <a:t>event</a:t>
                </a:r>
                <a:r>
                  <a:rPr lang="en-US" sz="2000" dirty="0"/>
                  <a:t> is a collection of sample points.</a:t>
                </a:r>
              </a:p>
              <a:p>
                <a:pPr>
                  <a:spcBef>
                    <a:spcPts val="600"/>
                  </a:spcBef>
                  <a:spcAft>
                    <a:spcPts val="0"/>
                  </a:spcAft>
                </a:pPr>
                <a:r>
                  <a:rPr lang="en-US" sz="2000" dirty="0"/>
                  <a:t>If we can identify all the sample points of an experiment and assign a probability to each, we can compute the probability of an event.</a:t>
                </a:r>
              </a:p>
              <a:p>
                <a:pPr>
                  <a:spcBef>
                    <a:spcPts val="600"/>
                  </a:spcBef>
                  <a:spcAft>
                    <a:spcPts val="0"/>
                  </a:spcAft>
                </a:pPr>
                <a:r>
                  <a:rPr lang="en-US" sz="2000" dirty="0"/>
                  <a:t>In the KP&amp;L example, management was interested in the probability that the project is completed in 10 months or less.</a:t>
                </a:r>
              </a:p>
              <a:p>
                <a:pPr>
                  <a:spcBef>
                    <a:spcPts val="600"/>
                  </a:spcBef>
                  <a:spcAft>
                    <a:spcPts val="0"/>
                  </a:spcAft>
                </a:pPr>
                <a:r>
                  <a:rPr lang="en-US" sz="2000" dirty="0"/>
                  <a:t>From the table in the previous slide, we see that there are six sample points that provide a project completion time of 10 months or less.</a:t>
                </a:r>
              </a:p>
              <a:p>
                <a:pPr>
                  <a:spcBef>
                    <a:spcPts val="600"/>
                  </a:spcBef>
                  <a:spcAft>
                    <a:spcPts val="600"/>
                  </a:spcAft>
                </a:pPr>
                <a:r>
                  <a:rPr lang="en-US" sz="2000" dirty="0"/>
                  <a:t>Let </a:t>
                </a:r>
                <a:r>
                  <a:rPr lang="en-US" sz="2000" i="1" dirty="0"/>
                  <a:t>C</a:t>
                </a:r>
                <a:r>
                  <a:rPr lang="en-US" sz="2000" dirty="0"/>
                  <a:t> denote the event that the project is completed in 10 months or less. Thus, we have:</a:t>
                </a:r>
              </a:p>
              <a:p>
                <a:pPr marL="914400">
                  <a:spcBef>
                    <a:spcPts val="600"/>
                  </a:spcBef>
                  <a:spcAft>
                    <a:spcPts val="0"/>
                  </a:spcAft>
                </a:pPr>
                <a14:m>
                  <m:oMathPara xmlns:m="http://schemas.openxmlformats.org/officeDocument/2006/math">
                    <m:oMathParaPr>
                      <m:jc m:val="left"/>
                    </m:oMathParaPr>
                    <m:oMath xmlns:m="http://schemas.openxmlformats.org/officeDocument/2006/math">
                      <m:r>
                        <a:rPr lang="en-US" sz="2000" b="0" i="1" smtClean="0">
                          <a:latin typeface="Cambria Math" panose="02040503050406030204" pitchFamily="18" charset="0"/>
                        </a:rPr>
                        <m:t>𝐶</m:t>
                      </m:r>
                      <m:r>
                        <a:rPr lang="en-US" sz="2000" b="0" i="1" smtClean="0">
                          <a:latin typeface="Cambria Math" panose="02040503050406030204" pitchFamily="18" charset="0"/>
                        </a:rPr>
                        <m:t>=</m:t>
                      </m:r>
                      <m:d>
                        <m:dPr>
                          <m:begChr m:val="{"/>
                          <m:endChr m:val="}"/>
                          <m:ctrlPr>
                            <a:rPr lang="en-US" sz="2000" b="0" i="1" smtClean="0">
                              <a:latin typeface="Cambria Math" panose="02040503050406030204" pitchFamily="18" charset="0"/>
                            </a:rPr>
                          </m:ctrlPr>
                        </m:dPr>
                        <m:e>
                          <m:r>
                            <m:rPr>
                              <m:nor/>
                            </m:rPr>
                            <a:rPr lang="en-US" sz="2000">
                              <a:latin typeface="Cambria Math" panose="02040503050406030204" pitchFamily="18" charset="0"/>
                            </a:rPr>
                            <m:t>(</m:t>
                          </m:r>
                          <m:r>
                            <m:rPr>
                              <m:nor/>
                            </m:rPr>
                            <a:rPr lang="en-US" sz="2000" b="0" i="0" smtClean="0">
                              <a:latin typeface="Cambria Math" panose="02040503050406030204" pitchFamily="18" charset="0"/>
                            </a:rPr>
                            <m:t>2</m:t>
                          </m:r>
                          <m:r>
                            <m:rPr>
                              <m:nor/>
                            </m:rPr>
                            <a:rPr lang="en-US" sz="2000">
                              <a:latin typeface="Cambria Math" panose="02040503050406030204" pitchFamily="18" charset="0"/>
                            </a:rPr>
                            <m:t>,</m:t>
                          </m:r>
                          <m:r>
                            <m:rPr>
                              <m:nor/>
                            </m:rPr>
                            <a:rPr lang="en-US" sz="2000" b="0" i="0" smtClean="0">
                              <a:latin typeface="Cambria Math" panose="02040503050406030204" pitchFamily="18" charset="0"/>
                            </a:rPr>
                            <m:t> 6</m:t>
                          </m:r>
                          <m:r>
                            <m:rPr>
                              <m:nor/>
                            </m:rPr>
                            <a:rPr lang="en-US" sz="2000">
                              <a:latin typeface="Cambria Math" panose="02040503050406030204" pitchFamily="18" charset="0"/>
                            </a:rPr>
                            <m:t>)</m:t>
                          </m:r>
                          <m:r>
                            <m:rPr>
                              <m:nor/>
                            </m:rPr>
                            <a:rPr lang="en-US" sz="2000" b="0" i="0" smtClean="0">
                              <a:latin typeface="Cambria Math" panose="02040503050406030204" pitchFamily="18" charset="0"/>
                            </a:rPr>
                            <m:t>,</m:t>
                          </m:r>
                          <m:r>
                            <m:rPr>
                              <m:nor/>
                            </m:rPr>
                            <a:rPr lang="en-US" sz="2000">
                              <a:latin typeface="Cambria Math" panose="02040503050406030204" pitchFamily="18" charset="0"/>
                            </a:rPr>
                            <m:t>(</m:t>
                          </m:r>
                          <m:r>
                            <m:rPr>
                              <m:nor/>
                            </m:rPr>
                            <a:rPr lang="en-US" sz="2000" b="0" i="0" smtClean="0">
                              <a:latin typeface="Cambria Math" panose="02040503050406030204" pitchFamily="18" charset="0"/>
                            </a:rPr>
                            <m:t>2</m:t>
                          </m:r>
                          <m:r>
                            <m:rPr>
                              <m:nor/>
                            </m:rPr>
                            <a:rPr lang="en-US" sz="2000">
                              <a:latin typeface="Cambria Math" panose="02040503050406030204" pitchFamily="18" charset="0"/>
                            </a:rPr>
                            <m:t>,</m:t>
                          </m:r>
                          <m:r>
                            <m:rPr>
                              <m:nor/>
                            </m:rPr>
                            <a:rPr lang="en-US" sz="2000" b="0" i="0" smtClean="0">
                              <a:latin typeface="Cambria Math" panose="02040503050406030204" pitchFamily="18" charset="0"/>
                            </a:rPr>
                            <m:t> 7</m:t>
                          </m:r>
                          <m:r>
                            <m:rPr>
                              <m:nor/>
                            </m:rPr>
                            <a:rPr lang="en-US" sz="2000">
                              <a:latin typeface="Cambria Math" panose="02040503050406030204" pitchFamily="18" charset="0"/>
                            </a:rPr>
                            <m:t>)</m:t>
                          </m:r>
                          <m:r>
                            <a:rPr lang="en-US" sz="2000" b="0" i="1" smtClean="0">
                              <a:latin typeface="Cambria Math" panose="02040503050406030204" pitchFamily="18" charset="0"/>
                            </a:rPr>
                            <m:t>,</m:t>
                          </m:r>
                          <m:r>
                            <m:rPr>
                              <m:nor/>
                            </m:rPr>
                            <a:rPr lang="en-US" sz="2000">
                              <a:latin typeface="Cambria Math" panose="02040503050406030204" pitchFamily="18" charset="0"/>
                            </a:rPr>
                            <m:t>(</m:t>
                          </m:r>
                          <m:r>
                            <m:rPr>
                              <m:nor/>
                            </m:rPr>
                            <a:rPr lang="en-US" sz="2000" b="0" i="0" smtClean="0">
                              <a:latin typeface="Cambria Math" panose="02040503050406030204" pitchFamily="18" charset="0"/>
                            </a:rPr>
                            <m:t>2</m:t>
                          </m:r>
                          <m:r>
                            <m:rPr>
                              <m:nor/>
                            </m:rPr>
                            <a:rPr lang="en-US" sz="2000">
                              <a:latin typeface="Cambria Math" panose="02040503050406030204" pitchFamily="18" charset="0"/>
                            </a:rPr>
                            <m:t>,</m:t>
                          </m:r>
                          <m:r>
                            <m:rPr>
                              <m:nor/>
                            </m:rPr>
                            <a:rPr lang="en-US" sz="2000" b="0" i="0" smtClean="0">
                              <a:latin typeface="Cambria Math" panose="02040503050406030204" pitchFamily="18" charset="0"/>
                            </a:rPr>
                            <m:t> 8</m:t>
                          </m:r>
                          <m:r>
                            <m:rPr>
                              <m:nor/>
                            </m:rPr>
                            <a:rPr lang="en-US" sz="2000">
                              <a:latin typeface="Cambria Math" panose="02040503050406030204" pitchFamily="18" charset="0"/>
                            </a:rPr>
                            <m:t>)</m:t>
                          </m:r>
                          <m:r>
                            <a:rPr lang="en-US" sz="2000" b="0" i="1" smtClean="0">
                              <a:latin typeface="Cambria Math" panose="02040503050406030204" pitchFamily="18" charset="0"/>
                            </a:rPr>
                            <m:t>,</m:t>
                          </m:r>
                          <m:r>
                            <m:rPr>
                              <m:nor/>
                            </m:rPr>
                            <a:rPr lang="en-US" sz="2000">
                              <a:latin typeface="Cambria Math" panose="02040503050406030204" pitchFamily="18" charset="0"/>
                            </a:rPr>
                            <m:t>(</m:t>
                          </m:r>
                          <m:r>
                            <m:rPr>
                              <m:nor/>
                            </m:rPr>
                            <a:rPr lang="en-US" sz="2000" b="0" i="0" smtClean="0">
                              <a:latin typeface="Cambria Math" panose="02040503050406030204" pitchFamily="18" charset="0"/>
                            </a:rPr>
                            <m:t>3</m:t>
                          </m:r>
                          <m:r>
                            <m:rPr>
                              <m:nor/>
                            </m:rPr>
                            <a:rPr lang="en-US" sz="2000">
                              <a:latin typeface="Cambria Math" panose="02040503050406030204" pitchFamily="18" charset="0"/>
                            </a:rPr>
                            <m:t>,</m:t>
                          </m:r>
                          <m:r>
                            <m:rPr>
                              <m:nor/>
                            </m:rPr>
                            <a:rPr lang="en-US" sz="2000" b="0" i="0" smtClean="0">
                              <a:latin typeface="Cambria Math" panose="02040503050406030204" pitchFamily="18" charset="0"/>
                            </a:rPr>
                            <m:t> 6</m:t>
                          </m:r>
                          <m:r>
                            <m:rPr>
                              <m:nor/>
                            </m:rPr>
                            <a:rPr lang="en-US" sz="2000">
                              <a:latin typeface="Cambria Math" panose="02040503050406030204" pitchFamily="18" charset="0"/>
                            </a:rPr>
                            <m:t>),(</m:t>
                          </m:r>
                          <m:r>
                            <m:rPr>
                              <m:nor/>
                            </m:rPr>
                            <a:rPr lang="en-US" sz="2000" b="0" i="0" smtClean="0">
                              <a:latin typeface="Cambria Math" panose="02040503050406030204" pitchFamily="18" charset="0"/>
                            </a:rPr>
                            <m:t>3</m:t>
                          </m:r>
                          <m:r>
                            <m:rPr>
                              <m:nor/>
                            </m:rPr>
                            <a:rPr lang="en-US" sz="2000">
                              <a:latin typeface="Cambria Math" panose="02040503050406030204" pitchFamily="18" charset="0"/>
                            </a:rPr>
                            <m:t>,</m:t>
                          </m:r>
                          <m:r>
                            <m:rPr>
                              <m:nor/>
                            </m:rPr>
                            <a:rPr lang="en-US" sz="2000" b="0" i="0" smtClean="0">
                              <a:latin typeface="Cambria Math" panose="02040503050406030204" pitchFamily="18" charset="0"/>
                            </a:rPr>
                            <m:t> 7</m:t>
                          </m:r>
                          <m:r>
                            <m:rPr>
                              <m:nor/>
                            </m:rPr>
                            <a:rPr lang="en-US" sz="2000">
                              <a:latin typeface="Cambria Math" panose="02040503050406030204" pitchFamily="18" charset="0"/>
                            </a:rPr>
                            <m:t>)</m:t>
                          </m:r>
                          <m:r>
                            <a:rPr lang="en-US" sz="2000" i="1">
                              <a:latin typeface="Cambria Math" panose="02040503050406030204" pitchFamily="18" charset="0"/>
                            </a:rPr>
                            <m:t>,</m:t>
                          </m:r>
                          <m:r>
                            <m:rPr>
                              <m:nor/>
                            </m:rPr>
                            <a:rPr lang="en-US" sz="2000">
                              <a:latin typeface="Cambria Math" panose="02040503050406030204" pitchFamily="18" charset="0"/>
                            </a:rPr>
                            <m:t>(</m:t>
                          </m:r>
                          <m:r>
                            <m:rPr>
                              <m:nor/>
                            </m:rPr>
                            <a:rPr lang="en-US" sz="2000" b="0" i="0" smtClean="0">
                              <a:latin typeface="Cambria Math" panose="02040503050406030204" pitchFamily="18" charset="0"/>
                            </a:rPr>
                            <m:t>4</m:t>
                          </m:r>
                          <m:r>
                            <m:rPr>
                              <m:nor/>
                            </m:rPr>
                            <a:rPr lang="en-US" sz="2000">
                              <a:latin typeface="Cambria Math" panose="02040503050406030204" pitchFamily="18" charset="0"/>
                            </a:rPr>
                            <m:t>,</m:t>
                          </m:r>
                          <m:r>
                            <m:rPr>
                              <m:nor/>
                            </m:rPr>
                            <a:rPr lang="en-US" sz="2000" b="0" i="0" smtClean="0">
                              <a:latin typeface="Cambria Math" panose="02040503050406030204" pitchFamily="18" charset="0"/>
                            </a:rPr>
                            <m:t> 6</m:t>
                          </m:r>
                          <m:r>
                            <m:rPr>
                              <m:nor/>
                            </m:rPr>
                            <a:rPr lang="en-US" sz="2000">
                              <a:latin typeface="Cambria Math" panose="02040503050406030204" pitchFamily="18" charset="0"/>
                            </a:rPr>
                            <m:t>)</m:t>
                          </m:r>
                        </m:e>
                      </m:d>
                    </m:oMath>
                  </m:oMathPara>
                </a14:m>
                <a:endParaRPr lang="en-US" sz="2000" dirty="0"/>
              </a:p>
              <a:p>
                <a:pPr>
                  <a:spcBef>
                    <a:spcPts val="600"/>
                  </a:spcBef>
                  <a:spcAft>
                    <a:spcPts val="0"/>
                  </a:spcAft>
                </a:pPr>
                <a:r>
                  <a:rPr lang="en-US" sz="2000" dirty="0"/>
                  <a:t>Other events of interest may be:</a:t>
                </a:r>
              </a:p>
              <a:p>
                <a:pPr marL="284163">
                  <a:spcBef>
                    <a:spcPts val="600"/>
                  </a:spcBef>
                  <a:spcAft>
                    <a:spcPts val="0"/>
                  </a:spcAft>
                  <a:tabLst>
                    <a:tab pos="10515600" algn="r"/>
                  </a:tabLst>
                </a:pPr>
                <a:r>
                  <a:rPr lang="en-US" sz="2000" dirty="0"/>
                  <a:t>L</a:t>
                </a:r>
                <a:r>
                  <a:rPr lang="en-US" sz="2000" i="1" dirty="0"/>
                  <a:t>,</a:t>
                </a:r>
                <a:r>
                  <a:rPr lang="en-US" sz="2000" dirty="0"/>
                  <a:t> the event that the project will complete in less than 10 months:	</a:t>
                </a:r>
                <a14:m>
                  <m:oMath xmlns:m="http://schemas.openxmlformats.org/officeDocument/2006/math">
                    <m:r>
                      <a:rPr lang="en-US" sz="2000" i="1">
                        <a:latin typeface="Cambria Math" panose="02040503050406030204" pitchFamily="18" charset="0"/>
                      </a:rPr>
                      <m:t>𝐿</m:t>
                    </m:r>
                    <m:r>
                      <a:rPr lang="en-US" sz="2000" i="1">
                        <a:latin typeface="Cambria Math" panose="02040503050406030204" pitchFamily="18" charset="0"/>
                      </a:rPr>
                      <m:t>=</m:t>
                    </m:r>
                    <m:d>
                      <m:dPr>
                        <m:begChr m:val="{"/>
                        <m:endChr m:val="}"/>
                        <m:ctrlPr>
                          <a:rPr lang="en-US" sz="2000" i="1">
                            <a:latin typeface="Cambria Math" panose="02040503050406030204" pitchFamily="18" charset="0"/>
                          </a:rPr>
                        </m:ctrlPr>
                      </m:dPr>
                      <m:e>
                        <m:r>
                          <m:rPr>
                            <m:nor/>
                          </m:rPr>
                          <a:rPr lang="en-US" sz="2000">
                            <a:latin typeface="Cambria Math" panose="02040503050406030204" pitchFamily="18" charset="0"/>
                          </a:rPr>
                          <m:t>(</m:t>
                        </m:r>
                        <m:r>
                          <m:rPr>
                            <m:nor/>
                          </m:rPr>
                          <a:rPr lang="en-US" sz="2000" b="0" i="0" smtClean="0">
                            <a:latin typeface="Cambria Math" panose="02040503050406030204" pitchFamily="18" charset="0"/>
                          </a:rPr>
                          <m:t>2</m:t>
                        </m:r>
                        <m:r>
                          <m:rPr>
                            <m:nor/>
                          </m:rPr>
                          <a:rPr lang="en-US" sz="2000">
                            <a:latin typeface="Cambria Math" panose="02040503050406030204" pitchFamily="18" charset="0"/>
                          </a:rPr>
                          <m:t>,</m:t>
                        </m:r>
                        <m:r>
                          <m:rPr>
                            <m:nor/>
                          </m:rPr>
                          <a:rPr lang="en-US" sz="2000" b="0" i="0" smtClean="0">
                            <a:latin typeface="Cambria Math" panose="02040503050406030204" pitchFamily="18" charset="0"/>
                          </a:rPr>
                          <m:t> 6</m:t>
                        </m:r>
                        <m:r>
                          <m:rPr>
                            <m:nor/>
                          </m:rPr>
                          <a:rPr lang="en-US" sz="2000">
                            <a:latin typeface="Cambria Math" panose="02040503050406030204" pitchFamily="18" charset="0"/>
                          </a:rPr>
                          <m:t>),(</m:t>
                        </m:r>
                        <m:r>
                          <m:rPr>
                            <m:nor/>
                          </m:rPr>
                          <a:rPr lang="en-US" sz="2000" b="0" i="0" smtClean="0">
                            <a:latin typeface="Cambria Math" panose="02040503050406030204" pitchFamily="18" charset="0"/>
                          </a:rPr>
                          <m:t>2</m:t>
                        </m:r>
                        <m:r>
                          <m:rPr>
                            <m:nor/>
                          </m:rPr>
                          <a:rPr lang="en-US" sz="2000">
                            <a:latin typeface="Cambria Math" panose="02040503050406030204" pitchFamily="18" charset="0"/>
                          </a:rPr>
                          <m:t>,</m:t>
                        </m:r>
                        <m:r>
                          <m:rPr>
                            <m:nor/>
                          </m:rPr>
                          <a:rPr lang="en-US" sz="2000" b="0" i="0" smtClean="0">
                            <a:latin typeface="Cambria Math" panose="02040503050406030204" pitchFamily="18" charset="0"/>
                          </a:rPr>
                          <m:t> </m:t>
                        </m:r>
                        <m:r>
                          <m:rPr>
                            <m:nor/>
                          </m:rPr>
                          <a:rPr lang="en-US" sz="2000">
                            <a:latin typeface="Cambria Math" panose="02040503050406030204" pitchFamily="18" charset="0"/>
                          </a:rPr>
                          <m:t>7)</m:t>
                        </m:r>
                        <m:r>
                          <a:rPr lang="en-US" sz="2000" i="1">
                            <a:latin typeface="Cambria Math" panose="02040503050406030204" pitchFamily="18" charset="0"/>
                          </a:rPr>
                          <m:t>,</m:t>
                        </m:r>
                        <m:r>
                          <m:rPr>
                            <m:nor/>
                          </m:rPr>
                          <a:rPr lang="en-US" sz="2000">
                            <a:latin typeface="Cambria Math" panose="02040503050406030204" pitchFamily="18" charset="0"/>
                          </a:rPr>
                          <m:t>(</m:t>
                        </m:r>
                        <m:r>
                          <m:rPr>
                            <m:nor/>
                          </m:rPr>
                          <a:rPr lang="en-US" sz="2000" b="0" i="0" smtClean="0">
                            <a:latin typeface="Cambria Math" panose="02040503050406030204" pitchFamily="18" charset="0"/>
                          </a:rPr>
                          <m:t>3</m:t>
                        </m:r>
                        <m:r>
                          <m:rPr>
                            <m:nor/>
                          </m:rPr>
                          <a:rPr lang="en-US" sz="2000">
                            <a:latin typeface="Cambria Math" panose="02040503050406030204" pitchFamily="18" charset="0"/>
                          </a:rPr>
                          <m:t>,</m:t>
                        </m:r>
                        <m:r>
                          <m:rPr>
                            <m:nor/>
                          </m:rPr>
                          <a:rPr lang="en-US" sz="2000" b="0" i="0" smtClean="0">
                            <a:latin typeface="Cambria Math" panose="02040503050406030204" pitchFamily="18" charset="0"/>
                          </a:rPr>
                          <m:t> 6</m:t>
                        </m:r>
                        <m:r>
                          <m:rPr>
                            <m:nor/>
                          </m:rPr>
                          <a:rPr lang="en-US" sz="2000">
                            <a:latin typeface="Cambria Math" panose="02040503050406030204" pitchFamily="18" charset="0"/>
                          </a:rPr>
                          <m:t>)</m:t>
                        </m:r>
                      </m:e>
                    </m:d>
                  </m:oMath>
                </a14:m>
                <a:endParaRPr lang="en-US" sz="2000" dirty="0"/>
              </a:p>
              <a:p>
                <a:pPr marL="284163">
                  <a:spcBef>
                    <a:spcPts val="600"/>
                  </a:spcBef>
                  <a:spcAft>
                    <a:spcPts val="600"/>
                  </a:spcAft>
                  <a:tabLst>
                    <a:tab pos="10515600" algn="r"/>
                  </a:tabLst>
                </a:pPr>
                <a:r>
                  <a:rPr lang="en-US" sz="2000" i="1" dirty="0"/>
                  <a:t>M,</a:t>
                </a:r>
                <a:r>
                  <a:rPr lang="en-US" sz="2000" dirty="0"/>
                  <a:t> the event that the project will complete in more than 10 months:	</a:t>
                </a:r>
                <a14:m>
                  <m:oMath xmlns:m="http://schemas.openxmlformats.org/officeDocument/2006/math">
                    <m:r>
                      <a:rPr lang="en-US" sz="2000" b="0" i="1" smtClean="0">
                        <a:latin typeface="Cambria Math" panose="02040503050406030204" pitchFamily="18" charset="0"/>
                      </a:rPr>
                      <m:t>𝑀</m:t>
                    </m:r>
                    <m:r>
                      <a:rPr lang="en-US" sz="2000" b="0" i="1" smtClean="0">
                        <a:latin typeface="Cambria Math" panose="02040503050406030204" pitchFamily="18" charset="0"/>
                      </a:rPr>
                      <m:t>=</m:t>
                    </m:r>
                    <m:d>
                      <m:dPr>
                        <m:begChr m:val="{"/>
                        <m:endChr m:val="}"/>
                        <m:ctrlPr>
                          <a:rPr lang="en-US" sz="2000" b="0" i="1" smtClean="0">
                            <a:latin typeface="Cambria Math" panose="02040503050406030204" pitchFamily="18" charset="0"/>
                          </a:rPr>
                        </m:ctrlPr>
                      </m:dPr>
                      <m:e>
                        <m:r>
                          <m:rPr>
                            <m:nor/>
                          </m:rPr>
                          <a:rPr lang="en-US" sz="2000">
                            <a:latin typeface="Cambria Math" panose="02040503050406030204" pitchFamily="18" charset="0"/>
                          </a:rPr>
                          <m:t>(</m:t>
                        </m:r>
                        <m:r>
                          <m:rPr>
                            <m:nor/>
                          </m:rPr>
                          <a:rPr lang="en-US" sz="2000" b="0" i="0" smtClean="0">
                            <a:latin typeface="Cambria Math" panose="02040503050406030204" pitchFamily="18" charset="0"/>
                          </a:rPr>
                          <m:t>3</m:t>
                        </m:r>
                        <m:r>
                          <m:rPr>
                            <m:nor/>
                          </m:rPr>
                          <a:rPr lang="en-US" sz="2000">
                            <a:latin typeface="Cambria Math" panose="02040503050406030204" pitchFamily="18" charset="0"/>
                          </a:rPr>
                          <m:t>,</m:t>
                        </m:r>
                        <m:r>
                          <m:rPr>
                            <m:nor/>
                          </m:rPr>
                          <a:rPr lang="en-US" sz="2000" b="0" i="0" smtClean="0">
                            <a:latin typeface="Cambria Math" panose="02040503050406030204" pitchFamily="18" charset="0"/>
                          </a:rPr>
                          <m:t> 8</m:t>
                        </m:r>
                        <m:r>
                          <m:rPr>
                            <m:nor/>
                          </m:rPr>
                          <a:rPr lang="en-US" sz="2000">
                            <a:latin typeface="Cambria Math" panose="02040503050406030204" pitchFamily="18" charset="0"/>
                          </a:rPr>
                          <m:t>)</m:t>
                        </m:r>
                        <m:r>
                          <m:rPr>
                            <m:nor/>
                          </m:rPr>
                          <a:rPr lang="en-US" sz="2000" b="0" i="0" smtClean="0">
                            <a:latin typeface="Cambria Math" panose="02040503050406030204" pitchFamily="18" charset="0"/>
                          </a:rPr>
                          <m:t>,</m:t>
                        </m:r>
                        <m:r>
                          <m:rPr>
                            <m:nor/>
                          </m:rPr>
                          <a:rPr lang="en-US" sz="2000">
                            <a:latin typeface="Cambria Math" panose="02040503050406030204" pitchFamily="18" charset="0"/>
                          </a:rPr>
                          <m:t>(</m:t>
                        </m:r>
                        <m:r>
                          <m:rPr>
                            <m:nor/>
                          </m:rPr>
                          <a:rPr lang="en-US" sz="2000" b="0" i="0" smtClean="0">
                            <a:latin typeface="Cambria Math" panose="02040503050406030204" pitchFamily="18" charset="0"/>
                          </a:rPr>
                          <m:t>4</m:t>
                        </m:r>
                        <m:r>
                          <m:rPr>
                            <m:nor/>
                          </m:rPr>
                          <a:rPr lang="en-US" sz="2000">
                            <a:latin typeface="Cambria Math" panose="02040503050406030204" pitchFamily="18" charset="0"/>
                          </a:rPr>
                          <m:t>,</m:t>
                        </m:r>
                        <m:r>
                          <m:rPr>
                            <m:nor/>
                          </m:rPr>
                          <a:rPr lang="en-US" sz="2000" b="0" i="0" smtClean="0">
                            <a:latin typeface="Cambria Math" panose="02040503050406030204" pitchFamily="18" charset="0"/>
                          </a:rPr>
                          <m:t> 7</m:t>
                        </m:r>
                        <m:r>
                          <m:rPr>
                            <m:nor/>
                          </m:rPr>
                          <a:rPr lang="en-US" sz="2000">
                            <a:latin typeface="Cambria Math" panose="02040503050406030204" pitchFamily="18" charset="0"/>
                          </a:rPr>
                          <m:t>)</m:t>
                        </m:r>
                        <m:r>
                          <a:rPr lang="en-US" sz="2000" b="0" i="1" smtClean="0">
                            <a:latin typeface="Cambria Math" panose="02040503050406030204" pitchFamily="18" charset="0"/>
                          </a:rPr>
                          <m:t>,</m:t>
                        </m:r>
                        <m:r>
                          <m:rPr>
                            <m:nor/>
                          </m:rPr>
                          <a:rPr lang="en-US" sz="2000">
                            <a:latin typeface="Cambria Math" panose="02040503050406030204" pitchFamily="18" charset="0"/>
                          </a:rPr>
                          <m:t>(</m:t>
                        </m:r>
                        <m:r>
                          <m:rPr>
                            <m:nor/>
                          </m:rPr>
                          <a:rPr lang="en-US" sz="2000" b="0" i="0" smtClean="0">
                            <a:latin typeface="Cambria Math" panose="02040503050406030204" pitchFamily="18" charset="0"/>
                          </a:rPr>
                          <m:t>4</m:t>
                        </m:r>
                        <m:r>
                          <m:rPr>
                            <m:nor/>
                          </m:rPr>
                          <a:rPr lang="en-US" sz="2000">
                            <a:latin typeface="Cambria Math" panose="02040503050406030204" pitchFamily="18" charset="0"/>
                          </a:rPr>
                          <m:t>,</m:t>
                        </m:r>
                        <m:r>
                          <m:rPr>
                            <m:nor/>
                          </m:rPr>
                          <a:rPr lang="en-US" sz="2000" b="0" i="0" smtClean="0">
                            <a:latin typeface="Cambria Math" panose="02040503050406030204" pitchFamily="18" charset="0"/>
                          </a:rPr>
                          <m:t> 8</m:t>
                        </m:r>
                        <m:r>
                          <m:rPr>
                            <m:nor/>
                          </m:rPr>
                          <a:rPr lang="en-US" sz="2000">
                            <a:latin typeface="Cambria Math" panose="02040503050406030204" pitchFamily="18" charset="0"/>
                          </a:rPr>
                          <m:t>)</m:t>
                        </m:r>
                      </m:e>
                    </m:d>
                  </m:oMath>
                </a14:m>
                <a:endParaRPr lang="en-US" sz="2000" i="1" dirty="0"/>
              </a:p>
            </p:txBody>
          </p:sp>
        </mc:Choice>
        <mc:Fallback xmlns="">
          <p:sp>
            <p:nvSpPr>
              <p:cNvPr id="3" name="Text Placeholder 2">
                <a:extLst>
                  <a:ext uri="{FF2B5EF4-FFF2-40B4-BE49-F238E27FC236}">
                    <a16:creationId xmlns:a16="http://schemas.microsoft.com/office/drawing/2014/main" id="{6C5A17A9-E204-2C03-A62D-99D1BD497A64}"/>
                  </a:ext>
                </a:extLst>
              </p:cNvPr>
              <p:cNvSpPr>
                <a:spLocks noGrp="1" noRot="1" noChangeAspect="1" noMove="1" noResize="1" noEditPoints="1" noAdjustHandles="1" noChangeArrowheads="1" noChangeShapeType="1" noTextEdit="1"/>
              </p:cNvSpPr>
              <p:nvPr>
                <p:ph type="body" sz="quarter" idx="15"/>
              </p:nvPr>
            </p:nvSpPr>
            <p:spPr>
              <a:xfrm>
                <a:off x="740228" y="1292177"/>
                <a:ext cx="10711543" cy="4424746"/>
              </a:xfrm>
              <a:blipFill>
                <a:blip r:embed="rId2"/>
                <a:stretch>
                  <a:fillRect l="-1422" t="-1653"/>
                </a:stretch>
              </a:blipFill>
            </p:spPr>
            <p:txBody>
              <a:bodyPr/>
              <a:lstStyle/>
              <a:p>
                <a:r>
                  <a:rPr lang="en-US">
                    <a:noFill/>
                  </a:rPr>
                  <a:t> </a:t>
                </a:r>
              </a:p>
            </p:txBody>
          </p:sp>
        </mc:Fallback>
      </mc:AlternateContent>
    </p:spTree>
    <p:extLst>
      <p:ext uri="{BB962C8B-B14F-4D97-AF65-F5344CB8AC3E}">
        <p14:creationId xmlns:p14="http://schemas.microsoft.com/office/powerpoint/2010/main" val="375312095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37CB06-3B43-B52B-E40B-D1988BF13505}"/>
              </a:ext>
            </a:extLst>
          </p:cNvPr>
          <p:cNvSpPr>
            <a:spLocks noGrp="1"/>
          </p:cNvSpPr>
          <p:nvPr>
            <p:ph type="title"/>
          </p:nvPr>
        </p:nvSpPr>
        <p:spPr/>
        <p:txBody>
          <a:bodyPr/>
          <a:lstStyle/>
          <a:p>
            <a:r>
              <a:rPr lang="en-US" dirty="0"/>
              <a:t>4.2 Probability of an Event</a:t>
            </a:r>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6C5A17A9-E204-2C03-A62D-99D1BD497A64}"/>
                  </a:ext>
                </a:extLst>
              </p:cNvPr>
              <p:cNvSpPr>
                <a:spLocks noGrp="1"/>
              </p:cNvSpPr>
              <p:nvPr>
                <p:ph type="body" sz="quarter" idx="15"/>
              </p:nvPr>
            </p:nvSpPr>
            <p:spPr>
              <a:xfrm>
                <a:off x="743577" y="1362724"/>
                <a:ext cx="10610224" cy="4354197"/>
              </a:xfrm>
            </p:spPr>
            <p:txBody>
              <a:bodyPr/>
              <a:lstStyle/>
              <a:p>
                <a:pPr>
                  <a:spcBef>
                    <a:spcPts val="600"/>
                  </a:spcBef>
                  <a:spcAft>
                    <a:spcPts val="600"/>
                  </a:spcAft>
                </a:pPr>
                <a:r>
                  <a:rPr lang="en-US" sz="2000" dirty="0"/>
                  <a:t>The </a:t>
                </a:r>
                <a:r>
                  <a:rPr lang="en-US" sz="2000" b="1" dirty="0"/>
                  <a:t>probability of an event </a:t>
                </a:r>
                <a:r>
                  <a:rPr lang="en-US" sz="2000" dirty="0"/>
                  <a:t>is equal to the sum of the probabilities of the sample points in the event.</a:t>
                </a:r>
              </a:p>
              <a:p>
                <a:pPr>
                  <a:spcBef>
                    <a:spcPts val="600"/>
                  </a:spcBef>
                  <a:spcAft>
                    <a:spcPts val="600"/>
                  </a:spcAft>
                </a:pPr>
                <a:r>
                  <a:rPr lang="en-US" sz="2000" dirty="0"/>
                  <a:t>We can calculate the probability that the KP&amp;L project is completed in 10 months or less by adding the probabilities of the six sample points belonging to event </a:t>
                </a:r>
                <a:r>
                  <a:rPr lang="en-US" sz="2000" i="1" dirty="0"/>
                  <a:t>C</a:t>
                </a:r>
                <a:r>
                  <a:rPr lang="en-US" sz="2000" dirty="0"/>
                  <a:t>.</a:t>
                </a:r>
              </a:p>
              <a:p>
                <a:pPr marL="914400">
                  <a:spcBef>
                    <a:spcPts val="600"/>
                  </a:spcBef>
                  <a:spcAft>
                    <a:spcPts val="600"/>
                  </a:spcAft>
                </a:pPr>
                <a14:m>
                  <m:oMathPara xmlns:m="http://schemas.openxmlformats.org/officeDocument/2006/math">
                    <m:oMathParaPr>
                      <m:jc m:val="left"/>
                    </m:oMathParaPr>
                    <m:oMath xmlns:m="http://schemas.openxmlformats.org/officeDocument/2006/math">
                      <m:r>
                        <a:rPr lang="en-US" sz="2000" b="0" i="1" smtClean="0">
                          <a:latin typeface="Cambria Math" panose="02040503050406030204" pitchFamily="18" charset="0"/>
                        </a:rPr>
                        <m:t>𝑃</m:t>
                      </m:r>
                      <m:r>
                        <a:rPr lang="en-US" sz="2000" b="0" i="1" smtClean="0">
                          <a:latin typeface="Cambria Math" panose="02040503050406030204" pitchFamily="18" charset="0"/>
                        </a:rPr>
                        <m:t>(</m:t>
                      </m:r>
                      <m:r>
                        <a:rPr lang="en-US" sz="2000" b="0" i="1" smtClean="0">
                          <a:latin typeface="Cambria Math" panose="02040503050406030204" pitchFamily="18" charset="0"/>
                        </a:rPr>
                        <m:t>𝐶</m:t>
                      </m:r>
                      <m:r>
                        <a:rPr lang="en-US" sz="2000" b="0" i="1" smtClean="0">
                          <a:latin typeface="Cambria Math" panose="02040503050406030204" pitchFamily="18" charset="0"/>
                        </a:rPr>
                        <m:t>)=</m:t>
                      </m:r>
                      <m:r>
                        <a:rPr lang="en-US" sz="2000" b="0" i="1" smtClean="0">
                          <a:latin typeface="Cambria Math" panose="02040503050406030204" pitchFamily="18" charset="0"/>
                        </a:rPr>
                        <m:t>𝑃</m:t>
                      </m:r>
                      <m:r>
                        <a:rPr lang="en-US" sz="2000" i="1">
                          <a:latin typeface="Cambria Math" panose="02040503050406030204" pitchFamily="18" charset="0"/>
                        </a:rPr>
                        <m:t>(2,</m:t>
                      </m:r>
                      <m:r>
                        <a:rPr lang="en-US" sz="2000" b="0" i="1" smtClean="0">
                          <a:latin typeface="Cambria Math" panose="02040503050406030204" pitchFamily="18" charset="0"/>
                        </a:rPr>
                        <m:t> </m:t>
                      </m:r>
                      <m:r>
                        <a:rPr lang="en-US" sz="2000" i="1">
                          <a:latin typeface="Cambria Math" panose="02040503050406030204" pitchFamily="18" charset="0"/>
                        </a:rPr>
                        <m:t>6)</m:t>
                      </m:r>
                      <m:r>
                        <a:rPr lang="en-US" sz="2000" b="0" i="1" smtClean="0">
                          <a:latin typeface="Cambria Math" panose="02040503050406030204" pitchFamily="18" charset="0"/>
                        </a:rPr>
                        <m:t>+</m:t>
                      </m:r>
                      <m:r>
                        <a:rPr lang="en-US" sz="2000" b="0" i="1" smtClean="0">
                          <a:latin typeface="Cambria Math" panose="02040503050406030204" pitchFamily="18" charset="0"/>
                        </a:rPr>
                        <m:t>𝑃</m:t>
                      </m:r>
                      <m:r>
                        <a:rPr lang="en-US" sz="2000" i="1">
                          <a:latin typeface="Cambria Math" panose="02040503050406030204" pitchFamily="18" charset="0"/>
                        </a:rPr>
                        <m:t>(2,</m:t>
                      </m:r>
                      <m:r>
                        <a:rPr lang="en-US" sz="2000" b="0" i="1" smtClean="0">
                          <a:latin typeface="Cambria Math" panose="02040503050406030204" pitchFamily="18" charset="0"/>
                        </a:rPr>
                        <m:t> </m:t>
                      </m:r>
                      <m:r>
                        <a:rPr lang="en-US" sz="2000" i="1">
                          <a:latin typeface="Cambria Math" panose="02040503050406030204" pitchFamily="18" charset="0"/>
                        </a:rPr>
                        <m:t>7)+</m:t>
                      </m:r>
                      <m:r>
                        <a:rPr lang="en-US" sz="2000" i="1">
                          <a:latin typeface="Cambria Math" panose="02040503050406030204" pitchFamily="18" charset="0"/>
                        </a:rPr>
                        <m:t>𝑃</m:t>
                      </m:r>
                      <m:r>
                        <a:rPr lang="en-US" sz="2000" i="1">
                          <a:latin typeface="Cambria Math" panose="02040503050406030204" pitchFamily="18" charset="0"/>
                        </a:rPr>
                        <m:t>(2, 8)+</m:t>
                      </m:r>
                      <m:r>
                        <a:rPr lang="en-US" sz="2000" i="1">
                          <a:latin typeface="Cambria Math" panose="02040503050406030204" pitchFamily="18" charset="0"/>
                        </a:rPr>
                        <m:t>𝑃</m:t>
                      </m:r>
                      <m:r>
                        <a:rPr lang="en-US" sz="2000" i="1">
                          <a:latin typeface="Cambria Math" panose="02040503050406030204" pitchFamily="18" charset="0"/>
                        </a:rPr>
                        <m:t>(3, 6)+</m:t>
                      </m:r>
                      <m:r>
                        <a:rPr lang="en-US" sz="2000" i="1">
                          <a:latin typeface="Cambria Math" panose="02040503050406030204" pitchFamily="18" charset="0"/>
                        </a:rPr>
                        <m:t>𝑃</m:t>
                      </m:r>
                      <m:r>
                        <a:rPr lang="en-US" sz="2000" i="1">
                          <a:latin typeface="Cambria Math" panose="02040503050406030204" pitchFamily="18" charset="0"/>
                        </a:rPr>
                        <m:t>(3, 7)+</m:t>
                      </m:r>
                      <m:r>
                        <a:rPr lang="en-US" sz="2000" i="1">
                          <a:latin typeface="Cambria Math" panose="02040503050406030204" pitchFamily="18" charset="0"/>
                        </a:rPr>
                        <m:t>𝑃</m:t>
                      </m:r>
                      <m:r>
                        <a:rPr lang="en-US" sz="2000" i="1">
                          <a:latin typeface="Cambria Math" panose="02040503050406030204" pitchFamily="18" charset="0"/>
                        </a:rPr>
                        <m:t>(4, 6)</m:t>
                      </m:r>
                    </m:oMath>
                  </m:oMathPara>
                </a14:m>
                <a:endParaRPr lang="en-US" sz="2000" dirty="0"/>
              </a:p>
              <a:p>
                <a:pPr>
                  <a:spcBef>
                    <a:spcPts val="600"/>
                  </a:spcBef>
                  <a:spcAft>
                    <a:spcPts val="600"/>
                  </a:spcAft>
                </a:pPr>
                <a:r>
                  <a:rPr lang="en-US" sz="2000" dirty="0"/>
                  <a:t>If we refer to the sample point probabilities listed in the previous table, we have</a:t>
                </a:r>
              </a:p>
              <a:p>
                <a:pPr marL="914400">
                  <a:spcBef>
                    <a:spcPts val="600"/>
                  </a:spcBef>
                  <a:spcAft>
                    <a:spcPts val="600"/>
                  </a:spcAft>
                </a:pPr>
                <a14:m>
                  <m:oMathPara xmlns:m="http://schemas.openxmlformats.org/officeDocument/2006/math">
                    <m:oMathParaPr>
                      <m:jc m:val="left"/>
                    </m:oMathParaPr>
                    <m:oMath xmlns:m="http://schemas.openxmlformats.org/officeDocument/2006/math">
                      <m:r>
                        <a:rPr lang="en-US" sz="2000" b="0" i="1" smtClean="0">
                          <a:latin typeface="Cambria Math" panose="02040503050406030204" pitchFamily="18" charset="0"/>
                        </a:rPr>
                        <m:t>𝑃</m:t>
                      </m:r>
                      <m:d>
                        <m:dPr>
                          <m:ctrlPr>
                            <a:rPr lang="en-US" sz="2000" b="0" i="1" smtClean="0">
                              <a:latin typeface="Cambria Math" panose="02040503050406030204" pitchFamily="18" charset="0"/>
                            </a:rPr>
                          </m:ctrlPr>
                        </m:dPr>
                        <m:e>
                          <m:r>
                            <a:rPr lang="en-US" sz="2000" b="0" i="1" smtClean="0">
                              <a:latin typeface="Cambria Math" panose="02040503050406030204" pitchFamily="18" charset="0"/>
                            </a:rPr>
                            <m:t>𝐶</m:t>
                          </m:r>
                        </m:e>
                      </m:d>
                      <m:r>
                        <a:rPr lang="en-US" sz="2000" b="0" i="1" smtClean="0">
                          <a:latin typeface="Cambria Math" panose="02040503050406030204" pitchFamily="18" charset="0"/>
                        </a:rPr>
                        <m:t>=0.15+0.15+0.05+0.10+0.20+0.05=0.7</m:t>
                      </m:r>
                    </m:oMath>
                  </m:oMathPara>
                </a14:m>
                <a:endParaRPr lang="en-US" sz="2000" dirty="0"/>
              </a:p>
              <a:p>
                <a:pPr>
                  <a:spcBef>
                    <a:spcPts val="600"/>
                  </a:spcBef>
                  <a:spcAft>
                    <a:spcPts val="600"/>
                  </a:spcAft>
                </a:pPr>
                <a:r>
                  <a:rPr lang="en-US" sz="2000" dirty="0"/>
                  <a:t>Similarly, the probability that the KP&amp;L project is completed in less than 10 months is</a:t>
                </a:r>
              </a:p>
              <a:p>
                <a:pPr marL="914400">
                  <a:spcBef>
                    <a:spcPts val="600"/>
                  </a:spcBef>
                  <a:spcAft>
                    <a:spcPts val="600"/>
                  </a:spcAft>
                </a:pPr>
                <a14:m>
                  <m:oMathPara xmlns:m="http://schemas.openxmlformats.org/officeDocument/2006/math">
                    <m:oMathParaPr>
                      <m:jc m:val="left"/>
                    </m:oMathParaPr>
                    <m:oMath xmlns:m="http://schemas.openxmlformats.org/officeDocument/2006/math">
                      <m:r>
                        <a:rPr lang="en-US" sz="2000" b="0" i="1" smtClean="0">
                          <a:latin typeface="Cambria Math" panose="02040503050406030204" pitchFamily="18" charset="0"/>
                        </a:rPr>
                        <m:t>𝑃</m:t>
                      </m:r>
                      <m:d>
                        <m:dPr>
                          <m:ctrlPr>
                            <a:rPr lang="en-US" sz="2000" b="0" i="1" smtClean="0">
                              <a:latin typeface="Cambria Math" panose="02040503050406030204" pitchFamily="18" charset="0"/>
                            </a:rPr>
                          </m:ctrlPr>
                        </m:dPr>
                        <m:e>
                          <m:r>
                            <a:rPr lang="en-US" sz="2000" b="0" i="1" smtClean="0">
                              <a:latin typeface="Cambria Math" panose="02040503050406030204" pitchFamily="18" charset="0"/>
                            </a:rPr>
                            <m:t>𝐿</m:t>
                          </m:r>
                        </m:e>
                      </m:d>
                      <m:r>
                        <a:rPr lang="en-US" sz="2000" b="0" i="1" smtClean="0">
                          <a:latin typeface="Cambria Math" panose="02040503050406030204" pitchFamily="18" charset="0"/>
                        </a:rPr>
                        <m:t>=</m:t>
                      </m:r>
                      <m:r>
                        <a:rPr lang="en-US" sz="2000" b="0" i="1" smtClean="0">
                          <a:latin typeface="Cambria Math" panose="02040503050406030204" pitchFamily="18" charset="0"/>
                        </a:rPr>
                        <m:t>𝑃</m:t>
                      </m:r>
                      <m:d>
                        <m:dPr>
                          <m:ctrlPr>
                            <a:rPr lang="en-US" sz="2000" b="0" i="1">
                              <a:latin typeface="Cambria Math" panose="02040503050406030204" pitchFamily="18" charset="0"/>
                            </a:rPr>
                          </m:ctrlPr>
                        </m:dPr>
                        <m:e>
                          <m:r>
                            <a:rPr lang="en-US" sz="2000" i="1">
                              <a:latin typeface="Cambria Math" panose="02040503050406030204" pitchFamily="18" charset="0"/>
                            </a:rPr>
                            <m:t>2,</m:t>
                          </m:r>
                          <m:r>
                            <a:rPr lang="en-US" sz="2000" b="0" i="1" smtClean="0">
                              <a:latin typeface="Cambria Math" panose="02040503050406030204" pitchFamily="18" charset="0"/>
                            </a:rPr>
                            <m:t> </m:t>
                          </m:r>
                          <m:r>
                            <a:rPr lang="en-US" sz="2000" i="1">
                              <a:latin typeface="Cambria Math" panose="02040503050406030204" pitchFamily="18" charset="0"/>
                            </a:rPr>
                            <m:t>6</m:t>
                          </m:r>
                        </m:e>
                      </m:d>
                      <m:r>
                        <a:rPr lang="en-US" sz="2000" b="0" i="1" smtClean="0">
                          <a:latin typeface="Cambria Math" panose="02040503050406030204" pitchFamily="18" charset="0"/>
                        </a:rPr>
                        <m:t>+</m:t>
                      </m:r>
                      <m:r>
                        <a:rPr lang="en-US" sz="2000" b="0" i="1" smtClean="0">
                          <a:latin typeface="Cambria Math" panose="02040503050406030204" pitchFamily="18" charset="0"/>
                        </a:rPr>
                        <m:t>𝑃</m:t>
                      </m:r>
                      <m:d>
                        <m:dPr>
                          <m:ctrlPr>
                            <a:rPr lang="en-US" sz="2000" b="0" i="1">
                              <a:latin typeface="Cambria Math" panose="02040503050406030204" pitchFamily="18" charset="0"/>
                            </a:rPr>
                          </m:ctrlPr>
                        </m:dPr>
                        <m:e>
                          <m:r>
                            <a:rPr lang="en-US" sz="2000" i="1">
                              <a:latin typeface="Cambria Math" panose="02040503050406030204" pitchFamily="18" charset="0"/>
                            </a:rPr>
                            <m:t>2,</m:t>
                          </m:r>
                          <m:r>
                            <a:rPr lang="en-US" sz="2000" b="0" i="1" smtClean="0">
                              <a:latin typeface="Cambria Math" panose="02040503050406030204" pitchFamily="18" charset="0"/>
                            </a:rPr>
                            <m:t> </m:t>
                          </m:r>
                          <m:r>
                            <a:rPr lang="en-US" sz="2000" i="1">
                              <a:latin typeface="Cambria Math" panose="02040503050406030204" pitchFamily="18" charset="0"/>
                            </a:rPr>
                            <m:t>7</m:t>
                          </m:r>
                        </m:e>
                      </m:d>
                      <m:r>
                        <a:rPr lang="en-US" sz="2000" i="1">
                          <a:latin typeface="Cambria Math" panose="02040503050406030204" pitchFamily="18" charset="0"/>
                        </a:rPr>
                        <m:t>+</m:t>
                      </m:r>
                      <m:r>
                        <a:rPr lang="en-US" sz="2000" i="1">
                          <a:latin typeface="Cambria Math" panose="02040503050406030204" pitchFamily="18" charset="0"/>
                        </a:rPr>
                        <m:t>𝑃</m:t>
                      </m:r>
                      <m:d>
                        <m:dPr>
                          <m:ctrlPr>
                            <a:rPr lang="en-US" sz="2000" i="1">
                              <a:latin typeface="Cambria Math" panose="02040503050406030204" pitchFamily="18" charset="0"/>
                            </a:rPr>
                          </m:ctrlPr>
                        </m:dPr>
                        <m:e>
                          <m:r>
                            <a:rPr lang="en-US" sz="2000" b="0" i="1" smtClean="0">
                              <a:latin typeface="Cambria Math" panose="02040503050406030204" pitchFamily="18" charset="0"/>
                            </a:rPr>
                            <m:t>3</m:t>
                          </m:r>
                          <m:r>
                            <a:rPr lang="en-US" sz="2000" i="1">
                              <a:latin typeface="Cambria Math" panose="02040503050406030204" pitchFamily="18" charset="0"/>
                            </a:rPr>
                            <m:t>,</m:t>
                          </m:r>
                          <m:r>
                            <a:rPr lang="en-US" sz="2000" b="0" i="1" smtClean="0">
                              <a:latin typeface="Cambria Math" panose="02040503050406030204" pitchFamily="18" charset="0"/>
                            </a:rPr>
                            <m:t> 6</m:t>
                          </m:r>
                        </m:e>
                      </m:d>
                      <m:r>
                        <a:rPr lang="en-US" sz="2000" b="0" i="1" smtClean="0">
                          <a:latin typeface="Cambria Math" panose="02040503050406030204" pitchFamily="18" charset="0"/>
                        </a:rPr>
                        <m:t>=0.15+0.15+0.10=0.4</m:t>
                      </m:r>
                    </m:oMath>
                  </m:oMathPara>
                </a14:m>
                <a:endParaRPr lang="en-US" sz="2000" dirty="0"/>
              </a:p>
              <a:p>
                <a:pPr>
                  <a:spcBef>
                    <a:spcPts val="600"/>
                  </a:spcBef>
                  <a:spcAft>
                    <a:spcPts val="600"/>
                  </a:spcAft>
                </a:pPr>
                <a:r>
                  <a:rPr lang="en-US" sz="2000" dirty="0"/>
                  <a:t>And the probability that the KP&amp;L project is completed in more than 10 months is</a:t>
                </a:r>
              </a:p>
              <a:p>
                <a:pPr marL="914400">
                  <a:spcBef>
                    <a:spcPts val="600"/>
                  </a:spcBef>
                  <a:spcAft>
                    <a:spcPts val="0"/>
                  </a:spcAft>
                </a:pPr>
                <a14:m>
                  <m:oMathPara xmlns:m="http://schemas.openxmlformats.org/officeDocument/2006/math">
                    <m:oMathParaPr>
                      <m:jc m:val="left"/>
                    </m:oMathParaPr>
                    <m:oMath xmlns:m="http://schemas.openxmlformats.org/officeDocument/2006/math">
                      <m:r>
                        <a:rPr lang="en-US" sz="2000" b="0" i="1" smtClean="0">
                          <a:latin typeface="Cambria Math" panose="02040503050406030204" pitchFamily="18" charset="0"/>
                        </a:rPr>
                        <m:t>𝑃</m:t>
                      </m:r>
                      <m:d>
                        <m:dPr>
                          <m:ctrlPr>
                            <a:rPr lang="en-US" sz="2000" b="0" i="1" smtClean="0">
                              <a:latin typeface="Cambria Math" panose="02040503050406030204" pitchFamily="18" charset="0"/>
                            </a:rPr>
                          </m:ctrlPr>
                        </m:dPr>
                        <m:e>
                          <m:r>
                            <a:rPr lang="en-US" sz="2000" b="0" i="1" smtClean="0">
                              <a:latin typeface="Cambria Math" panose="02040503050406030204" pitchFamily="18" charset="0"/>
                            </a:rPr>
                            <m:t>𝑀</m:t>
                          </m:r>
                        </m:e>
                      </m:d>
                      <m:r>
                        <a:rPr lang="en-US" sz="2000" b="0" i="1" smtClean="0">
                          <a:latin typeface="Cambria Math" panose="02040503050406030204" pitchFamily="18" charset="0"/>
                        </a:rPr>
                        <m:t>=</m:t>
                      </m:r>
                      <m:r>
                        <a:rPr lang="en-US" sz="2000" b="0" i="1" smtClean="0">
                          <a:latin typeface="Cambria Math" panose="02040503050406030204" pitchFamily="18" charset="0"/>
                        </a:rPr>
                        <m:t>𝑃</m:t>
                      </m:r>
                      <m:d>
                        <m:dPr>
                          <m:ctrlPr>
                            <a:rPr lang="en-US" sz="2000" b="0" i="1">
                              <a:latin typeface="Cambria Math" panose="02040503050406030204" pitchFamily="18" charset="0"/>
                            </a:rPr>
                          </m:ctrlPr>
                        </m:dPr>
                        <m:e>
                          <m:r>
                            <a:rPr lang="en-US" sz="2000" b="0" i="1" smtClean="0">
                              <a:latin typeface="Cambria Math" panose="02040503050406030204" pitchFamily="18" charset="0"/>
                            </a:rPr>
                            <m:t>3</m:t>
                          </m:r>
                          <m:r>
                            <a:rPr lang="en-US" sz="2000" i="1">
                              <a:latin typeface="Cambria Math" panose="02040503050406030204" pitchFamily="18" charset="0"/>
                            </a:rPr>
                            <m:t>,</m:t>
                          </m:r>
                          <m:r>
                            <a:rPr lang="en-US" sz="2000" b="0" i="1" smtClean="0">
                              <a:latin typeface="Cambria Math" panose="02040503050406030204" pitchFamily="18" charset="0"/>
                            </a:rPr>
                            <m:t> 8</m:t>
                          </m:r>
                        </m:e>
                      </m:d>
                      <m:r>
                        <a:rPr lang="en-US" sz="2000" b="0" i="1" smtClean="0">
                          <a:latin typeface="Cambria Math" panose="02040503050406030204" pitchFamily="18" charset="0"/>
                        </a:rPr>
                        <m:t>+</m:t>
                      </m:r>
                      <m:r>
                        <a:rPr lang="en-US" sz="2000" b="0" i="1" smtClean="0">
                          <a:latin typeface="Cambria Math" panose="02040503050406030204" pitchFamily="18" charset="0"/>
                        </a:rPr>
                        <m:t>𝑃</m:t>
                      </m:r>
                      <m:d>
                        <m:dPr>
                          <m:ctrlPr>
                            <a:rPr lang="en-US" sz="2000" b="0" i="1">
                              <a:latin typeface="Cambria Math" panose="02040503050406030204" pitchFamily="18" charset="0"/>
                            </a:rPr>
                          </m:ctrlPr>
                        </m:dPr>
                        <m:e>
                          <m:r>
                            <a:rPr lang="en-US" sz="2000" b="0" i="1" smtClean="0">
                              <a:latin typeface="Cambria Math" panose="02040503050406030204" pitchFamily="18" charset="0"/>
                            </a:rPr>
                            <m:t>4</m:t>
                          </m:r>
                          <m:r>
                            <a:rPr lang="en-US" sz="2000" i="1">
                              <a:latin typeface="Cambria Math" panose="02040503050406030204" pitchFamily="18" charset="0"/>
                            </a:rPr>
                            <m:t>,</m:t>
                          </m:r>
                          <m:r>
                            <a:rPr lang="en-US" sz="2000" b="0" i="1" smtClean="0">
                              <a:latin typeface="Cambria Math" panose="02040503050406030204" pitchFamily="18" charset="0"/>
                            </a:rPr>
                            <m:t> </m:t>
                          </m:r>
                          <m:r>
                            <a:rPr lang="en-US" sz="2000" i="1">
                              <a:latin typeface="Cambria Math" panose="02040503050406030204" pitchFamily="18" charset="0"/>
                            </a:rPr>
                            <m:t>7</m:t>
                          </m:r>
                        </m:e>
                      </m:d>
                      <m:r>
                        <a:rPr lang="en-US" sz="2000" i="1">
                          <a:latin typeface="Cambria Math" panose="02040503050406030204" pitchFamily="18" charset="0"/>
                        </a:rPr>
                        <m:t>+</m:t>
                      </m:r>
                      <m:r>
                        <a:rPr lang="en-US" sz="2000" i="1">
                          <a:latin typeface="Cambria Math" panose="02040503050406030204" pitchFamily="18" charset="0"/>
                        </a:rPr>
                        <m:t>𝑃</m:t>
                      </m:r>
                      <m:d>
                        <m:dPr>
                          <m:ctrlPr>
                            <a:rPr lang="en-US" sz="2000" i="1">
                              <a:latin typeface="Cambria Math" panose="02040503050406030204" pitchFamily="18" charset="0"/>
                            </a:rPr>
                          </m:ctrlPr>
                        </m:dPr>
                        <m:e>
                          <m:r>
                            <a:rPr lang="en-US" sz="2000" b="0" i="1" smtClean="0">
                              <a:latin typeface="Cambria Math" panose="02040503050406030204" pitchFamily="18" charset="0"/>
                            </a:rPr>
                            <m:t>4</m:t>
                          </m:r>
                          <m:r>
                            <a:rPr lang="en-US" sz="2000" i="1">
                              <a:latin typeface="Cambria Math" panose="02040503050406030204" pitchFamily="18" charset="0"/>
                            </a:rPr>
                            <m:t>,</m:t>
                          </m:r>
                          <m:r>
                            <a:rPr lang="en-US" sz="2000" b="0" i="1" smtClean="0">
                              <a:latin typeface="Cambria Math" panose="02040503050406030204" pitchFamily="18" charset="0"/>
                            </a:rPr>
                            <m:t> 8</m:t>
                          </m:r>
                        </m:e>
                      </m:d>
                      <m:r>
                        <a:rPr lang="en-US" sz="2000" b="0" i="1" smtClean="0">
                          <a:latin typeface="Cambria Math" panose="02040503050406030204" pitchFamily="18" charset="0"/>
                        </a:rPr>
                        <m:t>=0.05+0.10+0.15=0.3</m:t>
                      </m:r>
                    </m:oMath>
                  </m:oMathPara>
                </a14:m>
                <a:endParaRPr lang="en-US" sz="2000" dirty="0"/>
              </a:p>
            </p:txBody>
          </p:sp>
        </mc:Choice>
        <mc:Fallback xmlns="">
          <p:sp>
            <p:nvSpPr>
              <p:cNvPr id="3" name="Text Placeholder 2">
                <a:extLst>
                  <a:ext uri="{FF2B5EF4-FFF2-40B4-BE49-F238E27FC236}">
                    <a16:creationId xmlns:a16="http://schemas.microsoft.com/office/drawing/2014/main" id="{6C5A17A9-E204-2C03-A62D-99D1BD497A64}"/>
                  </a:ext>
                </a:extLst>
              </p:cNvPr>
              <p:cNvSpPr>
                <a:spLocks noGrp="1" noRot="1" noChangeAspect="1" noMove="1" noResize="1" noEditPoints="1" noAdjustHandles="1" noChangeArrowheads="1" noChangeShapeType="1" noTextEdit="1"/>
              </p:cNvSpPr>
              <p:nvPr>
                <p:ph type="body" sz="quarter" idx="15"/>
              </p:nvPr>
            </p:nvSpPr>
            <p:spPr>
              <a:xfrm>
                <a:off x="743577" y="1362724"/>
                <a:ext cx="10610224" cy="4354197"/>
              </a:xfrm>
              <a:blipFill>
                <a:blip r:embed="rId2"/>
                <a:stretch>
                  <a:fillRect l="-1493" t="-1681" r="-1723"/>
                </a:stretch>
              </a:blipFill>
            </p:spPr>
            <p:txBody>
              <a:bodyPr/>
              <a:lstStyle/>
              <a:p>
                <a:r>
                  <a:rPr lang="en-US">
                    <a:noFill/>
                  </a:rPr>
                  <a:t> </a:t>
                </a:r>
              </a:p>
            </p:txBody>
          </p:sp>
        </mc:Fallback>
      </mc:AlternateContent>
    </p:spTree>
    <p:extLst>
      <p:ext uri="{BB962C8B-B14F-4D97-AF65-F5344CB8AC3E}">
        <p14:creationId xmlns:p14="http://schemas.microsoft.com/office/powerpoint/2010/main" val="76280733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37CB06-3B43-B52B-E40B-D1988BF13505}"/>
              </a:ext>
            </a:extLst>
          </p:cNvPr>
          <p:cNvSpPr>
            <a:spLocks noGrp="1"/>
          </p:cNvSpPr>
          <p:nvPr>
            <p:ph type="title"/>
          </p:nvPr>
        </p:nvSpPr>
        <p:spPr/>
        <p:txBody>
          <a:bodyPr/>
          <a:lstStyle/>
          <a:p>
            <a:r>
              <a:rPr lang="en-US" dirty="0">
                <a:solidFill>
                  <a:srgbClr val="D14B1E"/>
                </a:solidFill>
              </a:rPr>
              <a:t>4.3 Some Basic Relationships of Probability</a:t>
            </a:r>
          </a:p>
        </p:txBody>
      </p:sp>
      <p:sp>
        <p:nvSpPr>
          <p:cNvPr id="3" name="Text Placeholder 2">
            <a:extLst>
              <a:ext uri="{FF2B5EF4-FFF2-40B4-BE49-F238E27FC236}">
                <a16:creationId xmlns:a16="http://schemas.microsoft.com/office/drawing/2014/main" id="{6C5A17A9-E204-2C03-A62D-99D1BD497A64}"/>
              </a:ext>
            </a:extLst>
          </p:cNvPr>
          <p:cNvSpPr>
            <a:spLocks noGrp="1"/>
          </p:cNvSpPr>
          <p:nvPr>
            <p:ph type="body" sz="quarter" idx="15"/>
          </p:nvPr>
        </p:nvSpPr>
        <p:spPr>
          <a:xfrm>
            <a:off x="743577" y="1324304"/>
            <a:ext cx="10610224" cy="4540468"/>
          </a:xfrm>
        </p:spPr>
        <p:txBody>
          <a:bodyPr/>
          <a:lstStyle/>
          <a:p>
            <a:pPr>
              <a:spcAft>
                <a:spcPts val="0"/>
              </a:spcAft>
            </a:pPr>
            <a:r>
              <a:rPr lang="en-US" sz="2000" dirty="0"/>
              <a:t>In an experiment with a large number of sample points, the identification of all the sample points, as well as the determination of their associated probabilities, can become an extremely cumbersome task. </a:t>
            </a:r>
          </a:p>
          <a:p>
            <a:pPr>
              <a:spcAft>
                <a:spcPts val="0"/>
              </a:spcAft>
            </a:pPr>
            <a:r>
              <a:rPr lang="en-US" sz="2000" dirty="0"/>
              <a:t>In this section, we present some basic probability relationships that can be used to compute the probability of an event without knowledge of all the sample point probabilities.</a:t>
            </a:r>
          </a:p>
          <a:p>
            <a:pPr>
              <a:spcAft>
                <a:spcPts val="0"/>
              </a:spcAft>
            </a:pPr>
            <a:r>
              <a:rPr lang="en-US" sz="2000" dirty="0"/>
              <a:t>These basic relationships of probability are:</a:t>
            </a:r>
          </a:p>
          <a:p>
            <a:pPr marL="914400" indent="-342900">
              <a:spcAft>
                <a:spcPts val="0"/>
              </a:spcAft>
              <a:buFont typeface="Arial" panose="020B0604020202020204" pitchFamily="34" charset="0"/>
              <a:buChar char="•"/>
            </a:pPr>
            <a:r>
              <a:rPr lang="en-US" sz="2000" dirty="0"/>
              <a:t>The complement of an event</a:t>
            </a:r>
          </a:p>
          <a:p>
            <a:pPr marL="914400" indent="-342900">
              <a:spcAft>
                <a:spcPts val="0"/>
              </a:spcAft>
              <a:buFont typeface="Arial" panose="020B0604020202020204" pitchFamily="34" charset="0"/>
              <a:buChar char="•"/>
            </a:pPr>
            <a:r>
              <a:rPr lang="en-US" sz="2000" dirty="0"/>
              <a:t>The union of two events</a:t>
            </a:r>
          </a:p>
          <a:p>
            <a:pPr marL="914400" indent="-342900">
              <a:spcAft>
                <a:spcPts val="0"/>
              </a:spcAft>
              <a:buFont typeface="Arial" panose="020B0604020202020204" pitchFamily="34" charset="0"/>
              <a:buChar char="•"/>
            </a:pPr>
            <a:r>
              <a:rPr lang="en-US" sz="2000" dirty="0"/>
              <a:t>The intersection of two events</a:t>
            </a:r>
          </a:p>
          <a:p>
            <a:pPr marL="914400" indent="-342900">
              <a:spcAft>
                <a:spcPts val="0"/>
              </a:spcAft>
              <a:buFont typeface="Arial" panose="020B0604020202020204" pitchFamily="34" charset="0"/>
              <a:buChar char="•"/>
            </a:pPr>
            <a:r>
              <a:rPr lang="en-US" sz="2000" dirty="0"/>
              <a:t>The addition law</a:t>
            </a:r>
          </a:p>
          <a:p>
            <a:pPr marL="914400" indent="-342900">
              <a:spcAft>
                <a:spcPts val="0"/>
              </a:spcAft>
              <a:buFont typeface="Arial" panose="020B0604020202020204" pitchFamily="34" charset="0"/>
              <a:buChar char="•"/>
            </a:pPr>
            <a:r>
              <a:rPr lang="en-US" sz="2000" dirty="0"/>
              <a:t>The multiplication law</a:t>
            </a:r>
          </a:p>
        </p:txBody>
      </p:sp>
    </p:spTree>
    <p:extLst>
      <p:ext uri="{BB962C8B-B14F-4D97-AF65-F5344CB8AC3E}">
        <p14:creationId xmlns:p14="http://schemas.microsoft.com/office/powerpoint/2010/main" val="108860122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FDF338-F3F9-5F43-E7AA-B1819A82B9A0}"/>
              </a:ext>
            </a:extLst>
          </p:cNvPr>
          <p:cNvSpPr>
            <a:spLocks noGrp="1"/>
          </p:cNvSpPr>
          <p:nvPr>
            <p:ph type="title"/>
          </p:nvPr>
        </p:nvSpPr>
        <p:spPr/>
        <p:txBody>
          <a:bodyPr/>
          <a:lstStyle/>
          <a:p>
            <a:r>
              <a:rPr lang="en-US" dirty="0"/>
              <a:t>4.3 Complement of an Event</a:t>
            </a:r>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5BBC9964-79FA-0C2E-1E53-50748DD150F9}"/>
                  </a:ext>
                </a:extLst>
              </p:cNvPr>
              <p:cNvSpPr>
                <a:spLocks noGrp="1"/>
              </p:cNvSpPr>
              <p:nvPr>
                <p:ph type="body" sz="quarter" idx="15"/>
              </p:nvPr>
            </p:nvSpPr>
            <p:spPr>
              <a:xfrm>
                <a:off x="743577" y="1379033"/>
                <a:ext cx="10610223" cy="4422678"/>
              </a:xfrm>
            </p:spPr>
            <p:txBody>
              <a:bodyPr/>
              <a:lstStyle/>
              <a:p>
                <a:pPr>
                  <a:spcBef>
                    <a:spcPts val="1000"/>
                  </a:spcBef>
                </a:pPr>
                <a:r>
                  <a:rPr lang="en-US" sz="2000" dirty="0"/>
                  <a:t>The </a:t>
                </a:r>
                <a:r>
                  <a:rPr lang="en-US" sz="2000" b="1" dirty="0"/>
                  <a:t>complement</a:t>
                </a:r>
                <a:r>
                  <a:rPr lang="en-US" sz="2000" dirty="0"/>
                  <a:t> </a:t>
                </a:r>
                <a:r>
                  <a:rPr lang="en-US" sz="2000" b="1" dirty="0"/>
                  <a:t>of event </a:t>
                </a:r>
                <a14:m>
                  <m:oMath xmlns:m="http://schemas.openxmlformats.org/officeDocument/2006/math">
                    <m:r>
                      <a:rPr lang="en-US" sz="2000" b="1" i="1" dirty="0" smtClean="0">
                        <a:latin typeface="Cambria Math" panose="02040503050406030204" pitchFamily="18" charset="0"/>
                      </a:rPr>
                      <m:t>𝑨</m:t>
                    </m:r>
                  </m:oMath>
                </a14:m>
                <a:r>
                  <a:rPr lang="en-US" sz="2000" b="1" dirty="0"/>
                  <a:t> </a:t>
                </a:r>
                <a:r>
                  <a:rPr lang="en-US" sz="2000" dirty="0"/>
                  <a:t>is defined as the event consisting of all sample points that are </a:t>
                </a:r>
                <a:r>
                  <a:rPr lang="en-US" sz="2000" i="1" dirty="0"/>
                  <a:t>not</a:t>
                </a:r>
                <a:r>
                  <a:rPr lang="en-US" sz="2000" dirty="0"/>
                  <a:t> in </a:t>
                </a:r>
                <a14:m>
                  <m:oMath xmlns:m="http://schemas.openxmlformats.org/officeDocument/2006/math">
                    <m:r>
                      <a:rPr lang="en-US" sz="2000" i="1" dirty="0" smtClean="0">
                        <a:latin typeface="Cambria Math" panose="02040503050406030204" pitchFamily="18" charset="0"/>
                      </a:rPr>
                      <m:t>𝐴</m:t>
                    </m:r>
                  </m:oMath>
                </a14:m>
                <a:r>
                  <a:rPr lang="en-US" sz="2000" dirty="0"/>
                  <a:t>. </a:t>
                </a:r>
              </a:p>
              <a:p>
                <a:pPr>
                  <a:spcBef>
                    <a:spcPts val="1000"/>
                  </a:spcBef>
                </a:pPr>
                <a:r>
                  <a:rPr lang="en-US" sz="2000" dirty="0"/>
                  <a:t>The complement of </a:t>
                </a:r>
                <a14:m>
                  <m:oMath xmlns:m="http://schemas.openxmlformats.org/officeDocument/2006/math">
                    <m:r>
                      <a:rPr lang="en-US" sz="2000" i="1" dirty="0" smtClean="0">
                        <a:latin typeface="Cambria Math" panose="02040503050406030204" pitchFamily="18" charset="0"/>
                      </a:rPr>
                      <m:t>𝐴</m:t>
                    </m:r>
                  </m:oMath>
                </a14:m>
                <a:r>
                  <a:rPr lang="en-US" sz="2000" dirty="0"/>
                  <a:t> is denoted by </a:t>
                </a:r>
                <a14:m>
                  <m:oMath xmlns:m="http://schemas.openxmlformats.org/officeDocument/2006/math">
                    <m:r>
                      <a:rPr lang="en-US" sz="2000" i="1" dirty="0" smtClean="0">
                        <a:latin typeface="Cambria Math" panose="02040503050406030204" pitchFamily="18" charset="0"/>
                      </a:rPr>
                      <m:t>𝐴</m:t>
                    </m:r>
                    <m:r>
                      <a:rPr lang="en-US" sz="2000" i="1" baseline="30000" dirty="0">
                        <a:latin typeface="Cambria Math" panose="02040503050406030204" pitchFamily="18" charset="0"/>
                      </a:rPr>
                      <m:t>𝐶</m:t>
                    </m:r>
                  </m:oMath>
                </a14:m>
                <a:r>
                  <a:rPr lang="en-US" sz="2000" dirty="0"/>
                  <a:t>. </a:t>
                </a:r>
              </a:p>
              <a:p>
                <a:pPr>
                  <a:spcBef>
                    <a:spcPts val="1000"/>
                  </a:spcBef>
                </a:pPr>
                <a:r>
                  <a:rPr lang="en-US" sz="2000" dirty="0"/>
                  <a:t>In any probability application, either event </a:t>
                </a:r>
                <a14:m>
                  <m:oMath xmlns:m="http://schemas.openxmlformats.org/officeDocument/2006/math">
                    <m:r>
                      <a:rPr lang="en-US" sz="2000" i="1" dirty="0" smtClean="0">
                        <a:latin typeface="Cambria Math" panose="02040503050406030204" pitchFamily="18" charset="0"/>
                      </a:rPr>
                      <m:t>𝐴</m:t>
                    </m:r>
                  </m:oMath>
                </a14:m>
                <a:r>
                  <a:rPr lang="en-US" sz="2000" dirty="0"/>
                  <a:t> or its complement </a:t>
                </a:r>
                <a14:m>
                  <m:oMath xmlns:m="http://schemas.openxmlformats.org/officeDocument/2006/math">
                    <m:r>
                      <a:rPr lang="en-US" sz="2000" i="1" dirty="0" smtClean="0">
                        <a:latin typeface="Cambria Math" panose="02040503050406030204" pitchFamily="18" charset="0"/>
                      </a:rPr>
                      <m:t>𝐴</m:t>
                    </m:r>
                    <m:r>
                      <a:rPr lang="en-US" sz="2000" i="1" baseline="30000" dirty="0">
                        <a:latin typeface="Cambria Math" panose="02040503050406030204" pitchFamily="18" charset="0"/>
                      </a:rPr>
                      <m:t>𝐶</m:t>
                    </m:r>
                  </m:oMath>
                </a14:m>
                <a:r>
                  <a:rPr lang="en-US" sz="2000" dirty="0"/>
                  <a:t> must occur, as shown in the Venn diagram to the right.</a:t>
                </a:r>
              </a:p>
              <a:p>
                <a:pPr>
                  <a:spcBef>
                    <a:spcPts val="1000"/>
                  </a:spcBef>
                  <a:spcAft>
                    <a:spcPts val="600"/>
                  </a:spcAft>
                </a:pPr>
                <a:r>
                  <a:rPr lang="en-US" sz="2000" dirty="0"/>
                  <a:t>Therefore, we have</a:t>
                </a:r>
              </a:p>
              <a:p>
                <a:pPr marL="914400">
                  <a:spcBef>
                    <a:spcPts val="1000"/>
                  </a:spcBef>
                </a:pPr>
                <a14:m>
                  <m:oMathPara xmlns:m="http://schemas.openxmlformats.org/officeDocument/2006/math">
                    <m:oMathParaPr>
                      <m:jc m:val="left"/>
                    </m:oMathParaPr>
                    <m:oMath xmlns:m="http://schemas.openxmlformats.org/officeDocument/2006/math">
                      <m:r>
                        <a:rPr lang="en-US" sz="2000" b="0" i="1" smtClean="0">
                          <a:latin typeface="Cambria Math" panose="02040503050406030204" pitchFamily="18" charset="0"/>
                        </a:rPr>
                        <m:t>𝑃</m:t>
                      </m:r>
                      <m:d>
                        <m:dPr>
                          <m:ctrlPr>
                            <a:rPr lang="en-US" sz="2000" b="0" i="1" smtClean="0">
                              <a:latin typeface="Cambria Math" panose="02040503050406030204" pitchFamily="18" charset="0"/>
                            </a:rPr>
                          </m:ctrlPr>
                        </m:dPr>
                        <m:e>
                          <m:r>
                            <a:rPr lang="en-US" sz="2000" b="0" i="1" smtClean="0">
                              <a:latin typeface="Cambria Math" panose="02040503050406030204" pitchFamily="18" charset="0"/>
                            </a:rPr>
                            <m:t>𝐴</m:t>
                          </m:r>
                        </m:e>
                      </m:d>
                      <m:r>
                        <a:rPr lang="en-US" sz="2000" b="0" i="1" smtClean="0">
                          <a:latin typeface="Cambria Math" panose="02040503050406030204" pitchFamily="18" charset="0"/>
                        </a:rPr>
                        <m:t>+</m:t>
                      </m:r>
                      <m:r>
                        <a:rPr lang="en-US" sz="2000" b="0" i="1" smtClean="0">
                          <a:latin typeface="Cambria Math" panose="02040503050406030204" pitchFamily="18" charset="0"/>
                        </a:rPr>
                        <m:t>𝑃</m:t>
                      </m:r>
                      <m:d>
                        <m:dPr>
                          <m:ctrlPr>
                            <a:rPr lang="en-US" sz="2000" b="0" i="1" smtClean="0">
                              <a:latin typeface="Cambria Math" panose="02040503050406030204" pitchFamily="18" charset="0"/>
                            </a:rPr>
                          </m:ctrlPr>
                        </m:dPr>
                        <m:e>
                          <m:sSup>
                            <m:sSupPr>
                              <m:ctrlPr>
                                <a:rPr lang="en-US" sz="2000" b="0" i="1" smtClean="0">
                                  <a:latin typeface="Cambria Math" panose="02040503050406030204" pitchFamily="18" charset="0"/>
                                </a:rPr>
                              </m:ctrlPr>
                            </m:sSupPr>
                            <m:e>
                              <m:r>
                                <a:rPr lang="en-US" sz="2000" b="0" i="1" smtClean="0">
                                  <a:latin typeface="Cambria Math" panose="02040503050406030204" pitchFamily="18" charset="0"/>
                                </a:rPr>
                                <m:t>𝐴</m:t>
                              </m:r>
                            </m:e>
                            <m:sup>
                              <m:r>
                                <a:rPr lang="en-US" sz="2000" b="0" i="1" smtClean="0">
                                  <a:latin typeface="Cambria Math" panose="02040503050406030204" pitchFamily="18" charset="0"/>
                                </a:rPr>
                                <m:t>𝐶</m:t>
                              </m:r>
                            </m:sup>
                          </m:sSup>
                        </m:e>
                      </m:d>
                      <m:r>
                        <a:rPr lang="en-US" sz="2000" b="0" i="1" smtClean="0">
                          <a:latin typeface="Cambria Math" panose="02040503050406030204" pitchFamily="18" charset="0"/>
                        </a:rPr>
                        <m:t>=1</m:t>
                      </m:r>
                    </m:oMath>
                  </m:oMathPara>
                </a14:m>
                <a:endParaRPr lang="en-US" sz="2000" dirty="0"/>
              </a:p>
              <a:p>
                <a:pPr>
                  <a:spcBef>
                    <a:spcPts val="1000"/>
                  </a:spcBef>
                </a:pPr>
                <a:r>
                  <a:rPr lang="en-US" sz="2000" dirty="0"/>
                  <a:t>Solving for </a:t>
                </a:r>
                <a14:m>
                  <m:oMath xmlns:m="http://schemas.openxmlformats.org/officeDocument/2006/math">
                    <m:r>
                      <a:rPr lang="en-US" sz="2000" i="1" dirty="0" smtClean="0">
                        <a:latin typeface="Cambria Math" panose="02040503050406030204" pitchFamily="18" charset="0"/>
                      </a:rPr>
                      <m:t>𝑃</m:t>
                    </m:r>
                    <m:r>
                      <a:rPr lang="en-US" sz="2000" i="1" dirty="0" smtClean="0">
                        <a:latin typeface="Cambria Math" panose="02040503050406030204" pitchFamily="18" charset="0"/>
                      </a:rPr>
                      <m:t>(</m:t>
                    </m:r>
                    <m:r>
                      <a:rPr lang="en-US" sz="2000" i="1" dirty="0" smtClean="0">
                        <a:latin typeface="Cambria Math" panose="02040503050406030204" pitchFamily="18" charset="0"/>
                      </a:rPr>
                      <m:t>𝐴</m:t>
                    </m:r>
                    <m:r>
                      <a:rPr lang="en-US" sz="2000" i="1" dirty="0" smtClean="0">
                        <a:latin typeface="Cambria Math" panose="02040503050406030204" pitchFamily="18" charset="0"/>
                      </a:rPr>
                      <m:t>)</m:t>
                    </m:r>
                  </m:oMath>
                </a14:m>
                <a:r>
                  <a:rPr lang="en-US" sz="2000" dirty="0"/>
                  <a:t>, we obtain the</a:t>
                </a:r>
              </a:p>
              <a:p>
                <a:pPr>
                  <a:spcBef>
                    <a:spcPts val="0"/>
                  </a:spcBef>
                </a:pPr>
                <a:r>
                  <a:rPr lang="en-US" sz="2000" dirty="0"/>
                  <a:t>formula for the probability of</a:t>
                </a:r>
              </a:p>
              <a:p>
                <a:pPr>
                  <a:spcBef>
                    <a:spcPts val="0"/>
                  </a:spcBef>
                  <a:spcAft>
                    <a:spcPts val="600"/>
                  </a:spcAft>
                </a:pPr>
                <a:r>
                  <a:rPr lang="en-US" sz="2000" dirty="0"/>
                  <a:t>the complement of an event</a:t>
                </a:r>
              </a:p>
              <a:p>
                <a:pPr marL="914400">
                  <a:spcBef>
                    <a:spcPts val="1000"/>
                  </a:spcBef>
                </a:pPr>
                <a14:m>
                  <m:oMathPara xmlns:m="http://schemas.openxmlformats.org/officeDocument/2006/math">
                    <m:oMathParaPr>
                      <m:jc m:val="left"/>
                    </m:oMathParaPr>
                    <m:oMath xmlns:m="http://schemas.openxmlformats.org/officeDocument/2006/math">
                      <m:r>
                        <a:rPr lang="en-US" sz="2000" b="1" i="1" smtClean="0">
                          <a:latin typeface="Cambria Math" panose="02040503050406030204" pitchFamily="18" charset="0"/>
                        </a:rPr>
                        <m:t>𝑷</m:t>
                      </m:r>
                      <m:d>
                        <m:dPr>
                          <m:ctrlPr>
                            <a:rPr lang="en-US" sz="2000" b="1" i="1" smtClean="0">
                              <a:latin typeface="Cambria Math" panose="02040503050406030204" pitchFamily="18" charset="0"/>
                            </a:rPr>
                          </m:ctrlPr>
                        </m:dPr>
                        <m:e>
                          <m:r>
                            <a:rPr lang="en-US" sz="2000" b="1" i="1" smtClean="0">
                              <a:latin typeface="Cambria Math" panose="02040503050406030204" pitchFamily="18" charset="0"/>
                            </a:rPr>
                            <m:t>𝑨</m:t>
                          </m:r>
                        </m:e>
                      </m:d>
                      <m:r>
                        <a:rPr lang="en-US" sz="2000" b="1" i="1" smtClean="0">
                          <a:latin typeface="Cambria Math" panose="02040503050406030204" pitchFamily="18" charset="0"/>
                        </a:rPr>
                        <m:t>=</m:t>
                      </m:r>
                      <m:r>
                        <a:rPr lang="en-US" sz="2000" b="1" i="1" smtClean="0">
                          <a:latin typeface="Cambria Math" panose="02040503050406030204" pitchFamily="18" charset="0"/>
                        </a:rPr>
                        <m:t>𝟏</m:t>
                      </m:r>
                      <m:r>
                        <a:rPr lang="en-US" sz="2000" b="1" i="1" smtClean="0">
                          <a:latin typeface="Cambria Math" panose="02040503050406030204" pitchFamily="18" charset="0"/>
                        </a:rPr>
                        <m:t>−</m:t>
                      </m:r>
                      <m:r>
                        <a:rPr lang="en-US" sz="2000" b="1" i="1" smtClean="0">
                          <a:latin typeface="Cambria Math" panose="02040503050406030204" pitchFamily="18" charset="0"/>
                        </a:rPr>
                        <m:t>𝑷</m:t>
                      </m:r>
                      <m:d>
                        <m:dPr>
                          <m:ctrlPr>
                            <a:rPr lang="en-US" sz="2000" b="1" i="1" smtClean="0">
                              <a:latin typeface="Cambria Math" panose="02040503050406030204" pitchFamily="18" charset="0"/>
                            </a:rPr>
                          </m:ctrlPr>
                        </m:dPr>
                        <m:e>
                          <m:sSup>
                            <m:sSupPr>
                              <m:ctrlPr>
                                <a:rPr lang="en-US" sz="2000" b="1" i="1" smtClean="0">
                                  <a:latin typeface="Cambria Math" panose="02040503050406030204" pitchFamily="18" charset="0"/>
                                </a:rPr>
                              </m:ctrlPr>
                            </m:sSupPr>
                            <m:e>
                              <m:r>
                                <a:rPr lang="en-US" sz="2000" b="1" i="1" smtClean="0">
                                  <a:latin typeface="Cambria Math" panose="02040503050406030204" pitchFamily="18" charset="0"/>
                                </a:rPr>
                                <m:t>𝑨</m:t>
                              </m:r>
                            </m:e>
                            <m:sup>
                              <m:r>
                                <a:rPr lang="en-US" sz="2000" b="1" i="1" smtClean="0">
                                  <a:latin typeface="Cambria Math" panose="02040503050406030204" pitchFamily="18" charset="0"/>
                                </a:rPr>
                                <m:t>𝑪</m:t>
                              </m:r>
                            </m:sup>
                          </m:sSup>
                        </m:e>
                      </m:d>
                    </m:oMath>
                  </m:oMathPara>
                </a14:m>
                <a:endParaRPr lang="en-US" sz="2000" b="1" dirty="0"/>
              </a:p>
              <a:p>
                <a:pPr>
                  <a:spcBef>
                    <a:spcPts val="1000"/>
                  </a:spcBef>
                </a:pPr>
                <a:endParaRPr lang="en-US" sz="2000" dirty="0"/>
              </a:p>
            </p:txBody>
          </p:sp>
        </mc:Choice>
        <mc:Fallback xmlns="">
          <p:sp>
            <p:nvSpPr>
              <p:cNvPr id="3" name="Text Placeholder 2">
                <a:extLst>
                  <a:ext uri="{FF2B5EF4-FFF2-40B4-BE49-F238E27FC236}">
                    <a16:creationId xmlns:a16="http://schemas.microsoft.com/office/drawing/2014/main" id="{5BBC9964-79FA-0C2E-1E53-50748DD150F9}"/>
                  </a:ext>
                </a:extLst>
              </p:cNvPr>
              <p:cNvSpPr>
                <a:spLocks noGrp="1" noRot="1" noChangeAspect="1" noMove="1" noResize="1" noEditPoints="1" noAdjustHandles="1" noChangeArrowheads="1" noChangeShapeType="1" noTextEdit="1"/>
              </p:cNvSpPr>
              <p:nvPr>
                <p:ph type="body" sz="quarter" idx="15"/>
              </p:nvPr>
            </p:nvSpPr>
            <p:spPr>
              <a:xfrm>
                <a:off x="743577" y="1379033"/>
                <a:ext cx="10610223" cy="4422678"/>
              </a:xfrm>
              <a:blipFill>
                <a:blip r:embed="rId3"/>
                <a:stretch>
                  <a:fillRect l="-1493" t="-1653" r="-1206"/>
                </a:stretch>
              </a:blipFill>
            </p:spPr>
            <p:txBody>
              <a:bodyPr/>
              <a:lstStyle/>
              <a:p>
                <a:r>
                  <a:rPr lang="en-US">
                    <a:noFill/>
                  </a:rPr>
                  <a:t> </a:t>
                </a:r>
              </a:p>
            </p:txBody>
          </p:sp>
        </mc:Fallback>
      </mc:AlternateContent>
      <p:pic>
        <p:nvPicPr>
          <p:cNvPr id="8" name="Picture Placeholder 7" descr="A Venn diagram shows complete of event A. A circle, labeled “Event A” is inside a rectangle, labeled “Sample Space S.” The region around the circle inside the rectangle is shaded and labeled “A^c, Complement of Event A.”&#10;">
            <a:extLst>
              <a:ext uri="{FF2B5EF4-FFF2-40B4-BE49-F238E27FC236}">
                <a16:creationId xmlns:a16="http://schemas.microsoft.com/office/drawing/2014/main" id="{9DD4F502-4E9F-5375-EC74-7FD68A81FB44}"/>
              </a:ext>
            </a:extLst>
          </p:cNvPr>
          <p:cNvPicPr>
            <a:picLocks noGrp="1" noChangeAspect="1"/>
          </p:cNvPicPr>
          <p:nvPr>
            <p:ph type="pic" sz="quarter" idx="16"/>
          </p:nvPr>
        </p:nvPicPr>
        <p:blipFill rotWithShape="1">
          <a:blip r:embed="rId4"/>
          <a:srcRect l="115" r="115"/>
          <a:stretch/>
        </p:blipFill>
        <p:spPr>
          <a:xfrm>
            <a:off x="4681264" y="3285646"/>
            <a:ext cx="6254750" cy="2106613"/>
          </a:xfrm>
        </p:spPr>
      </p:pic>
    </p:spTree>
    <p:extLst>
      <p:ext uri="{BB962C8B-B14F-4D97-AF65-F5344CB8AC3E}">
        <p14:creationId xmlns:p14="http://schemas.microsoft.com/office/powerpoint/2010/main" val="407652672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FDF338-F3F9-5F43-E7AA-B1819A82B9A0}"/>
              </a:ext>
            </a:extLst>
          </p:cNvPr>
          <p:cNvSpPr>
            <a:spLocks noGrp="1"/>
          </p:cNvSpPr>
          <p:nvPr>
            <p:ph type="title"/>
          </p:nvPr>
        </p:nvSpPr>
        <p:spPr/>
        <p:txBody>
          <a:bodyPr/>
          <a:lstStyle/>
          <a:p>
            <a:r>
              <a:rPr lang="en-US" dirty="0"/>
              <a:t>4.3 Union of Two Events</a:t>
            </a:r>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5BBC9964-79FA-0C2E-1E53-50748DD150F9}"/>
                  </a:ext>
                </a:extLst>
              </p:cNvPr>
              <p:cNvSpPr>
                <a:spLocks noGrp="1"/>
              </p:cNvSpPr>
              <p:nvPr>
                <p:ph type="body" sz="quarter" idx="15"/>
              </p:nvPr>
            </p:nvSpPr>
            <p:spPr>
              <a:xfrm>
                <a:off x="743577" y="1532713"/>
                <a:ext cx="10610223" cy="1771471"/>
              </a:xfrm>
            </p:spPr>
            <p:txBody>
              <a:bodyPr/>
              <a:lstStyle/>
              <a:p>
                <a:r>
                  <a:rPr lang="en-US" sz="2000" dirty="0"/>
                  <a:t>The </a:t>
                </a:r>
                <a:r>
                  <a:rPr lang="en-US" sz="2000" b="1" dirty="0"/>
                  <a:t>union</a:t>
                </a:r>
                <a:r>
                  <a:rPr lang="en-US" sz="2000" dirty="0"/>
                  <a:t> </a:t>
                </a:r>
                <a:r>
                  <a:rPr lang="en-US" sz="2000" b="1" dirty="0"/>
                  <a:t>of events </a:t>
                </a:r>
                <a14:m>
                  <m:oMath xmlns:m="http://schemas.openxmlformats.org/officeDocument/2006/math">
                    <m:r>
                      <a:rPr lang="en-US" sz="2000" b="1" i="1" dirty="0" smtClean="0">
                        <a:latin typeface="Cambria Math" panose="02040503050406030204" pitchFamily="18" charset="0"/>
                      </a:rPr>
                      <m:t>𝑨</m:t>
                    </m:r>
                  </m:oMath>
                </a14:m>
                <a:r>
                  <a:rPr lang="en-US" sz="2000" b="1" dirty="0"/>
                  <a:t> and </a:t>
                </a:r>
                <a14:m>
                  <m:oMath xmlns:m="http://schemas.openxmlformats.org/officeDocument/2006/math">
                    <m:r>
                      <a:rPr lang="en-US" sz="2000" b="1" i="1" dirty="0" smtClean="0">
                        <a:latin typeface="Cambria Math" panose="02040503050406030204" pitchFamily="18" charset="0"/>
                      </a:rPr>
                      <m:t>𝑩</m:t>
                    </m:r>
                  </m:oMath>
                </a14:m>
                <a:r>
                  <a:rPr lang="en-US" sz="2000" b="1" dirty="0"/>
                  <a:t> </a:t>
                </a:r>
                <a:r>
                  <a:rPr lang="en-US" sz="2000" dirty="0"/>
                  <a:t>is the event containing all sample points that are in </a:t>
                </a:r>
                <a14:m>
                  <m:oMath xmlns:m="http://schemas.openxmlformats.org/officeDocument/2006/math">
                    <m:r>
                      <a:rPr lang="en-US" sz="2000" i="1" dirty="0" smtClean="0">
                        <a:latin typeface="Cambria Math" panose="02040503050406030204" pitchFamily="18" charset="0"/>
                      </a:rPr>
                      <m:t>𝐴</m:t>
                    </m:r>
                  </m:oMath>
                </a14:m>
                <a:r>
                  <a:rPr lang="en-US" sz="2000" dirty="0"/>
                  <a:t> </a:t>
                </a:r>
                <a:r>
                  <a:rPr lang="en-US" sz="2000" dirty="0">
                    <a:solidFill>
                      <a:srgbClr val="FF0000"/>
                    </a:solidFill>
                  </a:rPr>
                  <a:t>or</a:t>
                </a:r>
                <a:r>
                  <a:rPr lang="en-US" sz="2000" dirty="0"/>
                  <a:t> </a:t>
                </a:r>
                <a14:m>
                  <m:oMath xmlns:m="http://schemas.openxmlformats.org/officeDocument/2006/math">
                    <m:r>
                      <a:rPr lang="en-US" sz="2000" i="1" dirty="0" smtClean="0">
                        <a:latin typeface="Cambria Math" panose="02040503050406030204" pitchFamily="18" charset="0"/>
                      </a:rPr>
                      <m:t>𝐵</m:t>
                    </m:r>
                  </m:oMath>
                </a14:m>
                <a:r>
                  <a:rPr lang="en-US" sz="2000" dirty="0"/>
                  <a:t> or both. </a:t>
                </a:r>
              </a:p>
              <a:p>
                <a:r>
                  <a:rPr lang="en-US" sz="2000" dirty="0"/>
                  <a:t>The union of events </a:t>
                </a:r>
                <a14:m>
                  <m:oMath xmlns:m="http://schemas.openxmlformats.org/officeDocument/2006/math">
                    <m:r>
                      <a:rPr lang="en-US" sz="2000" i="1" dirty="0" smtClean="0">
                        <a:latin typeface="Cambria Math" panose="02040503050406030204" pitchFamily="18" charset="0"/>
                      </a:rPr>
                      <m:t>𝐴</m:t>
                    </m:r>
                  </m:oMath>
                </a14:m>
                <a:r>
                  <a:rPr lang="en-US" sz="2000" dirty="0"/>
                  <a:t> and </a:t>
                </a:r>
                <a14:m>
                  <m:oMath xmlns:m="http://schemas.openxmlformats.org/officeDocument/2006/math">
                    <m:r>
                      <a:rPr lang="en-US" sz="2000" i="1" dirty="0" smtClean="0">
                        <a:latin typeface="Cambria Math" panose="02040503050406030204" pitchFamily="18" charset="0"/>
                      </a:rPr>
                      <m:t>𝐵</m:t>
                    </m:r>
                  </m:oMath>
                </a14:m>
                <a:r>
                  <a:rPr lang="en-US" sz="2000" dirty="0"/>
                  <a:t> is denoted by </a:t>
                </a:r>
                <a14:m>
                  <m:oMath xmlns:m="http://schemas.openxmlformats.org/officeDocument/2006/math">
                    <m:r>
                      <a:rPr lang="en-US" sz="2000" b="0" i="1">
                        <a:latin typeface="Cambria Math" panose="02040503050406030204" pitchFamily="18" charset="0"/>
                      </a:rPr>
                      <m:t>𝐴</m:t>
                    </m:r>
                    <m:r>
                      <a:rPr lang="en-US" sz="2000" b="0" i="1">
                        <a:latin typeface="Cambria Math" panose="02040503050406030204" pitchFamily="18" charset="0"/>
                        <a:ea typeface="Cambria Math" panose="02040503050406030204" pitchFamily="18" charset="0"/>
                      </a:rPr>
                      <m:t>∪</m:t>
                    </m:r>
                    <m:r>
                      <a:rPr lang="en-US" sz="2000" b="0" i="1">
                        <a:latin typeface="Cambria Math" panose="02040503050406030204" pitchFamily="18" charset="0"/>
                        <a:ea typeface="Cambria Math" panose="02040503050406030204" pitchFamily="18" charset="0"/>
                      </a:rPr>
                      <m:t>𝐵</m:t>
                    </m:r>
                  </m:oMath>
                </a14:m>
                <a:r>
                  <a:rPr lang="en-US" sz="2000" dirty="0"/>
                  <a:t>.</a:t>
                </a:r>
              </a:p>
              <a:p>
                <a:r>
                  <a:rPr lang="en-US" sz="2000" dirty="0"/>
                  <a:t>Note that the two circles in the Venn diagram overlap, indicating that some sample points are contained in both </a:t>
                </a:r>
                <a14:m>
                  <m:oMath xmlns:m="http://schemas.openxmlformats.org/officeDocument/2006/math">
                    <m:r>
                      <a:rPr lang="en-US" sz="2000" i="1" dirty="0" smtClean="0">
                        <a:latin typeface="Cambria Math" panose="02040503050406030204" pitchFamily="18" charset="0"/>
                      </a:rPr>
                      <m:t>𝐴</m:t>
                    </m:r>
                  </m:oMath>
                </a14:m>
                <a:r>
                  <a:rPr lang="en-US" sz="2000" dirty="0"/>
                  <a:t> and </a:t>
                </a:r>
                <a14:m>
                  <m:oMath xmlns:m="http://schemas.openxmlformats.org/officeDocument/2006/math">
                    <m:r>
                      <a:rPr lang="en-US" sz="2000" i="1" dirty="0" smtClean="0">
                        <a:latin typeface="Cambria Math" panose="02040503050406030204" pitchFamily="18" charset="0"/>
                      </a:rPr>
                      <m:t>𝐵</m:t>
                    </m:r>
                  </m:oMath>
                </a14:m>
                <a:r>
                  <a:rPr lang="en-US" sz="2000" dirty="0"/>
                  <a:t>.</a:t>
                </a:r>
              </a:p>
            </p:txBody>
          </p:sp>
        </mc:Choice>
        <mc:Fallback xmlns="">
          <p:sp>
            <p:nvSpPr>
              <p:cNvPr id="3" name="Text Placeholder 2">
                <a:extLst>
                  <a:ext uri="{FF2B5EF4-FFF2-40B4-BE49-F238E27FC236}">
                    <a16:creationId xmlns:a16="http://schemas.microsoft.com/office/drawing/2014/main" id="{5BBC9964-79FA-0C2E-1E53-50748DD150F9}"/>
                  </a:ext>
                </a:extLst>
              </p:cNvPr>
              <p:cNvSpPr>
                <a:spLocks noGrp="1" noRot="1" noChangeAspect="1" noMove="1" noResize="1" noEditPoints="1" noAdjustHandles="1" noChangeArrowheads="1" noChangeShapeType="1" noTextEdit="1"/>
              </p:cNvSpPr>
              <p:nvPr>
                <p:ph type="body" sz="quarter" idx="15"/>
              </p:nvPr>
            </p:nvSpPr>
            <p:spPr>
              <a:xfrm>
                <a:off x="743577" y="1532713"/>
                <a:ext cx="10610223" cy="1771471"/>
              </a:xfrm>
              <a:blipFill>
                <a:blip r:embed="rId3"/>
                <a:stretch>
                  <a:fillRect l="-1493" t="-4124" r="-172" b="-3780"/>
                </a:stretch>
              </a:blipFill>
            </p:spPr>
            <p:txBody>
              <a:bodyPr/>
              <a:lstStyle/>
              <a:p>
                <a:r>
                  <a:rPr lang="en-US">
                    <a:noFill/>
                  </a:rPr>
                  <a:t> </a:t>
                </a:r>
              </a:p>
            </p:txBody>
          </p:sp>
        </mc:Fallback>
      </mc:AlternateContent>
      <p:pic>
        <p:nvPicPr>
          <p:cNvPr id="6" name="Picture Placeholder 5" descr="A Venn diagram shows the union of events A and B. Two intersecting circles, labeled “Event A” and “Event B” are inside a rectangle labeled “Sample Space S.” The circles are shaded.&#10;">
            <a:extLst>
              <a:ext uri="{FF2B5EF4-FFF2-40B4-BE49-F238E27FC236}">
                <a16:creationId xmlns:a16="http://schemas.microsoft.com/office/drawing/2014/main" id="{E87EAB10-0096-369A-358E-5F85189E4D2B}"/>
              </a:ext>
            </a:extLst>
          </p:cNvPr>
          <p:cNvPicPr>
            <a:picLocks noGrp="1" noChangeAspect="1"/>
          </p:cNvPicPr>
          <p:nvPr>
            <p:ph type="pic" sz="quarter" idx="16"/>
          </p:nvPr>
        </p:nvPicPr>
        <p:blipFill rotWithShape="1">
          <a:blip r:embed="rId4"/>
          <a:srcRect l="40" r="40"/>
          <a:stretch/>
        </p:blipFill>
        <p:spPr>
          <a:xfrm>
            <a:off x="2921313" y="3304184"/>
            <a:ext cx="6254750" cy="2103438"/>
          </a:xfrm>
        </p:spPr>
      </p:pic>
    </p:spTree>
    <p:extLst>
      <p:ext uri="{BB962C8B-B14F-4D97-AF65-F5344CB8AC3E}">
        <p14:creationId xmlns:p14="http://schemas.microsoft.com/office/powerpoint/2010/main" val="82158556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FDF338-F3F9-5F43-E7AA-B1819A82B9A0}"/>
              </a:ext>
            </a:extLst>
          </p:cNvPr>
          <p:cNvSpPr>
            <a:spLocks noGrp="1"/>
          </p:cNvSpPr>
          <p:nvPr>
            <p:ph type="title"/>
          </p:nvPr>
        </p:nvSpPr>
        <p:spPr/>
        <p:txBody>
          <a:bodyPr/>
          <a:lstStyle/>
          <a:p>
            <a:r>
              <a:rPr lang="en-US" dirty="0"/>
              <a:t>4.3 Intersection of Two Events</a:t>
            </a:r>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5BBC9964-79FA-0C2E-1E53-50748DD150F9}"/>
                  </a:ext>
                </a:extLst>
              </p:cNvPr>
              <p:cNvSpPr>
                <a:spLocks noGrp="1"/>
              </p:cNvSpPr>
              <p:nvPr>
                <p:ph type="body" sz="quarter" idx="15"/>
              </p:nvPr>
            </p:nvSpPr>
            <p:spPr>
              <a:xfrm>
                <a:off x="743577" y="1386717"/>
                <a:ext cx="10610223" cy="1996496"/>
              </a:xfrm>
            </p:spPr>
            <p:txBody>
              <a:bodyPr/>
              <a:lstStyle/>
              <a:p>
                <a:r>
                  <a:rPr lang="en-US" sz="2000" dirty="0"/>
                  <a:t>The </a:t>
                </a:r>
                <a:r>
                  <a:rPr lang="en-US" sz="2000" b="1" dirty="0"/>
                  <a:t>intersection</a:t>
                </a:r>
                <a:r>
                  <a:rPr lang="en-US" sz="2000" dirty="0"/>
                  <a:t> </a:t>
                </a:r>
                <a:r>
                  <a:rPr lang="en-US" sz="2000" b="1" dirty="0"/>
                  <a:t>of events </a:t>
                </a:r>
                <a14:m>
                  <m:oMath xmlns:m="http://schemas.openxmlformats.org/officeDocument/2006/math">
                    <m:r>
                      <a:rPr lang="en-US" sz="2000" b="1" i="1" dirty="0" smtClean="0">
                        <a:latin typeface="Cambria Math" panose="02040503050406030204" pitchFamily="18" charset="0"/>
                      </a:rPr>
                      <m:t>𝑨</m:t>
                    </m:r>
                  </m:oMath>
                </a14:m>
                <a:r>
                  <a:rPr lang="en-US" sz="2000" b="1" dirty="0"/>
                  <a:t> and </a:t>
                </a:r>
                <a14:m>
                  <m:oMath xmlns:m="http://schemas.openxmlformats.org/officeDocument/2006/math">
                    <m:r>
                      <a:rPr lang="en-US" sz="2000" b="1" i="1" dirty="0" smtClean="0">
                        <a:latin typeface="Cambria Math" panose="02040503050406030204" pitchFamily="18" charset="0"/>
                      </a:rPr>
                      <m:t>𝑩</m:t>
                    </m:r>
                  </m:oMath>
                </a14:m>
                <a:r>
                  <a:rPr lang="en-US" sz="2000" b="1" dirty="0"/>
                  <a:t> </a:t>
                </a:r>
                <a:r>
                  <a:rPr lang="en-US" sz="2000" dirty="0"/>
                  <a:t>is the event containing all sample points belonging to both </a:t>
                </a:r>
                <a14:m>
                  <m:oMath xmlns:m="http://schemas.openxmlformats.org/officeDocument/2006/math">
                    <m:r>
                      <a:rPr lang="en-US" sz="2000" i="1" dirty="0" smtClean="0">
                        <a:latin typeface="Cambria Math" panose="02040503050406030204" pitchFamily="18" charset="0"/>
                      </a:rPr>
                      <m:t>𝐴</m:t>
                    </m:r>
                  </m:oMath>
                </a14:m>
                <a:r>
                  <a:rPr lang="en-US" sz="2000" dirty="0"/>
                  <a:t> and </a:t>
                </a:r>
                <a14:m>
                  <m:oMath xmlns:m="http://schemas.openxmlformats.org/officeDocument/2006/math">
                    <m:r>
                      <a:rPr lang="en-US" sz="2000" i="1" dirty="0" smtClean="0">
                        <a:latin typeface="Cambria Math" panose="02040503050406030204" pitchFamily="18" charset="0"/>
                      </a:rPr>
                      <m:t>𝐵</m:t>
                    </m:r>
                  </m:oMath>
                </a14:m>
                <a:r>
                  <a:rPr lang="en-US" sz="2000" dirty="0"/>
                  <a:t>.</a:t>
                </a:r>
              </a:p>
              <a:p>
                <a:r>
                  <a:rPr lang="en-US" sz="2000" dirty="0"/>
                  <a:t>The intersection of events </a:t>
                </a:r>
                <a14:m>
                  <m:oMath xmlns:m="http://schemas.openxmlformats.org/officeDocument/2006/math">
                    <m:r>
                      <a:rPr lang="en-US" sz="2000" i="1" dirty="0">
                        <a:latin typeface="Cambria Math" panose="02040503050406030204" pitchFamily="18" charset="0"/>
                      </a:rPr>
                      <m:t>𝐴</m:t>
                    </m:r>
                  </m:oMath>
                </a14:m>
                <a:r>
                  <a:rPr lang="en-US" sz="2000" dirty="0"/>
                  <a:t> and </a:t>
                </a:r>
                <a14:m>
                  <m:oMath xmlns:m="http://schemas.openxmlformats.org/officeDocument/2006/math">
                    <m:r>
                      <a:rPr lang="en-US" sz="2000" i="1" dirty="0">
                        <a:latin typeface="Cambria Math" panose="02040503050406030204" pitchFamily="18" charset="0"/>
                      </a:rPr>
                      <m:t>𝐵</m:t>
                    </m:r>
                  </m:oMath>
                </a14:m>
                <a:r>
                  <a:rPr lang="en-US" sz="2000" dirty="0"/>
                  <a:t> is denoted by </a:t>
                </a:r>
                <a14:m>
                  <m:oMath xmlns:m="http://schemas.openxmlformats.org/officeDocument/2006/math">
                    <m:r>
                      <a:rPr lang="en-US" sz="2000" b="0" i="1" smtClean="0">
                        <a:latin typeface="Cambria Math" panose="02040503050406030204" pitchFamily="18" charset="0"/>
                      </a:rPr>
                      <m:t>𝐴</m:t>
                    </m:r>
                    <m:r>
                      <a:rPr lang="en-US" sz="2000" b="0" i="1">
                        <a:latin typeface="Cambria Math" panose="02040503050406030204" pitchFamily="18" charset="0"/>
                        <a:ea typeface="Cambria Math" panose="02040503050406030204" pitchFamily="18" charset="0"/>
                      </a:rPr>
                      <m:t>∩</m:t>
                    </m:r>
                    <m:r>
                      <a:rPr lang="en-US" sz="2000" b="0" i="1">
                        <a:latin typeface="Cambria Math" panose="02040503050406030204" pitchFamily="18" charset="0"/>
                      </a:rPr>
                      <m:t>𝐵</m:t>
                    </m:r>
                  </m:oMath>
                </a14:m>
                <a:r>
                  <a:rPr lang="en-US" sz="2000" dirty="0"/>
                  <a:t>.</a:t>
                </a:r>
              </a:p>
              <a:p>
                <a:r>
                  <a:rPr lang="en-US" sz="2000" dirty="0"/>
                  <a:t>Note that the area in the Venn diagram where the two circles overlap is the intersection. </a:t>
                </a:r>
              </a:p>
              <a:p>
                <a:r>
                  <a:rPr lang="en-US" sz="2000" dirty="0"/>
                  <a:t>The intersection contains all the sample points that are in both </a:t>
                </a:r>
                <a14:m>
                  <m:oMath xmlns:m="http://schemas.openxmlformats.org/officeDocument/2006/math">
                    <m:r>
                      <a:rPr lang="en-US" sz="2000" i="1" dirty="0" smtClean="0">
                        <a:latin typeface="Cambria Math" panose="02040503050406030204" pitchFamily="18" charset="0"/>
                      </a:rPr>
                      <m:t>𝐴</m:t>
                    </m:r>
                  </m:oMath>
                </a14:m>
                <a:r>
                  <a:rPr lang="en-US" sz="2000" dirty="0"/>
                  <a:t> and </a:t>
                </a:r>
                <a14:m>
                  <m:oMath xmlns:m="http://schemas.openxmlformats.org/officeDocument/2006/math">
                    <m:r>
                      <a:rPr lang="en-US" sz="2000" i="1" dirty="0" smtClean="0">
                        <a:latin typeface="Cambria Math" panose="02040503050406030204" pitchFamily="18" charset="0"/>
                      </a:rPr>
                      <m:t>𝐵</m:t>
                    </m:r>
                  </m:oMath>
                </a14:m>
                <a:r>
                  <a:rPr lang="en-US" sz="2000" dirty="0"/>
                  <a:t>.</a:t>
                </a:r>
              </a:p>
            </p:txBody>
          </p:sp>
        </mc:Choice>
        <mc:Fallback xmlns="">
          <p:sp>
            <p:nvSpPr>
              <p:cNvPr id="3" name="Text Placeholder 2">
                <a:extLst>
                  <a:ext uri="{FF2B5EF4-FFF2-40B4-BE49-F238E27FC236}">
                    <a16:creationId xmlns:a16="http://schemas.microsoft.com/office/drawing/2014/main" id="{5BBC9964-79FA-0C2E-1E53-50748DD150F9}"/>
                  </a:ext>
                </a:extLst>
              </p:cNvPr>
              <p:cNvSpPr>
                <a:spLocks noGrp="1" noRot="1" noChangeAspect="1" noMove="1" noResize="1" noEditPoints="1" noAdjustHandles="1" noChangeArrowheads="1" noChangeShapeType="1" noTextEdit="1"/>
              </p:cNvSpPr>
              <p:nvPr>
                <p:ph type="body" sz="quarter" idx="15"/>
              </p:nvPr>
            </p:nvSpPr>
            <p:spPr>
              <a:xfrm>
                <a:off x="743577" y="1386717"/>
                <a:ext cx="10610223" cy="1996496"/>
              </a:xfrm>
              <a:blipFill>
                <a:blip r:embed="rId3"/>
                <a:stretch>
                  <a:fillRect l="-1493" t="-3659"/>
                </a:stretch>
              </a:blipFill>
            </p:spPr>
            <p:txBody>
              <a:bodyPr/>
              <a:lstStyle/>
              <a:p>
                <a:r>
                  <a:rPr lang="en-US">
                    <a:noFill/>
                  </a:rPr>
                  <a:t> </a:t>
                </a:r>
              </a:p>
            </p:txBody>
          </p:sp>
        </mc:Fallback>
      </mc:AlternateContent>
      <p:pic>
        <p:nvPicPr>
          <p:cNvPr id="9" name="Picture Placeholder 8" descr="A Venn diagram shows the intersection of events A and B. Two intersecting circles, labeled “Event A” and “Event B” are inside a rectangle labeled “Sample Space S.” The region of intersection is shaded.&#10;">
            <a:extLst>
              <a:ext uri="{FF2B5EF4-FFF2-40B4-BE49-F238E27FC236}">
                <a16:creationId xmlns:a16="http://schemas.microsoft.com/office/drawing/2014/main" id="{112140A5-6CE4-3982-9B8B-2CCB648DB7FE}"/>
              </a:ext>
            </a:extLst>
          </p:cNvPr>
          <p:cNvPicPr>
            <a:picLocks noGrp="1" noChangeAspect="1"/>
          </p:cNvPicPr>
          <p:nvPr>
            <p:ph type="pic" sz="quarter" idx="16"/>
          </p:nvPr>
        </p:nvPicPr>
        <p:blipFill rotWithShape="1">
          <a:blip r:embed="rId4"/>
          <a:srcRect l="40" r="40"/>
          <a:stretch/>
        </p:blipFill>
        <p:spPr>
          <a:xfrm>
            <a:off x="2968625" y="3383213"/>
            <a:ext cx="6254750" cy="2103438"/>
          </a:xfrm>
        </p:spPr>
      </p:pic>
    </p:spTree>
    <p:extLst>
      <p:ext uri="{BB962C8B-B14F-4D97-AF65-F5344CB8AC3E}">
        <p14:creationId xmlns:p14="http://schemas.microsoft.com/office/powerpoint/2010/main" val="231373943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37CB06-3B43-B52B-E40B-D1988BF13505}"/>
              </a:ext>
            </a:extLst>
          </p:cNvPr>
          <p:cNvSpPr>
            <a:spLocks noGrp="1"/>
          </p:cNvSpPr>
          <p:nvPr>
            <p:ph type="title"/>
          </p:nvPr>
        </p:nvSpPr>
        <p:spPr/>
        <p:txBody>
          <a:bodyPr/>
          <a:lstStyle/>
          <a:p>
            <a:r>
              <a:rPr lang="en-US" dirty="0"/>
              <a:t>4.3 Addition Law</a:t>
            </a:r>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6C5A17A9-E204-2C03-A62D-99D1BD497A64}"/>
                  </a:ext>
                </a:extLst>
              </p:cNvPr>
              <p:cNvSpPr>
                <a:spLocks noGrp="1"/>
              </p:cNvSpPr>
              <p:nvPr>
                <p:ph type="body" sz="quarter" idx="15"/>
              </p:nvPr>
            </p:nvSpPr>
            <p:spPr>
              <a:xfrm>
                <a:off x="743576" y="1865299"/>
                <a:ext cx="10610224" cy="3127402"/>
              </a:xfrm>
            </p:spPr>
            <p:txBody>
              <a:bodyPr/>
              <a:lstStyle/>
              <a:p>
                <a:pPr>
                  <a:spcBef>
                    <a:spcPts val="600"/>
                  </a:spcBef>
                  <a:spcAft>
                    <a:spcPts val="600"/>
                  </a:spcAft>
                </a:pPr>
                <a:r>
                  <a:rPr lang="en-US" sz="2000" dirty="0"/>
                  <a:t>The </a:t>
                </a:r>
                <a:r>
                  <a:rPr lang="en-US" sz="2000" b="1" dirty="0"/>
                  <a:t>addition law </a:t>
                </a:r>
                <a:r>
                  <a:rPr lang="en-US" sz="2000" dirty="0"/>
                  <a:t>provides a way to compute the probability of the union of two events:</a:t>
                </a:r>
              </a:p>
              <a:p>
                <a:pPr marL="914400">
                  <a:spcBef>
                    <a:spcPts val="600"/>
                  </a:spcBef>
                  <a:spcAft>
                    <a:spcPts val="600"/>
                  </a:spcAft>
                </a:pPr>
                <a14:m>
                  <m:oMathPara xmlns:m="http://schemas.openxmlformats.org/officeDocument/2006/math">
                    <m:oMathParaPr>
                      <m:jc m:val="left"/>
                    </m:oMathParaPr>
                    <m:oMath xmlns:m="http://schemas.openxmlformats.org/officeDocument/2006/math">
                      <m:r>
                        <a:rPr lang="en-US" sz="2000" b="1" i="1" smtClean="0">
                          <a:latin typeface="Cambria Math" panose="02040503050406030204" pitchFamily="18" charset="0"/>
                        </a:rPr>
                        <m:t>𝑷</m:t>
                      </m:r>
                      <m:d>
                        <m:dPr>
                          <m:ctrlPr>
                            <a:rPr lang="en-US" sz="2000" b="1" i="1" smtClean="0">
                              <a:latin typeface="Cambria Math" panose="02040503050406030204" pitchFamily="18" charset="0"/>
                            </a:rPr>
                          </m:ctrlPr>
                        </m:dPr>
                        <m:e>
                          <m:r>
                            <a:rPr lang="en-US" sz="2000" b="1" i="1" smtClean="0">
                              <a:latin typeface="Cambria Math" panose="02040503050406030204" pitchFamily="18" charset="0"/>
                            </a:rPr>
                            <m:t>𝑨</m:t>
                          </m:r>
                          <m:r>
                            <a:rPr lang="en-US" sz="2000" b="1" i="1" smtClean="0">
                              <a:latin typeface="Cambria Math" panose="02040503050406030204" pitchFamily="18" charset="0"/>
                              <a:ea typeface="Cambria Math" panose="02040503050406030204" pitchFamily="18" charset="0"/>
                            </a:rPr>
                            <m:t>∪</m:t>
                          </m:r>
                          <m:r>
                            <a:rPr lang="en-US" sz="2000" b="1" i="1" smtClean="0">
                              <a:latin typeface="Cambria Math" panose="02040503050406030204" pitchFamily="18" charset="0"/>
                              <a:ea typeface="Cambria Math" panose="02040503050406030204" pitchFamily="18" charset="0"/>
                            </a:rPr>
                            <m:t>𝑩</m:t>
                          </m:r>
                        </m:e>
                      </m:d>
                      <m:r>
                        <a:rPr lang="en-US" sz="2000" b="1" i="1" smtClean="0">
                          <a:latin typeface="Cambria Math" panose="02040503050406030204" pitchFamily="18" charset="0"/>
                        </a:rPr>
                        <m:t>=</m:t>
                      </m:r>
                      <m:r>
                        <a:rPr lang="en-US" sz="2000" b="1" i="1" smtClean="0">
                          <a:latin typeface="Cambria Math" panose="02040503050406030204" pitchFamily="18" charset="0"/>
                        </a:rPr>
                        <m:t>𝑷</m:t>
                      </m:r>
                      <m:d>
                        <m:dPr>
                          <m:ctrlPr>
                            <a:rPr lang="en-US" sz="2000" b="1" i="1" smtClean="0">
                              <a:latin typeface="Cambria Math" panose="02040503050406030204" pitchFamily="18" charset="0"/>
                            </a:rPr>
                          </m:ctrlPr>
                        </m:dPr>
                        <m:e>
                          <m:r>
                            <a:rPr lang="en-US" sz="2000" b="1" i="1" smtClean="0">
                              <a:latin typeface="Cambria Math" panose="02040503050406030204" pitchFamily="18" charset="0"/>
                            </a:rPr>
                            <m:t>𝑨</m:t>
                          </m:r>
                        </m:e>
                      </m:d>
                      <m:r>
                        <a:rPr lang="en-US" sz="2000" b="1" i="1" smtClean="0">
                          <a:latin typeface="Cambria Math" panose="02040503050406030204" pitchFamily="18" charset="0"/>
                        </a:rPr>
                        <m:t>+</m:t>
                      </m:r>
                      <m:r>
                        <a:rPr lang="en-US" sz="2000" b="1" i="1" smtClean="0">
                          <a:latin typeface="Cambria Math" panose="02040503050406030204" pitchFamily="18" charset="0"/>
                        </a:rPr>
                        <m:t>𝑷</m:t>
                      </m:r>
                      <m:d>
                        <m:dPr>
                          <m:ctrlPr>
                            <a:rPr lang="en-US" sz="2000" b="1" i="1" smtClean="0">
                              <a:latin typeface="Cambria Math" panose="02040503050406030204" pitchFamily="18" charset="0"/>
                            </a:rPr>
                          </m:ctrlPr>
                        </m:dPr>
                        <m:e>
                          <m:r>
                            <a:rPr lang="en-US" sz="2000" b="1" i="1" smtClean="0">
                              <a:latin typeface="Cambria Math" panose="02040503050406030204" pitchFamily="18" charset="0"/>
                            </a:rPr>
                            <m:t>𝑩</m:t>
                          </m:r>
                        </m:e>
                      </m:d>
                      <m:r>
                        <a:rPr lang="en-US" sz="2000" b="1" i="1" smtClean="0">
                          <a:latin typeface="Cambria Math" panose="02040503050406030204" pitchFamily="18" charset="0"/>
                        </a:rPr>
                        <m:t>−</m:t>
                      </m:r>
                      <m:r>
                        <a:rPr lang="en-US" sz="2000" b="1" i="1" smtClean="0">
                          <a:latin typeface="Cambria Math" panose="02040503050406030204" pitchFamily="18" charset="0"/>
                        </a:rPr>
                        <m:t>𝑷</m:t>
                      </m:r>
                      <m:r>
                        <a:rPr lang="en-US" sz="2000" b="1" i="1" smtClean="0">
                          <a:latin typeface="Cambria Math" panose="02040503050406030204" pitchFamily="18" charset="0"/>
                        </a:rPr>
                        <m:t>(</m:t>
                      </m:r>
                      <m:r>
                        <a:rPr lang="en-US" sz="2000" b="1" i="1" smtClean="0">
                          <a:latin typeface="Cambria Math" panose="02040503050406030204" pitchFamily="18" charset="0"/>
                        </a:rPr>
                        <m:t>𝑨</m:t>
                      </m:r>
                      <m:r>
                        <a:rPr lang="en-US" sz="2000" b="1" i="1" smtClean="0">
                          <a:latin typeface="Cambria Math" panose="02040503050406030204" pitchFamily="18" charset="0"/>
                          <a:ea typeface="Cambria Math" panose="02040503050406030204" pitchFamily="18" charset="0"/>
                        </a:rPr>
                        <m:t>∩</m:t>
                      </m:r>
                      <m:r>
                        <a:rPr lang="en-US" sz="2000" b="1" i="1" smtClean="0">
                          <a:latin typeface="Cambria Math" panose="02040503050406030204" pitchFamily="18" charset="0"/>
                        </a:rPr>
                        <m:t>𝑩</m:t>
                      </m:r>
                      <m:r>
                        <a:rPr lang="en-US" sz="2000" b="1" i="1" smtClean="0">
                          <a:latin typeface="Cambria Math" panose="02040503050406030204" pitchFamily="18" charset="0"/>
                        </a:rPr>
                        <m:t>)</m:t>
                      </m:r>
                    </m:oMath>
                  </m:oMathPara>
                </a14:m>
                <a:endParaRPr lang="en-US" sz="2000" dirty="0"/>
              </a:p>
              <a:p>
                <a:pPr>
                  <a:spcBef>
                    <a:spcPts val="600"/>
                  </a:spcBef>
                  <a:spcAft>
                    <a:spcPts val="0"/>
                  </a:spcAft>
                </a:pPr>
                <a:r>
                  <a:rPr lang="en-US" sz="2000" dirty="0"/>
                  <a:t>To understand the addition law intuitively, consider the following:</a:t>
                </a:r>
              </a:p>
              <a:p>
                <a:pPr marL="684213" indent="-342900">
                  <a:spcBef>
                    <a:spcPts val="600"/>
                  </a:spcBef>
                  <a:spcAft>
                    <a:spcPts val="0"/>
                  </a:spcAft>
                  <a:buFont typeface="Arial" panose="020B0604020202020204" pitchFamily="34" charset="0"/>
                  <a:buChar char="•"/>
                </a:pPr>
                <a:r>
                  <a:rPr lang="en-US" sz="2000" dirty="0"/>
                  <a:t>The sample points in the intersection </a:t>
                </a:r>
                <a14:m>
                  <m:oMath xmlns:m="http://schemas.openxmlformats.org/officeDocument/2006/math">
                    <m:r>
                      <a:rPr lang="en-US" sz="2000" i="1" smtClean="0">
                        <a:latin typeface="Cambria Math" panose="02040503050406030204" pitchFamily="18" charset="0"/>
                      </a:rPr>
                      <m:t>𝐴</m:t>
                    </m:r>
                    <m:r>
                      <a:rPr lang="en-US" sz="2000" i="1">
                        <a:latin typeface="Cambria Math" panose="02040503050406030204" pitchFamily="18" charset="0"/>
                        <a:ea typeface="Cambria Math" panose="02040503050406030204" pitchFamily="18" charset="0"/>
                      </a:rPr>
                      <m:t>∩</m:t>
                    </m:r>
                    <m:r>
                      <a:rPr lang="en-US" sz="2000" i="1">
                        <a:latin typeface="Cambria Math" panose="02040503050406030204" pitchFamily="18" charset="0"/>
                      </a:rPr>
                      <m:t>𝐵</m:t>
                    </m:r>
                  </m:oMath>
                </a14:m>
                <a:r>
                  <a:rPr lang="en-US" sz="2000" dirty="0"/>
                  <a:t> are in both </a:t>
                </a:r>
                <a14:m>
                  <m:oMath xmlns:m="http://schemas.openxmlformats.org/officeDocument/2006/math">
                    <m:r>
                      <a:rPr lang="en-US" sz="2000" i="1" dirty="0">
                        <a:latin typeface="Cambria Math" panose="02040503050406030204" pitchFamily="18" charset="0"/>
                      </a:rPr>
                      <m:t>𝐴</m:t>
                    </m:r>
                  </m:oMath>
                </a14:m>
                <a:r>
                  <a:rPr lang="en-US" sz="2000" dirty="0"/>
                  <a:t> and </a:t>
                </a:r>
                <a14:m>
                  <m:oMath xmlns:m="http://schemas.openxmlformats.org/officeDocument/2006/math">
                    <m:r>
                      <a:rPr lang="en-US" sz="2000" i="1" dirty="0">
                        <a:latin typeface="Cambria Math" panose="02040503050406030204" pitchFamily="18" charset="0"/>
                      </a:rPr>
                      <m:t>𝐵</m:t>
                    </m:r>
                  </m:oMath>
                </a14:m>
                <a:r>
                  <a:rPr lang="en-US" sz="2000" dirty="0"/>
                  <a:t>.</a:t>
                </a:r>
              </a:p>
              <a:p>
                <a:pPr marL="684213" indent="-342900">
                  <a:spcBef>
                    <a:spcPts val="600"/>
                  </a:spcBef>
                  <a:spcAft>
                    <a:spcPts val="0"/>
                  </a:spcAft>
                  <a:buFont typeface="Arial" panose="020B0604020202020204" pitchFamily="34" charset="0"/>
                  <a:buChar char="•"/>
                </a:pPr>
                <a:r>
                  <a:rPr lang="en-US" sz="2000" dirty="0"/>
                  <a:t>When we compute </a:t>
                </a:r>
                <a14:m>
                  <m:oMath xmlns:m="http://schemas.openxmlformats.org/officeDocument/2006/math">
                    <m:r>
                      <a:rPr lang="en-US" sz="2000" b="0" i="1">
                        <a:latin typeface="Cambria Math" panose="02040503050406030204" pitchFamily="18" charset="0"/>
                      </a:rPr>
                      <m:t>𝑃</m:t>
                    </m:r>
                    <m:d>
                      <m:dPr>
                        <m:ctrlPr>
                          <a:rPr lang="en-US" sz="2000" i="1">
                            <a:latin typeface="Cambria Math" panose="02040503050406030204" pitchFamily="18" charset="0"/>
                          </a:rPr>
                        </m:ctrlPr>
                      </m:dPr>
                      <m:e>
                        <m:r>
                          <a:rPr lang="en-US" sz="2000" b="0" i="1">
                            <a:latin typeface="Cambria Math" panose="02040503050406030204" pitchFamily="18" charset="0"/>
                          </a:rPr>
                          <m:t>𝐴</m:t>
                        </m:r>
                      </m:e>
                    </m:d>
                    <m:r>
                      <a:rPr lang="en-US" sz="2000" b="0" i="1">
                        <a:latin typeface="Cambria Math" panose="02040503050406030204" pitchFamily="18" charset="0"/>
                      </a:rPr>
                      <m:t>+</m:t>
                    </m:r>
                    <m:r>
                      <a:rPr lang="en-US" sz="2000" b="0" i="1">
                        <a:latin typeface="Cambria Math" panose="02040503050406030204" pitchFamily="18" charset="0"/>
                      </a:rPr>
                      <m:t>𝑃</m:t>
                    </m:r>
                    <m:d>
                      <m:dPr>
                        <m:ctrlPr>
                          <a:rPr lang="en-US" sz="2000" i="1">
                            <a:latin typeface="Cambria Math" panose="02040503050406030204" pitchFamily="18" charset="0"/>
                          </a:rPr>
                        </m:ctrlPr>
                      </m:dPr>
                      <m:e>
                        <m:r>
                          <a:rPr lang="en-US" sz="2000" b="0" i="1">
                            <a:latin typeface="Cambria Math" panose="02040503050406030204" pitchFamily="18" charset="0"/>
                          </a:rPr>
                          <m:t>𝐵</m:t>
                        </m:r>
                      </m:e>
                    </m:d>
                  </m:oMath>
                </a14:m>
                <a:r>
                  <a:rPr lang="en-US" sz="2000" dirty="0"/>
                  <a:t>, we are in effect counting each of the sample points in </a:t>
                </a:r>
                <a14:m>
                  <m:oMath xmlns:m="http://schemas.openxmlformats.org/officeDocument/2006/math">
                    <m:r>
                      <a:rPr lang="en-US" sz="2000" i="1">
                        <a:latin typeface="Cambria Math" panose="02040503050406030204" pitchFamily="18" charset="0"/>
                      </a:rPr>
                      <m:t>𝐴</m:t>
                    </m:r>
                    <m:r>
                      <a:rPr lang="en-US" sz="2000" i="1">
                        <a:latin typeface="Cambria Math" panose="02040503050406030204" pitchFamily="18" charset="0"/>
                        <a:ea typeface="Cambria Math" panose="02040503050406030204" pitchFamily="18" charset="0"/>
                      </a:rPr>
                      <m:t>∩</m:t>
                    </m:r>
                    <m:r>
                      <a:rPr lang="en-US" sz="2000" i="1">
                        <a:latin typeface="Cambria Math" panose="02040503050406030204" pitchFamily="18" charset="0"/>
                      </a:rPr>
                      <m:t>𝐵</m:t>
                    </m:r>
                  </m:oMath>
                </a14:m>
                <a:r>
                  <a:rPr lang="en-US" sz="2000" dirty="0"/>
                  <a:t> twice.</a:t>
                </a:r>
              </a:p>
              <a:p>
                <a:pPr marL="684213" indent="-342900">
                  <a:spcBef>
                    <a:spcPts val="600"/>
                  </a:spcBef>
                  <a:spcAft>
                    <a:spcPts val="0"/>
                  </a:spcAft>
                  <a:buFont typeface="Arial" panose="020B0604020202020204" pitchFamily="34" charset="0"/>
                  <a:buChar char="•"/>
                </a:pPr>
                <a:r>
                  <a:rPr lang="en-US" sz="2000" dirty="0"/>
                  <a:t>We correct for this overcounting by subtracting </a:t>
                </a:r>
                <a14:m>
                  <m:oMath xmlns:m="http://schemas.openxmlformats.org/officeDocument/2006/math">
                    <m:r>
                      <a:rPr lang="en-US" sz="2000" b="0" i="1">
                        <a:latin typeface="Cambria Math" panose="02040503050406030204" pitchFamily="18" charset="0"/>
                      </a:rPr>
                      <m:t>𝑃</m:t>
                    </m:r>
                    <m:r>
                      <a:rPr lang="en-US" sz="2000" b="0" i="1">
                        <a:latin typeface="Cambria Math" panose="02040503050406030204" pitchFamily="18" charset="0"/>
                      </a:rPr>
                      <m:t>(</m:t>
                    </m:r>
                    <m:r>
                      <a:rPr lang="en-US" sz="2000" b="0" i="1">
                        <a:latin typeface="Cambria Math" panose="02040503050406030204" pitchFamily="18" charset="0"/>
                      </a:rPr>
                      <m:t>𝐴</m:t>
                    </m:r>
                    <m:r>
                      <a:rPr lang="en-US" sz="2000" b="0" i="1">
                        <a:latin typeface="Cambria Math" panose="02040503050406030204" pitchFamily="18" charset="0"/>
                        <a:ea typeface="Cambria Math" panose="02040503050406030204" pitchFamily="18" charset="0"/>
                      </a:rPr>
                      <m:t>∩</m:t>
                    </m:r>
                    <m:r>
                      <a:rPr lang="en-US" sz="2000" b="0" i="1">
                        <a:latin typeface="Cambria Math" panose="02040503050406030204" pitchFamily="18" charset="0"/>
                      </a:rPr>
                      <m:t>𝐵</m:t>
                    </m:r>
                    <m:r>
                      <a:rPr lang="en-US" sz="2000" b="0" i="1">
                        <a:latin typeface="Cambria Math" panose="02040503050406030204" pitchFamily="18" charset="0"/>
                      </a:rPr>
                      <m:t>)</m:t>
                    </m:r>
                  </m:oMath>
                </a14:m>
                <a:r>
                  <a:rPr lang="en-US" sz="2000" dirty="0"/>
                  <a:t>.</a:t>
                </a:r>
              </a:p>
              <a:p>
                <a:pPr>
                  <a:spcBef>
                    <a:spcPts val="600"/>
                  </a:spcBef>
                  <a:spcAft>
                    <a:spcPts val="0"/>
                  </a:spcAft>
                </a:pPr>
                <a:r>
                  <a:rPr lang="en-US" sz="2000" dirty="0"/>
                  <a:t>In the next slide, we consider an example as an application of the addition law.</a:t>
                </a:r>
              </a:p>
            </p:txBody>
          </p:sp>
        </mc:Choice>
        <mc:Fallback xmlns="">
          <p:sp>
            <p:nvSpPr>
              <p:cNvPr id="3" name="Text Placeholder 2">
                <a:extLst>
                  <a:ext uri="{FF2B5EF4-FFF2-40B4-BE49-F238E27FC236}">
                    <a16:creationId xmlns:a16="http://schemas.microsoft.com/office/drawing/2014/main" id="{6C5A17A9-E204-2C03-A62D-99D1BD497A64}"/>
                  </a:ext>
                </a:extLst>
              </p:cNvPr>
              <p:cNvSpPr>
                <a:spLocks noGrp="1" noRot="1" noChangeAspect="1" noMove="1" noResize="1" noEditPoints="1" noAdjustHandles="1" noChangeArrowheads="1" noChangeShapeType="1" noTextEdit="1"/>
              </p:cNvSpPr>
              <p:nvPr>
                <p:ph type="body" sz="quarter" idx="15"/>
              </p:nvPr>
            </p:nvSpPr>
            <p:spPr>
              <a:xfrm>
                <a:off x="743576" y="1865299"/>
                <a:ext cx="10610224" cy="3127402"/>
              </a:xfrm>
              <a:blipFill>
                <a:blip r:embed="rId2"/>
                <a:stretch>
                  <a:fillRect l="-1493" t="-2339"/>
                </a:stretch>
              </a:blipFill>
            </p:spPr>
            <p:txBody>
              <a:bodyPr/>
              <a:lstStyle/>
              <a:p>
                <a:r>
                  <a:rPr lang="en-US">
                    <a:noFill/>
                  </a:rPr>
                  <a:t> </a:t>
                </a:r>
              </a:p>
            </p:txBody>
          </p:sp>
        </mc:Fallback>
      </mc:AlternateContent>
    </p:spTree>
    <p:extLst>
      <p:ext uri="{BB962C8B-B14F-4D97-AF65-F5344CB8AC3E}">
        <p14:creationId xmlns:p14="http://schemas.microsoft.com/office/powerpoint/2010/main" val="54874812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37CB06-3B43-B52B-E40B-D1988BF13505}"/>
              </a:ext>
            </a:extLst>
          </p:cNvPr>
          <p:cNvSpPr>
            <a:spLocks noGrp="1"/>
          </p:cNvSpPr>
          <p:nvPr>
            <p:ph type="title"/>
          </p:nvPr>
        </p:nvSpPr>
        <p:spPr/>
        <p:txBody>
          <a:bodyPr/>
          <a:lstStyle/>
          <a:p>
            <a:r>
              <a:rPr lang="en-US" dirty="0"/>
              <a:t>4.3 An Application of the Addition Law</a:t>
            </a:r>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6C5A17A9-E204-2C03-A62D-99D1BD497A64}"/>
                  </a:ext>
                </a:extLst>
              </p:cNvPr>
              <p:cNvSpPr>
                <a:spLocks noGrp="1"/>
              </p:cNvSpPr>
              <p:nvPr>
                <p:ph type="body" sz="quarter" idx="15"/>
              </p:nvPr>
            </p:nvSpPr>
            <p:spPr>
              <a:xfrm>
                <a:off x="743577" y="1260182"/>
                <a:ext cx="10610224" cy="4564315"/>
              </a:xfrm>
            </p:spPr>
            <p:txBody>
              <a:bodyPr/>
              <a:lstStyle/>
              <a:p>
                <a:pPr>
                  <a:spcBef>
                    <a:spcPts val="600"/>
                  </a:spcBef>
                  <a:spcAft>
                    <a:spcPts val="0"/>
                  </a:spcAft>
                </a:pPr>
                <a:r>
                  <a:rPr lang="en-US" sz="2000" dirty="0"/>
                  <a:t>Consider a group of 50 software engineers who work in online banking. </a:t>
                </a:r>
              </a:p>
              <a:p>
                <a:pPr>
                  <a:spcBef>
                    <a:spcPts val="600"/>
                  </a:spcBef>
                  <a:spcAft>
                    <a:spcPts val="0"/>
                  </a:spcAft>
                </a:pPr>
                <a:r>
                  <a:rPr lang="en-US" sz="2000" dirty="0"/>
                  <a:t>At the end of an evaluation period, a bank manager found that</a:t>
                </a:r>
              </a:p>
              <a:p>
                <a:pPr marL="684213" indent="-342900">
                  <a:spcBef>
                    <a:spcPts val="600"/>
                  </a:spcBef>
                  <a:spcAft>
                    <a:spcPts val="0"/>
                  </a:spcAft>
                  <a:buFont typeface="Arial" panose="020B0604020202020204" pitchFamily="34" charset="0"/>
                  <a:buChar char="•"/>
                </a:pPr>
                <a:r>
                  <a:rPr lang="en-US" sz="2000" dirty="0"/>
                  <a:t>5 engineers completed work late (event </a:t>
                </a:r>
                <a:r>
                  <a:rPr lang="en-US" sz="2000" i="1" dirty="0"/>
                  <a:t>L</a:t>
                </a:r>
                <a:r>
                  <a:rPr lang="en-US" sz="2000" dirty="0"/>
                  <a:t>)</a:t>
                </a:r>
              </a:p>
              <a:p>
                <a:pPr marL="684213" indent="-342900">
                  <a:spcBef>
                    <a:spcPts val="600"/>
                  </a:spcBef>
                  <a:spcAft>
                    <a:spcPts val="0"/>
                  </a:spcAft>
                  <a:buFont typeface="Arial" panose="020B0604020202020204" pitchFamily="34" charset="0"/>
                  <a:buChar char="•"/>
                </a:pPr>
                <a:r>
                  <a:rPr lang="en-US" sz="2000" dirty="0"/>
                  <a:t>6 engineers produced code that contains errors (event </a:t>
                </a:r>
                <a:r>
                  <a:rPr lang="en-US" sz="2000" i="1" dirty="0"/>
                  <a:t>E</a:t>
                </a:r>
                <a:r>
                  <a:rPr lang="en-US" sz="2000" dirty="0"/>
                  <a:t>)</a:t>
                </a:r>
              </a:p>
              <a:p>
                <a:pPr marL="684213" indent="-342900">
                  <a:spcBef>
                    <a:spcPts val="600"/>
                  </a:spcBef>
                  <a:spcAft>
                    <a:spcPts val="0"/>
                  </a:spcAft>
                  <a:buFont typeface="Arial" panose="020B0604020202020204" pitchFamily="34" charset="0"/>
                  <a:buChar char="•"/>
                </a:pPr>
                <a:r>
                  <a:rPr lang="en-US" sz="2000" dirty="0"/>
                  <a:t>2 engineers completed work late and produced code that contains errors (event </a:t>
                </a:r>
                <a14:m>
                  <m:oMath xmlns:m="http://schemas.openxmlformats.org/officeDocument/2006/math">
                    <m:r>
                      <a:rPr lang="en-US" sz="2000" b="0" i="1" smtClean="0">
                        <a:latin typeface="Cambria Math" panose="02040503050406030204" pitchFamily="18" charset="0"/>
                      </a:rPr>
                      <m:t>𝐿</m:t>
                    </m:r>
                    <m:r>
                      <a:rPr lang="en-US" sz="2000" b="0" i="1" smtClean="0">
                        <a:latin typeface="Cambria Math" panose="02040503050406030204" pitchFamily="18" charset="0"/>
                        <a:ea typeface="Cambria Math" panose="02040503050406030204" pitchFamily="18" charset="0"/>
                      </a:rPr>
                      <m:t>∩</m:t>
                    </m:r>
                    <m:r>
                      <a:rPr lang="en-US" sz="2000" b="0" i="1" smtClean="0">
                        <a:latin typeface="Cambria Math" panose="02040503050406030204" pitchFamily="18" charset="0"/>
                      </a:rPr>
                      <m:t>𝐸</m:t>
                    </m:r>
                  </m:oMath>
                </a14:m>
                <a:r>
                  <a:rPr lang="en-US" sz="2000" dirty="0"/>
                  <a:t>)</a:t>
                </a:r>
              </a:p>
              <a:p>
                <a:pPr>
                  <a:spcBef>
                    <a:spcPts val="600"/>
                  </a:spcBef>
                  <a:spcAft>
                    <a:spcPts val="600"/>
                  </a:spcAft>
                </a:pPr>
                <a:r>
                  <a:rPr lang="en-US" sz="2000" dirty="0"/>
                  <a:t>Thus, we have:</a:t>
                </a:r>
              </a:p>
              <a:p>
                <a:pPr marL="914400" algn="ctr">
                  <a:spcBef>
                    <a:spcPts val="600"/>
                  </a:spcBef>
                  <a:spcAft>
                    <a:spcPts val="600"/>
                  </a:spcAft>
                </a:pPr>
                <a14:m>
                  <m:oMathPara xmlns:m="http://schemas.openxmlformats.org/officeDocument/2006/math">
                    <m:oMathParaPr>
                      <m:jc m:val="left"/>
                    </m:oMathParaPr>
                    <m:oMath xmlns:m="http://schemas.openxmlformats.org/officeDocument/2006/math">
                      <m:r>
                        <a:rPr lang="en-US" sz="2000" b="0" i="1" smtClean="0">
                          <a:latin typeface="Cambria Math" panose="02040503050406030204" pitchFamily="18" charset="0"/>
                        </a:rPr>
                        <m:t>𝑃</m:t>
                      </m:r>
                      <m:d>
                        <m:dPr>
                          <m:ctrlPr>
                            <a:rPr lang="en-US" sz="2000" i="1" smtClean="0">
                              <a:latin typeface="Cambria Math" panose="02040503050406030204" pitchFamily="18" charset="0"/>
                            </a:rPr>
                          </m:ctrlPr>
                        </m:dPr>
                        <m:e>
                          <m:r>
                            <a:rPr lang="en-US" sz="2000" b="0" i="1" smtClean="0">
                              <a:latin typeface="Cambria Math" panose="02040503050406030204" pitchFamily="18" charset="0"/>
                            </a:rPr>
                            <m:t>𝐿</m:t>
                          </m:r>
                        </m:e>
                      </m:d>
                      <m:r>
                        <a:rPr lang="en-US" sz="2000" b="0" i="1" smtClean="0">
                          <a:latin typeface="Cambria Math" panose="02040503050406030204" pitchFamily="18" charset="0"/>
                        </a:rPr>
                        <m:t>=</m:t>
                      </m:r>
                      <m:f>
                        <m:fPr>
                          <m:type m:val="lin"/>
                          <m:ctrlPr>
                            <a:rPr lang="en-US" sz="2000" b="0" i="1" smtClean="0">
                              <a:latin typeface="Cambria Math" panose="02040503050406030204" pitchFamily="18" charset="0"/>
                            </a:rPr>
                          </m:ctrlPr>
                        </m:fPr>
                        <m:num>
                          <m:r>
                            <a:rPr lang="en-US" sz="2000" b="0" i="1" smtClean="0">
                              <a:latin typeface="Cambria Math" panose="02040503050406030204" pitchFamily="18" charset="0"/>
                            </a:rPr>
                            <m:t>5</m:t>
                          </m:r>
                        </m:num>
                        <m:den>
                          <m:r>
                            <a:rPr lang="en-US" sz="2000" b="0" i="1" smtClean="0">
                              <a:latin typeface="Cambria Math" panose="02040503050406030204" pitchFamily="18" charset="0"/>
                            </a:rPr>
                            <m:t>50</m:t>
                          </m:r>
                        </m:den>
                      </m:f>
                      <m:r>
                        <a:rPr lang="en-US" sz="2000" b="0" i="1" smtClean="0">
                          <a:latin typeface="Cambria Math" panose="02040503050406030204" pitchFamily="18" charset="0"/>
                        </a:rPr>
                        <m:t>=0.10</m:t>
                      </m:r>
                    </m:oMath>
                  </m:oMathPara>
                </a14:m>
                <a:endParaRPr lang="en-US" sz="2000" b="0" i="1" dirty="0">
                  <a:latin typeface="Cambria Math" panose="02040503050406030204" pitchFamily="18" charset="0"/>
                </a:endParaRPr>
              </a:p>
              <a:p>
                <a:pPr marL="914400" algn="ctr">
                  <a:spcBef>
                    <a:spcPts val="600"/>
                  </a:spcBef>
                  <a:spcAft>
                    <a:spcPts val="600"/>
                  </a:spcAft>
                </a:pPr>
                <a14:m>
                  <m:oMathPara xmlns:m="http://schemas.openxmlformats.org/officeDocument/2006/math">
                    <m:oMathParaPr>
                      <m:jc m:val="left"/>
                    </m:oMathParaPr>
                    <m:oMath xmlns:m="http://schemas.openxmlformats.org/officeDocument/2006/math">
                      <m:r>
                        <a:rPr lang="en-US" sz="2000" i="1">
                          <a:latin typeface="Cambria Math" panose="02040503050406030204" pitchFamily="18" charset="0"/>
                        </a:rPr>
                        <m:t>𝑃</m:t>
                      </m:r>
                      <m:d>
                        <m:dPr>
                          <m:ctrlPr>
                            <a:rPr lang="en-US" sz="2000" i="1">
                              <a:latin typeface="Cambria Math" panose="02040503050406030204" pitchFamily="18" charset="0"/>
                            </a:rPr>
                          </m:ctrlPr>
                        </m:dPr>
                        <m:e>
                          <m:r>
                            <a:rPr lang="en-US" sz="2000" b="0" i="1" smtClean="0">
                              <a:latin typeface="Cambria Math" panose="02040503050406030204" pitchFamily="18" charset="0"/>
                            </a:rPr>
                            <m:t>𝐸</m:t>
                          </m:r>
                        </m:e>
                      </m:d>
                      <m:r>
                        <a:rPr lang="en-US" sz="2000" i="1">
                          <a:latin typeface="Cambria Math" panose="02040503050406030204" pitchFamily="18" charset="0"/>
                        </a:rPr>
                        <m:t>=</m:t>
                      </m:r>
                      <m:f>
                        <m:fPr>
                          <m:type m:val="lin"/>
                          <m:ctrlPr>
                            <a:rPr lang="en-US" sz="2000" i="1">
                              <a:latin typeface="Cambria Math" panose="02040503050406030204" pitchFamily="18" charset="0"/>
                            </a:rPr>
                          </m:ctrlPr>
                        </m:fPr>
                        <m:num>
                          <m:r>
                            <a:rPr lang="en-US" sz="2000" b="0" i="1" smtClean="0">
                              <a:latin typeface="Cambria Math" panose="02040503050406030204" pitchFamily="18" charset="0"/>
                            </a:rPr>
                            <m:t>6</m:t>
                          </m:r>
                        </m:num>
                        <m:den>
                          <m:r>
                            <a:rPr lang="en-US" sz="2000" i="1">
                              <a:latin typeface="Cambria Math" panose="02040503050406030204" pitchFamily="18" charset="0"/>
                            </a:rPr>
                            <m:t>50</m:t>
                          </m:r>
                        </m:den>
                      </m:f>
                      <m:r>
                        <a:rPr lang="en-US" sz="2000" i="1">
                          <a:latin typeface="Cambria Math" panose="02040503050406030204" pitchFamily="18" charset="0"/>
                        </a:rPr>
                        <m:t>=0.1</m:t>
                      </m:r>
                      <m:r>
                        <a:rPr lang="en-US" sz="2000" b="0" i="1" smtClean="0">
                          <a:latin typeface="Cambria Math" panose="02040503050406030204" pitchFamily="18" charset="0"/>
                        </a:rPr>
                        <m:t>2</m:t>
                      </m:r>
                    </m:oMath>
                  </m:oMathPara>
                </a14:m>
                <a:endParaRPr lang="en-US" sz="2000" b="0" i="1" dirty="0">
                  <a:latin typeface="Cambria Math" panose="02040503050406030204" pitchFamily="18" charset="0"/>
                </a:endParaRPr>
              </a:p>
              <a:p>
                <a:pPr marL="914400" algn="ctr">
                  <a:spcBef>
                    <a:spcPts val="600"/>
                  </a:spcBef>
                  <a:spcAft>
                    <a:spcPts val="600"/>
                  </a:spcAft>
                </a:pPr>
                <a14:m>
                  <m:oMathPara xmlns:m="http://schemas.openxmlformats.org/officeDocument/2006/math">
                    <m:oMathParaPr>
                      <m:jc m:val="left"/>
                    </m:oMathParaPr>
                    <m:oMath xmlns:m="http://schemas.openxmlformats.org/officeDocument/2006/math">
                      <m:r>
                        <a:rPr lang="en-US" sz="2000" i="1">
                          <a:latin typeface="Cambria Math" panose="02040503050406030204" pitchFamily="18" charset="0"/>
                        </a:rPr>
                        <m:t>𝑃</m:t>
                      </m:r>
                      <m:d>
                        <m:dPr>
                          <m:ctrlPr>
                            <a:rPr lang="en-US" sz="2000" i="1">
                              <a:latin typeface="Cambria Math" panose="02040503050406030204" pitchFamily="18" charset="0"/>
                            </a:rPr>
                          </m:ctrlPr>
                        </m:dPr>
                        <m:e>
                          <m:r>
                            <a:rPr lang="en-US" sz="2000" i="1">
                              <a:latin typeface="Cambria Math" panose="02040503050406030204" pitchFamily="18" charset="0"/>
                            </a:rPr>
                            <m:t>𝐿</m:t>
                          </m:r>
                          <m:r>
                            <a:rPr lang="en-US" sz="2000" i="1">
                              <a:latin typeface="Cambria Math" panose="02040503050406030204" pitchFamily="18" charset="0"/>
                              <a:ea typeface="Cambria Math" panose="02040503050406030204" pitchFamily="18" charset="0"/>
                            </a:rPr>
                            <m:t>∩</m:t>
                          </m:r>
                          <m:r>
                            <a:rPr lang="en-US" sz="2000" i="1">
                              <a:latin typeface="Cambria Math" panose="02040503050406030204" pitchFamily="18" charset="0"/>
                            </a:rPr>
                            <m:t>𝐸</m:t>
                          </m:r>
                        </m:e>
                      </m:d>
                      <m:r>
                        <a:rPr lang="en-US" sz="2000" i="1">
                          <a:latin typeface="Cambria Math" panose="02040503050406030204" pitchFamily="18" charset="0"/>
                        </a:rPr>
                        <m:t>=</m:t>
                      </m:r>
                      <m:f>
                        <m:fPr>
                          <m:type m:val="lin"/>
                          <m:ctrlPr>
                            <a:rPr lang="en-US" sz="2000" i="1">
                              <a:latin typeface="Cambria Math" panose="02040503050406030204" pitchFamily="18" charset="0"/>
                            </a:rPr>
                          </m:ctrlPr>
                        </m:fPr>
                        <m:num>
                          <m:r>
                            <a:rPr lang="en-US" sz="2000" b="0" i="1" smtClean="0">
                              <a:latin typeface="Cambria Math" panose="02040503050406030204" pitchFamily="18" charset="0"/>
                            </a:rPr>
                            <m:t>2</m:t>
                          </m:r>
                        </m:num>
                        <m:den>
                          <m:r>
                            <a:rPr lang="en-US" sz="2000" i="1">
                              <a:latin typeface="Cambria Math" panose="02040503050406030204" pitchFamily="18" charset="0"/>
                            </a:rPr>
                            <m:t>50</m:t>
                          </m:r>
                        </m:den>
                      </m:f>
                      <m:r>
                        <a:rPr lang="en-US" sz="2000" i="1">
                          <a:latin typeface="Cambria Math" panose="02040503050406030204" pitchFamily="18" charset="0"/>
                        </a:rPr>
                        <m:t>=0.</m:t>
                      </m:r>
                      <m:r>
                        <a:rPr lang="en-US" sz="2000" b="0" i="1" smtClean="0">
                          <a:latin typeface="Cambria Math" panose="02040503050406030204" pitchFamily="18" charset="0"/>
                        </a:rPr>
                        <m:t>04</m:t>
                      </m:r>
                    </m:oMath>
                  </m:oMathPara>
                </a14:m>
                <a:endParaRPr lang="en-US" sz="2000" dirty="0"/>
              </a:p>
              <a:p>
                <a:pPr>
                  <a:spcBef>
                    <a:spcPts val="600"/>
                  </a:spcBef>
                  <a:spcAft>
                    <a:spcPts val="600"/>
                  </a:spcAft>
                </a:pPr>
                <a:r>
                  <a:rPr lang="en-US" sz="2000" dirty="0"/>
                  <a:t>The probability that an engineer completed work late or produced code that contains errors (event </a:t>
                </a:r>
                <a14:m>
                  <m:oMath xmlns:m="http://schemas.openxmlformats.org/officeDocument/2006/math">
                    <m:r>
                      <a:rPr lang="en-US" sz="2000" i="1" smtClean="0">
                        <a:latin typeface="Cambria Math" panose="02040503050406030204" pitchFamily="18" charset="0"/>
                      </a:rPr>
                      <m:t>𝐿</m:t>
                    </m:r>
                    <m:r>
                      <a:rPr lang="en-US" sz="2000" i="1">
                        <a:latin typeface="Cambria Math" panose="02040503050406030204" pitchFamily="18" charset="0"/>
                        <a:ea typeface="Cambria Math" panose="02040503050406030204" pitchFamily="18" charset="0"/>
                      </a:rPr>
                      <m:t>∪</m:t>
                    </m:r>
                    <m:r>
                      <a:rPr lang="en-US" sz="2000" i="1">
                        <a:latin typeface="Cambria Math" panose="02040503050406030204" pitchFamily="18" charset="0"/>
                        <a:ea typeface="Cambria Math" panose="02040503050406030204" pitchFamily="18" charset="0"/>
                      </a:rPr>
                      <m:t>𝐸</m:t>
                    </m:r>
                  </m:oMath>
                </a14:m>
                <a:r>
                  <a:rPr lang="en-US" sz="2000" dirty="0"/>
                  <a:t>) can be calculated using the addition law as</a:t>
                </a:r>
              </a:p>
              <a:p>
                <a:pPr marL="914400">
                  <a:spcBef>
                    <a:spcPts val="600"/>
                  </a:spcBef>
                  <a:spcAft>
                    <a:spcPts val="600"/>
                  </a:spcAft>
                </a:pPr>
                <a14:m>
                  <m:oMathPara xmlns:m="http://schemas.openxmlformats.org/officeDocument/2006/math">
                    <m:oMathParaPr>
                      <m:jc m:val="left"/>
                    </m:oMathParaPr>
                    <m:oMath xmlns:m="http://schemas.openxmlformats.org/officeDocument/2006/math">
                      <m:r>
                        <m:rPr>
                          <m:sty m:val="p"/>
                        </m:rPr>
                        <a:rPr lang="en-US" sz="2000" b="0" i="0" smtClean="0">
                          <a:latin typeface="Cambria Math" panose="02040503050406030204" pitchFamily="18" charset="0"/>
                        </a:rPr>
                        <m:t>P</m:t>
                      </m:r>
                      <m:d>
                        <m:dPr>
                          <m:ctrlPr>
                            <a:rPr lang="en-US" sz="2000" b="0" i="1" smtClean="0">
                              <a:latin typeface="Cambria Math" panose="02040503050406030204" pitchFamily="18" charset="0"/>
                            </a:rPr>
                          </m:ctrlPr>
                        </m:dPr>
                        <m:e>
                          <m:r>
                            <a:rPr lang="en-US" sz="2000" i="1">
                              <a:latin typeface="Cambria Math" panose="02040503050406030204" pitchFamily="18" charset="0"/>
                            </a:rPr>
                            <m:t>𝐿</m:t>
                          </m:r>
                          <m:r>
                            <a:rPr lang="en-US" sz="2000" i="1">
                              <a:latin typeface="Cambria Math" panose="02040503050406030204" pitchFamily="18" charset="0"/>
                              <a:ea typeface="Cambria Math" panose="02040503050406030204" pitchFamily="18" charset="0"/>
                            </a:rPr>
                            <m:t>∪</m:t>
                          </m:r>
                          <m:r>
                            <a:rPr lang="en-US" sz="2000" i="1">
                              <a:latin typeface="Cambria Math" panose="02040503050406030204" pitchFamily="18" charset="0"/>
                              <a:ea typeface="Cambria Math" panose="02040503050406030204" pitchFamily="18" charset="0"/>
                            </a:rPr>
                            <m:t>𝐸</m:t>
                          </m:r>
                        </m:e>
                      </m:d>
                      <m:r>
                        <a:rPr lang="en-US" sz="2000" b="0" i="1" smtClean="0">
                          <a:latin typeface="Cambria Math" panose="02040503050406030204" pitchFamily="18" charset="0"/>
                          <a:ea typeface="Cambria Math" panose="02040503050406030204" pitchFamily="18" charset="0"/>
                        </a:rPr>
                        <m:t>=</m:t>
                      </m:r>
                      <m:r>
                        <a:rPr lang="en-US" sz="2000" i="1">
                          <a:latin typeface="Cambria Math" panose="02040503050406030204" pitchFamily="18" charset="0"/>
                        </a:rPr>
                        <m:t>𝑃</m:t>
                      </m:r>
                      <m:d>
                        <m:dPr>
                          <m:ctrlPr>
                            <a:rPr lang="en-US" sz="2000" i="1">
                              <a:latin typeface="Cambria Math" panose="02040503050406030204" pitchFamily="18" charset="0"/>
                            </a:rPr>
                          </m:ctrlPr>
                        </m:dPr>
                        <m:e>
                          <m:r>
                            <a:rPr lang="en-US" sz="2000" i="1">
                              <a:latin typeface="Cambria Math" panose="02040503050406030204" pitchFamily="18" charset="0"/>
                            </a:rPr>
                            <m:t>𝐿</m:t>
                          </m:r>
                        </m:e>
                      </m:d>
                      <m:r>
                        <a:rPr lang="en-US" sz="2000" b="0" i="0" smtClean="0">
                          <a:latin typeface="Cambria Math" panose="02040503050406030204" pitchFamily="18" charset="0"/>
                        </a:rPr>
                        <m:t>+</m:t>
                      </m:r>
                      <m:r>
                        <a:rPr lang="en-US" sz="2000" i="1">
                          <a:latin typeface="Cambria Math" panose="02040503050406030204" pitchFamily="18" charset="0"/>
                        </a:rPr>
                        <m:t>𝑃</m:t>
                      </m:r>
                      <m:d>
                        <m:dPr>
                          <m:ctrlPr>
                            <a:rPr lang="en-US" sz="2000" i="1">
                              <a:latin typeface="Cambria Math" panose="02040503050406030204" pitchFamily="18" charset="0"/>
                            </a:rPr>
                          </m:ctrlPr>
                        </m:dPr>
                        <m:e>
                          <m:r>
                            <a:rPr lang="en-US" sz="2000" i="1">
                              <a:latin typeface="Cambria Math" panose="02040503050406030204" pitchFamily="18" charset="0"/>
                            </a:rPr>
                            <m:t>𝐸</m:t>
                          </m:r>
                        </m:e>
                      </m:d>
                      <m:r>
                        <a:rPr lang="en-US" sz="2000" b="0" i="1" smtClean="0">
                          <a:latin typeface="Cambria Math" panose="02040503050406030204" pitchFamily="18" charset="0"/>
                        </a:rPr>
                        <m:t>−</m:t>
                      </m:r>
                      <m:r>
                        <a:rPr lang="en-US" sz="2000" i="1">
                          <a:latin typeface="Cambria Math" panose="02040503050406030204" pitchFamily="18" charset="0"/>
                        </a:rPr>
                        <m:t>𝑃</m:t>
                      </m:r>
                      <m:d>
                        <m:dPr>
                          <m:ctrlPr>
                            <a:rPr lang="en-US" sz="2000" i="1">
                              <a:latin typeface="Cambria Math" panose="02040503050406030204" pitchFamily="18" charset="0"/>
                            </a:rPr>
                          </m:ctrlPr>
                        </m:dPr>
                        <m:e>
                          <m:r>
                            <a:rPr lang="en-US" sz="2000" i="1">
                              <a:latin typeface="Cambria Math" panose="02040503050406030204" pitchFamily="18" charset="0"/>
                            </a:rPr>
                            <m:t>𝐿</m:t>
                          </m:r>
                          <m:r>
                            <a:rPr lang="en-US" sz="2000" i="1">
                              <a:latin typeface="Cambria Math" panose="02040503050406030204" pitchFamily="18" charset="0"/>
                              <a:ea typeface="Cambria Math" panose="02040503050406030204" pitchFamily="18" charset="0"/>
                            </a:rPr>
                            <m:t>∩</m:t>
                          </m:r>
                          <m:r>
                            <a:rPr lang="en-US" sz="2000" i="1">
                              <a:latin typeface="Cambria Math" panose="02040503050406030204" pitchFamily="18" charset="0"/>
                            </a:rPr>
                            <m:t>𝐸</m:t>
                          </m:r>
                        </m:e>
                      </m:d>
                      <m:r>
                        <a:rPr lang="en-US" sz="2000" b="0" i="1" smtClean="0">
                          <a:latin typeface="Cambria Math" panose="02040503050406030204" pitchFamily="18" charset="0"/>
                        </a:rPr>
                        <m:t>=0.10+0.12−0.04=0.18</m:t>
                      </m:r>
                    </m:oMath>
                  </m:oMathPara>
                </a14:m>
                <a:endParaRPr lang="en-US" sz="2000" dirty="0"/>
              </a:p>
            </p:txBody>
          </p:sp>
        </mc:Choice>
        <mc:Fallback xmlns="">
          <p:sp>
            <p:nvSpPr>
              <p:cNvPr id="3" name="Text Placeholder 2">
                <a:extLst>
                  <a:ext uri="{FF2B5EF4-FFF2-40B4-BE49-F238E27FC236}">
                    <a16:creationId xmlns:a16="http://schemas.microsoft.com/office/drawing/2014/main" id="{6C5A17A9-E204-2C03-A62D-99D1BD497A64}"/>
                  </a:ext>
                </a:extLst>
              </p:cNvPr>
              <p:cNvSpPr>
                <a:spLocks noGrp="1" noRot="1" noChangeAspect="1" noMove="1" noResize="1" noEditPoints="1" noAdjustHandles="1" noChangeArrowheads="1" noChangeShapeType="1" noTextEdit="1"/>
              </p:cNvSpPr>
              <p:nvPr>
                <p:ph type="body" sz="quarter" idx="15"/>
              </p:nvPr>
            </p:nvSpPr>
            <p:spPr>
              <a:xfrm>
                <a:off x="743577" y="1260182"/>
                <a:ext cx="10610224" cy="4564315"/>
              </a:xfrm>
              <a:blipFill>
                <a:blip r:embed="rId2"/>
                <a:stretch>
                  <a:fillRect l="-1493" t="-1604"/>
                </a:stretch>
              </a:blipFill>
            </p:spPr>
            <p:txBody>
              <a:bodyPr/>
              <a:lstStyle/>
              <a:p>
                <a:r>
                  <a:rPr lang="en-US">
                    <a:noFill/>
                  </a:rPr>
                  <a:t> </a:t>
                </a:r>
              </a:p>
            </p:txBody>
          </p:sp>
        </mc:Fallback>
      </mc:AlternateContent>
    </p:spTree>
    <p:extLst>
      <p:ext uri="{BB962C8B-B14F-4D97-AF65-F5344CB8AC3E}">
        <p14:creationId xmlns:p14="http://schemas.microsoft.com/office/powerpoint/2010/main" val="351427989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FDF338-F3F9-5F43-E7AA-B1819A82B9A0}"/>
              </a:ext>
            </a:extLst>
          </p:cNvPr>
          <p:cNvSpPr>
            <a:spLocks noGrp="1"/>
          </p:cNvSpPr>
          <p:nvPr>
            <p:ph type="title"/>
          </p:nvPr>
        </p:nvSpPr>
        <p:spPr/>
        <p:txBody>
          <a:bodyPr/>
          <a:lstStyle/>
          <a:p>
            <a:r>
              <a:rPr lang="en-US" dirty="0"/>
              <a:t>4.3 Mutually Exclusive Events</a:t>
            </a:r>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5BBC9964-79FA-0C2E-1E53-50748DD150F9}"/>
                  </a:ext>
                </a:extLst>
              </p:cNvPr>
              <p:cNvSpPr>
                <a:spLocks noGrp="1"/>
              </p:cNvSpPr>
              <p:nvPr>
                <p:ph type="body" sz="quarter" idx="15"/>
              </p:nvPr>
            </p:nvSpPr>
            <p:spPr>
              <a:xfrm>
                <a:off x="743577" y="1340613"/>
                <a:ext cx="10610223" cy="2259356"/>
              </a:xfrm>
            </p:spPr>
            <p:txBody>
              <a:bodyPr/>
              <a:lstStyle/>
              <a:p>
                <a:r>
                  <a:rPr lang="en-US" sz="2000" dirty="0"/>
                  <a:t>Two events are said to be </a:t>
                </a:r>
                <a:r>
                  <a:rPr lang="en-US" sz="2000" b="1" dirty="0"/>
                  <a:t>mutually exclusive </a:t>
                </a:r>
                <a:r>
                  <a:rPr lang="en-US" sz="2000" dirty="0"/>
                  <a:t>when they have no sample points in common.</a:t>
                </a:r>
              </a:p>
              <a:p>
                <a:pPr>
                  <a:spcAft>
                    <a:spcPts val="0"/>
                  </a:spcAft>
                </a:pPr>
                <a:r>
                  <a:rPr lang="en-US" sz="2000" dirty="0"/>
                  <a:t>In other words, events </a:t>
                </a:r>
                <a14:m>
                  <m:oMath xmlns:m="http://schemas.openxmlformats.org/officeDocument/2006/math">
                    <m:r>
                      <a:rPr lang="en-US" sz="2000" i="1" dirty="0" smtClean="0">
                        <a:latin typeface="Cambria Math" panose="02040503050406030204" pitchFamily="18" charset="0"/>
                      </a:rPr>
                      <m:t>𝐴</m:t>
                    </m:r>
                  </m:oMath>
                </a14:m>
                <a:r>
                  <a:rPr lang="en-US" sz="2000" dirty="0"/>
                  <a:t> and </a:t>
                </a:r>
                <a14:m>
                  <m:oMath xmlns:m="http://schemas.openxmlformats.org/officeDocument/2006/math">
                    <m:r>
                      <a:rPr lang="en-US" sz="2000" i="1" dirty="0">
                        <a:latin typeface="Cambria Math" panose="02040503050406030204" pitchFamily="18" charset="0"/>
                      </a:rPr>
                      <m:t>𝐵</m:t>
                    </m:r>
                  </m:oMath>
                </a14:m>
                <a:r>
                  <a:rPr lang="en-US" sz="2000" dirty="0"/>
                  <a:t> are mutually exclusive if, when one event occurs, the other cannot occur. </a:t>
                </a:r>
              </a:p>
              <a:p>
                <a:pPr>
                  <a:spcAft>
                    <a:spcPts val="0"/>
                  </a:spcAft>
                </a:pPr>
                <a:r>
                  <a:rPr lang="en-US" sz="2000" dirty="0"/>
                  <a:t>Thus, the intersection of </a:t>
                </a:r>
                <a14:m>
                  <m:oMath xmlns:m="http://schemas.openxmlformats.org/officeDocument/2006/math">
                    <m:r>
                      <a:rPr lang="en-US" sz="2000" i="1" dirty="0">
                        <a:latin typeface="Cambria Math" panose="02040503050406030204" pitchFamily="18" charset="0"/>
                      </a:rPr>
                      <m:t>𝐴</m:t>
                    </m:r>
                  </m:oMath>
                </a14:m>
                <a:r>
                  <a:rPr lang="en-US" sz="2000" dirty="0"/>
                  <a:t> and </a:t>
                </a:r>
                <a14:m>
                  <m:oMath xmlns:m="http://schemas.openxmlformats.org/officeDocument/2006/math">
                    <m:r>
                      <a:rPr lang="en-US" sz="2000" i="1" dirty="0">
                        <a:latin typeface="Cambria Math" panose="02040503050406030204" pitchFamily="18" charset="0"/>
                      </a:rPr>
                      <m:t>𝐵</m:t>
                    </m:r>
                  </m:oMath>
                </a14:m>
                <a:r>
                  <a:rPr lang="en-US" sz="2000" dirty="0"/>
                  <a:t> does not contain any points, and </a:t>
                </a:r>
                <a14:m>
                  <m:oMath xmlns:m="http://schemas.openxmlformats.org/officeDocument/2006/math">
                    <m:r>
                      <a:rPr lang="en-US" sz="2000" b="0" i="1" smtClean="0">
                        <a:latin typeface="Cambria Math" panose="02040503050406030204" pitchFamily="18" charset="0"/>
                      </a:rPr>
                      <m:t>𝑃</m:t>
                    </m:r>
                    <m:d>
                      <m:dPr>
                        <m:ctrlPr>
                          <a:rPr lang="en-US" sz="2000" i="1" smtClean="0">
                            <a:latin typeface="Cambria Math" panose="02040503050406030204" pitchFamily="18" charset="0"/>
                          </a:rPr>
                        </m:ctrlPr>
                      </m:dPr>
                      <m:e>
                        <m:r>
                          <a:rPr lang="en-US" sz="2000" b="0" i="1" smtClean="0">
                            <a:latin typeface="Cambria Math" panose="02040503050406030204" pitchFamily="18" charset="0"/>
                          </a:rPr>
                          <m:t>𝐴</m:t>
                        </m:r>
                        <m:r>
                          <a:rPr lang="en-US" sz="2000" b="0" i="1" smtClean="0">
                            <a:latin typeface="Cambria Math" panose="02040503050406030204" pitchFamily="18" charset="0"/>
                            <a:ea typeface="Cambria Math" panose="02040503050406030204" pitchFamily="18" charset="0"/>
                          </a:rPr>
                          <m:t>∩</m:t>
                        </m:r>
                        <m:r>
                          <a:rPr lang="en-US" sz="2000" b="0" i="1" smtClean="0">
                            <a:latin typeface="Cambria Math" panose="02040503050406030204" pitchFamily="18" charset="0"/>
                          </a:rPr>
                          <m:t>𝐵</m:t>
                        </m:r>
                      </m:e>
                    </m:d>
                    <m:r>
                      <a:rPr lang="en-US" sz="2000" b="0" i="1" smtClean="0">
                        <a:latin typeface="Cambria Math" panose="02040503050406030204" pitchFamily="18" charset="0"/>
                      </a:rPr>
                      <m:t>=0</m:t>
                    </m:r>
                  </m:oMath>
                </a14:m>
                <a:r>
                  <a:rPr lang="en-US" sz="2000" dirty="0"/>
                  <a:t>.</a:t>
                </a:r>
              </a:p>
              <a:p>
                <a:pPr>
                  <a:spcAft>
                    <a:spcPts val="600"/>
                  </a:spcAft>
                </a:pPr>
                <a:r>
                  <a:rPr lang="en-US" sz="2000" dirty="0"/>
                  <a:t>When two events are mutually exclusive, the addition law simplifies to</a:t>
                </a:r>
              </a:p>
              <a:p>
                <a:pPr marL="914400">
                  <a:spcAft>
                    <a:spcPts val="600"/>
                  </a:spcAft>
                </a:pPr>
                <a14:m>
                  <m:oMathPara xmlns:m="http://schemas.openxmlformats.org/officeDocument/2006/math">
                    <m:oMathParaPr>
                      <m:jc m:val="left"/>
                    </m:oMathParaPr>
                    <m:oMath xmlns:m="http://schemas.openxmlformats.org/officeDocument/2006/math">
                      <m:r>
                        <a:rPr lang="en-US" sz="2000" b="1" i="1" smtClean="0">
                          <a:latin typeface="Cambria Math" panose="02040503050406030204" pitchFamily="18" charset="0"/>
                        </a:rPr>
                        <m:t>𝑷</m:t>
                      </m:r>
                      <m:d>
                        <m:dPr>
                          <m:ctrlPr>
                            <a:rPr lang="en-US" sz="2000" b="1" i="1" smtClean="0">
                              <a:latin typeface="Cambria Math" panose="02040503050406030204" pitchFamily="18" charset="0"/>
                            </a:rPr>
                          </m:ctrlPr>
                        </m:dPr>
                        <m:e>
                          <m:r>
                            <a:rPr lang="en-US" sz="2000" b="1" i="1" smtClean="0">
                              <a:latin typeface="Cambria Math" panose="02040503050406030204" pitchFamily="18" charset="0"/>
                            </a:rPr>
                            <m:t>𝑨</m:t>
                          </m:r>
                          <m:r>
                            <a:rPr lang="en-US" sz="2000" b="1" i="1" smtClean="0">
                              <a:latin typeface="Cambria Math" panose="02040503050406030204" pitchFamily="18" charset="0"/>
                              <a:ea typeface="Cambria Math" panose="02040503050406030204" pitchFamily="18" charset="0"/>
                            </a:rPr>
                            <m:t>∪</m:t>
                          </m:r>
                          <m:r>
                            <a:rPr lang="en-US" sz="2000" b="1" i="1" smtClean="0">
                              <a:latin typeface="Cambria Math" panose="02040503050406030204" pitchFamily="18" charset="0"/>
                              <a:ea typeface="Cambria Math" panose="02040503050406030204" pitchFamily="18" charset="0"/>
                            </a:rPr>
                            <m:t>𝑩</m:t>
                          </m:r>
                        </m:e>
                      </m:d>
                      <m:r>
                        <a:rPr lang="en-US" sz="2000" b="1" i="1" smtClean="0">
                          <a:latin typeface="Cambria Math" panose="02040503050406030204" pitchFamily="18" charset="0"/>
                        </a:rPr>
                        <m:t>=</m:t>
                      </m:r>
                      <m:r>
                        <a:rPr lang="en-US" sz="2000" b="1" i="1" smtClean="0">
                          <a:latin typeface="Cambria Math" panose="02040503050406030204" pitchFamily="18" charset="0"/>
                        </a:rPr>
                        <m:t>𝑷</m:t>
                      </m:r>
                      <m:d>
                        <m:dPr>
                          <m:ctrlPr>
                            <a:rPr lang="en-US" sz="2000" b="1" i="1" smtClean="0">
                              <a:latin typeface="Cambria Math" panose="02040503050406030204" pitchFamily="18" charset="0"/>
                            </a:rPr>
                          </m:ctrlPr>
                        </m:dPr>
                        <m:e>
                          <m:r>
                            <a:rPr lang="en-US" sz="2000" b="1" i="1" smtClean="0">
                              <a:latin typeface="Cambria Math" panose="02040503050406030204" pitchFamily="18" charset="0"/>
                            </a:rPr>
                            <m:t>𝑨</m:t>
                          </m:r>
                        </m:e>
                      </m:d>
                      <m:r>
                        <a:rPr lang="en-US" sz="2000" b="1" i="1" smtClean="0">
                          <a:latin typeface="Cambria Math" panose="02040503050406030204" pitchFamily="18" charset="0"/>
                        </a:rPr>
                        <m:t>+</m:t>
                      </m:r>
                      <m:r>
                        <a:rPr lang="en-US" sz="2000" b="1" i="1" smtClean="0">
                          <a:latin typeface="Cambria Math" panose="02040503050406030204" pitchFamily="18" charset="0"/>
                        </a:rPr>
                        <m:t>𝑷</m:t>
                      </m:r>
                      <m:d>
                        <m:dPr>
                          <m:ctrlPr>
                            <a:rPr lang="en-US" sz="2000" b="1" i="1" smtClean="0">
                              <a:latin typeface="Cambria Math" panose="02040503050406030204" pitchFamily="18" charset="0"/>
                            </a:rPr>
                          </m:ctrlPr>
                        </m:dPr>
                        <m:e>
                          <m:r>
                            <a:rPr lang="en-US" sz="2000" b="1" i="1" smtClean="0">
                              <a:latin typeface="Cambria Math" panose="02040503050406030204" pitchFamily="18" charset="0"/>
                            </a:rPr>
                            <m:t>𝑩</m:t>
                          </m:r>
                        </m:e>
                      </m:d>
                    </m:oMath>
                  </m:oMathPara>
                </a14:m>
                <a:endParaRPr lang="en-US" sz="2000" dirty="0"/>
              </a:p>
              <a:p>
                <a:pPr>
                  <a:spcBef>
                    <a:spcPts val="1000"/>
                  </a:spcBef>
                </a:pPr>
                <a:endParaRPr lang="en-US" sz="2000" dirty="0"/>
              </a:p>
            </p:txBody>
          </p:sp>
        </mc:Choice>
        <mc:Fallback xmlns="">
          <p:sp>
            <p:nvSpPr>
              <p:cNvPr id="3" name="Text Placeholder 2">
                <a:extLst>
                  <a:ext uri="{FF2B5EF4-FFF2-40B4-BE49-F238E27FC236}">
                    <a16:creationId xmlns:a16="http://schemas.microsoft.com/office/drawing/2014/main" id="{5BBC9964-79FA-0C2E-1E53-50748DD150F9}"/>
                  </a:ext>
                </a:extLst>
              </p:cNvPr>
              <p:cNvSpPr>
                <a:spLocks noGrp="1" noRot="1" noChangeAspect="1" noMove="1" noResize="1" noEditPoints="1" noAdjustHandles="1" noChangeArrowheads="1" noChangeShapeType="1" noTextEdit="1"/>
              </p:cNvSpPr>
              <p:nvPr>
                <p:ph type="body" sz="quarter" idx="15"/>
              </p:nvPr>
            </p:nvSpPr>
            <p:spPr>
              <a:xfrm>
                <a:off x="743577" y="1340613"/>
                <a:ext cx="10610223" cy="2259356"/>
              </a:xfrm>
              <a:blipFill>
                <a:blip r:embed="rId3"/>
                <a:stretch>
                  <a:fillRect l="-1493" t="-3235"/>
                </a:stretch>
              </a:blipFill>
            </p:spPr>
            <p:txBody>
              <a:bodyPr/>
              <a:lstStyle/>
              <a:p>
                <a:r>
                  <a:rPr lang="en-US">
                    <a:noFill/>
                  </a:rPr>
                  <a:t> </a:t>
                </a:r>
              </a:p>
            </p:txBody>
          </p:sp>
        </mc:Fallback>
      </mc:AlternateContent>
      <p:pic>
        <p:nvPicPr>
          <p:cNvPr id="10" name="Picture Placeholder 9" descr="A Venn diagram shows two mutually exclusive events. Two circles, labeled “Event A” and “Event B” are inside a rectangle labeled “Sample Space S.” The circles are shaded.&#10;">
            <a:extLst>
              <a:ext uri="{FF2B5EF4-FFF2-40B4-BE49-F238E27FC236}">
                <a16:creationId xmlns:a16="http://schemas.microsoft.com/office/drawing/2014/main" id="{F5E95DA2-BA18-0322-2B6E-790DF58748F3}"/>
              </a:ext>
            </a:extLst>
          </p:cNvPr>
          <p:cNvPicPr>
            <a:picLocks noGrp="1" noChangeAspect="1"/>
          </p:cNvPicPr>
          <p:nvPr>
            <p:ph type="pic" sz="quarter" idx="16"/>
          </p:nvPr>
        </p:nvPicPr>
        <p:blipFill rotWithShape="1">
          <a:blip r:embed="rId4"/>
          <a:srcRect t="38" b="38"/>
          <a:stretch/>
        </p:blipFill>
        <p:spPr>
          <a:xfrm>
            <a:off x="2853050" y="3669125"/>
            <a:ext cx="6391275" cy="2101850"/>
          </a:xfrm>
        </p:spPr>
      </p:pic>
    </p:spTree>
    <p:extLst>
      <p:ext uri="{BB962C8B-B14F-4D97-AF65-F5344CB8AC3E}">
        <p14:creationId xmlns:p14="http://schemas.microsoft.com/office/powerpoint/2010/main" val="93862578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4AA984-85E2-36CF-E4CE-769DD7A7E5C6}"/>
              </a:ext>
            </a:extLst>
          </p:cNvPr>
          <p:cNvSpPr>
            <a:spLocks noGrp="1"/>
          </p:cNvSpPr>
          <p:nvPr>
            <p:ph type="title"/>
          </p:nvPr>
        </p:nvSpPr>
        <p:spPr/>
        <p:txBody>
          <a:bodyPr/>
          <a:lstStyle/>
          <a:p>
            <a:r>
              <a:rPr lang="en-US" dirty="0">
                <a:solidFill>
                  <a:srgbClr val="D14B1E"/>
                </a:solidFill>
              </a:rPr>
              <a:t>4.4 Conditional Probability</a:t>
            </a:r>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75BB2014-DC36-47B0-94EF-4DCEDA8D4DFA}"/>
                  </a:ext>
                </a:extLst>
              </p:cNvPr>
              <p:cNvSpPr>
                <a:spLocks noGrp="1"/>
              </p:cNvSpPr>
              <p:nvPr>
                <p:ph type="body" sz="quarter" idx="15"/>
              </p:nvPr>
            </p:nvSpPr>
            <p:spPr>
              <a:xfrm>
                <a:off x="743577" y="1430688"/>
                <a:ext cx="10610222" cy="1746481"/>
              </a:xfrm>
            </p:spPr>
            <p:txBody>
              <a:bodyPr/>
              <a:lstStyle/>
              <a:p>
                <a:r>
                  <a:rPr lang="en-US" sz="2000" dirty="0"/>
                  <a:t>We use the notation </a:t>
                </a:r>
                <a14:m>
                  <m:oMath xmlns:m="http://schemas.openxmlformats.org/officeDocument/2006/math">
                    <m:r>
                      <a:rPr lang="en-US" sz="2000" b="0" i="1" smtClean="0">
                        <a:latin typeface="Cambria Math" panose="02040503050406030204" pitchFamily="18" charset="0"/>
                      </a:rPr>
                      <m:t>𝑃</m:t>
                    </m:r>
                    <m:d>
                      <m:dPr>
                        <m:ctrlPr>
                          <a:rPr lang="en-US" sz="2000" i="1" smtClean="0">
                            <a:latin typeface="Cambria Math" panose="02040503050406030204" pitchFamily="18" charset="0"/>
                          </a:rPr>
                        </m:ctrlPr>
                      </m:dPr>
                      <m:e>
                        <m:r>
                          <a:rPr lang="en-US" sz="2000" b="0" i="1" smtClean="0">
                            <a:latin typeface="Cambria Math" panose="02040503050406030204" pitchFamily="18" charset="0"/>
                          </a:rPr>
                          <m:t>𝐴</m:t>
                        </m:r>
                        <m:r>
                          <a:rPr lang="en-US" sz="2000" b="0" i="1" smtClean="0">
                            <a:latin typeface="Cambria Math" panose="02040503050406030204" pitchFamily="18" charset="0"/>
                          </a:rPr>
                          <m:t> | </m:t>
                        </m:r>
                        <m:r>
                          <a:rPr lang="en-US" sz="2000" b="0" i="1" smtClean="0">
                            <a:latin typeface="Cambria Math" panose="02040503050406030204" pitchFamily="18" charset="0"/>
                            <a:ea typeface="Cambria Math" panose="02040503050406030204" pitchFamily="18" charset="0"/>
                          </a:rPr>
                          <m:t>𝐵</m:t>
                        </m:r>
                      </m:e>
                    </m:d>
                  </m:oMath>
                </a14:m>
                <a:r>
                  <a:rPr lang="en-US" sz="2000" dirty="0"/>
                  <a:t> to denote the </a:t>
                </a:r>
                <a:r>
                  <a:rPr lang="en-US" sz="2000" b="1" dirty="0"/>
                  <a:t>conditional probability </a:t>
                </a:r>
                <a:r>
                  <a:rPr lang="en-US" sz="2000" dirty="0"/>
                  <a:t>of event </a:t>
                </a:r>
                <a14:m>
                  <m:oMath xmlns:m="http://schemas.openxmlformats.org/officeDocument/2006/math">
                    <m:r>
                      <a:rPr lang="en-US" sz="2000" i="1" dirty="0">
                        <a:latin typeface="Cambria Math" panose="02040503050406030204" pitchFamily="18" charset="0"/>
                      </a:rPr>
                      <m:t>𝐴</m:t>
                    </m:r>
                  </m:oMath>
                </a14:m>
                <a:r>
                  <a:rPr lang="en-US" sz="2000" dirty="0"/>
                  <a:t>, given that event </a:t>
                </a:r>
                <a14:m>
                  <m:oMath xmlns:m="http://schemas.openxmlformats.org/officeDocument/2006/math">
                    <m:r>
                      <a:rPr lang="en-US" sz="2000" i="1" dirty="0">
                        <a:latin typeface="Cambria Math" panose="02040503050406030204" pitchFamily="18" charset="0"/>
                      </a:rPr>
                      <m:t>𝐵</m:t>
                    </m:r>
                  </m:oMath>
                </a14:m>
                <a:r>
                  <a:rPr lang="en-US" sz="2000" dirty="0"/>
                  <a:t> has occurred.</a:t>
                </a:r>
              </a:p>
              <a:p>
                <a:pPr>
                  <a:spcAft>
                    <a:spcPts val="600"/>
                  </a:spcAft>
                </a:pPr>
                <a:r>
                  <a:rPr lang="en-US" sz="2000" dirty="0"/>
                  <a:t>We calculate the probability of event </a:t>
                </a:r>
                <a14:m>
                  <m:oMath xmlns:m="http://schemas.openxmlformats.org/officeDocument/2006/math">
                    <m:r>
                      <a:rPr lang="en-US" sz="2000" i="1" dirty="0" smtClean="0">
                        <a:latin typeface="Cambria Math" panose="02040503050406030204" pitchFamily="18" charset="0"/>
                      </a:rPr>
                      <m:t>𝐴</m:t>
                    </m:r>
                  </m:oMath>
                </a14:m>
                <a:r>
                  <a:rPr lang="en-US" sz="2000" dirty="0"/>
                  <a:t> given </a:t>
                </a:r>
                <a14:m>
                  <m:oMath xmlns:m="http://schemas.openxmlformats.org/officeDocument/2006/math">
                    <m:r>
                      <a:rPr lang="en-US" sz="2000" i="1" dirty="0">
                        <a:latin typeface="Cambria Math" panose="02040503050406030204" pitchFamily="18" charset="0"/>
                      </a:rPr>
                      <m:t>𝐵</m:t>
                    </m:r>
                  </m:oMath>
                </a14:m>
                <a:r>
                  <a:rPr lang="en-US" sz="2000" dirty="0"/>
                  <a:t> as</a:t>
                </a:r>
              </a:p>
              <a:p>
                <a:pPr marL="914400">
                  <a:spcAft>
                    <a:spcPts val="600"/>
                  </a:spcAft>
                </a:pPr>
                <a14:m>
                  <m:oMathPara xmlns:m="http://schemas.openxmlformats.org/officeDocument/2006/math">
                    <m:oMathParaPr>
                      <m:jc m:val="left"/>
                    </m:oMathParaPr>
                    <m:oMath xmlns:m="http://schemas.openxmlformats.org/officeDocument/2006/math">
                      <m:r>
                        <a:rPr lang="en-US" sz="2000" b="1" i="1" smtClean="0">
                          <a:latin typeface="Cambria Math" panose="02040503050406030204" pitchFamily="18" charset="0"/>
                        </a:rPr>
                        <m:t>𝑷</m:t>
                      </m:r>
                      <m:d>
                        <m:dPr>
                          <m:endChr m:val="|"/>
                          <m:ctrlPr>
                            <a:rPr lang="en-US" sz="2000" b="1" i="1" smtClean="0">
                              <a:latin typeface="Cambria Math" panose="02040503050406030204" pitchFamily="18" charset="0"/>
                            </a:rPr>
                          </m:ctrlPr>
                        </m:dPr>
                        <m:e>
                          <m:r>
                            <a:rPr lang="en-US" sz="2000" b="1" i="1" smtClean="0">
                              <a:latin typeface="Cambria Math" panose="02040503050406030204" pitchFamily="18" charset="0"/>
                            </a:rPr>
                            <m:t>𝑨</m:t>
                          </m:r>
                          <m:r>
                            <a:rPr lang="en-US" sz="2000" b="1" i="1" smtClean="0">
                              <a:latin typeface="Cambria Math" panose="02040503050406030204" pitchFamily="18" charset="0"/>
                            </a:rPr>
                            <m:t> </m:t>
                          </m:r>
                        </m:e>
                      </m:d>
                      <m:r>
                        <a:rPr lang="en-US" sz="2000" b="1" i="1" smtClean="0">
                          <a:latin typeface="Cambria Math" panose="02040503050406030204" pitchFamily="18" charset="0"/>
                        </a:rPr>
                        <m:t> </m:t>
                      </m:r>
                      <m:r>
                        <a:rPr lang="en-US" sz="2000" b="1" i="1" smtClean="0">
                          <a:latin typeface="Cambria Math" panose="02040503050406030204" pitchFamily="18" charset="0"/>
                        </a:rPr>
                        <m:t>𝑩</m:t>
                      </m:r>
                      <m:r>
                        <a:rPr lang="en-US" sz="2000" b="1" i="1" smtClean="0">
                          <a:latin typeface="Cambria Math" panose="02040503050406030204" pitchFamily="18" charset="0"/>
                        </a:rPr>
                        <m:t>)=</m:t>
                      </m:r>
                      <m:f>
                        <m:fPr>
                          <m:ctrlPr>
                            <a:rPr lang="en-US" sz="2000" b="1" i="1" smtClean="0">
                              <a:latin typeface="Cambria Math" panose="02040503050406030204" pitchFamily="18" charset="0"/>
                            </a:rPr>
                          </m:ctrlPr>
                        </m:fPr>
                        <m:num>
                          <m:r>
                            <a:rPr lang="en-US" sz="2000" b="1" i="1" smtClean="0">
                              <a:latin typeface="Cambria Math" panose="02040503050406030204" pitchFamily="18" charset="0"/>
                            </a:rPr>
                            <m:t>𝑷</m:t>
                          </m:r>
                          <m:r>
                            <a:rPr lang="en-US" sz="2000" b="1" i="1" smtClean="0">
                              <a:latin typeface="Cambria Math" panose="02040503050406030204" pitchFamily="18" charset="0"/>
                            </a:rPr>
                            <m:t>(</m:t>
                          </m:r>
                          <m:r>
                            <a:rPr lang="en-US" sz="2000" b="1" i="1">
                              <a:latin typeface="Cambria Math" panose="02040503050406030204" pitchFamily="18" charset="0"/>
                            </a:rPr>
                            <m:t>𝑨</m:t>
                          </m:r>
                          <m:r>
                            <a:rPr lang="en-US" sz="2000" b="1" i="1">
                              <a:latin typeface="Cambria Math" panose="02040503050406030204" pitchFamily="18" charset="0"/>
                              <a:ea typeface="Cambria Math" panose="02040503050406030204" pitchFamily="18" charset="0"/>
                            </a:rPr>
                            <m:t>∩</m:t>
                          </m:r>
                          <m:r>
                            <a:rPr lang="en-US" sz="2000" b="1" i="1">
                              <a:latin typeface="Cambria Math" panose="02040503050406030204" pitchFamily="18" charset="0"/>
                            </a:rPr>
                            <m:t>𝑩</m:t>
                          </m:r>
                          <m:r>
                            <a:rPr lang="en-US" sz="2000" b="1" i="1" smtClean="0">
                              <a:latin typeface="Cambria Math" panose="02040503050406030204" pitchFamily="18" charset="0"/>
                            </a:rPr>
                            <m:t>)</m:t>
                          </m:r>
                        </m:num>
                        <m:den>
                          <m:r>
                            <a:rPr lang="en-US" sz="2000" b="1" i="1" smtClean="0">
                              <a:latin typeface="Cambria Math" panose="02040503050406030204" pitchFamily="18" charset="0"/>
                            </a:rPr>
                            <m:t>𝑷</m:t>
                          </m:r>
                          <m:r>
                            <a:rPr lang="en-US" sz="2000" b="1" i="1" smtClean="0">
                              <a:latin typeface="Cambria Math" panose="02040503050406030204" pitchFamily="18" charset="0"/>
                            </a:rPr>
                            <m:t>(</m:t>
                          </m:r>
                          <m:r>
                            <a:rPr lang="en-US" sz="2000" b="1" i="1" smtClean="0">
                              <a:latin typeface="Cambria Math" panose="02040503050406030204" pitchFamily="18" charset="0"/>
                            </a:rPr>
                            <m:t>𝑩</m:t>
                          </m:r>
                          <m:r>
                            <a:rPr lang="en-US" sz="2000" b="1" i="1" smtClean="0">
                              <a:latin typeface="Cambria Math" panose="02040503050406030204" pitchFamily="18" charset="0"/>
                            </a:rPr>
                            <m:t>)</m:t>
                          </m:r>
                        </m:den>
                      </m:f>
                    </m:oMath>
                  </m:oMathPara>
                </a14:m>
                <a:endParaRPr lang="en-US" sz="2000" b="1" dirty="0"/>
              </a:p>
            </p:txBody>
          </p:sp>
        </mc:Choice>
        <mc:Fallback xmlns="">
          <p:sp>
            <p:nvSpPr>
              <p:cNvPr id="3" name="Text Placeholder 2">
                <a:extLst>
                  <a:ext uri="{FF2B5EF4-FFF2-40B4-BE49-F238E27FC236}">
                    <a16:creationId xmlns:a16="http://schemas.microsoft.com/office/drawing/2014/main" id="{75BB2014-DC36-47B0-94EF-4DCEDA8D4DFA}"/>
                  </a:ext>
                </a:extLst>
              </p:cNvPr>
              <p:cNvSpPr>
                <a:spLocks noGrp="1" noRot="1" noChangeAspect="1" noMove="1" noResize="1" noEditPoints="1" noAdjustHandles="1" noChangeArrowheads="1" noChangeShapeType="1" noTextEdit="1"/>
              </p:cNvSpPr>
              <p:nvPr>
                <p:ph type="body" sz="quarter" idx="15"/>
              </p:nvPr>
            </p:nvSpPr>
            <p:spPr>
              <a:xfrm>
                <a:off x="743577" y="1430688"/>
                <a:ext cx="10610222" cy="1746481"/>
              </a:xfrm>
              <a:blipFill>
                <a:blip r:embed="rId2"/>
                <a:stretch>
                  <a:fillRect l="-1494" t="-419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 name="Text Placeholder 4">
                <a:extLst>
                  <a:ext uri="{FF2B5EF4-FFF2-40B4-BE49-F238E27FC236}">
                    <a16:creationId xmlns:a16="http://schemas.microsoft.com/office/drawing/2014/main" id="{62EA7763-9343-651B-8C6F-7510715583CA}"/>
                  </a:ext>
                </a:extLst>
              </p:cNvPr>
              <p:cNvSpPr>
                <a:spLocks noGrp="1"/>
              </p:cNvSpPr>
              <p:nvPr>
                <p:ph type="body" sz="quarter" idx="17"/>
              </p:nvPr>
            </p:nvSpPr>
            <p:spPr>
              <a:xfrm>
                <a:off x="743577" y="3302034"/>
                <a:ext cx="4681351" cy="2118872"/>
              </a:xfrm>
            </p:spPr>
            <p:txBody>
              <a:bodyPr/>
              <a:lstStyle/>
              <a:p>
                <a:pPr>
                  <a:spcAft>
                    <a:spcPts val="600"/>
                  </a:spcAft>
                </a:pPr>
                <a:r>
                  <a:rPr lang="en-US" sz="2000" dirty="0"/>
                  <a:t>We calculate the probability of event </a:t>
                </a:r>
                <a:r>
                  <a:rPr lang="en-US" sz="2000" i="1" dirty="0"/>
                  <a:t>B</a:t>
                </a:r>
                <a:r>
                  <a:rPr lang="en-US" sz="2000" dirty="0"/>
                  <a:t> given </a:t>
                </a:r>
                <a:r>
                  <a:rPr lang="en-US" sz="2000" i="1" dirty="0"/>
                  <a:t>A</a:t>
                </a:r>
                <a:r>
                  <a:rPr lang="en-US" sz="2000" dirty="0"/>
                  <a:t> as</a:t>
                </a:r>
              </a:p>
              <a:p>
                <a:pPr marL="914400" indent="-914400">
                  <a:spcAft>
                    <a:spcPts val="0"/>
                  </a:spcAft>
                </a:pPr>
                <a14:m>
                  <m:oMathPara xmlns:m="http://schemas.openxmlformats.org/officeDocument/2006/math">
                    <m:oMathParaPr>
                      <m:jc m:val="left"/>
                    </m:oMathParaPr>
                    <m:oMath xmlns:m="http://schemas.openxmlformats.org/officeDocument/2006/math">
                      <m:r>
                        <a:rPr lang="en-US" sz="2000" b="0" i="1" smtClean="0">
                          <a:latin typeface="Cambria Math" panose="02040503050406030204" pitchFamily="18" charset="0"/>
                        </a:rPr>
                        <m:t>𝑃</m:t>
                      </m:r>
                      <m:d>
                        <m:dPr>
                          <m:endChr m:val="|"/>
                          <m:ctrlPr>
                            <a:rPr lang="en-US" sz="2000" b="0" i="1" smtClean="0">
                              <a:latin typeface="Cambria Math" panose="02040503050406030204" pitchFamily="18" charset="0"/>
                            </a:rPr>
                          </m:ctrlPr>
                        </m:dPr>
                        <m:e>
                          <m:r>
                            <a:rPr lang="en-US" sz="2000" b="0" i="1" smtClean="0">
                              <a:latin typeface="Cambria Math" panose="02040503050406030204" pitchFamily="18" charset="0"/>
                            </a:rPr>
                            <m:t>𝐵</m:t>
                          </m:r>
                          <m:r>
                            <a:rPr lang="en-US" sz="2000" b="0" i="1" smtClean="0">
                              <a:latin typeface="Cambria Math" panose="02040503050406030204" pitchFamily="18" charset="0"/>
                            </a:rPr>
                            <m:t> </m:t>
                          </m:r>
                        </m:e>
                      </m:d>
                      <m:r>
                        <a:rPr lang="en-US" sz="2000" b="0" i="1" smtClean="0">
                          <a:latin typeface="Cambria Math" panose="02040503050406030204" pitchFamily="18" charset="0"/>
                        </a:rPr>
                        <m:t> </m:t>
                      </m:r>
                      <m:r>
                        <a:rPr lang="en-US" sz="2000" b="0" i="1" smtClean="0">
                          <a:latin typeface="Cambria Math" panose="02040503050406030204" pitchFamily="18" charset="0"/>
                        </a:rPr>
                        <m:t>𝐴</m:t>
                      </m:r>
                      <m:r>
                        <a:rPr lang="en-US" sz="2000" b="0" i="1" smtClean="0">
                          <a:latin typeface="Cambria Math" panose="02040503050406030204" pitchFamily="18" charset="0"/>
                        </a:rPr>
                        <m:t>)=</m:t>
                      </m:r>
                      <m:f>
                        <m:fPr>
                          <m:ctrlPr>
                            <a:rPr lang="en-US" sz="2000" b="0" i="1" smtClean="0">
                              <a:latin typeface="Cambria Math" panose="02040503050406030204" pitchFamily="18" charset="0"/>
                            </a:rPr>
                          </m:ctrlPr>
                        </m:fPr>
                        <m:num>
                          <m:r>
                            <a:rPr lang="en-US" sz="2000" b="0" i="1" smtClean="0">
                              <a:latin typeface="Cambria Math" panose="02040503050406030204" pitchFamily="18" charset="0"/>
                            </a:rPr>
                            <m:t>𝑃</m:t>
                          </m:r>
                          <m:r>
                            <a:rPr lang="en-US" sz="2000" b="0" i="1" smtClean="0">
                              <a:latin typeface="Cambria Math" panose="02040503050406030204" pitchFamily="18" charset="0"/>
                            </a:rPr>
                            <m:t>(</m:t>
                          </m:r>
                          <m:r>
                            <a:rPr lang="en-US" sz="2000" i="1">
                              <a:latin typeface="Cambria Math" panose="02040503050406030204" pitchFamily="18" charset="0"/>
                            </a:rPr>
                            <m:t>𝐴</m:t>
                          </m:r>
                          <m:r>
                            <a:rPr lang="en-US" sz="2000" i="1">
                              <a:latin typeface="Cambria Math" panose="02040503050406030204" pitchFamily="18" charset="0"/>
                              <a:ea typeface="Cambria Math" panose="02040503050406030204" pitchFamily="18" charset="0"/>
                            </a:rPr>
                            <m:t>∩</m:t>
                          </m:r>
                          <m:r>
                            <a:rPr lang="en-US" sz="2000" i="1">
                              <a:latin typeface="Cambria Math" panose="02040503050406030204" pitchFamily="18" charset="0"/>
                            </a:rPr>
                            <m:t>𝐵</m:t>
                          </m:r>
                          <m:r>
                            <a:rPr lang="en-US" sz="2000" b="0" i="1" smtClean="0">
                              <a:latin typeface="Cambria Math" panose="02040503050406030204" pitchFamily="18" charset="0"/>
                            </a:rPr>
                            <m:t>)</m:t>
                          </m:r>
                        </m:num>
                        <m:den>
                          <m:r>
                            <a:rPr lang="en-US" sz="2000" b="0" i="1" smtClean="0">
                              <a:latin typeface="Cambria Math" panose="02040503050406030204" pitchFamily="18" charset="0"/>
                            </a:rPr>
                            <m:t>𝑃</m:t>
                          </m:r>
                          <m:r>
                            <a:rPr lang="en-US" sz="2000" b="0" i="1" smtClean="0">
                              <a:latin typeface="Cambria Math" panose="02040503050406030204" pitchFamily="18" charset="0"/>
                            </a:rPr>
                            <m:t>(</m:t>
                          </m:r>
                          <m:r>
                            <a:rPr lang="en-US" sz="2000" b="0" i="1" smtClean="0">
                              <a:latin typeface="Cambria Math" panose="02040503050406030204" pitchFamily="18" charset="0"/>
                            </a:rPr>
                            <m:t>𝐴</m:t>
                          </m:r>
                          <m:r>
                            <a:rPr lang="en-US" sz="2000" b="0" i="1" smtClean="0">
                              <a:latin typeface="Cambria Math" panose="02040503050406030204" pitchFamily="18" charset="0"/>
                            </a:rPr>
                            <m:t>)</m:t>
                          </m:r>
                        </m:den>
                      </m:f>
                    </m:oMath>
                  </m:oMathPara>
                </a14:m>
                <a:endParaRPr lang="en-US" sz="2000" dirty="0"/>
              </a:p>
              <a:p>
                <a:pPr>
                  <a:spcAft>
                    <a:spcPts val="600"/>
                  </a:spcAft>
                </a:pPr>
                <a:r>
                  <a:rPr lang="en-US" sz="2000" dirty="0"/>
                  <a:t>Note that</a:t>
                </a:r>
              </a:p>
              <a:p>
                <a:pPr marL="914400">
                  <a:spcAft>
                    <a:spcPts val="600"/>
                  </a:spcAft>
                </a:pPr>
                <a14:m>
                  <m:oMathPara xmlns:m="http://schemas.openxmlformats.org/officeDocument/2006/math">
                    <m:oMathParaPr>
                      <m:jc m:val="left"/>
                    </m:oMathParaPr>
                    <m:oMath xmlns:m="http://schemas.openxmlformats.org/officeDocument/2006/math">
                      <m:r>
                        <a:rPr lang="en-US" sz="2000" b="0" i="1" smtClean="0">
                          <a:latin typeface="Cambria Math" panose="02040503050406030204" pitchFamily="18" charset="0"/>
                        </a:rPr>
                        <m:t>𝑃</m:t>
                      </m:r>
                      <m:d>
                        <m:dPr>
                          <m:endChr m:val="|"/>
                          <m:ctrlPr>
                            <a:rPr lang="en-US" sz="2000" b="0" i="1" smtClean="0">
                              <a:latin typeface="Cambria Math" panose="02040503050406030204" pitchFamily="18" charset="0"/>
                            </a:rPr>
                          </m:ctrlPr>
                        </m:dPr>
                        <m:e>
                          <m:r>
                            <a:rPr lang="en-US" sz="2000" b="0" i="1" smtClean="0">
                              <a:latin typeface="Cambria Math" panose="02040503050406030204" pitchFamily="18" charset="0"/>
                            </a:rPr>
                            <m:t>𝐵</m:t>
                          </m:r>
                          <m:r>
                            <a:rPr lang="en-US" sz="2000" b="0" i="1" smtClean="0">
                              <a:latin typeface="Cambria Math" panose="02040503050406030204" pitchFamily="18" charset="0"/>
                            </a:rPr>
                            <m:t> </m:t>
                          </m:r>
                        </m:e>
                      </m:d>
                      <m:r>
                        <a:rPr lang="en-US" sz="2000" b="0" i="1" smtClean="0">
                          <a:latin typeface="Cambria Math" panose="02040503050406030204" pitchFamily="18" charset="0"/>
                        </a:rPr>
                        <m:t> </m:t>
                      </m:r>
                      <m:r>
                        <a:rPr lang="en-US" sz="2000" b="0" i="1" smtClean="0">
                          <a:latin typeface="Cambria Math" panose="02040503050406030204" pitchFamily="18" charset="0"/>
                        </a:rPr>
                        <m:t>𝐴</m:t>
                      </m:r>
                      <m:r>
                        <a:rPr lang="en-US" sz="2000" b="0" i="1" smtClean="0">
                          <a:latin typeface="Cambria Math" panose="02040503050406030204" pitchFamily="18" charset="0"/>
                        </a:rPr>
                        <m:t>)≠</m:t>
                      </m:r>
                      <m:r>
                        <a:rPr lang="en-US" sz="2000" i="1">
                          <a:latin typeface="Cambria Math" panose="02040503050406030204" pitchFamily="18" charset="0"/>
                        </a:rPr>
                        <m:t>𝑃</m:t>
                      </m:r>
                      <m:d>
                        <m:dPr>
                          <m:endChr m:val="|"/>
                          <m:ctrlPr>
                            <a:rPr lang="en-US" sz="2000" i="1">
                              <a:latin typeface="Cambria Math" panose="02040503050406030204" pitchFamily="18" charset="0"/>
                            </a:rPr>
                          </m:ctrlPr>
                        </m:dPr>
                        <m:e>
                          <m:r>
                            <a:rPr lang="en-US" sz="2000" i="1">
                              <a:latin typeface="Cambria Math" panose="02040503050406030204" pitchFamily="18" charset="0"/>
                            </a:rPr>
                            <m:t>𝐴</m:t>
                          </m:r>
                          <m:r>
                            <a:rPr lang="en-US" sz="2000" i="1">
                              <a:latin typeface="Cambria Math" panose="02040503050406030204" pitchFamily="18" charset="0"/>
                            </a:rPr>
                            <m:t> </m:t>
                          </m:r>
                        </m:e>
                      </m:d>
                      <m:r>
                        <a:rPr lang="en-US" sz="2000" i="1">
                          <a:latin typeface="Cambria Math" panose="02040503050406030204" pitchFamily="18" charset="0"/>
                        </a:rPr>
                        <m:t> </m:t>
                      </m:r>
                      <m:r>
                        <a:rPr lang="en-US" sz="2000" i="1">
                          <a:latin typeface="Cambria Math" panose="02040503050406030204" pitchFamily="18" charset="0"/>
                        </a:rPr>
                        <m:t>𝐵</m:t>
                      </m:r>
                      <m:r>
                        <a:rPr lang="en-US" sz="2000" i="1">
                          <a:latin typeface="Cambria Math" panose="02040503050406030204" pitchFamily="18" charset="0"/>
                        </a:rPr>
                        <m:t>)</m:t>
                      </m:r>
                    </m:oMath>
                  </m:oMathPara>
                </a14:m>
                <a:endParaRPr lang="en-US" sz="2000" dirty="0"/>
              </a:p>
            </p:txBody>
          </p:sp>
        </mc:Choice>
        <mc:Fallback xmlns="">
          <p:sp>
            <p:nvSpPr>
              <p:cNvPr id="5" name="Text Placeholder 4">
                <a:extLst>
                  <a:ext uri="{FF2B5EF4-FFF2-40B4-BE49-F238E27FC236}">
                    <a16:creationId xmlns:a16="http://schemas.microsoft.com/office/drawing/2014/main" id="{62EA7763-9343-651B-8C6F-7510715583CA}"/>
                  </a:ext>
                </a:extLst>
              </p:cNvPr>
              <p:cNvSpPr>
                <a:spLocks noGrp="1" noRot="1" noChangeAspect="1" noMove="1" noResize="1" noEditPoints="1" noAdjustHandles="1" noChangeArrowheads="1" noChangeShapeType="1" noTextEdit="1"/>
              </p:cNvSpPr>
              <p:nvPr>
                <p:ph type="body" sz="quarter" idx="17"/>
              </p:nvPr>
            </p:nvSpPr>
            <p:spPr>
              <a:xfrm>
                <a:off x="743577" y="3302034"/>
                <a:ext cx="4681351" cy="2118872"/>
              </a:xfrm>
              <a:blipFill>
                <a:blip r:embed="rId3"/>
                <a:stretch>
                  <a:fillRect l="-3385" t="-3458"/>
                </a:stretch>
              </a:blipFill>
            </p:spPr>
            <p:txBody>
              <a:bodyPr/>
              <a:lstStyle/>
              <a:p>
                <a:r>
                  <a:rPr lang="en-US">
                    <a:noFill/>
                  </a:rPr>
                  <a:t> </a:t>
                </a:r>
              </a:p>
            </p:txBody>
          </p:sp>
        </mc:Fallback>
      </mc:AlternateContent>
      <p:pic>
        <p:nvPicPr>
          <p:cNvPr id="6" name="Picture Placeholder 7" descr="A Venn diagram shows an event with conditional probability. Two intersecting circles, labeled “Event A” and “Event B” are inside a rectangle labeled “Sample Space S.” The circle labeled “Event B” is shaded light. The region of intersection is shaded dark and labeled “Event A intersection B.”&#10;">
            <a:extLst>
              <a:ext uri="{FF2B5EF4-FFF2-40B4-BE49-F238E27FC236}">
                <a16:creationId xmlns:a16="http://schemas.microsoft.com/office/drawing/2014/main" id="{227A9B5E-4667-17BA-FB72-48C817AA6551}"/>
              </a:ext>
            </a:extLst>
          </p:cNvPr>
          <p:cNvPicPr>
            <a:picLocks noGrp="1" noChangeAspect="1"/>
          </p:cNvPicPr>
          <p:nvPr>
            <p:ph type="pic" sz="quarter" idx="16"/>
          </p:nvPr>
        </p:nvPicPr>
        <p:blipFill rotWithShape="1">
          <a:blip r:embed="rId4"/>
          <a:srcRect l="24" r="24"/>
          <a:stretch/>
        </p:blipFill>
        <p:spPr>
          <a:xfrm>
            <a:off x="5262161" y="2613016"/>
            <a:ext cx="5815013" cy="2624137"/>
          </a:xfrm>
        </p:spPr>
      </p:pic>
    </p:spTree>
    <p:extLst>
      <p:ext uri="{BB962C8B-B14F-4D97-AF65-F5344CB8AC3E}">
        <p14:creationId xmlns:p14="http://schemas.microsoft.com/office/powerpoint/2010/main" val="178896346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FDF338-F3F9-5F43-E7AA-B1819A82B9A0}"/>
              </a:ext>
            </a:extLst>
          </p:cNvPr>
          <p:cNvSpPr>
            <a:spLocks noGrp="1"/>
          </p:cNvSpPr>
          <p:nvPr>
            <p:ph type="title"/>
          </p:nvPr>
        </p:nvSpPr>
        <p:spPr/>
        <p:txBody>
          <a:bodyPr/>
          <a:lstStyle/>
          <a:p>
            <a:r>
              <a:rPr lang="en-US" sz="3200" dirty="0"/>
              <a:t>4.4 Application: A Discrimination Case on the Promotion of Police Officers</a:t>
            </a:r>
          </a:p>
        </p:txBody>
      </p:sp>
      <p:sp>
        <p:nvSpPr>
          <p:cNvPr id="3" name="Text Placeholder 2">
            <a:extLst>
              <a:ext uri="{FF2B5EF4-FFF2-40B4-BE49-F238E27FC236}">
                <a16:creationId xmlns:a16="http://schemas.microsoft.com/office/drawing/2014/main" id="{5BBC9964-79FA-0C2E-1E53-50748DD150F9}"/>
              </a:ext>
            </a:extLst>
          </p:cNvPr>
          <p:cNvSpPr>
            <a:spLocks noGrp="1"/>
          </p:cNvSpPr>
          <p:nvPr>
            <p:ph type="body" sz="quarter" idx="15"/>
          </p:nvPr>
        </p:nvSpPr>
        <p:spPr>
          <a:xfrm>
            <a:off x="793194" y="1848719"/>
            <a:ext cx="10529510" cy="2059046"/>
          </a:xfrm>
        </p:spPr>
        <p:txBody>
          <a:bodyPr>
            <a:noAutofit/>
          </a:bodyPr>
          <a:lstStyle/>
          <a:p>
            <a:r>
              <a:rPr lang="en-US" dirty="0"/>
              <a:t>The police force of a major metropolitan area in the eastern U.S. consists of 1200 officers, 960 self-identified males, and 240 self-identified females.</a:t>
            </a:r>
          </a:p>
          <a:p>
            <a:r>
              <a:rPr lang="en-US" dirty="0"/>
              <a:t>The specific breakdown of the promotions of 288 male and 36 female police officers over the past two years is summarized in the crosstabulation shown below.</a:t>
            </a:r>
          </a:p>
          <a:p>
            <a:r>
              <a:rPr lang="en-US" dirty="0"/>
              <a:t>After reviewing the promotion record, a committee of female officers raised a discrimination case on the basis of the low promotion of female officers when compared to male officers.</a:t>
            </a:r>
          </a:p>
        </p:txBody>
      </p:sp>
      <p:sp>
        <p:nvSpPr>
          <p:cNvPr id="4" name="Text Placeholder 3">
            <a:extLst>
              <a:ext uri="{FF2B5EF4-FFF2-40B4-BE49-F238E27FC236}">
                <a16:creationId xmlns:a16="http://schemas.microsoft.com/office/drawing/2014/main" id="{547D39AE-9939-FCB8-EF22-5D26AA7712D0}"/>
              </a:ext>
            </a:extLst>
          </p:cNvPr>
          <p:cNvSpPr>
            <a:spLocks noGrp="1"/>
          </p:cNvSpPr>
          <p:nvPr>
            <p:ph type="body" sz="quarter" idx="18"/>
          </p:nvPr>
        </p:nvSpPr>
        <p:spPr>
          <a:xfrm>
            <a:off x="793194" y="3933645"/>
            <a:ext cx="4713645" cy="1613140"/>
          </a:xfrm>
        </p:spPr>
        <p:txBody>
          <a:bodyPr/>
          <a:lstStyle/>
          <a:p>
            <a:r>
              <a:rPr lang="en-US" sz="2000" dirty="0"/>
              <a:t>The police administration argued that the lower number of promotions for female officers was due to the relatively lower number of female officers in the police force.</a:t>
            </a:r>
          </a:p>
        </p:txBody>
      </p:sp>
      <p:graphicFrame>
        <p:nvGraphicFramePr>
          <p:cNvPr id="6" name="Table 7">
            <a:extLst>
              <a:ext uri="{FF2B5EF4-FFF2-40B4-BE49-F238E27FC236}">
                <a16:creationId xmlns:a16="http://schemas.microsoft.com/office/drawing/2014/main" id="{F6E0D16B-F879-2927-6A48-2F562A4FF2B5}"/>
              </a:ext>
            </a:extLst>
          </p:cNvPr>
          <p:cNvGraphicFramePr>
            <a:graphicFrameLocks noGrp="1"/>
          </p:cNvGraphicFramePr>
          <p:nvPr>
            <p:ph type="tbl" sz="quarter" idx="22"/>
          </p:nvPr>
        </p:nvGraphicFramePr>
        <p:xfrm>
          <a:off x="5739471" y="3933645"/>
          <a:ext cx="5245860" cy="1463040"/>
        </p:xfrm>
        <a:graphic>
          <a:graphicData uri="http://schemas.openxmlformats.org/drawingml/2006/table">
            <a:tbl>
              <a:tblPr firstRow="1" bandRow="1">
                <a:tableStyleId>{5C22544A-7EE6-4342-B048-85BDC9FD1C3A}</a:tableStyleId>
              </a:tblPr>
              <a:tblGrid>
                <a:gridCol w="1610235">
                  <a:extLst>
                    <a:ext uri="{9D8B030D-6E8A-4147-A177-3AD203B41FA5}">
                      <a16:colId xmlns:a16="http://schemas.microsoft.com/office/drawing/2014/main" val="3636198848"/>
                    </a:ext>
                  </a:extLst>
                </a:gridCol>
                <a:gridCol w="1211875">
                  <a:extLst>
                    <a:ext uri="{9D8B030D-6E8A-4147-A177-3AD203B41FA5}">
                      <a16:colId xmlns:a16="http://schemas.microsoft.com/office/drawing/2014/main" val="442229658"/>
                    </a:ext>
                  </a:extLst>
                </a:gridCol>
                <a:gridCol w="1211875">
                  <a:extLst>
                    <a:ext uri="{9D8B030D-6E8A-4147-A177-3AD203B41FA5}">
                      <a16:colId xmlns:a16="http://schemas.microsoft.com/office/drawing/2014/main" val="869538710"/>
                    </a:ext>
                  </a:extLst>
                </a:gridCol>
                <a:gridCol w="1211875">
                  <a:extLst>
                    <a:ext uri="{9D8B030D-6E8A-4147-A177-3AD203B41FA5}">
                      <a16:colId xmlns:a16="http://schemas.microsoft.com/office/drawing/2014/main" val="1501990743"/>
                    </a:ext>
                  </a:extLst>
                </a:gridCol>
              </a:tblGrid>
              <a:tr h="349422">
                <a:tc>
                  <a:txBody>
                    <a:bodyPr/>
                    <a:lstStyle/>
                    <a:p>
                      <a:endParaRPr lang="en-US" dirty="0">
                        <a:solidFill>
                          <a:srgbClr val="000000"/>
                        </a:solidFill>
                      </a:endParaRPr>
                    </a:p>
                  </a:txBody>
                  <a:tcPr>
                    <a:lnL w="12700" cmpd="sng">
                      <a:noFill/>
                    </a:lnL>
                    <a:lnR w="12700" cap="flat" cmpd="sng" algn="ctr">
                      <a:solidFill>
                        <a:srgbClr val="0070C0"/>
                      </a:solidFill>
                      <a:prstDash val="solid"/>
                      <a:round/>
                      <a:headEnd type="none" w="med" len="med"/>
                      <a:tailEnd type="none" w="med" len="med"/>
                    </a:lnR>
                    <a:lnT w="12700" cmpd="sng">
                      <a:noFill/>
                    </a:lnT>
                    <a:lnB w="12700" cap="flat" cmpd="sng" algn="ctr">
                      <a:solidFill>
                        <a:srgbClr val="0070C0"/>
                      </a:solidFill>
                      <a:prstDash val="solid"/>
                      <a:round/>
                      <a:headEnd type="none" w="med" len="med"/>
                      <a:tailEnd type="none" w="med" len="med"/>
                    </a:lnB>
                    <a:lnTlToBr w="12700" cmpd="sng">
                      <a:noFill/>
                      <a:prstDash val="solid"/>
                    </a:lnTlToBr>
                    <a:lnBlToTr w="12700" cmpd="sng">
                      <a:noFill/>
                      <a:prstDash val="solid"/>
                    </a:lnBlToTr>
                    <a:solidFill>
                      <a:srgbClr val="FFF4DE"/>
                    </a:solidFill>
                  </a:tcPr>
                </a:tc>
                <a:tc>
                  <a:txBody>
                    <a:bodyPr/>
                    <a:lstStyle/>
                    <a:p>
                      <a:pPr algn="ctr"/>
                      <a:r>
                        <a:rPr lang="en-US" dirty="0">
                          <a:solidFill>
                            <a:srgbClr val="000000"/>
                          </a:solidFill>
                        </a:rPr>
                        <a:t>Male</a:t>
                      </a:r>
                    </a:p>
                  </a:txBody>
                  <a:tcPr>
                    <a:lnL w="12700" cap="flat" cmpd="sng" algn="ctr">
                      <a:solidFill>
                        <a:srgbClr val="0070C0"/>
                      </a:solidFill>
                      <a:prstDash val="solid"/>
                      <a:round/>
                      <a:headEnd type="none" w="med" len="med"/>
                      <a:tailEnd type="none" w="med" len="med"/>
                    </a:lnL>
                    <a:lnR w="12700" cmpd="sng">
                      <a:noFill/>
                    </a:lnR>
                    <a:lnT w="12700" cmpd="sng">
                      <a:noFill/>
                    </a:lnT>
                    <a:lnB w="12700" cap="flat" cmpd="sng" algn="ctr">
                      <a:solidFill>
                        <a:srgbClr val="0070C0"/>
                      </a:solidFill>
                      <a:prstDash val="solid"/>
                      <a:round/>
                      <a:headEnd type="none" w="med" len="med"/>
                      <a:tailEnd type="none" w="med" len="med"/>
                    </a:lnB>
                    <a:lnTlToBr w="12700" cmpd="sng">
                      <a:noFill/>
                      <a:prstDash val="solid"/>
                    </a:lnTlToBr>
                    <a:lnBlToTr w="12700" cmpd="sng">
                      <a:noFill/>
                      <a:prstDash val="solid"/>
                    </a:lnBlToTr>
                    <a:solidFill>
                      <a:srgbClr val="FFF4DE"/>
                    </a:solidFill>
                  </a:tcPr>
                </a:tc>
                <a:tc>
                  <a:txBody>
                    <a:bodyPr/>
                    <a:lstStyle/>
                    <a:p>
                      <a:pPr algn="ctr"/>
                      <a:r>
                        <a:rPr lang="en-US" dirty="0">
                          <a:solidFill>
                            <a:srgbClr val="000000"/>
                          </a:solidFill>
                        </a:rPr>
                        <a:t>Female</a:t>
                      </a:r>
                    </a:p>
                  </a:txBody>
                  <a:tcPr>
                    <a:lnL w="12700" cmpd="sng">
                      <a:noFill/>
                    </a:lnL>
                    <a:lnR w="12700" cap="flat" cmpd="sng" algn="ctr">
                      <a:solidFill>
                        <a:srgbClr val="0070C0"/>
                      </a:solidFill>
                      <a:prstDash val="solid"/>
                      <a:round/>
                      <a:headEnd type="none" w="med" len="med"/>
                      <a:tailEnd type="none" w="med" len="med"/>
                    </a:lnR>
                    <a:lnT w="12700" cmpd="sng">
                      <a:noFill/>
                    </a:lnT>
                    <a:lnB w="12700" cap="flat" cmpd="sng" algn="ctr">
                      <a:solidFill>
                        <a:srgbClr val="0070C0"/>
                      </a:solidFill>
                      <a:prstDash val="solid"/>
                      <a:round/>
                      <a:headEnd type="none" w="med" len="med"/>
                      <a:tailEnd type="none" w="med" len="med"/>
                    </a:lnB>
                    <a:lnTlToBr w="12700" cmpd="sng">
                      <a:noFill/>
                      <a:prstDash val="solid"/>
                    </a:lnTlToBr>
                    <a:lnBlToTr w="12700" cmpd="sng">
                      <a:noFill/>
                      <a:prstDash val="solid"/>
                    </a:lnBlToTr>
                    <a:solidFill>
                      <a:srgbClr val="FFF4DE"/>
                    </a:solidFill>
                  </a:tcPr>
                </a:tc>
                <a:tc>
                  <a:txBody>
                    <a:bodyPr/>
                    <a:lstStyle/>
                    <a:p>
                      <a:pPr algn="ctr"/>
                      <a:r>
                        <a:rPr lang="en-US" dirty="0">
                          <a:solidFill>
                            <a:srgbClr val="000000"/>
                          </a:solidFill>
                        </a:rPr>
                        <a:t>Total</a:t>
                      </a:r>
                    </a:p>
                  </a:txBody>
                  <a:tcPr>
                    <a:lnL w="12700" cap="flat" cmpd="sng" algn="ctr">
                      <a:solidFill>
                        <a:srgbClr val="0070C0"/>
                      </a:solidFill>
                      <a:prstDash val="solid"/>
                      <a:round/>
                      <a:headEnd type="none" w="med" len="med"/>
                      <a:tailEnd type="none" w="med" len="med"/>
                    </a:lnL>
                    <a:lnR w="12700" cmpd="sng">
                      <a:noFill/>
                    </a:lnR>
                    <a:lnT w="12700" cmpd="sng">
                      <a:noFill/>
                    </a:lnT>
                    <a:lnB w="12700" cap="flat" cmpd="sng" algn="ctr">
                      <a:solidFill>
                        <a:srgbClr val="0070C0"/>
                      </a:solidFill>
                      <a:prstDash val="solid"/>
                      <a:round/>
                      <a:headEnd type="none" w="med" len="med"/>
                      <a:tailEnd type="none" w="med" len="med"/>
                    </a:lnB>
                    <a:lnTlToBr w="12700" cmpd="sng">
                      <a:noFill/>
                      <a:prstDash val="solid"/>
                    </a:lnTlToBr>
                    <a:lnBlToTr w="12700" cmpd="sng">
                      <a:noFill/>
                      <a:prstDash val="solid"/>
                    </a:lnBlToTr>
                    <a:solidFill>
                      <a:srgbClr val="FFF4DE"/>
                    </a:solidFill>
                  </a:tcPr>
                </a:tc>
                <a:extLst>
                  <a:ext uri="{0D108BD9-81ED-4DB2-BD59-A6C34878D82A}">
                    <a16:rowId xmlns:a16="http://schemas.microsoft.com/office/drawing/2014/main" val="637853087"/>
                  </a:ext>
                </a:extLst>
              </a:tr>
              <a:tr h="349422">
                <a:tc>
                  <a:txBody>
                    <a:bodyPr/>
                    <a:lstStyle/>
                    <a:p>
                      <a:r>
                        <a:rPr lang="en-US" b="1" dirty="0">
                          <a:solidFill>
                            <a:srgbClr val="000000"/>
                          </a:solidFill>
                        </a:rPr>
                        <a:t>Promoted</a:t>
                      </a:r>
                    </a:p>
                  </a:txBody>
                  <a:tcPr>
                    <a:lnL w="12700" cmpd="sng">
                      <a:noFill/>
                    </a:lnL>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mpd="sng">
                      <a:noFill/>
                    </a:lnB>
                    <a:lnTlToBr w="12700" cmpd="sng">
                      <a:noFill/>
                      <a:prstDash val="solid"/>
                    </a:lnTlToBr>
                    <a:lnBlToTr w="12700" cmpd="sng">
                      <a:noFill/>
                      <a:prstDash val="solid"/>
                    </a:lnBlToTr>
                    <a:solidFill>
                      <a:srgbClr val="FFF4DE"/>
                    </a:solidFill>
                  </a:tcPr>
                </a:tc>
                <a:tc>
                  <a:txBody>
                    <a:bodyPr/>
                    <a:lstStyle/>
                    <a:p>
                      <a:pPr algn="ctr"/>
                      <a:r>
                        <a:rPr lang="en-US" dirty="0">
                          <a:solidFill>
                            <a:srgbClr val="000000"/>
                          </a:solidFill>
                        </a:rPr>
                        <a:t>288</a:t>
                      </a:r>
                    </a:p>
                  </a:txBody>
                  <a:tcPr>
                    <a:lnL w="12700" cap="flat" cmpd="sng" algn="ctr">
                      <a:solidFill>
                        <a:srgbClr val="0070C0"/>
                      </a:solidFill>
                      <a:prstDash val="solid"/>
                      <a:round/>
                      <a:headEnd type="none" w="med" len="med"/>
                      <a:tailEnd type="none" w="med" len="med"/>
                    </a:lnL>
                    <a:lnR w="12700" cmpd="sng">
                      <a:noFill/>
                    </a:lnR>
                    <a:lnT w="12700" cap="flat" cmpd="sng" algn="ctr">
                      <a:solidFill>
                        <a:srgbClr val="0070C0"/>
                      </a:solidFill>
                      <a:prstDash val="solid"/>
                      <a:round/>
                      <a:headEnd type="none" w="med" len="med"/>
                      <a:tailEnd type="none" w="med" len="med"/>
                    </a:lnT>
                    <a:lnB w="12700" cmpd="sng">
                      <a:noFill/>
                    </a:lnB>
                    <a:lnTlToBr w="12700" cmpd="sng">
                      <a:noFill/>
                      <a:prstDash val="solid"/>
                    </a:lnTlToBr>
                    <a:lnBlToTr w="12700" cmpd="sng">
                      <a:noFill/>
                      <a:prstDash val="solid"/>
                    </a:lnBlToTr>
                    <a:solidFill>
                      <a:srgbClr val="FFF4DE"/>
                    </a:solidFill>
                  </a:tcPr>
                </a:tc>
                <a:tc>
                  <a:txBody>
                    <a:bodyPr/>
                    <a:lstStyle/>
                    <a:p>
                      <a:pPr algn="ctr"/>
                      <a:r>
                        <a:rPr lang="en-US" dirty="0">
                          <a:solidFill>
                            <a:srgbClr val="000000"/>
                          </a:solidFill>
                        </a:rPr>
                        <a:t>36</a:t>
                      </a:r>
                    </a:p>
                  </a:txBody>
                  <a:tcPr>
                    <a:lnL w="12700" cmpd="sng">
                      <a:noFill/>
                    </a:lnL>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mpd="sng">
                      <a:noFill/>
                    </a:lnB>
                    <a:lnTlToBr w="12700" cmpd="sng">
                      <a:noFill/>
                      <a:prstDash val="solid"/>
                    </a:lnTlToBr>
                    <a:lnBlToTr w="12700" cmpd="sng">
                      <a:noFill/>
                      <a:prstDash val="solid"/>
                    </a:lnBlToTr>
                    <a:solidFill>
                      <a:srgbClr val="FFF4DE"/>
                    </a:solidFill>
                  </a:tcPr>
                </a:tc>
                <a:tc>
                  <a:txBody>
                    <a:bodyPr/>
                    <a:lstStyle/>
                    <a:p>
                      <a:pPr algn="ctr"/>
                      <a:r>
                        <a:rPr lang="en-US" dirty="0">
                          <a:solidFill>
                            <a:srgbClr val="000000"/>
                          </a:solidFill>
                        </a:rPr>
                        <a:t>324</a:t>
                      </a:r>
                    </a:p>
                  </a:txBody>
                  <a:tcPr>
                    <a:lnL w="12700" cap="flat" cmpd="sng" algn="ctr">
                      <a:solidFill>
                        <a:srgbClr val="0070C0"/>
                      </a:solidFill>
                      <a:prstDash val="solid"/>
                      <a:round/>
                      <a:headEnd type="none" w="med" len="med"/>
                      <a:tailEnd type="none" w="med" len="med"/>
                    </a:lnL>
                    <a:lnR w="12700" cmpd="sng">
                      <a:noFill/>
                    </a:lnR>
                    <a:lnT w="12700" cap="flat" cmpd="sng" algn="ctr">
                      <a:solidFill>
                        <a:srgbClr val="0070C0"/>
                      </a:solidFill>
                      <a:prstDash val="solid"/>
                      <a:round/>
                      <a:headEnd type="none" w="med" len="med"/>
                      <a:tailEnd type="none" w="med" len="med"/>
                    </a:lnT>
                    <a:lnB w="12700" cmpd="sng">
                      <a:noFill/>
                    </a:lnB>
                    <a:lnTlToBr w="12700" cmpd="sng">
                      <a:noFill/>
                      <a:prstDash val="solid"/>
                    </a:lnTlToBr>
                    <a:lnBlToTr w="12700" cmpd="sng">
                      <a:noFill/>
                      <a:prstDash val="solid"/>
                    </a:lnBlToTr>
                    <a:solidFill>
                      <a:srgbClr val="FFF4DE"/>
                    </a:solidFill>
                  </a:tcPr>
                </a:tc>
                <a:extLst>
                  <a:ext uri="{0D108BD9-81ED-4DB2-BD59-A6C34878D82A}">
                    <a16:rowId xmlns:a16="http://schemas.microsoft.com/office/drawing/2014/main" val="1766568400"/>
                  </a:ext>
                </a:extLst>
              </a:tr>
              <a:tr h="349422">
                <a:tc>
                  <a:txBody>
                    <a:bodyPr/>
                    <a:lstStyle/>
                    <a:p>
                      <a:r>
                        <a:rPr lang="en-US" b="1" dirty="0">
                          <a:solidFill>
                            <a:srgbClr val="000000"/>
                          </a:solidFill>
                        </a:rPr>
                        <a:t>Not Promoted</a:t>
                      </a:r>
                    </a:p>
                  </a:txBody>
                  <a:tcPr>
                    <a:lnL w="12700" cmpd="sng">
                      <a:noFill/>
                    </a:lnL>
                    <a:lnR w="12700" cap="flat" cmpd="sng" algn="ctr">
                      <a:solidFill>
                        <a:srgbClr val="0070C0"/>
                      </a:solidFill>
                      <a:prstDash val="solid"/>
                      <a:round/>
                      <a:headEnd type="none" w="med" len="med"/>
                      <a:tailEnd type="none" w="med" len="med"/>
                    </a:lnR>
                    <a:lnT w="12700" cmpd="sng">
                      <a:noFill/>
                    </a:lnT>
                    <a:lnB w="12700" cap="flat" cmpd="sng" algn="ctr">
                      <a:solidFill>
                        <a:srgbClr val="0070C0"/>
                      </a:solidFill>
                      <a:prstDash val="solid"/>
                      <a:round/>
                      <a:headEnd type="none" w="med" len="med"/>
                      <a:tailEnd type="none" w="med" len="med"/>
                    </a:lnB>
                    <a:lnTlToBr w="12700" cmpd="sng">
                      <a:noFill/>
                      <a:prstDash val="solid"/>
                    </a:lnTlToBr>
                    <a:lnBlToTr w="12700" cmpd="sng">
                      <a:noFill/>
                      <a:prstDash val="solid"/>
                    </a:lnBlToTr>
                    <a:solidFill>
                      <a:srgbClr val="FFF4DE"/>
                    </a:solidFill>
                  </a:tcPr>
                </a:tc>
                <a:tc>
                  <a:txBody>
                    <a:bodyPr/>
                    <a:lstStyle/>
                    <a:p>
                      <a:pPr algn="ctr"/>
                      <a:r>
                        <a:rPr lang="en-US" dirty="0">
                          <a:solidFill>
                            <a:srgbClr val="000000"/>
                          </a:solidFill>
                        </a:rPr>
                        <a:t>672</a:t>
                      </a:r>
                    </a:p>
                  </a:txBody>
                  <a:tcPr>
                    <a:lnL w="12700" cap="flat" cmpd="sng" algn="ctr">
                      <a:solidFill>
                        <a:srgbClr val="0070C0"/>
                      </a:solidFill>
                      <a:prstDash val="solid"/>
                      <a:round/>
                      <a:headEnd type="none" w="med" len="med"/>
                      <a:tailEnd type="none" w="med" len="med"/>
                    </a:lnL>
                    <a:lnR w="12700" cmpd="sng">
                      <a:noFill/>
                    </a:lnR>
                    <a:lnT w="12700" cmpd="sng">
                      <a:noFill/>
                    </a:lnT>
                    <a:lnB w="12700" cap="flat" cmpd="sng" algn="ctr">
                      <a:solidFill>
                        <a:srgbClr val="0070C0"/>
                      </a:solidFill>
                      <a:prstDash val="solid"/>
                      <a:round/>
                      <a:headEnd type="none" w="med" len="med"/>
                      <a:tailEnd type="none" w="med" len="med"/>
                    </a:lnB>
                    <a:lnTlToBr w="12700" cmpd="sng">
                      <a:noFill/>
                      <a:prstDash val="solid"/>
                    </a:lnTlToBr>
                    <a:lnBlToTr w="12700" cmpd="sng">
                      <a:noFill/>
                      <a:prstDash val="solid"/>
                    </a:lnBlToTr>
                    <a:solidFill>
                      <a:srgbClr val="FFF4DE"/>
                    </a:solidFill>
                  </a:tcPr>
                </a:tc>
                <a:tc>
                  <a:txBody>
                    <a:bodyPr/>
                    <a:lstStyle/>
                    <a:p>
                      <a:pPr algn="ctr"/>
                      <a:r>
                        <a:rPr lang="en-US" dirty="0">
                          <a:solidFill>
                            <a:srgbClr val="000000"/>
                          </a:solidFill>
                        </a:rPr>
                        <a:t>204</a:t>
                      </a:r>
                    </a:p>
                  </a:txBody>
                  <a:tcPr>
                    <a:lnL w="12700" cmpd="sng">
                      <a:noFill/>
                    </a:lnL>
                    <a:lnR w="12700" cap="flat" cmpd="sng" algn="ctr">
                      <a:solidFill>
                        <a:srgbClr val="0070C0"/>
                      </a:solidFill>
                      <a:prstDash val="solid"/>
                      <a:round/>
                      <a:headEnd type="none" w="med" len="med"/>
                      <a:tailEnd type="none" w="med" len="med"/>
                    </a:lnR>
                    <a:lnT w="12700" cmpd="sng">
                      <a:noFill/>
                    </a:lnT>
                    <a:lnB w="12700" cap="flat" cmpd="sng" algn="ctr">
                      <a:solidFill>
                        <a:srgbClr val="0070C0"/>
                      </a:solidFill>
                      <a:prstDash val="solid"/>
                      <a:round/>
                      <a:headEnd type="none" w="med" len="med"/>
                      <a:tailEnd type="none" w="med" len="med"/>
                    </a:lnB>
                    <a:lnTlToBr w="12700" cmpd="sng">
                      <a:noFill/>
                      <a:prstDash val="solid"/>
                    </a:lnTlToBr>
                    <a:lnBlToTr w="12700" cmpd="sng">
                      <a:noFill/>
                      <a:prstDash val="solid"/>
                    </a:lnBlToTr>
                    <a:solidFill>
                      <a:srgbClr val="FFF4DE"/>
                    </a:solidFill>
                  </a:tcPr>
                </a:tc>
                <a:tc>
                  <a:txBody>
                    <a:bodyPr/>
                    <a:lstStyle/>
                    <a:p>
                      <a:pPr algn="ctr"/>
                      <a:r>
                        <a:rPr lang="en-US" dirty="0">
                          <a:solidFill>
                            <a:srgbClr val="000000"/>
                          </a:solidFill>
                        </a:rPr>
                        <a:t>876</a:t>
                      </a:r>
                    </a:p>
                  </a:txBody>
                  <a:tcPr>
                    <a:lnL w="12700" cap="flat" cmpd="sng" algn="ctr">
                      <a:solidFill>
                        <a:srgbClr val="0070C0"/>
                      </a:solidFill>
                      <a:prstDash val="solid"/>
                      <a:round/>
                      <a:headEnd type="none" w="med" len="med"/>
                      <a:tailEnd type="none" w="med" len="med"/>
                    </a:lnL>
                    <a:lnR w="12700" cmpd="sng">
                      <a:noFill/>
                    </a:lnR>
                    <a:lnT w="12700" cmpd="sng">
                      <a:noFill/>
                    </a:lnT>
                    <a:lnB w="12700" cap="flat" cmpd="sng" algn="ctr">
                      <a:solidFill>
                        <a:srgbClr val="0070C0"/>
                      </a:solidFill>
                      <a:prstDash val="solid"/>
                      <a:round/>
                      <a:headEnd type="none" w="med" len="med"/>
                      <a:tailEnd type="none" w="med" len="med"/>
                    </a:lnB>
                    <a:lnTlToBr w="12700" cmpd="sng">
                      <a:noFill/>
                      <a:prstDash val="solid"/>
                    </a:lnTlToBr>
                    <a:lnBlToTr w="12700" cmpd="sng">
                      <a:noFill/>
                      <a:prstDash val="solid"/>
                    </a:lnBlToTr>
                    <a:solidFill>
                      <a:srgbClr val="FFF4DE"/>
                    </a:solidFill>
                  </a:tcPr>
                </a:tc>
                <a:extLst>
                  <a:ext uri="{0D108BD9-81ED-4DB2-BD59-A6C34878D82A}">
                    <a16:rowId xmlns:a16="http://schemas.microsoft.com/office/drawing/2014/main" val="609482273"/>
                  </a:ext>
                </a:extLst>
              </a:tr>
              <a:tr h="349422">
                <a:tc>
                  <a:txBody>
                    <a:bodyPr/>
                    <a:lstStyle/>
                    <a:p>
                      <a:pPr algn="r"/>
                      <a:r>
                        <a:rPr lang="en-US" b="1" dirty="0">
                          <a:solidFill>
                            <a:srgbClr val="000000"/>
                          </a:solidFill>
                        </a:rPr>
                        <a:t>Total</a:t>
                      </a:r>
                    </a:p>
                  </a:txBody>
                  <a:tcPr>
                    <a:lnL w="12700" cmpd="sng">
                      <a:noFill/>
                    </a:lnL>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mpd="sng">
                      <a:noFill/>
                    </a:lnB>
                    <a:lnTlToBr w="12700" cmpd="sng">
                      <a:noFill/>
                      <a:prstDash val="solid"/>
                    </a:lnTlToBr>
                    <a:lnBlToTr w="12700" cmpd="sng">
                      <a:noFill/>
                      <a:prstDash val="solid"/>
                    </a:lnBlToTr>
                    <a:solidFill>
                      <a:srgbClr val="FFF4DE"/>
                    </a:solidFill>
                  </a:tcPr>
                </a:tc>
                <a:tc>
                  <a:txBody>
                    <a:bodyPr/>
                    <a:lstStyle/>
                    <a:p>
                      <a:pPr algn="ctr"/>
                      <a:r>
                        <a:rPr lang="en-US" dirty="0">
                          <a:solidFill>
                            <a:srgbClr val="000000"/>
                          </a:solidFill>
                        </a:rPr>
                        <a:t>960</a:t>
                      </a:r>
                    </a:p>
                  </a:txBody>
                  <a:tcPr>
                    <a:lnL w="12700" cap="flat" cmpd="sng" algn="ctr">
                      <a:solidFill>
                        <a:srgbClr val="0070C0"/>
                      </a:solidFill>
                      <a:prstDash val="solid"/>
                      <a:round/>
                      <a:headEnd type="none" w="med" len="med"/>
                      <a:tailEnd type="none" w="med" len="med"/>
                    </a:lnL>
                    <a:lnR w="12700" cmpd="sng">
                      <a:noFill/>
                    </a:lnR>
                    <a:lnT w="12700" cap="flat" cmpd="sng" algn="ctr">
                      <a:solidFill>
                        <a:srgbClr val="0070C0"/>
                      </a:solidFill>
                      <a:prstDash val="solid"/>
                      <a:round/>
                      <a:headEnd type="none" w="med" len="med"/>
                      <a:tailEnd type="none" w="med" len="med"/>
                    </a:lnT>
                    <a:lnB w="12700" cmpd="sng">
                      <a:noFill/>
                    </a:lnB>
                    <a:lnTlToBr w="12700" cmpd="sng">
                      <a:noFill/>
                      <a:prstDash val="solid"/>
                    </a:lnTlToBr>
                    <a:lnBlToTr w="12700" cmpd="sng">
                      <a:noFill/>
                      <a:prstDash val="solid"/>
                    </a:lnBlToTr>
                    <a:solidFill>
                      <a:srgbClr val="FFF4DE"/>
                    </a:solidFill>
                  </a:tcPr>
                </a:tc>
                <a:tc>
                  <a:txBody>
                    <a:bodyPr/>
                    <a:lstStyle/>
                    <a:p>
                      <a:pPr algn="ctr"/>
                      <a:r>
                        <a:rPr lang="en-US" dirty="0">
                          <a:solidFill>
                            <a:srgbClr val="000000"/>
                          </a:solidFill>
                        </a:rPr>
                        <a:t>240</a:t>
                      </a:r>
                    </a:p>
                  </a:txBody>
                  <a:tcPr>
                    <a:lnL w="12700" cmpd="sng">
                      <a:noFill/>
                    </a:lnL>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mpd="sng">
                      <a:noFill/>
                    </a:lnB>
                    <a:lnTlToBr w="12700" cmpd="sng">
                      <a:noFill/>
                      <a:prstDash val="solid"/>
                    </a:lnTlToBr>
                    <a:lnBlToTr w="12700" cmpd="sng">
                      <a:noFill/>
                      <a:prstDash val="solid"/>
                    </a:lnBlToTr>
                    <a:solidFill>
                      <a:srgbClr val="FFF4DE"/>
                    </a:solidFill>
                  </a:tcPr>
                </a:tc>
                <a:tc>
                  <a:txBody>
                    <a:bodyPr/>
                    <a:lstStyle/>
                    <a:p>
                      <a:pPr algn="ctr"/>
                      <a:r>
                        <a:rPr lang="en-US" dirty="0">
                          <a:solidFill>
                            <a:srgbClr val="000000"/>
                          </a:solidFill>
                        </a:rPr>
                        <a:t>1,200</a:t>
                      </a:r>
                    </a:p>
                  </a:txBody>
                  <a:tcPr>
                    <a:lnL w="12700" cap="flat" cmpd="sng" algn="ctr">
                      <a:solidFill>
                        <a:srgbClr val="0070C0"/>
                      </a:solidFill>
                      <a:prstDash val="solid"/>
                      <a:round/>
                      <a:headEnd type="none" w="med" len="med"/>
                      <a:tailEnd type="none" w="med" len="med"/>
                    </a:lnL>
                    <a:lnR w="12700" cmpd="sng">
                      <a:noFill/>
                    </a:lnR>
                    <a:lnT w="12700" cap="flat" cmpd="sng" algn="ctr">
                      <a:solidFill>
                        <a:srgbClr val="0070C0"/>
                      </a:solidFill>
                      <a:prstDash val="solid"/>
                      <a:round/>
                      <a:headEnd type="none" w="med" len="med"/>
                      <a:tailEnd type="none" w="med" len="med"/>
                    </a:lnT>
                    <a:lnB w="12700" cmpd="sng">
                      <a:noFill/>
                    </a:lnB>
                    <a:lnTlToBr w="12700" cmpd="sng">
                      <a:noFill/>
                      <a:prstDash val="solid"/>
                    </a:lnTlToBr>
                    <a:lnBlToTr w="12700" cmpd="sng">
                      <a:noFill/>
                      <a:prstDash val="solid"/>
                    </a:lnBlToTr>
                    <a:solidFill>
                      <a:srgbClr val="FFF4DE"/>
                    </a:solidFill>
                  </a:tcPr>
                </a:tc>
                <a:extLst>
                  <a:ext uri="{0D108BD9-81ED-4DB2-BD59-A6C34878D82A}">
                    <a16:rowId xmlns:a16="http://schemas.microsoft.com/office/drawing/2014/main" val="268302646"/>
                  </a:ext>
                </a:extLst>
              </a:tr>
            </a:tbl>
          </a:graphicData>
        </a:graphic>
      </p:graphicFrame>
    </p:spTree>
    <p:extLst>
      <p:ext uri="{BB962C8B-B14F-4D97-AF65-F5344CB8AC3E}">
        <p14:creationId xmlns:p14="http://schemas.microsoft.com/office/powerpoint/2010/main" val="304490796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FDF338-F3F9-5F43-E7AA-B1819A82B9A0}"/>
              </a:ext>
            </a:extLst>
          </p:cNvPr>
          <p:cNvSpPr>
            <a:spLocks noGrp="1"/>
          </p:cNvSpPr>
          <p:nvPr>
            <p:ph type="title"/>
          </p:nvPr>
        </p:nvSpPr>
        <p:spPr/>
        <p:txBody>
          <a:bodyPr/>
          <a:lstStyle/>
          <a:p>
            <a:r>
              <a:rPr lang="en-US" sz="3200" dirty="0"/>
              <a:t>4.4 Joint Probability Table</a:t>
            </a:r>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5BBC9964-79FA-0C2E-1E53-50748DD150F9}"/>
                  </a:ext>
                </a:extLst>
              </p:cNvPr>
              <p:cNvSpPr>
                <a:spLocks noGrp="1"/>
              </p:cNvSpPr>
              <p:nvPr>
                <p:ph type="body" sz="quarter" idx="15"/>
              </p:nvPr>
            </p:nvSpPr>
            <p:spPr>
              <a:xfrm>
                <a:off x="793194" y="1242200"/>
                <a:ext cx="10529510" cy="2464184"/>
              </a:xfrm>
            </p:spPr>
            <p:txBody>
              <a:bodyPr>
                <a:noAutofit/>
              </a:bodyPr>
              <a:lstStyle/>
              <a:p>
                <a:r>
                  <a:rPr lang="en-US" dirty="0"/>
                  <a:t>Dividing the data values in the crosstabulation by the total of 1,200 officers enables us to summarize the available information on promotions with a </a:t>
                </a:r>
                <a:r>
                  <a:rPr lang="en-US" b="1" dirty="0"/>
                  <a:t>joint probability table</a:t>
                </a:r>
                <a:r>
                  <a:rPr lang="en-US" dirty="0"/>
                  <a:t>.</a:t>
                </a:r>
              </a:p>
              <a:p>
                <a:r>
                  <a:rPr lang="en-US" dirty="0"/>
                  <a:t>In the body of the table, we have the </a:t>
                </a:r>
                <a:r>
                  <a:rPr lang="en-US" b="1" dirty="0"/>
                  <a:t>joint probabilities</a:t>
                </a:r>
                <a:r>
                  <a:rPr lang="en-US" dirty="0"/>
                  <a:t>, which are the intersection probabilities of the events of whether a police officer was promoted (</a:t>
                </a:r>
                <a14:m>
                  <m:oMath xmlns:m="http://schemas.openxmlformats.org/officeDocument/2006/math">
                    <m:r>
                      <a:rPr lang="en-US" i="1" dirty="0" smtClean="0">
                        <a:latin typeface="Cambria Math" panose="02040503050406030204" pitchFamily="18" charset="0"/>
                      </a:rPr>
                      <m:t>𝐴</m:t>
                    </m:r>
                  </m:oMath>
                </a14:m>
                <a:r>
                  <a:rPr lang="en-US" dirty="0"/>
                  <a:t>) or not (</a:t>
                </a:r>
                <a14:m>
                  <m:oMath xmlns:m="http://schemas.openxmlformats.org/officeDocument/2006/math">
                    <m:r>
                      <a:rPr lang="en-US" i="1" dirty="0" smtClean="0">
                        <a:latin typeface="Cambria Math" panose="02040503050406030204" pitchFamily="18" charset="0"/>
                      </a:rPr>
                      <m:t>𝐴</m:t>
                    </m:r>
                    <m:r>
                      <a:rPr lang="en-US" i="1" baseline="30000" dirty="0">
                        <a:latin typeface="Cambria Math" panose="02040503050406030204" pitchFamily="18" charset="0"/>
                      </a:rPr>
                      <m:t>𝑐</m:t>
                    </m:r>
                  </m:oMath>
                </a14:m>
                <a:r>
                  <a:rPr lang="en-US" dirty="0"/>
                  <a:t>) with whether the police officer is male (</a:t>
                </a:r>
                <a14:m>
                  <m:oMath xmlns:m="http://schemas.openxmlformats.org/officeDocument/2006/math">
                    <m:r>
                      <a:rPr lang="en-US" i="1" dirty="0" smtClean="0">
                        <a:latin typeface="Cambria Math" panose="02040503050406030204" pitchFamily="18" charset="0"/>
                      </a:rPr>
                      <m:t>𝑀</m:t>
                    </m:r>
                  </m:oMath>
                </a14:m>
                <a:r>
                  <a:rPr lang="en-US" dirty="0"/>
                  <a:t>) or female (</a:t>
                </a:r>
                <a14:m>
                  <m:oMath xmlns:m="http://schemas.openxmlformats.org/officeDocument/2006/math">
                    <m:r>
                      <a:rPr lang="en-US" i="1" dirty="0" smtClean="0">
                        <a:latin typeface="Cambria Math" panose="02040503050406030204" pitchFamily="18" charset="0"/>
                      </a:rPr>
                      <m:t>𝐹</m:t>
                    </m:r>
                  </m:oMath>
                </a14:m>
                <a:r>
                  <a:rPr lang="en-US" dirty="0"/>
                  <a:t>).</a:t>
                </a:r>
              </a:p>
              <a:p>
                <a:pPr>
                  <a:spcAft>
                    <a:spcPts val="600"/>
                  </a:spcAft>
                </a:pPr>
                <a:r>
                  <a:rPr lang="en-US" dirty="0"/>
                  <a:t>The joint probability that an officer was promoted (</a:t>
                </a:r>
                <a14:m>
                  <m:oMath xmlns:m="http://schemas.openxmlformats.org/officeDocument/2006/math">
                    <m:r>
                      <a:rPr lang="en-US" i="1" dirty="0" smtClean="0">
                        <a:latin typeface="Cambria Math" panose="02040503050406030204" pitchFamily="18" charset="0"/>
                      </a:rPr>
                      <m:t>𝐴</m:t>
                    </m:r>
                  </m:oMath>
                </a14:m>
                <a:r>
                  <a:rPr lang="en-US" dirty="0"/>
                  <a:t>) and is a male (</a:t>
                </a:r>
                <a14:m>
                  <m:oMath xmlns:m="http://schemas.openxmlformats.org/officeDocument/2006/math">
                    <m:r>
                      <a:rPr lang="en-US" i="1" dirty="0" smtClean="0">
                        <a:latin typeface="Cambria Math" panose="02040503050406030204" pitchFamily="18" charset="0"/>
                      </a:rPr>
                      <m:t>𝑀</m:t>
                    </m:r>
                  </m:oMath>
                </a14:m>
                <a:r>
                  <a:rPr lang="en-US" dirty="0"/>
                  <a:t>)</a:t>
                </a:r>
              </a:p>
              <a:p>
                <a:pPr marL="460375">
                  <a:spcAft>
                    <a:spcPts val="600"/>
                  </a:spcAft>
                </a:pPr>
                <a14:m>
                  <m:oMathPara xmlns:m="http://schemas.openxmlformats.org/officeDocument/2006/math">
                    <m:oMathParaPr>
                      <m:jc m:val="left"/>
                    </m:oMathParaPr>
                    <m:oMath xmlns:m="http://schemas.openxmlformats.org/officeDocument/2006/math">
                      <m:r>
                        <a:rPr lang="en-US" b="0" i="1" smtClean="0">
                          <a:latin typeface="Cambria Math" panose="02040503050406030204" pitchFamily="18" charset="0"/>
                        </a:rPr>
                        <m:t>𝑃</m:t>
                      </m:r>
                      <m:d>
                        <m:dPr>
                          <m:ctrlPr>
                            <a:rPr lang="en-US" b="0" i="1" smtClean="0">
                              <a:latin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𝐴</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𝑀</m:t>
                          </m:r>
                        </m:e>
                      </m:d>
                      <m:r>
                        <a:rPr lang="en-US" b="0" i="1" smtClean="0">
                          <a:latin typeface="Cambria Math" panose="02040503050406030204" pitchFamily="18" charset="0"/>
                          <a:ea typeface="Cambria Math" panose="02040503050406030204" pitchFamily="18" charset="0"/>
                        </a:rPr>
                        <m:t>=</m:t>
                      </m:r>
                      <m:f>
                        <m:fPr>
                          <m:type m:val="lin"/>
                          <m:ctrlPr>
                            <a:rPr lang="en-US" b="0" i="1" smtClean="0">
                              <a:latin typeface="Cambria Math" panose="02040503050406030204" pitchFamily="18" charset="0"/>
                              <a:ea typeface="Cambria Math" panose="02040503050406030204" pitchFamily="18" charset="0"/>
                            </a:rPr>
                          </m:ctrlPr>
                        </m:fPr>
                        <m:num>
                          <m:r>
                            <a:rPr lang="en-US" b="0" i="1" smtClean="0">
                              <a:latin typeface="Cambria Math" panose="02040503050406030204" pitchFamily="18" charset="0"/>
                              <a:ea typeface="Cambria Math" panose="02040503050406030204" pitchFamily="18" charset="0"/>
                            </a:rPr>
                            <m:t>288</m:t>
                          </m:r>
                        </m:num>
                        <m:den>
                          <m:r>
                            <a:rPr lang="en-US" b="0" i="1" smtClean="0">
                              <a:latin typeface="Cambria Math" panose="02040503050406030204" pitchFamily="18" charset="0"/>
                              <a:ea typeface="Cambria Math" panose="02040503050406030204" pitchFamily="18" charset="0"/>
                            </a:rPr>
                            <m:t>1200</m:t>
                          </m:r>
                        </m:den>
                      </m:f>
                      <m:r>
                        <a:rPr lang="en-US" b="0" i="1" smtClean="0">
                          <a:latin typeface="Cambria Math" panose="02040503050406030204" pitchFamily="18" charset="0"/>
                          <a:ea typeface="Cambria Math" panose="02040503050406030204" pitchFamily="18" charset="0"/>
                        </a:rPr>
                        <m:t>=0.24</m:t>
                      </m:r>
                    </m:oMath>
                  </m:oMathPara>
                </a14:m>
                <a:endParaRPr lang="en-US" dirty="0"/>
              </a:p>
            </p:txBody>
          </p:sp>
        </mc:Choice>
        <mc:Fallback xmlns="">
          <p:sp>
            <p:nvSpPr>
              <p:cNvPr id="3" name="Text Placeholder 2">
                <a:extLst>
                  <a:ext uri="{FF2B5EF4-FFF2-40B4-BE49-F238E27FC236}">
                    <a16:creationId xmlns:a16="http://schemas.microsoft.com/office/drawing/2014/main" id="{5BBC9964-79FA-0C2E-1E53-50748DD150F9}"/>
                  </a:ext>
                </a:extLst>
              </p:cNvPr>
              <p:cNvSpPr>
                <a:spLocks noGrp="1" noRot="1" noChangeAspect="1" noMove="1" noResize="1" noEditPoints="1" noAdjustHandles="1" noChangeArrowheads="1" noChangeShapeType="1" noTextEdit="1"/>
              </p:cNvSpPr>
              <p:nvPr>
                <p:ph type="body" sz="quarter" idx="15"/>
              </p:nvPr>
            </p:nvSpPr>
            <p:spPr>
              <a:xfrm>
                <a:off x="793194" y="1242200"/>
                <a:ext cx="10529510" cy="2464184"/>
              </a:xfrm>
              <a:blipFill>
                <a:blip r:embed="rId3"/>
                <a:stretch>
                  <a:fillRect l="-1448" t="-297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 name="Text Placeholder 3">
                <a:extLst>
                  <a:ext uri="{FF2B5EF4-FFF2-40B4-BE49-F238E27FC236}">
                    <a16:creationId xmlns:a16="http://schemas.microsoft.com/office/drawing/2014/main" id="{8C787D2C-90D1-5C18-F187-82972A97C32E}"/>
                  </a:ext>
                </a:extLst>
              </p:cNvPr>
              <p:cNvSpPr>
                <a:spLocks noGrp="1"/>
              </p:cNvSpPr>
              <p:nvPr>
                <p:ph type="body" sz="quarter" idx="18"/>
              </p:nvPr>
            </p:nvSpPr>
            <p:spPr>
              <a:xfrm>
                <a:off x="793194" y="3771901"/>
                <a:ext cx="4658700" cy="1843900"/>
              </a:xfrm>
            </p:spPr>
            <p:txBody>
              <a:bodyPr>
                <a:noAutofit/>
              </a:bodyPr>
              <a:lstStyle/>
              <a:p>
                <a:r>
                  <a:rPr lang="en-US" dirty="0"/>
                  <a:t>On the margins of the table, we have the </a:t>
                </a:r>
                <a:r>
                  <a:rPr lang="en-US" b="1" dirty="0"/>
                  <a:t>marginal probabilities</a:t>
                </a:r>
                <a:r>
                  <a:rPr lang="en-US" dirty="0"/>
                  <a:t>, providing the probabilities of each separate event.</a:t>
                </a:r>
              </a:p>
              <a:p>
                <a:pPr>
                  <a:spcAft>
                    <a:spcPts val="600"/>
                  </a:spcAft>
                </a:pPr>
                <a:r>
                  <a:rPr lang="en-US" dirty="0"/>
                  <a:t>The probability that an officer is male (</a:t>
                </a:r>
                <a14:m>
                  <m:oMath xmlns:m="http://schemas.openxmlformats.org/officeDocument/2006/math">
                    <m:r>
                      <a:rPr lang="en-US" i="1" dirty="0" smtClean="0">
                        <a:latin typeface="Cambria Math" panose="02040503050406030204" pitchFamily="18" charset="0"/>
                      </a:rPr>
                      <m:t>𝑀</m:t>
                    </m:r>
                  </m:oMath>
                </a14:m>
                <a:r>
                  <a:rPr lang="en-US" dirty="0"/>
                  <a:t>)</a:t>
                </a:r>
              </a:p>
              <a:p>
                <a:pPr marL="460375">
                  <a:spcAft>
                    <a:spcPts val="600"/>
                  </a:spcAft>
                </a:pPr>
                <a14:m>
                  <m:oMathPara xmlns:m="http://schemas.openxmlformats.org/officeDocument/2006/math">
                    <m:oMathParaPr>
                      <m:jc m:val="left"/>
                    </m:oMathParaPr>
                    <m:oMath xmlns:m="http://schemas.openxmlformats.org/officeDocument/2006/math">
                      <m:r>
                        <a:rPr lang="en-US" b="0" i="1" smtClean="0">
                          <a:latin typeface="Cambria Math" panose="02040503050406030204" pitchFamily="18" charset="0"/>
                          <a:ea typeface="Cambria Math" panose="02040503050406030204" pitchFamily="18" charset="0"/>
                        </a:rPr>
                        <m:t>𝑃</m:t>
                      </m:r>
                      <m:d>
                        <m:dPr>
                          <m:ctrlPr>
                            <a:rPr lang="en-US" b="0" i="1" smtClean="0">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𝑀</m:t>
                          </m:r>
                        </m:e>
                      </m:d>
                      <m:r>
                        <a:rPr lang="en-US" b="0" i="1" smtClean="0">
                          <a:latin typeface="Cambria Math" panose="02040503050406030204" pitchFamily="18" charset="0"/>
                          <a:ea typeface="Cambria Math" panose="02040503050406030204" pitchFamily="18" charset="0"/>
                        </a:rPr>
                        <m:t>=</m:t>
                      </m:r>
                      <m:f>
                        <m:fPr>
                          <m:type m:val="lin"/>
                          <m:ctrlPr>
                            <a:rPr lang="en-US" b="0" i="1" smtClean="0">
                              <a:latin typeface="Cambria Math" panose="02040503050406030204" pitchFamily="18" charset="0"/>
                              <a:ea typeface="Cambria Math" panose="02040503050406030204" pitchFamily="18" charset="0"/>
                            </a:rPr>
                          </m:ctrlPr>
                        </m:fPr>
                        <m:num>
                          <m:r>
                            <a:rPr lang="en-US" b="0" i="1" smtClean="0">
                              <a:latin typeface="Cambria Math" panose="02040503050406030204" pitchFamily="18" charset="0"/>
                              <a:ea typeface="Cambria Math" panose="02040503050406030204" pitchFamily="18" charset="0"/>
                            </a:rPr>
                            <m:t>960</m:t>
                          </m:r>
                        </m:num>
                        <m:den>
                          <m:r>
                            <a:rPr lang="en-US" b="0" i="1" smtClean="0">
                              <a:latin typeface="Cambria Math" panose="02040503050406030204" pitchFamily="18" charset="0"/>
                              <a:ea typeface="Cambria Math" panose="02040503050406030204" pitchFamily="18" charset="0"/>
                            </a:rPr>
                            <m:t>1200</m:t>
                          </m:r>
                        </m:den>
                      </m:f>
                      <m:r>
                        <a:rPr lang="en-US" b="0" i="1" smtClean="0">
                          <a:latin typeface="Cambria Math" panose="02040503050406030204" pitchFamily="18" charset="0"/>
                          <a:ea typeface="Cambria Math" panose="02040503050406030204" pitchFamily="18" charset="0"/>
                        </a:rPr>
                        <m:t>=0.80</m:t>
                      </m:r>
                    </m:oMath>
                  </m:oMathPara>
                </a14:m>
                <a:endParaRPr lang="en-US" dirty="0"/>
              </a:p>
            </p:txBody>
          </p:sp>
        </mc:Choice>
        <mc:Fallback xmlns="">
          <p:sp>
            <p:nvSpPr>
              <p:cNvPr id="4" name="Text Placeholder 3">
                <a:extLst>
                  <a:ext uri="{FF2B5EF4-FFF2-40B4-BE49-F238E27FC236}">
                    <a16:creationId xmlns:a16="http://schemas.microsoft.com/office/drawing/2014/main" id="{8C787D2C-90D1-5C18-F187-82972A97C32E}"/>
                  </a:ext>
                </a:extLst>
              </p:cNvPr>
              <p:cNvSpPr>
                <a:spLocks noGrp="1" noRot="1" noChangeAspect="1" noMove="1" noResize="1" noEditPoints="1" noAdjustHandles="1" noChangeArrowheads="1" noChangeShapeType="1" noTextEdit="1"/>
              </p:cNvSpPr>
              <p:nvPr>
                <p:ph type="body" sz="quarter" idx="18"/>
              </p:nvPr>
            </p:nvSpPr>
            <p:spPr>
              <a:xfrm>
                <a:off x="793194" y="3771901"/>
                <a:ext cx="4658700" cy="1843900"/>
              </a:xfrm>
              <a:blipFill>
                <a:blip r:embed="rId4"/>
                <a:stretch>
                  <a:fillRect l="-3272" t="-3974" r="-2880"/>
                </a:stretch>
              </a:blipFill>
            </p:spPr>
            <p:txBody>
              <a:bodyPr/>
              <a:lstStyle/>
              <a:p>
                <a:r>
                  <a:rPr lang="en-US">
                    <a:noFill/>
                  </a:rPr>
                  <a:t> </a:t>
                </a:r>
              </a:p>
            </p:txBody>
          </p:sp>
        </mc:Fallback>
      </mc:AlternateContent>
      <p:graphicFrame>
        <p:nvGraphicFramePr>
          <p:cNvPr id="6" name="Table 7">
            <a:extLst>
              <a:ext uri="{FF2B5EF4-FFF2-40B4-BE49-F238E27FC236}">
                <a16:creationId xmlns:a16="http://schemas.microsoft.com/office/drawing/2014/main" id="{88647B9A-BDD7-D65A-6FD8-AA14464E1FF6}"/>
              </a:ext>
            </a:extLst>
          </p:cNvPr>
          <p:cNvGraphicFramePr>
            <a:graphicFrameLocks noGrp="1"/>
          </p:cNvGraphicFramePr>
          <p:nvPr>
            <p:ph type="tbl" sz="quarter" idx="22"/>
            <p:extLst>
              <p:ext uri="{D42A27DB-BD31-4B8C-83A1-F6EECF244321}">
                <p14:modId xmlns:p14="http://schemas.microsoft.com/office/powerpoint/2010/main" val="1468481853"/>
              </p:ext>
            </p:extLst>
          </p:nvPr>
        </p:nvGraphicFramePr>
        <p:xfrm>
          <a:off x="5780419" y="3543299"/>
          <a:ext cx="5245861" cy="1843900"/>
        </p:xfrm>
        <a:graphic>
          <a:graphicData uri="http://schemas.openxmlformats.org/drawingml/2006/table">
            <a:tbl>
              <a:tblPr firstRow="1" bandRow="1">
                <a:tableStyleId>{5C22544A-7EE6-4342-B048-85BDC9FD1C3A}</a:tableStyleId>
              </a:tblPr>
              <a:tblGrid>
                <a:gridCol w="1966102">
                  <a:extLst>
                    <a:ext uri="{9D8B030D-6E8A-4147-A177-3AD203B41FA5}">
                      <a16:colId xmlns:a16="http://schemas.microsoft.com/office/drawing/2014/main" val="3636198848"/>
                    </a:ext>
                  </a:extLst>
                </a:gridCol>
                <a:gridCol w="1203385">
                  <a:extLst>
                    <a:ext uri="{9D8B030D-6E8A-4147-A177-3AD203B41FA5}">
                      <a16:colId xmlns:a16="http://schemas.microsoft.com/office/drawing/2014/main" val="442229658"/>
                    </a:ext>
                  </a:extLst>
                </a:gridCol>
                <a:gridCol w="1203385">
                  <a:extLst>
                    <a:ext uri="{9D8B030D-6E8A-4147-A177-3AD203B41FA5}">
                      <a16:colId xmlns:a16="http://schemas.microsoft.com/office/drawing/2014/main" val="869538710"/>
                    </a:ext>
                  </a:extLst>
                </a:gridCol>
                <a:gridCol w="872989">
                  <a:extLst>
                    <a:ext uri="{9D8B030D-6E8A-4147-A177-3AD203B41FA5}">
                      <a16:colId xmlns:a16="http://schemas.microsoft.com/office/drawing/2014/main" val="1501990743"/>
                    </a:ext>
                  </a:extLst>
                </a:gridCol>
              </a:tblGrid>
              <a:tr h="460975">
                <a:tc>
                  <a:txBody>
                    <a:bodyPr/>
                    <a:lstStyle/>
                    <a:p>
                      <a:endParaRPr lang="en-US" dirty="0">
                        <a:solidFill>
                          <a:srgbClr val="000000"/>
                        </a:solidFill>
                      </a:endParaRPr>
                    </a:p>
                  </a:txBody>
                  <a:tcPr>
                    <a:lnL w="12700" cmpd="sng">
                      <a:noFill/>
                    </a:lnL>
                    <a:lnR w="12700" cap="flat" cmpd="sng" algn="ctr">
                      <a:solidFill>
                        <a:srgbClr val="0070C0"/>
                      </a:solidFill>
                      <a:prstDash val="solid"/>
                      <a:round/>
                      <a:headEnd type="none" w="med" len="med"/>
                      <a:tailEnd type="none" w="med" len="med"/>
                    </a:lnR>
                    <a:lnT w="12700" cmpd="sng">
                      <a:noFill/>
                    </a:lnT>
                    <a:lnB w="12700" cap="flat" cmpd="sng" algn="ctr">
                      <a:solidFill>
                        <a:srgbClr val="0070C0"/>
                      </a:solidFill>
                      <a:prstDash val="solid"/>
                      <a:round/>
                      <a:headEnd type="none" w="med" len="med"/>
                      <a:tailEnd type="none" w="med" len="med"/>
                    </a:lnB>
                    <a:lnTlToBr w="12700" cmpd="sng">
                      <a:noFill/>
                      <a:prstDash val="solid"/>
                    </a:lnTlToBr>
                    <a:lnBlToTr w="12700" cmpd="sng">
                      <a:noFill/>
                      <a:prstDash val="solid"/>
                    </a:lnBlToTr>
                    <a:solidFill>
                      <a:srgbClr val="FFF4DE"/>
                    </a:solidFill>
                  </a:tcPr>
                </a:tc>
                <a:tc>
                  <a:txBody>
                    <a:bodyPr/>
                    <a:lstStyle/>
                    <a:p>
                      <a:pPr algn="ctr"/>
                      <a:r>
                        <a:rPr lang="en-US" dirty="0">
                          <a:solidFill>
                            <a:srgbClr val="000000"/>
                          </a:solidFill>
                        </a:rPr>
                        <a:t>Male (</a:t>
                      </a:r>
                      <a:r>
                        <a:rPr lang="en-US" i="1" dirty="0">
                          <a:solidFill>
                            <a:srgbClr val="000000"/>
                          </a:solidFill>
                        </a:rPr>
                        <a:t>M</a:t>
                      </a:r>
                      <a:r>
                        <a:rPr lang="en-US" dirty="0">
                          <a:solidFill>
                            <a:srgbClr val="000000"/>
                          </a:solidFill>
                        </a:rPr>
                        <a:t>)</a:t>
                      </a:r>
                    </a:p>
                  </a:txBody>
                  <a:tcPr>
                    <a:lnL w="12700" cap="flat" cmpd="sng" algn="ctr">
                      <a:solidFill>
                        <a:srgbClr val="0070C0"/>
                      </a:solidFill>
                      <a:prstDash val="solid"/>
                      <a:round/>
                      <a:headEnd type="none" w="med" len="med"/>
                      <a:tailEnd type="none" w="med" len="med"/>
                    </a:lnL>
                    <a:lnR w="12700" cmpd="sng">
                      <a:noFill/>
                    </a:lnR>
                    <a:lnT w="12700" cmpd="sng">
                      <a:noFill/>
                    </a:lnT>
                    <a:lnB w="12700" cap="flat" cmpd="sng" algn="ctr">
                      <a:solidFill>
                        <a:srgbClr val="0070C0"/>
                      </a:solidFill>
                      <a:prstDash val="solid"/>
                      <a:round/>
                      <a:headEnd type="none" w="med" len="med"/>
                      <a:tailEnd type="none" w="med" len="med"/>
                    </a:lnB>
                    <a:lnTlToBr w="12700" cmpd="sng">
                      <a:noFill/>
                      <a:prstDash val="solid"/>
                    </a:lnTlToBr>
                    <a:lnBlToTr w="12700" cmpd="sng">
                      <a:noFill/>
                      <a:prstDash val="solid"/>
                    </a:lnBlToTr>
                    <a:solidFill>
                      <a:srgbClr val="FFF4DE"/>
                    </a:solidFill>
                  </a:tcPr>
                </a:tc>
                <a:tc>
                  <a:txBody>
                    <a:bodyPr/>
                    <a:lstStyle/>
                    <a:p>
                      <a:pPr algn="ctr"/>
                      <a:r>
                        <a:rPr lang="en-US" dirty="0">
                          <a:solidFill>
                            <a:srgbClr val="000000"/>
                          </a:solidFill>
                        </a:rPr>
                        <a:t>Female (</a:t>
                      </a:r>
                      <a:r>
                        <a:rPr lang="en-US" i="1" dirty="0">
                          <a:solidFill>
                            <a:srgbClr val="000000"/>
                          </a:solidFill>
                        </a:rPr>
                        <a:t>F</a:t>
                      </a:r>
                      <a:r>
                        <a:rPr lang="en-US" dirty="0">
                          <a:solidFill>
                            <a:srgbClr val="000000"/>
                          </a:solidFill>
                        </a:rPr>
                        <a:t>)</a:t>
                      </a:r>
                    </a:p>
                  </a:txBody>
                  <a:tcPr>
                    <a:lnL w="12700" cmpd="sng">
                      <a:noFill/>
                    </a:lnL>
                    <a:lnR w="12700" cap="flat" cmpd="sng" algn="ctr">
                      <a:solidFill>
                        <a:srgbClr val="0070C0"/>
                      </a:solidFill>
                      <a:prstDash val="solid"/>
                      <a:round/>
                      <a:headEnd type="none" w="med" len="med"/>
                      <a:tailEnd type="none" w="med" len="med"/>
                    </a:lnR>
                    <a:lnT w="12700" cmpd="sng">
                      <a:noFill/>
                    </a:lnT>
                    <a:lnB w="12700" cap="flat" cmpd="sng" algn="ctr">
                      <a:solidFill>
                        <a:srgbClr val="0070C0"/>
                      </a:solidFill>
                      <a:prstDash val="solid"/>
                      <a:round/>
                      <a:headEnd type="none" w="med" len="med"/>
                      <a:tailEnd type="none" w="med" len="med"/>
                    </a:lnB>
                    <a:lnTlToBr w="12700" cmpd="sng">
                      <a:noFill/>
                      <a:prstDash val="solid"/>
                    </a:lnTlToBr>
                    <a:lnBlToTr w="12700" cmpd="sng">
                      <a:noFill/>
                      <a:prstDash val="solid"/>
                    </a:lnBlToTr>
                    <a:solidFill>
                      <a:srgbClr val="FFF4DE"/>
                    </a:solidFill>
                  </a:tcPr>
                </a:tc>
                <a:tc>
                  <a:txBody>
                    <a:bodyPr/>
                    <a:lstStyle/>
                    <a:p>
                      <a:pPr algn="ctr"/>
                      <a:r>
                        <a:rPr lang="en-US" dirty="0">
                          <a:solidFill>
                            <a:srgbClr val="000000"/>
                          </a:solidFill>
                        </a:rPr>
                        <a:t>Total</a:t>
                      </a:r>
                    </a:p>
                  </a:txBody>
                  <a:tcPr>
                    <a:lnL w="12700" cap="flat" cmpd="sng" algn="ctr">
                      <a:solidFill>
                        <a:srgbClr val="0070C0"/>
                      </a:solidFill>
                      <a:prstDash val="solid"/>
                      <a:round/>
                      <a:headEnd type="none" w="med" len="med"/>
                      <a:tailEnd type="none" w="med" len="med"/>
                    </a:lnL>
                    <a:lnR w="12700" cmpd="sng">
                      <a:noFill/>
                    </a:lnR>
                    <a:lnT w="12700" cmpd="sng">
                      <a:noFill/>
                    </a:lnT>
                    <a:lnB w="12700" cap="flat" cmpd="sng" algn="ctr">
                      <a:solidFill>
                        <a:srgbClr val="0070C0"/>
                      </a:solidFill>
                      <a:prstDash val="solid"/>
                      <a:round/>
                      <a:headEnd type="none" w="med" len="med"/>
                      <a:tailEnd type="none" w="med" len="med"/>
                    </a:lnB>
                    <a:lnTlToBr w="12700" cmpd="sng">
                      <a:noFill/>
                      <a:prstDash val="solid"/>
                    </a:lnTlToBr>
                    <a:lnBlToTr w="12700" cmpd="sng">
                      <a:noFill/>
                      <a:prstDash val="solid"/>
                    </a:lnBlToTr>
                    <a:solidFill>
                      <a:srgbClr val="FFF4DE"/>
                    </a:solidFill>
                  </a:tcPr>
                </a:tc>
                <a:extLst>
                  <a:ext uri="{0D108BD9-81ED-4DB2-BD59-A6C34878D82A}">
                    <a16:rowId xmlns:a16="http://schemas.microsoft.com/office/drawing/2014/main" val="637853087"/>
                  </a:ext>
                </a:extLst>
              </a:tr>
              <a:tr h="460975">
                <a:tc>
                  <a:txBody>
                    <a:bodyPr/>
                    <a:lstStyle/>
                    <a:p>
                      <a:r>
                        <a:rPr lang="en-US" b="1" dirty="0">
                          <a:solidFill>
                            <a:srgbClr val="000000"/>
                          </a:solidFill>
                        </a:rPr>
                        <a:t>Promoted (</a:t>
                      </a:r>
                      <a:r>
                        <a:rPr lang="en-US" b="1" i="1" dirty="0">
                          <a:solidFill>
                            <a:srgbClr val="000000"/>
                          </a:solidFill>
                        </a:rPr>
                        <a:t>A</a:t>
                      </a:r>
                      <a:r>
                        <a:rPr lang="en-US" b="1" dirty="0">
                          <a:solidFill>
                            <a:srgbClr val="000000"/>
                          </a:solidFill>
                        </a:rPr>
                        <a:t>)</a:t>
                      </a:r>
                    </a:p>
                  </a:txBody>
                  <a:tcPr>
                    <a:lnL w="12700" cmpd="sng">
                      <a:noFill/>
                    </a:lnL>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mpd="sng">
                      <a:noFill/>
                    </a:lnB>
                    <a:lnTlToBr w="12700" cmpd="sng">
                      <a:noFill/>
                      <a:prstDash val="solid"/>
                    </a:lnTlToBr>
                    <a:lnBlToTr w="12700" cmpd="sng">
                      <a:noFill/>
                      <a:prstDash val="solid"/>
                    </a:lnBlToTr>
                    <a:solidFill>
                      <a:srgbClr val="FFF4DE"/>
                    </a:solidFill>
                  </a:tcPr>
                </a:tc>
                <a:tc>
                  <a:txBody>
                    <a:bodyPr/>
                    <a:lstStyle/>
                    <a:p>
                      <a:pPr algn="ctr"/>
                      <a:r>
                        <a:rPr lang="en-US" dirty="0">
                          <a:solidFill>
                            <a:srgbClr val="000000"/>
                          </a:solidFill>
                        </a:rPr>
                        <a:t>0.24</a:t>
                      </a:r>
                    </a:p>
                  </a:txBody>
                  <a:tcPr>
                    <a:lnL w="12700" cap="flat" cmpd="sng" algn="ctr">
                      <a:solidFill>
                        <a:srgbClr val="0070C0"/>
                      </a:solidFill>
                      <a:prstDash val="solid"/>
                      <a:round/>
                      <a:headEnd type="none" w="med" len="med"/>
                      <a:tailEnd type="none" w="med" len="med"/>
                    </a:lnL>
                    <a:lnR w="12700" cmpd="sng">
                      <a:noFill/>
                    </a:lnR>
                    <a:lnT w="12700" cap="flat" cmpd="sng" algn="ctr">
                      <a:solidFill>
                        <a:srgbClr val="0070C0"/>
                      </a:solidFill>
                      <a:prstDash val="solid"/>
                      <a:round/>
                      <a:headEnd type="none" w="med" len="med"/>
                      <a:tailEnd type="none" w="med" len="med"/>
                    </a:lnT>
                    <a:lnB w="12700" cmpd="sng">
                      <a:noFill/>
                    </a:lnB>
                    <a:lnTlToBr w="12700" cmpd="sng">
                      <a:noFill/>
                      <a:prstDash val="solid"/>
                    </a:lnTlToBr>
                    <a:lnBlToTr w="12700" cmpd="sng">
                      <a:noFill/>
                      <a:prstDash val="solid"/>
                    </a:lnBlToTr>
                    <a:solidFill>
                      <a:srgbClr val="FFF4DE"/>
                    </a:solidFill>
                  </a:tcPr>
                </a:tc>
                <a:tc>
                  <a:txBody>
                    <a:bodyPr/>
                    <a:lstStyle/>
                    <a:p>
                      <a:pPr algn="ctr"/>
                      <a:r>
                        <a:rPr lang="en-US" dirty="0">
                          <a:solidFill>
                            <a:srgbClr val="000000"/>
                          </a:solidFill>
                        </a:rPr>
                        <a:t>0.03</a:t>
                      </a:r>
                    </a:p>
                  </a:txBody>
                  <a:tcPr>
                    <a:lnL w="12700" cmpd="sng">
                      <a:noFill/>
                    </a:lnL>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mpd="sng">
                      <a:noFill/>
                    </a:lnB>
                    <a:lnTlToBr w="12700" cmpd="sng">
                      <a:noFill/>
                      <a:prstDash val="solid"/>
                    </a:lnTlToBr>
                    <a:lnBlToTr w="12700" cmpd="sng">
                      <a:noFill/>
                      <a:prstDash val="solid"/>
                    </a:lnBlToTr>
                    <a:solidFill>
                      <a:srgbClr val="FFF4DE"/>
                    </a:solidFill>
                  </a:tcPr>
                </a:tc>
                <a:tc>
                  <a:txBody>
                    <a:bodyPr/>
                    <a:lstStyle/>
                    <a:p>
                      <a:pPr algn="ctr"/>
                      <a:r>
                        <a:rPr lang="en-US" dirty="0">
                          <a:solidFill>
                            <a:srgbClr val="000000"/>
                          </a:solidFill>
                        </a:rPr>
                        <a:t>0.27</a:t>
                      </a:r>
                    </a:p>
                  </a:txBody>
                  <a:tcPr>
                    <a:lnL w="12700" cap="flat" cmpd="sng" algn="ctr">
                      <a:solidFill>
                        <a:srgbClr val="0070C0"/>
                      </a:solidFill>
                      <a:prstDash val="solid"/>
                      <a:round/>
                      <a:headEnd type="none" w="med" len="med"/>
                      <a:tailEnd type="none" w="med" len="med"/>
                    </a:lnL>
                    <a:lnR w="12700" cmpd="sng">
                      <a:noFill/>
                    </a:lnR>
                    <a:lnT w="12700" cap="flat" cmpd="sng" algn="ctr">
                      <a:solidFill>
                        <a:srgbClr val="0070C0"/>
                      </a:solidFill>
                      <a:prstDash val="solid"/>
                      <a:round/>
                      <a:headEnd type="none" w="med" len="med"/>
                      <a:tailEnd type="none" w="med" len="med"/>
                    </a:lnT>
                    <a:lnB w="12700" cmpd="sng">
                      <a:noFill/>
                    </a:lnB>
                    <a:lnTlToBr w="12700" cmpd="sng">
                      <a:noFill/>
                      <a:prstDash val="solid"/>
                    </a:lnTlToBr>
                    <a:lnBlToTr w="12700" cmpd="sng">
                      <a:noFill/>
                      <a:prstDash val="solid"/>
                    </a:lnBlToTr>
                    <a:solidFill>
                      <a:srgbClr val="FFF4DE"/>
                    </a:solidFill>
                  </a:tcPr>
                </a:tc>
                <a:extLst>
                  <a:ext uri="{0D108BD9-81ED-4DB2-BD59-A6C34878D82A}">
                    <a16:rowId xmlns:a16="http://schemas.microsoft.com/office/drawing/2014/main" val="1766568400"/>
                  </a:ext>
                </a:extLst>
              </a:tr>
              <a:tr h="460975">
                <a:tc>
                  <a:txBody>
                    <a:bodyPr/>
                    <a:lstStyle/>
                    <a:p>
                      <a:r>
                        <a:rPr lang="en-US" b="1" dirty="0">
                          <a:solidFill>
                            <a:srgbClr val="000000"/>
                          </a:solidFill>
                        </a:rPr>
                        <a:t>Not Promoted (</a:t>
                      </a:r>
                      <a:r>
                        <a:rPr lang="en-US" b="1" i="1" dirty="0">
                          <a:solidFill>
                            <a:srgbClr val="000000"/>
                          </a:solidFill>
                        </a:rPr>
                        <a:t>A</a:t>
                      </a:r>
                      <a:r>
                        <a:rPr lang="en-US" b="1" baseline="30000" dirty="0">
                          <a:solidFill>
                            <a:srgbClr val="000000"/>
                          </a:solidFill>
                        </a:rPr>
                        <a:t>c</a:t>
                      </a:r>
                      <a:r>
                        <a:rPr lang="en-US" b="1" dirty="0">
                          <a:solidFill>
                            <a:srgbClr val="000000"/>
                          </a:solidFill>
                        </a:rPr>
                        <a:t>)</a:t>
                      </a:r>
                    </a:p>
                  </a:txBody>
                  <a:tcPr>
                    <a:lnL w="12700" cmpd="sng">
                      <a:noFill/>
                    </a:lnL>
                    <a:lnR w="12700" cap="flat" cmpd="sng" algn="ctr">
                      <a:solidFill>
                        <a:srgbClr val="0070C0"/>
                      </a:solidFill>
                      <a:prstDash val="solid"/>
                      <a:round/>
                      <a:headEnd type="none" w="med" len="med"/>
                      <a:tailEnd type="none" w="med" len="med"/>
                    </a:lnR>
                    <a:lnT w="12700" cmpd="sng">
                      <a:noFill/>
                    </a:lnT>
                    <a:lnB w="12700" cap="flat" cmpd="sng" algn="ctr">
                      <a:solidFill>
                        <a:srgbClr val="0070C0"/>
                      </a:solidFill>
                      <a:prstDash val="solid"/>
                      <a:round/>
                      <a:headEnd type="none" w="med" len="med"/>
                      <a:tailEnd type="none" w="med" len="med"/>
                    </a:lnB>
                    <a:lnTlToBr w="12700" cmpd="sng">
                      <a:noFill/>
                      <a:prstDash val="solid"/>
                    </a:lnTlToBr>
                    <a:lnBlToTr w="12700" cmpd="sng">
                      <a:noFill/>
                      <a:prstDash val="solid"/>
                    </a:lnBlToTr>
                    <a:solidFill>
                      <a:srgbClr val="FFF4DE"/>
                    </a:solidFill>
                  </a:tcPr>
                </a:tc>
                <a:tc>
                  <a:txBody>
                    <a:bodyPr/>
                    <a:lstStyle/>
                    <a:p>
                      <a:pPr algn="ctr"/>
                      <a:r>
                        <a:rPr lang="en-US" dirty="0">
                          <a:solidFill>
                            <a:srgbClr val="000000"/>
                          </a:solidFill>
                        </a:rPr>
                        <a:t>0.56</a:t>
                      </a:r>
                    </a:p>
                  </a:txBody>
                  <a:tcPr>
                    <a:lnL w="12700" cap="flat" cmpd="sng" algn="ctr">
                      <a:solidFill>
                        <a:srgbClr val="0070C0"/>
                      </a:solidFill>
                      <a:prstDash val="solid"/>
                      <a:round/>
                      <a:headEnd type="none" w="med" len="med"/>
                      <a:tailEnd type="none" w="med" len="med"/>
                    </a:lnL>
                    <a:lnR w="12700" cmpd="sng">
                      <a:noFill/>
                    </a:lnR>
                    <a:lnT w="12700" cmpd="sng">
                      <a:noFill/>
                    </a:lnT>
                    <a:lnB w="12700" cap="flat" cmpd="sng" algn="ctr">
                      <a:solidFill>
                        <a:srgbClr val="0070C0"/>
                      </a:solidFill>
                      <a:prstDash val="solid"/>
                      <a:round/>
                      <a:headEnd type="none" w="med" len="med"/>
                      <a:tailEnd type="none" w="med" len="med"/>
                    </a:lnB>
                    <a:lnTlToBr w="12700" cmpd="sng">
                      <a:noFill/>
                      <a:prstDash val="solid"/>
                    </a:lnTlToBr>
                    <a:lnBlToTr w="12700" cmpd="sng">
                      <a:noFill/>
                      <a:prstDash val="solid"/>
                    </a:lnBlToTr>
                    <a:solidFill>
                      <a:srgbClr val="FFF4DE"/>
                    </a:solidFill>
                  </a:tcPr>
                </a:tc>
                <a:tc>
                  <a:txBody>
                    <a:bodyPr/>
                    <a:lstStyle/>
                    <a:p>
                      <a:pPr algn="ctr"/>
                      <a:r>
                        <a:rPr lang="en-US" dirty="0">
                          <a:solidFill>
                            <a:srgbClr val="000000"/>
                          </a:solidFill>
                        </a:rPr>
                        <a:t>0.17</a:t>
                      </a:r>
                    </a:p>
                  </a:txBody>
                  <a:tcPr>
                    <a:lnL w="12700" cmpd="sng">
                      <a:noFill/>
                    </a:lnL>
                    <a:lnR w="12700" cap="flat" cmpd="sng" algn="ctr">
                      <a:solidFill>
                        <a:srgbClr val="0070C0"/>
                      </a:solidFill>
                      <a:prstDash val="solid"/>
                      <a:round/>
                      <a:headEnd type="none" w="med" len="med"/>
                      <a:tailEnd type="none" w="med" len="med"/>
                    </a:lnR>
                    <a:lnT w="12700" cmpd="sng">
                      <a:noFill/>
                    </a:lnT>
                    <a:lnB w="12700" cap="flat" cmpd="sng" algn="ctr">
                      <a:solidFill>
                        <a:srgbClr val="0070C0"/>
                      </a:solidFill>
                      <a:prstDash val="solid"/>
                      <a:round/>
                      <a:headEnd type="none" w="med" len="med"/>
                      <a:tailEnd type="none" w="med" len="med"/>
                    </a:lnB>
                    <a:lnTlToBr w="12700" cmpd="sng">
                      <a:noFill/>
                      <a:prstDash val="solid"/>
                    </a:lnTlToBr>
                    <a:lnBlToTr w="12700" cmpd="sng">
                      <a:noFill/>
                      <a:prstDash val="solid"/>
                    </a:lnBlToTr>
                    <a:solidFill>
                      <a:srgbClr val="FFF4DE"/>
                    </a:solidFill>
                  </a:tcPr>
                </a:tc>
                <a:tc>
                  <a:txBody>
                    <a:bodyPr/>
                    <a:lstStyle/>
                    <a:p>
                      <a:pPr algn="ctr"/>
                      <a:r>
                        <a:rPr lang="en-US" dirty="0">
                          <a:solidFill>
                            <a:srgbClr val="000000"/>
                          </a:solidFill>
                        </a:rPr>
                        <a:t>0.73</a:t>
                      </a:r>
                    </a:p>
                  </a:txBody>
                  <a:tcPr>
                    <a:lnL w="12700" cap="flat" cmpd="sng" algn="ctr">
                      <a:solidFill>
                        <a:srgbClr val="0070C0"/>
                      </a:solidFill>
                      <a:prstDash val="solid"/>
                      <a:round/>
                      <a:headEnd type="none" w="med" len="med"/>
                      <a:tailEnd type="none" w="med" len="med"/>
                    </a:lnL>
                    <a:lnR w="12700" cmpd="sng">
                      <a:noFill/>
                    </a:lnR>
                    <a:lnT w="12700" cmpd="sng">
                      <a:noFill/>
                    </a:lnT>
                    <a:lnB w="12700" cap="flat" cmpd="sng" algn="ctr">
                      <a:solidFill>
                        <a:srgbClr val="0070C0"/>
                      </a:solidFill>
                      <a:prstDash val="solid"/>
                      <a:round/>
                      <a:headEnd type="none" w="med" len="med"/>
                      <a:tailEnd type="none" w="med" len="med"/>
                    </a:lnB>
                    <a:lnTlToBr w="12700" cmpd="sng">
                      <a:noFill/>
                      <a:prstDash val="solid"/>
                    </a:lnTlToBr>
                    <a:lnBlToTr w="12700" cmpd="sng">
                      <a:noFill/>
                      <a:prstDash val="solid"/>
                    </a:lnBlToTr>
                    <a:solidFill>
                      <a:srgbClr val="FFF4DE"/>
                    </a:solidFill>
                  </a:tcPr>
                </a:tc>
                <a:extLst>
                  <a:ext uri="{0D108BD9-81ED-4DB2-BD59-A6C34878D82A}">
                    <a16:rowId xmlns:a16="http://schemas.microsoft.com/office/drawing/2014/main" val="609482273"/>
                  </a:ext>
                </a:extLst>
              </a:tr>
              <a:tr h="460975">
                <a:tc>
                  <a:txBody>
                    <a:bodyPr/>
                    <a:lstStyle/>
                    <a:p>
                      <a:pPr algn="r"/>
                      <a:r>
                        <a:rPr lang="en-US" b="1" dirty="0">
                          <a:solidFill>
                            <a:srgbClr val="000000"/>
                          </a:solidFill>
                        </a:rPr>
                        <a:t>Total</a:t>
                      </a:r>
                    </a:p>
                  </a:txBody>
                  <a:tcPr>
                    <a:lnL w="12700" cmpd="sng">
                      <a:noFill/>
                    </a:lnL>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mpd="sng">
                      <a:noFill/>
                    </a:lnB>
                    <a:lnTlToBr w="12700" cmpd="sng">
                      <a:noFill/>
                      <a:prstDash val="solid"/>
                    </a:lnTlToBr>
                    <a:lnBlToTr w="12700" cmpd="sng">
                      <a:noFill/>
                      <a:prstDash val="solid"/>
                    </a:lnBlToTr>
                    <a:solidFill>
                      <a:srgbClr val="FFF4DE"/>
                    </a:solidFill>
                  </a:tcPr>
                </a:tc>
                <a:tc>
                  <a:txBody>
                    <a:bodyPr/>
                    <a:lstStyle/>
                    <a:p>
                      <a:pPr algn="ctr"/>
                      <a:r>
                        <a:rPr lang="en-US" dirty="0">
                          <a:solidFill>
                            <a:srgbClr val="000000"/>
                          </a:solidFill>
                        </a:rPr>
                        <a:t>0.80</a:t>
                      </a:r>
                    </a:p>
                  </a:txBody>
                  <a:tcPr>
                    <a:lnL w="12700" cap="flat" cmpd="sng" algn="ctr">
                      <a:solidFill>
                        <a:srgbClr val="0070C0"/>
                      </a:solidFill>
                      <a:prstDash val="solid"/>
                      <a:round/>
                      <a:headEnd type="none" w="med" len="med"/>
                      <a:tailEnd type="none" w="med" len="med"/>
                    </a:lnL>
                    <a:lnR w="12700" cmpd="sng">
                      <a:noFill/>
                    </a:lnR>
                    <a:lnT w="12700" cap="flat" cmpd="sng" algn="ctr">
                      <a:solidFill>
                        <a:srgbClr val="0070C0"/>
                      </a:solidFill>
                      <a:prstDash val="solid"/>
                      <a:round/>
                      <a:headEnd type="none" w="med" len="med"/>
                      <a:tailEnd type="none" w="med" len="med"/>
                    </a:lnT>
                    <a:lnB w="12700" cmpd="sng">
                      <a:noFill/>
                    </a:lnB>
                    <a:lnTlToBr w="12700" cmpd="sng">
                      <a:noFill/>
                      <a:prstDash val="solid"/>
                    </a:lnTlToBr>
                    <a:lnBlToTr w="12700" cmpd="sng">
                      <a:noFill/>
                      <a:prstDash val="solid"/>
                    </a:lnBlToTr>
                    <a:solidFill>
                      <a:srgbClr val="FFF4DE"/>
                    </a:solidFill>
                  </a:tcPr>
                </a:tc>
                <a:tc>
                  <a:txBody>
                    <a:bodyPr/>
                    <a:lstStyle/>
                    <a:p>
                      <a:pPr algn="ctr"/>
                      <a:r>
                        <a:rPr lang="en-US" dirty="0">
                          <a:solidFill>
                            <a:srgbClr val="000000"/>
                          </a:solidFill>
                        </a:rPr>
                        <a:t>0.20</a:t>
                      </a:r>
                    </a:p>
                  </a:txBody>
                  <a:tcPr>
                    <a:lnL w="12700" cmpd="sng">
                      <a:noFill/>
                    </a:lnL>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mpd="sng">
                      <a:noFill/>
                    </a:lnB>
                    <a:lnTlToBr w="12700" cmpd="sng">
                      <a:noFill/>
                      <a:prstDash val="solid"/>
                    </a:lnTlToBr>
                    <a:lnBlToTr w="12700" cmpd="sng">
                      <a:noFill/>
                      <a:prstDash val="solid"/>
                    </a:lnBlToTr>
                    <a:solidFill>
                      <a:srgbClr val="FFF4DE"/>
                    </a:solidFill>
                  </a:tcPr>
                </a:tc>
                <a:tc>
                  <a:txBody>
                    <a:bodyPr/>
                    <a:lstStyle/>
                    <a:p>
                      <a:pPr algn="ctr"/>
                      <a:r>
                        <a:rPr lang="en-US" dirty="0">
                          <a:solidFill>
                            <a:srgbClr val="000000"/>
                          </a:solidFill>
                        </a:rPr>
                        <a:t>1.00</a:t>
                      </a:r>
                    </a:p>
                  </a:txBody>
                  <a:tcPr>
                    <a:lnL w="12700" cap="flat" cmpd="sng" algn="ctr">
                      <a:solidFill>
                        <a:srgbClr val="0070C0"/>
                      </a:solidFill>
                      <a:prstDash val="solid"/>
                      <a:round/>
                      <a:headEnd type="none" w="med" len="med"/>
                      <a:tailEnd type="none" w="med" len="med"/>
                    </a:lnL>
                    <a:lnR w="12700" cmpd="sng">
                      <a:noFill/>
                    </a:lnR>
                    <a:lnT w="12700" cap="flat" cmpd="sng" algn="ctr">
                      <a:solidFill>
                        <a:srgbClr val="0070C0"/>
                      </a:solidFill>
                      <a:prstDash val="solid"/>
                      <a:round/>
                      <a:headEnd type="none" w="med" len="med"/>
                      <a:tailEnd type="none" w="med" len="med"/>
                    </a:lnT>
                    <a:lnB w="12700" cmpd="sng">
                      <a:noFill/>
                    </a:lnB>
                    <a:lnTlToBr w="12700" cmpd="sng">
                      <a:noFill/>
                      <a:prstDash val="solid"/>
                    </a:lnTlToBr>
                    <a:lnBlToTr w="12700" cmpd="sng">
                      <a:noFill/>
                      <a:prstDash val="solid"/>
                    </a:lnBlToTr>
                    <a:solidFill>
                      <a:srgbClr val="FFF4DE"/>
                    </a:solidFill>
                  </a:tcPr>
                </a:tc>
                <a:extLst>
                  <a:ext uri="{0D108BD9-81ED-4DB2-BD59-A6C34878D82A}">
                    <a16:rowId xmlns:a16="http://schemas.microsoft.com/office/drawing/2014/main" val="268302646"/>
                  </a:ext>
                </a:extLst>
              </a:tr>
            </a:tbl>
          </a:graphicData>
        </a:graphic>
      </p:graphicFrame>
    </p:spTree>
    <p:extLst>
      <p:ext uri="{BB962C8B-B14F-4D97-AF65-F5344CB8AC3E}">
        <p14:creationId xmlns:p14="http://schemas.microsoft.com/office/powerpoint/2010/main" val="242145844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37CB06-3B43-B52B-E40B-D1988BF13505}"/>
              </a:ext>
            </a:extLst>
          </p:cNvPr>
          <p:cNvSpPr>
            <a:spLocks noGrp="1"/>
          </p:cNvSpPr>
          <p:nvPr>
            <p:ph type="title"/>
          </p:nvPr>
        </p:nvSpPr>
        <p:spPr/>
        <p:txBody>
          <a:bodyPr/>
          <a:lstStyle/>
          <a:p>
            <a:r>
              <a:rPr lang="en-US" dirty="0"/>
              <a:t>4.4 Conditional Probability Analysis</a:t>
            </a:r>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6C5A17A9-E204-2C03-A62D-99D1BD497A64}"/>
                  </a:ext>
                </a:extLst>
              </p:cNvPr>
              <p:cNvSpPr>
                <a:spLocks noGrp="1"/>
              </p:cNvSpPr>
              <p:nvPr>
                <p:ph type="body" sz="quarter" idx="15"/>
              </p:nvPr>
            </p:nvSpPr>
            <p:spPr>
              <a:xfrm>
                <a:off x="759342" y="1226198"/>
                <a:ext cx="10670657" cy="4595645"/>
              </a:xfrm>
            </p:spPr>
            <p:txBody>
              <a:bodyPr/>
              <a:lstStyle/>
              <a:p>
                <a:pPr>
                  <a:spcAft>
                    <a:spcPts val="600"/>
                  </a:spcAft>
                </a:pPr>
                <a:r>
                  <a:rPr lang="en-US" sz="2000" dirty="0"/>
                  <a:t>We note that the marginal probabilities are found by summing the joint probabilities in the corresponding row or column of the joint probability table. For example</a:t>
                </a:r>
                <a:r>
                  <a:rPr lang="en-US" sz="2000" dirty="0">
                    <a:solidFill>
                      <a:srgbClr val="FF0000"/>
                    </a:solidFill>
                  </a:rPr>
                  <a:t>:</a:t>
                </a:r>
              </a:p>
              <a:p>
                <a:pPr marL="914400">
                  <a:spcAft>
                    <a:spcPts val="0"/>
                  </a:spcAft>
                </a:pPr>
                <a14:m>
                  <m:oMathPara xmlns:m="http://schemas.openxmlformats.org/officeDocument/2006/math">
                    <m:oMathParaPr>
                      <m:jc m:val="left"/>
                    </m:oMathParaPr>
                    <m:oMath xmlns:m="http://schemas.openxmlformats.org/officeDocument/2006/math">
                      <m:r>
                        <a:rPr lang="en-US" sz="2000" b="0" i="1" smtClean="0">
                          <a:latin typeface="Cambria Math" panose="02040503050406030204" pitchFamily="18" charset="0"/>
                        </a:rPr>
                        <m:t>𝑃</m:t>
                      </m:r>
                      <m:d>
                        <m:dPr>
                          <m:ctrlPr>
                            <a:rPr lang="en-US" sz="2000" b="0" i="1" smtClean="0">
                              <a:latin typeface="Cambria Math" panose="02040503050406030204" pitchFamily="18" charset="0"/>
                            </a:rPr>
                          </m:ctrlPr>
                        </m:dPr>
                        <m:e>
                          <m:r>
                            <a:rPr lang="en-US" sz="2000" b="0" i="1" smtClean="0">
                              <a:latin typeface="Cambria Math" panose="02040503050406030204" pitchFamily="18" charset="0"/>
                            </a:rPr>
                            <m:t>𝐴</m:t>
                          </m:r>
                        </m:e>
                      </m:d>
                      <m:r>
                        <a:rPr lang="en-US" sz="2000" b="0" i="1" smtClean="0">
                          <a:latin typeface="Cambria Math" panose="02040503050406030204" pitchFamily="18" charset="0"/>
                        </a:rPr>
                        <m:t>=</m:t>
                      </m:r>
                      <m:r>
                        <a:rPr lang="en-US" sz="2000" b="0" i="1" smtClean="0">
                          <a:latin typeface="Cambria Math" panose="02040503050406030204" pitchFamily="18" charset="0"/>
                        </a:rPr>
                        <m:t>𝑃</m:t>
                      </m:r>
                      <m:d>
                        <m:dPr>
                          <m:ctrlPr>
                            <a:rPr lang="en-US" sz="2000" b="0" i="1" smtClean="0">
                              <a:latin typeface="Cambria Math" panose="02040503050406030204" pitchFamily="18" charset="0"/>
                            </a:rPr>
                          </m:ctrlPr>
                        </m:dPr>
                        <m:e>
                          <m:r>
                            <a:rPr lang="en-US" sz="2000" b="0" i="1" smtClean="0">
                              <a:latin typeface="Cambria Math" panose="02040503050406030204" pitchFamily="18" charset="0"/>
                            </a:rPr>
                            <m:t>𝐴</m:t>
                          </m:r>
                          <m:r>
                            <a:rPr lang="en-US" sz="2000" b="0" i="1" smtClean="0">
                              <a:latin typeface="Cambria Math" panose="02040503050406030204" pitchFamily="18" charset="0"/>
                              <a:ea typeface="Cambria Math" panose="02040503050406030204" pitchFamily="18" charset="0"/>
                            </a:rPr>
                            <m:t>∩</m:t>
                          </m:r>
                          <m:r>
                            <a:rPr lang="en-US" sz="2000" b="0" i="1" smtClean="0">
                              <a:latin typeface="Cambria Math" panose="02040503050406030204" pitchFamily="18" charset="0"/>
                              <a:ea typeface="Cambria Math" panose="02040503050406030204" pitchFamily="18" charset="0"/>
                            </a:rPr>
                            <m:t>𝑀</m:t>
                          </m:r>
                        </m:e>
                      </m:d>
                      <m:r>
                        <a:rPr lang="en-US" sz="2000" b="0" i="1" smtClean="0">
                          <a:latin typeface="Cambria Math" panose="02040503050406030204" pitchFamily="18" charset="0"/>
                          <a:ea typeface="Cambria Math" panose="02040503050406030204" pitchFamily="18" charset="0"/>
                        </a:rPr>
                        <m:t>+</m:t>
                      </m:r>
                      <m:r>
                        <a:rPr lang="en-US" sz="2000" b="0" i="1" smtClean="0">
                          <a:latin typeface="Cambria Math" panose="02040503050406030204" pitchFamily="18" charset="0"/>
                          <a:ea typeface="Cambria Math" panose="02040503050406030204" pitchFamily="18" charset="0"/>
                        </a:rPr>
                        <m:t>𝑃</m:t>
                      </m:r>
                      <m:d>
                        <m:dPr>
                          <m:ctrlPr>
                            <a:rPr lang="en-US" sz="2000" b="0" i="1" smtClean="0">
                              <a:latin typeface="Cambria Math" panose="02040503050406030204" pitchFamily="18" charset="0"/>
                              <a:ea typeface="Cambria Math" panose="02040503050406030204" pitchFamily="18" charset="0"/>
                            </a:rPr>
                          </m:ctrlPr>
                        </m:dPr>
                        <m:e>
                          <m:r>
                            <a:rPr lang="en-US" sz="2000" b="0" i="1" smtClean="0">
                              <a:latin typeface="Cambria Math" panose="02040503050406030204" pitchFamily="18" charset="0"/>
                              <a:ea typeface="Cambria Math" panose="02040503050406030204" pitchFamily="18" charset="0"/>
                            </a:rPr>
                            <m:t>𝐴</m:t>
                          </m:r>
                          <m:r>
                            <a:rPr lang="en-US" sz="2000" b="0" i="1" smtClean="0">
                              <a:latin typeface="Cambria Math" panose="02040503050406030204" pitchFamily="18" charset="0"/>
                              <a:ea typeface="Cambria Math" panose="02040503050406030204" pitchFamily="18" charset="0"/>
                            </a:rPr>
                            <m:t>∩</m:t>
                          </m:r>
                          <m:r>
                            <a:rPr lang="en-US" sz="2000" b="0" i="1" smtClean="0">
                              <a:latin typeface="Cambria Math" panose="02040503050406030204" pitchFamily="18" charset="0"/>
                              <a:ea typeface="Cambria Math" panose="02040503050406030204" pitchFamily="18" charset="0"/>
                            </a:rPr>
                            <m:t>𝐹</m:t>
                          </m:r>
                        </m:e>
                      </m:d>
                      <m:r>
                        <a:rPr lang="en-US" sz="2000" b="0" i="1" smtClean="0">
                          <a:latin typeface="Cambria Math" panose="02040503050406030204" pitchFamily="18" charset="0"/>
                          <a:ea typeface="Cambria Math" panose="02040503050406030204" pitchFamily="18" charset="0"/>
                        </a:rPr>
                        <m:t>=0.24+0.03=0.27</m:t>
                      </m:r>
                    </m:oMath>
                  </m:oMathPara>
                </a14:m>
                <a:endParaRPr lang="en-US" sz="2000" dirty="0"/>
              </a:p>
              <a:p>
                <a:pPr>
                  <a:spcAft>
                    <a:spcPts val="600"/>
                  </a:spcAft>
                </a:pPr>
                <a:r>
                  <a:rPr lang="en-US" sz="2000" dirty="0"/>
                  <a:t>The conditional probability that an officer was promoted (</a:t>
                </a:r>
                <a:r>
                  <a:rPr lang="en-US" sz="2000" i="1" dirty="0"/>
                  <a:t>A</a:t>
                </a:r>
                <a:r>
                  <a:rPr lang="en-US" sz="2000" dirty="0"/>
                  <a:t>) given that the officer is male (</a:t>
                </a:r>
                <a:r>
                  <a:rPr lang="en-US" sz="2000" i="1" dirty="0"/>
                  <a:t>M</a:t>
                </a:r>
                <a:r>
                  <a:rPr lang="en-US" sz="2000" dirty="0"/>
                  <a:t>)</a:t>
                </a:r>
              </a:p>
              <a:p>
                <a:pPr marL="914400">
                  <a:spcAft>
                    <a:spcPts val="0"/>
                  </a:spcAft>
                </a:pPr>
                <a14:m>
                  <m:oMathPara xmlns:m="http://schemas.openxmlformats.org/officeDocument/2006/math">
                    <m:oMathParaPr>
                      <m:jc m:val="left"/>
                    </m:oMathParaPr>
                    <m:oMath xmlns:m="http://schemas.openxmlformats.org/officeDocument/2006/math">
                      <m:r>
                        <a:rPr lang="en-US" sz="2000" b="0" i="1" smtClean="0">
                          <a:latin typeface="Cambria Math" panose="02040503050406030204" pitchFamily="18" charset="0"/>
                        </a:rPr>
                        <m:t>𝑃</m:t>
                      </m:r>
                      <m:d>
                        <m:dPr>
                          <m:endChr m:val="|"/>
                          <m:ctrlPr>
                            <a:rPr lang="en-US" sz="2000" b="0" i="1" smtClean="0">
                              <a:latin typeface="Cambria Math" panose="02040503050406030204" pitchFamily="18" charset="0"/>
                            </a:rPr>
                          </m:ctrlPr>
                        </m:dPr>
                        <m:e>
                          <m:r>
                            <a:rPr lang="en-US" sz="2000" b="0" i="1" smtClean="0">
                              <a:latin typeface="Cambria Math" panose="02040503050406030204" pitchFamily="18" charset="0"/>
                            </a:rPr>
                            <m:t>𝐴</m:t>
                          </m:r>
                          <m:r>
                            <a:rPr lang="en-US" sz="2000" b="0" i="1" smtClean="0">
                              <a:latin typeface="Cambria Math" panose="02040503050406030204" pitchFamily="18" charset="0"/>
                            </a:rPr>
                            <m:t> </m:t>
                          </m:r>
                        </m:e>
                      </m:d>
                      <m:r>
                        <a:rPr lang="en-US" sz="2000" b="0" i="1" smtClean="0">
                          <a:latin typeface="Cambria Math" panose="02040503050406030204" pitchFamily="18" charset="0"/>
                        </a:rPr>
                        <m:t> </m:t>
                      </m:r>
                      <m:r>
                        <a:rPr lang="en-US" sz="2000" b="0" i="1" smtClean="0">
                          <a:latin typeface="Cambria Math" panose="02040503050406030204" pitchFamily="18" charset="0"/>
                        </a:rPr>
                        <m:t>𝑀</m:t>
                      </m:r>
                      <m:r>
                        <a:rPr lang="en-US" sz="2000" b="0" i="1" smtClean="0">
                          <a:latin typeface="Cambria Math" panose="02040503050406030204" pitchFamily="18" charset="0"/>
                        </a:rPr>
                        <m:t>)=</m:t>
                      </m:r>
                      <m:f>
                        <m:fPr>
                          <m:ctrlPr>
                            <a:rPr lang="en-US" sz="2000" b="0" i="1" smtClean="0">
                              <a:latin typeface="Cambria Math" panose="02040503050406030204" pitchFamily="18" charset="0"/>
                            </a:rPr>
                          </m:ctrlPr>
                        </m:fPr>
                        <m:num>
                          <m:r>
                            <a:rPr lang="en-US" sz="2000" b="0" i="1" smtClean="0">
                              <a:latin typeface="Cambria Math" panose="02040503050406030204" pitchFamily="18" charset="0"/>
                            </a:rPr>
                            <m:t>𝑃</m:t>
                          </m:r>
                          <m:r>
                            <a:rPr lang="en-US" sz="2000" b="0" i="1" smtClean="0">
                              <a:latin typeface="Cambria Math" panose="02040503050406030204" pitchFamily="18" charset="0"/>
                            </a:rPr>
                            <m:t>(</m:t>
                          </m:r>
                          <m:r>
                            <a:rPr lang="en-US" sz="2000" i="1">
                              <a:latin typeface="Cambria Math" panose="02040503050406030204" pitchFamily="18" charset="0"/>
                            </a:rPr>
                            <m:t>𝐴</m:t>
                          </m:r>
                          <m:r>
                            <a:rPr lang="en-US" sz="2000" i="1">
                              <a:latin typeface="Cambria Math" panose="02040503050406030204" pitchFamily="18" charset="0"/>
                              <a:ea typeface="Cambria Math" panose="02040503050406030204" pitchFamily="18" charset="0"/>
                            </a:rPr>
                            <m:t>∩</m:t>
                          </m:r>
                          <m:r>
                            <a:rPr lang="en-US" sz="2000" b="0" i="1" smtClean="0">
                              <a:latin typeface="Cambria Math" panose="02040503050406030204" pitchFamily="18" charset="0"/>
                            </a:rPr>
                            <m:t>𝑀</m:t>
                          </m:r>
                          <m:r>
                            <a:rPr lang="en-US" sz="2000" b="0" i="1" smtClean="0">
                              <a:latin typeface="Cambria Math" panose="02040503050406030204" pitchFamily="18" charset="0"/>
                            </a:rPr>
                            <m:t>)</m:t>
                          </m:r>
                        </m:num>
                        <m:den>
                          <m:r>
                            <a:rPr lang="en-US" sz="2000" b="0" i="1" smtClean="0">
                              <a:latin typeface="Cambria Math" panose="02040503050406030204" pitchFamily="18" charset="0"/>
                            </a:rPr>
                            <m:t>𝑃</m:t>
                          </m:r>
                          <m:r>
                            <a:rPr lang="en-US" sz="2000" b="0" i="1" smtClean="0">
                              <a:latin typeface="Cambria Math" panose="02040503050406030204" pitchFamily="18" charset="0"/>
                            </a:rPr>
                            <m:t>(</m:t>
                          </m:r>
                          <m:r>
                            <a:rPr lang="en-US" sz="2000" b="0" i="1" smtClean="0">
                              <a:latin typeface="Cambria Math" panose="02040503050406030204" pitchFamily="18" charset="0"/>
                            </a:rPr>
                            <m:t>𝑀</m:t>
                          </m:r>
                          <m:r>
                            <a:rPr lang="en-US" sz="2000" b="0" i="1" smtClean="0">
                              <a:latin typeface="Cambria Math" panose="02040503050406030204" pitchFamily="18" charset="0"/>
                            </a:rPr>
                            <m:t>)</m:t>
                          </m:r>
                        </m:den>
                      </m:f>
                      <m:r>
                        <a:rPr lang="en-US" sz="2000" b="0" i="1" smtClean="0">
                          <a:latin typeface="Cambria Math" panose="02040503050406030204" pitchFamily="18" charset="0"/>
                        </a:rPr>
                        <m:t>=</m:t>
                      </m:r>
                      <m:f>
                        <m:fPr>
                          <m:ctrlPr>
                            <a:rPr lang="en-US" sz="2000" b="0" i="1" smtClean="0">
                              <a:latin typeface="Cambria Math" panose="02040503050406030204" pitchFamily="18" charset="0"/>
                            </a:rPr>
                          </m:ctrlPr>
                        </m:fPr>
                        <m:num>
                          <m:r>
                            <a:rPr lang="en-US" sz="2000" b="0" i="1" smtClean="0">
                              <a:latin typeface="Cambria Math" panose="02040503050406030204" pitchFamily="18" charset="0"/>
                            </a:rPr>
                            <m:t>288/1200</m:t>
                          </m:r>
                        </m:num>
                        <m:den>
                          <m:r>
                            <a:rPr lang="en-US" sz="2000" b="0" i="1" smtClean="0">
                              <a:latin typeface="Cambria Math" panose="02040503050406030204" pitchFamily="18" charset="0"/>
                            </a:rPr>
                            <m:t>960/1200</m:t>
                          </m:r>
                        </m:den>
                      </m:f>
                      <m:r>
                        <a:rPr lang="en-US" sz="2000" b="0" i="1" smtClean="0">
                          <a:latin typeface="Cambria Math" panose="02040503050406030204" pitchFamily="18" charset="0"/>
                        </a:rPr>
                        <m:t>=</m:t>
                      </m:r>
                      <m:f>
                        <m:fPr>
                          <m:ctrlPr>
                            <a:rPr lang="en-US" sz="2000" b="0" i="1" smtClean="0">
                              <a:latin typeface="Cambria Math" panose="02040503050406030204" pitchFamily="18" charset="0"/>
                            </a:rPr>
                          </m:ctrlPr>
                        </m:fPr>
                        <m:num>
                          <m:r>
                            <a:rPr lang="en-US" sz="2000" b="0" i="1" smtClean="0">
                              <a:latin typeface="Cambria Math" panose="02040503050406030204" pitchFamily="18" charset="0"/>
                            </a:rPr>
                            <m:t>288</m:t>
                          </m:r>
                        </m:num>
                        <m:den>
                          <m:r>
                            <a:rPr lang="en-US" sz="2000" b="0" i="1" smtClean="0">
                              <a:latin typeface="Cambria Math" panose="02040503050406030204" pitchFamily="18" charset="0"/>
                            </a:rPr>
                            <m:t>960</m:t>
                          </m:r>
                        </m:den>
                      </m:f>
                      <m:r>
                        <a:rPr lang="en-US" sz="2000" b="0" i="1" smtClean="0">
                          <a:latin typeface="Cambria Math" panose="02040503050406030204" pitchFamily="18" charset="0"/>
                        </a:rPr>
                        <m:t>=0.30</m:t>
                      </m:r>
                    </m:oMath>
                  </m:oMathPara>
                </a14:m>
                <a:endParaRPr lang="en-US" sz="2000" dirty="0"/>
              </a:p>
              <a:p>
                <a:pPr>
                  <a:spcAft>
                    <a:spcPts val="0"/>
                  </a:spcAft>
                </a:pPr>
                <a:r>
                  <a:rPr lang="en-US" sz="2000" dirty="0"/>
                  <a:t>Note that this could have also been calculated directly from the corresponding values in the crosstabulation using the conditional distribution (column) for </a:t>
                </a:r>
                <a:r>
                  <a:rPr lang="en-US" sz="2000" i="1" dirty="0"/>
                  <a:t>M</a:t>
                </a:r>
                <a:r>
                  <a:rPr lang="en-US" sz="2000" dirty="0"/>
                  <a:t> as </a:t>
                </a:r>
                <a14:m>
                  <m:oMath xmlns:m="http://schemas.openxmlformats.org/officeDocument/2006/math">
                    <m:r>
                      <a:rPr lang="en-US" sz="2000" b="0" i="1" smtClean="0">
                        <a:latin typeface="Cambria Math" panose="02040503050406030204" pitchFamily="18" charset="0"/>
                      </a:rPr>
                      <m:t>𝑃</m:t>
                    </m:r>
                    <m:d>
                      <m:dPr>
                        <m:endChr m:val="|"/>
                        <m:ctrlPr>
                          <a:rPr lang="en-US" sz="2000" b="0" i="1" smtClean="0">
                            <a:latin typeface="Cambria Math" panose="02040503050406030204" pitchFamily="18" charset="0"/>
                          </a:rPr>
                        </m:ctrlPr>
                      </m:dPr>
                      <m:e>
                        <m:r>
                          <a:rPr lang="en-US" sz="2000" b="0" i="1" smtClean="0">
                            <a:latin typeface="Cambria Math" panose="02040503050406030204" pitchFamily="18" charset="0"/>
                          </a:rPr>
                          <m:t>𝐴</m:t>
                        </m:r>
                        <m:r>
                          <a:rPr lang="en-US" sz="2000" b="0" i="1" smtClean="0">
                            <a:latin typeface="Cambria Math" panose="02040503050406030204" pitchFamily="18" charset="0"/>
                          </a:rPr>
                          <m:t> </m:t>
                        </m:r>
                      </m:e>
                    </m:d>
                    <m:r>
                      <a:rPr lang="en-US" sz="2000" b="0" i="1" smtClean="0">
                        <a:latin typeface="Cambria Math" panose="02040503050406030204" pitchFamily="18" charset="0"/>
                      </a:rPr>
                      <m:t> </m:t>
                    </m:r>
                    <m:r>
                      <a:rPr lang="en-US" sz="2000" b="0" i="1" smtClean="0">
                        <a:latin typeface="Cambria Math" panose="02040503050406030204" pitchFamily="18" charset="0"/>
                      </a:rPr>
                      <m:t>𝑀</m:t>
                    </m:r>
                    <m:r>
                      <a:rPr lang="en-US" sz="2000" b="0" i="1" smtClean="0">
                        <a:latin typeface="Cambria Math" panose="02040503050406030204" pitchFamily="18" charset="0"/>
                      </a:rPr>
                      <m:t>)=</m:t>
                    </m:r>
                    <m:f>
                      <m:fPr>
                        <m:type m:val="lin"/>
                        <m:ctrlPr>
                          <a:rPr lang="en-US" sz="2000" b="0" i="1" smtClean="0">
                            <a:latin typeface="Cambria Math" panose="02040503050406030204" pitchFamily="18" charset="0"/>
                          </a:rPr>
                        </m:ctrlPr>
                      </m:fPr>
                      <m:num>
                        <m:r>
                          <a:rPr lang="en-US" sz="2000" b="0" i="1" smtClean="0">
                            <a:latin typeface="Cambria Math" panose="02040503050406030204" pitchFamily="18" charset="0"/>
                          </a:rPr>
                          <m:t>288</m:t>
                        </m:r>
                      </m:num>
                      <m:den>
                        <m:r>
                          <a:rPr lang="en-US" sz="2000" b="0" i="1" smtClean="0">
                            <a:latin typeface="Cambria Math" panose="02040503050406030204" pitchFamily="18" charset="0"/>
                          </a:rPr>
                          <m:t>960</m:t>
                        </m:r>
                      </m:den>
                    </m:f>
                    <m:r>
                      <a:rPr lang="en-US" sz="2000" b="0" i="1" smtClean="0">
                        <a:latin typeface="Cambria Math" panose="02040503050406030204" pitchFamily="18" charset="0"/>
                      </a:rPr>
                      <m:t>=0.30</m:t>
                    </m:r>
                  </m:oMath>
                </a14:m>
                <a:r>
                  <a:rPr lang="en-US" sz="2000" dirty="0"/>
                  <a:t>.</a:t>
                </a:r>
              </a:p>
              <a:p>
                <a:pPr>
                  <a:spcAft>
                    <a:spcPts val="600"/>
                  </a:spcAft>
                </a:pPr>
                <a:r>
                  <a:rPr lang="en-US" sz="2000" dirty="0"/>
                  <a:t>The conditional probability that an officer was promoted (</a:t>
                </a:r>
                <a:r>
                  <a:rPr lang="en-US" sz="2000" i="1" dirty="0"/>
                  <a:t>A</a:t>
                </a:r>
                <a:r>
                  <a:rPr lang="en-US" sz="2000" dirty="0"/>
                  <a:t>) given that the officer is female (</a:t>
                </a:r>
                <a:r>
                  <a:rPr lang="en-US" sz="2000" i="1" dirty="0"/>
                  <a:t>F</a:t>
                </a:r>
                <a:r>
                  <a:rPr lang="en-US" sz="2000" dirty="0"/>
                  <a:t>)</a:t>
                </a:r>
              </a:p>
              <a:p>
                <a:pPr marL="914400">
                  <a:spcAft>
                    <a:spcPts val="0"/>
                  </a:spcAft>
                </a:pPr>
                <a14:m>
                  <m:oMathPara xmlns:m="http://schemas.openxmlformats.org/officeDocument/2006/math">
                    <m:oMathParaPr>
                      <m:jc m:val="left"/>
                    </m:oMathParaPr>
                    <m:oMath xmlns:m="http://schemas.openxmlformats.org/officeDocument/2006/math">
                      <m:r>
                        <a:rPr lang="en-US" sz="2000" b="0" i="1" smtClean="0">
                          <a:latin typeface="Cambria Math" panose="02040503050406030204" pitchFamily="18" charset="0"/>
                        </a:rPr>
                        <m:t>𝑃</m:t>
                      </m:r>
                      <m:d>
                        <m:dPr>
                          <m:endChr m:val="|"/>
                          <m:ctrlPr>
                            <a:rPr lang="en-US" sz="2000" b="0" i="1" smtClean="0">
                              <a:latin typeface="Cambria Math" panose="02040503050406030204" pitchFamily="18" charset="0"/>
                            </a:rPr>
                          </m:ctrlPr>
                        </m:dPr>
                        <m:e>
                          <m:r>
                            <a:rPr lang="en-US" sz="2000" b="0" i="1" smtClean="0">
                              <a:latin typeface="Cambria Math" panose="02040503050406030204" pitchFamily="18" charset="0"/>
                            </a:rPr>
                            <m:t>𝐴</m:t>
                          </m:r>
                          <m:r>
                            <a:rPr lang="en-US" sz="2000" b="0" i="1" smtClean="0">
                              <a:latin typeface="Cambria Math" panose="02040503050406030204" pitchFamily="18" charset="0"/>
                            </a:rPr>
                            <m:t> </m:t>
                          </m:r>
                        </m:e>
                      </m:d>
                      <m:r>
                        <a:rPr lang="en-US" sz="2000" b="0" i="1" smtClean="0">
                          <a:latin typeface="Cambria Math" panose="02040503050406030204" pitchFamily="18" charset="0"/>
                        </a:rPr>
                        <m:t> </m:t>
                      </m:r>
                      <m:r>
                        <a:rPr lang="en-US" sz="2000" b="0" i="1" smtClean="0">
                          <a:latin typeface="Cambria Math" panose="02040503050406030204" pitchFamily="18" charset="0"/>
                        </a:rPr>
                        <m:t>𝐹</m:t>
                      </m:r>
                      <m:r>
                        <a:rPr lang="en-US" sz="2000" b="0" i="1" smtClean="0">
                          <a:latin typeface="Cambria Math" panose="02040503050406030204" pitchFamily="18" charset="0"/>
                        </a:rPr>
                        <m:t>)=</m:t>
                      </m:r>
                      <m:f>
                        <m:fPr>
                          <m:ctrlPr>
                            <a:rPr lang="en-US" sz="2000" b="0" i="1" smtClean="0">
                              <a:latin typeface="Cambria Math" panose="02040503050406030204" pitchFamily="18" charset="0"/>
                            </a:rPr>
                          </m:ctrlPr>
                        </m:fPr>
                        <m:num>
                          <m:r>
                            <a:rPr lang="en-US" sz="2000" b="0" i="1" smtClean="0">
                              <a:latin typeface="Cambria Math" panose="02040503050406030204" pitchFamily="18" charset="0"/>
                            </a:rPr>
                            <m:t>𝑃</m:t>
                          </m:r>
                          <m:r>
                            <a:rPr lang="en-US" sz="2000" b="0" i="1" smtClean="0">
                              <a:latin typeface="Cambria Math" panose="02040503050406030204" pitchFamily="18" charset="0"/>
                            </a:rPr>
                            <m:t>(</m:t>
                          </m:r>
                          <m:r>
                            <a:rPr lang="en-US" sz="2000" i="1">
                              <a:latin typeface="Cambria Math" panose="02040503050406030204" pitchFamily="18" charset="0"/>
                            </a:rPr>
                            <m:t>𝐴</m:t>
                          </m:r>
                          <m:r>
                            <a:rPr lang="en-US" sz="2000" i="1">
                              <a:latin typeface="Cambria Math" panose="02040503050406030204" pitchFamily="18" charset="0"/>
                              <a:ea typeface="Cambria Math" panose="02040503050406030204" pitchFamily="18" charset="0"/>
                            </a:rPr>
                            <m:t>∩</m:t>
                          </m:r>
                          <m:r>
                            <a:rPr lang="en-US" sz="2000" b="0" i="1" smtClean="0">
                              <a:latin typeface="Cambria Math" panose="02040503050406030204" pitchFamily="18" charset="0"/>
                            </a:rPr>
                            <m:t>𝐹</m:t>
                          </m:r>
                          <m:r>
                            <a:rPr lang="en-US" sz="2000" b="0" i="1" smtClean="0">
                              <a:latin typeface="Cambria Math" panose="02040503050406030204" pitchFamily="18" charset="0"/>
                            </a:rPr>
                            <m:t>)</m:t>
                          </m:r>
                        </m:num>
                        <m:den>
                          <m:r>
                            <a:rPr lang="en-US" sz="2000" b="0" i="1" smtClean="0">
                              <a:latin typeface="Cambria Math" panose="02040503050406030204" pitchFamily="18" charset="0"/>
                            </a:rPr>
                            <m:t>𝑃</m:t>
                          </m:r>
                          <m:r>
                            <a:rPr lang="en-US" sz="2000" b="0" i="1" smtClean="0">
                              <a:latin typeface="Cambria Math" panose="02040503050406030204" pitchFamily="18" charset="0"/>
                            </a:rPr>
                            <m:t>(</m:t>
                          </m:r>
                          <m:r>
                            <a:rPr lang="en-US" sz="2000" b="0" i="1" smtClean="0">
                              <a:latin typeface="Cambria Math" panose="02040503050406030204" pitchFamily="18" charset="0"/>
                            </a:rPr>
                            <m:t>𝐹</m:t>
                          </m:r>
                          <m:r>
                            <a:rPr lang="en-US" sz="2000" b="0" i="1" smtClean="0">
                              <a:latin typeface="Cambria Math" panose="02040503050406030204" pitchFamily="18" charset="0"/>
                            </a:rPr>
                            <m:t>)</m:t>
                          </m:r>
                        </m:den>
                      </m:f>
                      <m:r>
                        <a:rPr lang="en-US" sz="2000" b="0" i="1" smtClean="0">
                          <a:latin typeface="Cambria Math" panose="02040503050406030204" pitchFamily="18" charset="0"/>
                        </a:rPr>
                        <m:t>=</m:t>
                      </m:r>
                      <m:f>
                        <m:fPr>
                          <m:ctrlPr>
                            <a:rPr lang="en-US" sz="2000" b="0" i="1" smtClean="0">
                              <a:latin typeface="Cambria Math" panose="02040503050406030204" pitchFamily="18" charset="0"/>
                            </a:rPr>
                          </m:ctrlPr>
                        </m:fPr>
                        <m:num>
                          <m:r>
                            <a:rPr lang="en-US" sz="2000" b="0" i="1" smtClean="0">
                              <a:latin typeface="Cambria Math" panose="02040503050406030204" pitchFamily="18" charset="0"/>
                            </a:rPr>
                            <m:t>36/1200</m:t>
                          </m:r>
                        </m:num>
                        <m:den>
                          <m:r>
                            <a:rPr lang="en-US" sz="2000" b="0" i="1" smtClean="0">
                              <a:latin typeface="Cambria Math" panose="02040503050406030204" pitchFamily="18" charset="0"/>
                            </a:rPr>
                            <m:t>240/1200</m:t>
                          </m:r>
                        </m:den>
                      </m:f>
                      <m:r>
                        <a:rPr lang="en-US" sz="2000" b="0" i="1" smtClean="0">
                          <a:latin typeface="Cambria Math" panose="02040503050406030204" pitchFamily="18" charset="0"/>
                        </a:rPr>
                        <m:t>=</m:t>
                      </m:r>
                      <m:f>
                        <m:fPr>
                          <m:ctrlPr>
                            <a:rPr lang="en-US" sz="2000" b="0" i="1" smtClean="0">
                              <a:latin typeface="Cambria Math" panose="02040503050406030204" pitchFamily="18" charset="0"/>
                            </a:rPr>
                          </m:ctrlPr>
                        </m:fPr>
                        <m:num>
                          <m:r>
                            <a:rPr lang="en-US" sz="2000" b="0" i="1" smtClean="0">
                              <a:latin typeface="Cambria Math" panose="02040503050406030204" pitchFamily="18" charset="0"/>
                            </a:rPr>
                            <m:t>36</m:t>
                          </m:r>
                        </m:num>
                        <m:den>
                          <m:r>
                            <a:rPr lang="en-US" sz="2000" b="0" i="1" smtClean="0">
                              <a:latin typeface="Cambria Math" panose="02040503050406030204" pitchFamily="18" charset="0"/>
                            </a:rPr>
                            <m:t>240</m:t>
                          </m:r>
                        </m:den>
                      </m:f>
                      <m:r>
                        <a:rPr lang="en-US" sz="2000" b="0" i="1" smtClean="0">
                          <a:latin typeface="Cambria Math" panose="02040503050406030204" pitchFamily="18" charset="0"/>
                        </a:rPr>
                        <m:t>=0.15</m:t>
                      </m:r>
                    </m:oMath>
                  </m:oMathPara>
                </a14:m>
                <a:endParaRPr lang="en-US" sz="2000" dirty="0"/>
              </a:p>
              <a:p>
                <a:pPr>
                  <a:spcAft>
                    <a:spcPts val="600"/>
                  </a:spcAft>
                </a:pPr>
                <a:r>
                  <a:rPr lang="en-US" sz="2000" dirty="0"/>
                  <a:t>Thus, because </a:t>
                </a:r>
                <a14:m>
                  <m:oMath xmlns:m="http://schemas.openxmlformats.org/officeDocument/2006/math">
                    <m:r>
                      <a:rPr lang="en-US" sz="2000" b="0" i="1" smtClean="0">
                        <a:latin typeface="Cambria Math" panose="02040503050406030204" pitchFamily="18" charset="0"/>
                      </a:rPr>
                      <m:t>𝑃</m:t>
                    </m:r>
                    <m:d>
                      <m:dPr>
                        <m:endChr m:val="|"/>
                        <m:ctrlPr>
                          <a:rPr lang="en-US" sz="2000" b="0" i="1" smtClean="0">
                            <a:latin typeface="Cambria Math" panose="02040503050406030204" pitchFamily="18" charset="0"/>
                          </a:rPr>
                        </m:ctrlPr>
                      </m:dPr>
                      <m:e>
                        <m:r>
                          <a:rPr lang="en-US" sz="2000" b="0" i="1" smtClean="0">
                            <a:latin typeface="Cambria Math" panose="02040503050406030204" pitchFamily="18" charset="0"/>
                          </a:rPr>
                          <m:t>𝐴</m:t>
                        </m:r>
                        <m:r>
                          <a:rPr lang="en-US" sz="2000" b="0" i="1" smtClean="0">
                            <a:latin typeface="Cambria Math" panose="02040503050406030204" pitchFamily="18" charset="0"/>
                          </a:rPr>
                          <m:t> </m:t>
                        </m:r>
                      </m:e>
                    </m:d>
                    <m:r>
                      <a:rPr lang="en-US" sz="2000" b="0" i="1" smtClean="0">
                        <a:latin typeface="Cambria Math" panose="02040503050406030204" pitchFamily="18" charset="0"/>
                      </a:rPr>
                      <m:t> </m:t>
                    </m:r>
                    <m:r>
                      <a:rPr lang="en-US" sz="2000" b="0" i="1" smtClean="0">
                        <a:latin typeface="Cambria Math" panose="02040503050406030204" pitchFamily="18" charset="0"/>
                      </a:rPr>
                      <m:t>𝑀</m:t>
                    </m:r>
                    <m:r>
                      <a:rPr lang="en-US" sz="2000" b="0" i="1" smtClean="0">
                        <a:latin typeface="Cambria Math" panose="02040503050406030204" pitchFamily="18" charset="0"/>
                      </a:rPr>
                      <m:t>)&gt;</m:t>
                    </m:r>
                    <m:r>
                      <a:rPr lang="en-US" sz="2000" i="1">
                        <a:latin typeface="Cambria Math" panose="02040503050406030204" pitchFamily="18" charset="0"/>
                      </a:rPr>
                      <m:t>𝑃</m:t>
                    </m:r>
                    <m:d>
                      <m:dPr>
                        <m:endChr m:val="|"/>
                        <m:ctrlPr>
                          <a:rPr lang="en-US" sz="2000" i="1">
                            <a:latin typeface="Cambria Math" panose="02040503050406030204" pitchFamily="18" charset="0"/>
                          </a:rPr>
                        </m:ctrlPr>
                      </m:dPr>
                      <m:e>
                        <m:r>
                          <a:rPr lang="en-US" sz="2000" i="1">
                            <a:latin typeface="Cambria Math" panose="02040503050406030204" pitchFamily="18" charset="0"/>
                          </a:rPr>
                          <m:t>𝐴</m:t>
                        </m:r>
                        <m:r>
                          <a:rPr lang="en-US" sz="2000" i="1">
                            <a:latin typeface="Cambria Math" panose="02040503050406030204" pitchFamily="18" charset="0"/>
                          </a:rPr>
                          <m:t> </m:t>
                        </m:r>
                      </m:e>
                    </m:d>
                    <m:r>
                      <a:rPr lang="en-US" sz="2000" i="1">
                        <a:latin typeface="Cambria Math" panose="02040503050406030204" pitchFamily="18" charset="0"/>
                      </a:rPr>
                      <m:t> </m:t>
                    </m:r>
                    <m:r>
                      <a:rPr lang="en-US" sz="2000" i="1">
                        <a:latin typeface="Cambria Math" panose="02040503050406030204" pitchFamily="18" charset="0"/>
                      </a:rPr>
                      <m:t>𝐹</m:t>
                    </m:r>
                    <m:r>
                      <a:rPr lang="en-US" sz="2000" i="1">
                        <a:latin typeface="Cambria Math" panose="02040503050406030204" pitchFamily="18" charset="0"/>
                      </a:rPr>
                      <m:t>)</m:t>
                    </m:r>
                  </m:oMath>
                </a14:m>
                <a:r>
                  <a:rPr lang="en-US" sz="2000" dirty="0"/>
                  <a:t>, the analysis supports the female officers’ argument.</a:t>
                </a:r>
              </a:p>
            </p:txBody>
          </p:sp>
        </mc:Choice>
        <mc:Fallback xmlns="">
          <p:sp>
            <p:nvSpPr>
              <p:cNvPr id="3" name="Text Placeholder 2">
                <a:extLst>
                  <a:ext uri="{FF2B5EF4-FFF2-40B4-BE49-F238E27FC236}">
                    <a16:creationId xmlns:a16="http://schemas.microsoft.com/office/drawing/2014/main" id="{6C5A17A9-E204-2C03-A62D-99D1BD497A64}"/>
                  </a:ext>
                </a:extLst>
              </p:cNvPr>
              <p:cNvSpPr>
                <a:spLocks noGrp="1" noRot="1" noChangeAspect="1" noMove="1" noResize="1" noEditPoints="1" noAdjustHandles="1" noChangeArrowheads="1" noChangeShapeType="1" noTextEdit="1"/>
              </p:cNvSpPr>
              <p:nvPr>
                <p:ph type="body" sz="quarter" idx="15"/>
              </p:nvPr>
            </p:nvSpPr>
            <p:spPr>
              <a:xfrm>
                <a:off x="759342" y="1226198"/>
                <a:ext cx="10670657" cy="4595645"/>
              </a:xfrm>
              <a:blipFill>
                <a:blip r:embed="rId2"/>
                <a:stretch>
                  <a:fillRect l="-1486" t="-1592" r="-1314" b="-265"/>
                </a:stretch>
              </a:blipFill>
            </p:spPr>
            <p:txBody>
              <a:bodyPr/>
              <a:lstStyle/>
              <a:p>
                <a:r>
                  <a:rPr lang="en-US">
                    <a:noFill/>
                  </a:rPr>
                  <a:t> </a:t>
                </a:r>
              </a:p>
            </p:txBody>
          </p:sp>
        </mc:Fallback>
      </mc:AlternateContent>
    </p:spTree>
    <p:extLst>
      <p:ext uri="{BB962C8B-B14F-4D97-AF65-F5344CB8AC3E}">
        <p14:creationId xmlns:p14="http://schemas.microsoft.com/office/powerpoint/2010/main" val="128854047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37CB06-3B43-B52B-E40B-D1988BF13505}"/>
              </a:ext>
            </a:extLst>
          </p:cNvPr>
          <p:cNvSpPr>
            <a:spLocks noGrp="1"/>
          </p:cNvSpPr>
          <p:nvPr>
            <p:ph type="title"/>
          </p:nvPr>
        </p:nvSpPr>
        <p:spPr/>
        <p:txBody>
          <a:bodyPr/>
          <a:lstStyle/>
          <a:p>
            <a:r>
              <a:rPr lang="en-US" dirty="0"/>
              <a:t>4.4 Independent Events</a:t>
            </a:r>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6C5A17A9-E204-2C03-A62D-99D1BD497A64}"/>
                  </a:ext>
                </a:extLst>
              </p:cNvPr>
              <p:cNvSpPr>
                <a:spLocks noGrp="1"/>
              </p:cNvSpPr>
              <p:nvPr>
                <p:ph type="body" sz="quarter" idx="15"/>
              </p:nvPr>
            </p:nvSpPr>
            <p:spPr>
              <a:xfrm>
                <a:off x="759342" y="1365506"/>
                <a:ext cx="10670657" cy="4359166"/>
              </a:xfrm>
            </p:spPr>
            <p:txBody>
              <a:bodyPr/>
              <a:lstStyle/>
              <a:p>
                <a:pPr>
                  <a:spcAft>
                    <a:spcPts val="0"/>
                  </a:spcAft>
                </a:pPr>
                <a:r>
                  <a:rPr lang="en-US" sz="2000" dirty="0"/>
                  <a:t>Two events </a:t>
                </a:r>
                <a:r>
                  <a:rPr lang="en-US" sz="2000" i="1" dirty="0"/>
                  <a:t>A</a:t>
                </a:r>
                <a:r>
                  <a:rPr lang="en-US" sz="2000" dirty="0"/>
                  <a:t> and </a:t>
                </a:r>
                <a:r>
                  <a:rPr lang="en-US" sz="2000" i="1" dirty="0"/>
                  <a:t>B</a:t>
                </a:r>
                <a:r>
                  <a:rPr lang="en-US" sz="2000" dirty="0"/>
                  <a:t> are </a:t>
                </a:r>
                <a:r>
                  <a:rPr lang="en-US" sz="2000" b="1" dirty="0"/>
                  <a:t>independent</a:t>
                </a:r>
                <a:r>
                  <a:rPr lang="en-US" sz="2000" dirty="0"/>
                  <a:t> if</a:t>
                </a:r>
              </a:p>
              <a:p>
                <a:pPr marL="914400">
                  <a:spcAft>
                    <a:spcPts val="0"/>
                  </a:spcAft>
                </a:pPr>
                <a14:m>
                  <m:oMath xmlns:m="http://schemas.openxmlformats.org/officeDocument/2006/math">
                    <m:r>
                      <a:rPr lang="en-US" sz="2000" b="0" i="1" smtClean="0">
                        <a:latin typeface="Cambria Math" panose="02040503050406030204" pitchFamily="18" charset="0"/>
                      </a:rPr>
                      <m:t>𝑃</m:t>
                    </m:r>
                    <m:d>
                      <m:dPr>
                        <m:endChr m:val="|"/>
                        <m:ctrlPr>
                          <a:rPr lang="en-US" sz="2000" b="0" i="1" smtClean="0">
                            <a:latin typeface="Cambria Math" panose="02040503050406030204" pitchFamily="18" charset="0"/>
                          </a:rPr>
                        </m:ctrlPr>
                      </m:dPr>
                      <m:e>
                        <m:r>
                          <a:rPr lang="en-US" sz="2000" b="0" i="1" smtClean="0">
                            <a:latin typeface="Cambria Math" panose="02040503050406030204" pitchFamily="18" charset="0"/>
                          </a:rPr>
                          <m:t>𝐴</m:t>
                        </m:r>
                        <m:r>
                          <a:rPr lang="en-US" sz="2000" b="0" i="1" smtClean="0">
                            <a:latin typeface="Cambria Math" panose="02040503050406030204" pitchFamily="18" charset="0"/>
                          </a:rPr>
                          <m:t> </m:t>
                        </m:r>
                      </m:e>
                    </m:d>
                    <m:r>
                      <a:rPr lang="en-US" sz="2000" b="0" i="1" smtClean="0">
                        <a:latin typeface="Cambria Math" panose="02040503050406030204" pitchFamily="18" charset="0"/>
                      </a:rPr>
                      <m:t> </m:t>
                    </m:r>
                    <m:r>
                      <a:rPr lang="en-US" sz="2000" b="0" i="1" smtClean="0">
                        <a:latin typeface="Cambria Math" panose="02040503050406030204" pitchFamily="18" charset="0"/>
                      </a:rPr>
                      <m:t>𝐵</m:t>
                    </m:r>
                    <m:r>
                      <a:rPr lang="en-US" sz="2000" b="0" i="1" smtClean="0">
                        <a:latin typeface="Cambria Math" panose="02040503050406030204" pitchFamily="18" charset="0"/>
                      </a:rPr>
                      <m:t>)=</m:t>
                    </m:r>
                    <m:r>
                      <a:rPr lang="en-US" sz="2000" b="0" i="1" smtClean="0">
                        <a:latin typeface="Cambria Math" panose="02040503050406030204" pitchFamily="18" charset="0"/>
                      </a:rPr>
                      <m:t>𝑃</m:t>
                    </m:r>
                    <m:d>
                      <m:dPr>
                        <m:ctrlPr>
                          <a:rPr lang="en-US" sz="2000" b="0" i="1" smtClean="0">
                            <a:latin typeface="Cambria Math" panose="02040503050406030204" pitchFamily="18" charset="0"/>
                          </a:rPr>
                        </m:ctrlPr>
                      </m:dPr>
                      <m:e>
                        <m:r>
                          <a:rPr lang="en-US" sz="2000" b="0" i="1" smtClean="0">
                            <a:latin typeface="Cambria Math" panose="02040503050406030204" pitchFamily="18" charset="0"/>
                          </a:rPr>
                          <m:t>𝐴</m:t>
                        </m:r>
                      </m:e>
                    </m:d>
                  </m:oMath>
                </a14:m>
                <a:r>
                  <a:rPr lang="en-US" sz="2000" dirty="0"/>
                  <a:t>   or    </a:t>
                </a:r>
                <a14:m>
                  <m:oMath xmlns:m="http://schemas.openxmlformats.org/officeDocument/2006/math">
                    <m:r>
                      <a:rPr lang="en-US" sz="2000" i="1">
                        <a:latin typeface="Cambria Math" panose="02040503050406030204" pitchFamily="18" charset="0"/>
                      </a:rPr>
                      <m:t>𝑃</m:t>
                    </m:r>
                    <m:d>
                      <m:dPr>
                        <m:endChr m:val="|"/>
                        <m:ctrlPr>
                          <a:rPr lang="en-US" sz="2000" i="1">
                            <a:latin typeface="Cambria Math" panose="02040503050406030204" pitchFamily="18" charset="0"/>
                          </a:rPr>
                        </m:ctrlPr>
                      </m:dPr>
                      <m:e>
                        <m:r>
                          <a:rPr lang="en-US" sz="2000" b="0" i="1" smtClean="0">
                            <a:latin typeface="Cambria Math" panose="02040503050406030204" pitchFamily="18" charset="0"/>
                          </a:rPr>
                          <m:t>𝐵</m:t>
                        </m:r>
                        <m:r>
                          <a:rPr lang="en-US" sz="2000" i="1">
                            <a:latin typeface="Cambria Math" panose="02040503050406030204" pitchFamily="18" charset="0"/>
                          </a:rPr>
                          <m:t> </m:t>
                        </m:r>
                      </m:e>
                    </m:d>
                    <m:r>
                      <a:rPr lang="en-US" sz="2000" i="1">
                        <a:latin typeface="Cambria Math" panose="02040503050406030204" pitchFamily="18" charset="0"/>
                      </a:rPr>
                      <m:t> </m:t>
                    </m:r>
                    <m:r>
                      <a:rPr lang="en-US" sz="2000" b="0" i="1" smtClean="0">
                        <a:latin typeface="Cambria Math" panose="02040503050406030204" pitchFamily="18" charset="0"/>
                      </a:rPr>
                      <m:t>𝐴</m:t>
                    </m:r>
                    <m:r>
                      <a:rPr lang="en-US" sz="2000" i="1">
                        <a:latin typeface="Cambria Math" panose="02040503050406030204" pitchFamily="18" charset="0"/>
                      </a:rPr>
                      <m:t>)=</m:t>
                    </m:r>
                    <m:r>
                      <a:rPr lang="en-US" sz="2000" i="1">
                        <a:latin typeface="Cambria Math" panose="02040503050406030204" pitchFamily="18" charset="0"/>
                      </a:rPr>
                      <m:t>𝑃</m:t>
                    </m:r>
                    <m:d>
                      <m:dPr>
                        <m:ctrlPr>
                          <a:rPr lang="en-US" sz="2000" i="1">
                            <a:latin typeface="Cambria Math" panose="02040503050406030204" pitchFamily="18" charset="0"/>
                          </a:rPr>
                        </m:ctrlPr>
                      </m:dPr>
                      <m:e>
                        <m:r>
                          <a:rPr lang="en-US" sz="2000" b="0" i="1" smtClean="0">
                            <a:latin typeface="Cambria Math" panose="02040503050406030204" pitchFamily="18" charset="0"/>
                          </a:rPr>
                          <m:t>𝐵</m:t>
                        </m:r>
                      </m:e>
                    </m:d>
                  </m:oMath>
                </a14:m>
                <a:endParaRPr lang="en-US" sz="2000" dirty="0"/>
              </a:p>
              <a:p>
                <a:pPr>
                  <a:spcAft>
                    <a:spcPts val="0"/>
                  </a:spcAft>
                </a:pPr>
                <a:r>
                  <a:rPr lang="en-US" sz="2000" dirty="0"/>
                  <a:t>Otherwise, the events are </a:t>
                </a:r>
                <a:r>
                  <a:rPr lang="en-US" sz="2000" i="1" dirty="0"/>
                  <a:t>dependent</a:t>
                </a:r>
                <a:r>
                  <a:rPr lang="en-US" sz="2000" dirty="0"/>
                  <a:t> if</a:t>
                </a:r>
              </a:p>
              <a:p>
                <a:pPr marL="914400">
                  <a:spcAft>
                    <a:spcPts val="0"/>
                  </a:spcAft>
                </a:pPr>
                <a14:m>
                  <m:oMath xmlns:m="http://schemas.openxmlformats.org/officeDocument/2006/math">
                    <m:r>
                      <a:rPr lang="en-US" sz="2000" b="0" i="1" smtClean="0">
                        <a:latin typeface="Cambria Math" panose="02040503050406030204" pitchFamily="18" charset="0"/>
                      </a:rPr>
                      <m:t>𝑃</m:t>
                    </m:r>
                    <m:d>
                      <m:dPr>
                        <m:endChr m:val="|"/>
                        <m:ctrlPr>
                          <a:rPr lang="en-US" sz="2000" b="0" i="1" smtClean="0">
                            <a:latin typeface="Cambria Math" panose="02040503050406030204" pitchFamily="18" charset="0"/>
                          </a:rPr>
                        </m:ctrlPr>
                      </m:dPr>
                      <m:e>
                        <m:r>
                          <a:rPr lang="en-US" sz="2000" b="0" i="1" smtClean="0">
                            <a:latin typeface="Cambria Math" panose="02040503050406030204" pitchFamily="18" charset="0"/>
                          </a:rPr>
                          <m:t>𝐴</m:t>
                        </m:r>
                        <m:r>
                          <a:rPr lang="en-US" sz="2000" b="0" i="1" smtClean="0">
                            <a:latin typeface="Cambria Math" panose="02040503050406030204" pitchFamily="18" charset="0"/>
                          </a:rPr>
                          <m:t> </m:t>
                        </m:r>
                      </m:e>
                    </m:d>
                    <m:r>
                      <a:rPr lang="en-US" sz="2000" b="0" i="1" smtClean="0">
                        <a:latin typeface="Cambria Math" panose="02040503050406030204" pitchFamily="18" charset="0"/>
                      </a:rPr>
                      <m:t> </m:t>
                    </m:r>
                    <m:r>
                      <a:rPr lang="en-US" sz="2000" b="0" i="1" smtClean="0">
                        <a:latin typeface="Cambria Math" panose="02040503050406030204" pitchFamily="18" charset="0"/>
                      </a:rPr>
                      <m:t>𝐵</m:t>
                    </m:r>
                    <m:r>
                      <a:rPr lang="en-US" sz="2000" b="0" i="1" smtClean="0">
                        <a:latin typeface="Cambria Math" panose="02040503050406030204" pitchFamily="18" charset="0"/>
                      </a:rPr>
                      <m:t>)≠</m:t>
                    </m:r>
                    <m:r>
                      <a:rPr lang="en-US" sz="2000" b="0" i="1" smtClean="0">
                        <a:latin typeface="Cambria Math" panose="02040503050406030204" pitchFamily="18" charset="0"/>
                      </a:rPr>
                      <m:t>𝑃</m:t>
                    </m:r>
                    <m:d>
                      <m:dPr>
                        <m:ctrlPr>
                          <a:rPr lang="en-US" sz="2000" b="0" i="1" smtClean="0">
                            <a:latin typeface="Cambria Math" panose="02040503050406030204" pitchFamily="18" charset="0"/>
                          </a:rPr>
                        </m:ctrlPr>
                      </m:dPr>
                      <m:e>
                        <m:r>
                          <a:rPr lang="en-US" sz="2000" b="0" i="1" smtClean="0">
                            <a:latin typeface="Cambria Math" panose="02040503050406030204" pitchFamily="18" charset="0"/>
                          </a:rPr>
                          <m:t>𝐴</m:t>
                        </m:r>
                      </m:e>
                    </m:d>
                  </m:oMath>
                </a14:m>
                <a:r>
                  <a:rPr lang="en-US" sz="2000" dirty="0"/>
                  <a:t>   or    </a:t>
                </a:r>
                <a14:m>
                  <m:oMath xmlns:m="http://schemas.openxmlformats.org/officeDocument/2006/math">
                    <m:r>
                      <a:rPr lang="en-US" sz="2000" i="1">
                        <a:latin typeface="Cambria Math" panose="02040503050406030204" pitchFamily="18" charset="0"/>
                      </a:rPr>
                      <m:t>𝑃</m:t>
                    </m:r>
                    <m:d>
                      <m:dPr>
                        <m:endChr m:val="|"/>
                        <m:ctrlPr>
                          <a:rPr lang="en-US" sz="2000" i="1">
                            <a:latin typeface="Cambria Math" panose="02040503050406030204" pitchFamily="18" charset="0"/>
                          </a:rPr>
                        </m:ctrlPr>
                      </m:dPr>
                      <m:e>
                        <m:r>
                          <a:rPr lang="en-US" sz="2000" b="0" i="1" smtClean="0">
                            <a:latin typeface="Cambria Math" panose="02040503050406030204" pitchFamily="18" charset="0"/>
                          </a:rPr>
                          <m:t>𝐵</m:t>
                        </m:r>
                        <m:r>
                          <a:rPr lang="en-US" sz="2000" i="1">
                            <a:latin typeface="Cambria Math" panose="02040503050406030204" pitchFamily="18" charset="0"/>
                          </a:rPr>
                          <m:t> </m:t>
                        </m:r>
                      </m:e>
                    </m:d>
                    <m:r>
                      <a:rPr lang="en-US" sz="2000" i="1">
                        <a:latin typeface="Cambria Math" panose="02040503050406030204" pitchFamily="18" charset="0"/>
                      </a:rPr>
                      <m:t> </m:t>
                    </m:r>
                    <m:r>
                      <a:rPr lang="en-US" sz="2000" b="0" i="1" smtClean="0">
                        <a:latin typeface="Cambria Math" panose="02040503050406030204" pitchFamily="18" charset="0"/>
                      </a:rPr>
                      <m:t>𝐴</m:t>
                    </m:r>
                    <m:r>
                      <a:rPr lang="en-US" sz="2000" i="1">
                        <a:latin typeface="Cambria Math" panose="02040503050406030204" pitchFamily="18" charset="0"/>
                      </a:rPr>
                      <m:t>)</m:t>
                    </m:r>
                    <m:r>
                      <a:rPr lang="en-US" sz="2000" i="1" smtClean="0">
                        <a:latin typeface="Cambria Math" panose="02040503050406030204" pitchFamily="18" charset="0"/>
                        <a:ea typeface="Cambria Math" panose="02040503050406030204" pitchFamily="18" charset="0"/>
                      </a:rPr>
                      <m:t>≠</m:t>
                    </m:r>
                    <m:r>
                      <a:rPr lang="en-US" sz="2000" i="1">
                        <a:latin typeface="Cambria Math" panose="02040503050406030204" pitchFamily="18" charset="0"/>
                      </a:rPr>
                      <m:t>𝑃</m:t>
                    </m:r>
                    <m:d>
                      <m:dPr>
                        <m:ctrlPr>
                          <a:rPr lang="en-US" sz="2000" i="1">
                            <a:latin typeface="Cambria Math" panose="02040503050406030204" pitchFamily="18" charset="0"/>
                          </a:rPr>
                        </m:ctrlPr>
                      </m:dPr>
                      <m:e>
                        <m:r>
                          <a:rPr lang="en-US" sz="2000" b="0" i="1" smtClean="0">
                            <a:latin typeface="Cambria Math" panose="02040503050406030204" pitchFamily="18" charset="0"/>
                          </a:rPr>
                          <m:t>𝐵</m:t>
                        </m:r>
                      </m:e>
                    </m:d>
                  </m:oMath>
                </a14:m>
                <a:endParaRPr lang="en-US" sz="2000" dirty="0"/>
              </a:p>
              <a:p>
                <a:pPr>
                  <a:spcAft>
                    <a:spcPts val="0"/>
                  </a:spcAft>
                </a:pPr>
                <a:r>
                  <a:rPr lang="en-US" sz="2000" dirty="0"/>
                  <a:t>In the analysis of the promotion of police officers, we found</a:t>
                </a:r>
              </a:p>
              <a:p>
                <a:pPr marL="914400">
                  <a:spcAft>
                    <a:spcPts val="0"/>
                  </a:spcAft>
                </a:pPr>
                <a14:m>
                  <m:oMath xmlns:m="http://schemas.openxmlformats.org/officeDocument/2006/math">
                    <m:r>
                      <a:rPr lang="en-US" sz="2000" b="0" i="1" smtClean="0">
                        <a:latin typeface="Cambria Math" panose="02040503050406030204" pitchFamily="18" charset="0"/>
                      </a:rPr>
                      <m:t>𝑃</m:t>
                    </m:r>
                    <m:d>
                      <m:dPr>
                        <m:ctrlPr>
                          <a:rPr lang="en-US" sz="2000" b="0" i="1" smtClean="0">
                            <a:latin typeface="Cambria Math" panose="02040503050406030204" pitchFamily="18" charset="0"/>
                          </a:rPr>
                        </m:ctrlPr>
                      </m:dPr>
                      <m:e>
                        <m:r>
                          <a:rPr lang="en-US" sz="2000" b="0" i="1" smtClean="0">
                            <a:latin typeface="Cambria Math" panose="02040503050406030204" pitchFamily="18" charset="0"/>
                          </a:rPr>
                          <m:t>𝐴</m:t>
                        </m:r>
                      </m:e>
                    </m:d>
                    <m:r>
                      <a:rPr lang="en-US" sz="2000" b="0" i="1" smtClean="0">
                        <a:latin typeface="Cambria Math" panose="02040503050406030204" pitchFamily="18" charset="0"/>
                      </a:rPr>
                      <m:t>=0.27</m:t>
                    </m:r>
                  </m:oMath>
                </a14:m>
                <a:r>
                  <a:rPr lang="en-US" sz="2000" dirty="0"/>
                  <a:t>, </a:t>
                </a:r>
                <a14:m>
                  <m:oMath xmlns:m="http://schemas.openxmlformats.org/officeDocument/2006/math">
                    <m:r>
                      <a:rPr lang="en-US" sz="2000" i="1">
                        <a:latin typeface="Cambria Math" panose="02040503050406030204" pitchFamily="18" charset="0"/>
                      </a:rPr>
                      <m:t>𝑃</m:t>
                    </m:r>
                    <m:d>
                      <m:dPr>
                        <m:endChr m:val="|"/>
                        <m:ctrlPr>
                          <a:rPr lang="en-US" sz="2000" i="1">
                            <a:latin typeface="Cambria Math" panose="02040503050406030204" pitchFamily="18" charset="0"/>
                          </a:rPr>
                        </m:ctrlPr>
                      </m:dPr>
                      <m:e>
                        <m:r>
                          <a:rPr lang="en-US" sz="2000" i="1">
                            <a:latin typeface="Cambria Math" panose="02040503050406030204" pitchFamily="18" charset="0"/>
                          </a:rPr>
                          <m:t>𝐴</m:t>
                        </m:r>
                        <m:r>
                          <a:rPr lang="en-US" sz="2000" i="1">
                            <a:latin typeface="Cambria Math" panose="02040503050406030204" pitchFamily="18" charset="0"/>
                          </a:rPr>
                          <m:t> </m:t>
                        </m:r>
                      </m:e>
                    </m:d>
                    <m:r>
                      <a:rPr lang="en-US" sz="2000" i="1">
                        <a:latin typeface="Cambria Math" panose="02040503050406030204" pitchFamily="18" charset="0"/>
                      </a:rPr>
                      <m:t> </m:t>
                    </m:r>
                    <m:r>
                      <a:rPr lang="en-US" sz="2000" i="1">
                        <a:latin typeface="Cambria Math" panose="02040503050406030204" pitchFamily="18" charset="0"/>
                      </a:rPr>
                      <m:t>𝑀</m:t>
                    </m:r>
                    <m:r>
                      <a:rPr lang="en-US" sz="2000" i="1">
                        <a:latin typeface="Cambria Math" panose="02040503050406030204" pitchFamily="18" charset="0"/>
                      </a:rPr>
                      <m:t>)=</m:t>
                    </m:r>
                    <m:r>
                      <a:rPr lang="en-US" sz="2000" b="0" i="0" smtClean="0">
                        <a:latin typeface="Cambria Math" panose="02040503050406030204" pitchFamily="18" charset="0"/>
                      </a:rPr>
                      <m:t>0.30</m:t>
                    </m:r>
                  </m:oMath>
                </a14:m>
                <a:r>
                  <a:rPr lang="en-US" sz="2000" dirty="0"/>
                  <a:t>, and </a:t>
                </a:r>
                <a14:m>
                  <m:oMath xmlns:m="http://schemas.openxmlformats.org/officeDocument/2006/math">
                    <m:r>
                      <a:rPr lang="en-US" sz="2000" i="1">
                        <a:latin typeface="Cambria Math" panose="02040503050406030204" pitchFamily="18" charset="0"/>
                      </a:rPr>
                      <m:t>𝑃</m:t>
                    </m:r>
                    <m:d>
                      <m:dPr>
                        <m:endChr m:val="|"/>
                        <m:ctrlPr>
                          <a:rPr lang="en-US" sz="2000" i="1">
                            <a:latin typeface="Cambria Math" panose="02040503050406030204" pitchFamily="18" charset="0"/>
                          </a:rPr>
                        </m:ctrlPr>
                      </m:dPr>
                      <m:e>
                        <m:r>
                          <a:rPr lang="en-US" sz="2000" i="1">
                            <a:latin typeface="Cambria Math" panose="02040503050406030204" pitchFamily="18" charset="0"/>
                          </a:rPr>
                          <m:t>𝐴</m:t>
                        </m:r>
                        <m:r>
                          <a:rPr lang="en-US" sz="2000" i="1">
                            <a:latin typeface="Cambria Math" panose="02040503050406030204" pitchFamily="18" charset="0"/>
                          </a:rPr>
                          <m:t> </m:t>
                        </m:r>
                      </m:e>
                    </m:d>
                    <m:r>
                      <a:rPr lang="en-US" sz="2000" i="1">
                        <a:latin typeface="Cambria Math" panose="02040503050406030204" pitchFamily="18" charset="0"/>
                      </a:rPr>
                      <m:t> </m:t>
                    </m:r>
                    <m:r>
                      <a:rPr lang="en-US" sz="2000" b="0" i="1" smtClean="0">
                        <a:latin typeface="Cambria Math" panose="02040503050406030204" pitchFamily="18" charset="0"/>
                      </a:rPr>
                      <m:t>𝐹</m:t>
                    </m:r>
                    <m:r>
                      <a:rPr lang="en-US" sz="2000" i="1">
                        <a:latin typeface="Cambria Math" panose="02040503050406030204" pitchFamily="18" charset="0"/>
                      </a:rPr>
                      <m:t>)=</m:t>
                    </m:r>
                    <m:r>
                      <a:rPr lang="en-US" sz="2000">
                        <a:latin typeface="Cambria Math" panose="02040503050406030204" pitchFamily="18" charset="0"/>
                      </a:rPr>
                      <m:t>0.</m:t>
                    </m:r>
                    <m:r>
                      <a:rPr lang="en-US" sz="2000" b="0" i="0" smtClean="0">
                        <a:latin typeface="Cambria Math" panose="02040503050406030204" pitchFamily="18" charset="0"/>
                      </a:rPr>
                      <m:t>15</m:t>
                    </m:r>
                  </m:oMath>
                </a14:m>
                <a:endParaRPr lang="en-US" sz="2000" dirty="0"/>
              </a:p>
              <a:p>
                <a:pPr>
                  <a:spcAft>
                    <a:spcPts val="0"/>
                  </a:spcAft>
                </a:pPr>
                <a:r>
                  <a:rPr lang="en-US" sz="2000" dirty="0"/>
                  <a:t>Because </a:t>
                </a:r>
                <a14:m>
                  <m:oMath xmlns:m="http://schemas.openxmlformats.org/officeDocument/2006/math">
                    <m:r>
                      <a:rPr lang="en-US" sz="2000" i="1" smtClean="0">
                        <a:latin typeface="Cambria Math" panose="02040503050406030204" pitchFamily="18" charset="0"/>
                      </a:rPr>
                      <m:t>𝑃</m:t>
                    </m:r>
                    <m:d>
                      <m:dPr>
                        <m:endChr m:val="|"/>
                        <m:ctrlPr>
                          <a:rPr lang="en-US" sz="2000" i="1">
                            <a:latin typeface="Cambria Math" panose="02040503050406030204" pitchFamily="18" charset="0"/>
                          </a:rPr>
                        </m:ctrlPr>
                      </m:dPr>
                      <m:e>
                        <m:r>
                          <a:rPr lang="en-US" sz="2000" i="1">
                            <a:latin typeface="Cambria Math" panose="02040503050406030204" pitchFamily="18" charset="0"/>
                          </a:rPr>
                          <m:t>𝐴</m:t>
                        </m:r>
                        <m:r>
                          <a:rPr lang="en-US" sz="2000" i="1">
                            <a:latin typeface="Cambria Math" panose="02040503050406030204" pitchFamily="18" charset="0"/>
                          </a:rPr>
                          <m:t> </m:t>
                        </m:r>
                      </m:e>
                    </m:d>
                    <m:r>
                      <a:rPr lang="en-US" sz="2000" i="1">
                        <a:latin typeface="Cambria Math" panose="02040503050406030204" pitchFamily="18" charset="0"/>
                      </a:rPr>
                      <m:t> </m:t>
                    </m:r>
                    <m:r>
                      <a:rPr lang="en-US" sz="2000" b="0" i="1" smtClean="0">
                        <a:latin typeface="Cambria Math" panose="02040503050406030204" pitchFamily="18" charset="0"/>
                      </a:rPr>
                      <m:t>𝑀</m:t>
                    </m:r>
                    <m:r>
                      <a:rPr lang="en-US" sz="2000" i="1">
                        <a:latin typeface="Cambria Math" panose="02040503050406030204" pitchFamily="18" charset="0"/>
                      </a:rPr>
                      <m:t>)</m:t>
                    </m:r>
                    <m:r>
                      <a:rPr lang="en-US" sz="2000" i="1">
                        <a:latin typeface="Cambria Math" panose="02040503050406030204" pitchFamily="18" charset="0"/>
                        <a:ea typeface="Cambria Math" panose="02040503050406030204" pitchFamily="18" charset="0"/>
                      </a:rPr>
                      <m:t>≠</m:t>
                    </m:r>
                    <m:r>
                      <a:rPr lang="en-US" sz="2000" i="1">
                        <a:latin typeface="Cambria Math" panose="02040503050406030204" pitchFamily="18" charset="0"/>
                      </a:rPr>
                      <m:t>𝑃</m:t>
                    </m:r>
                    <m:d>
                      <m:dPr>
                        <m:ctrlPr>
                          <a:rPr lang="en-US" sz="2000" i="1">
                            <a:latin typeface="Cambria Math" panose="02040503050406030204" pitchFamily="18" charset="0"/>
                          </a:rPr>
                        </m:ctrlPr>
                      </m:dPr>
                      <m:e>
                        <m:r>
                          <a:rPr lang="en-US" sz="2000" i="1">
                            <a:latin typeface="Cambria Math" panose="02040503050406030204" pitchFamily="18" charset="0"/>
                          </a:rPr>
                          <m:t>𝐴</m:t>
                        </m:r>
                      </m:e>
                    </m:d>
                  </m:oMath>
                </a14:m>
                <a:r>
                  <a:rPr lang="en-US" sz="2000" dirty="0"/>
                  <a:t>, that is, the probability of whether an officer is promoted (</a:t>
                </a:r>
                <a14:m>
                  <m:oMath xmlns:m="http://schemas.openxmlformats.org/officeDocument/2006/math">
                    <m:r>
                      <a:rPr lang="en-US" sz="2000" i="1" dirty="0" smtClean="0">
                        <a:latin typeface="Cambria Math" panose="02040503050406030204" pitchFamily="18" charset="0"/>
                      </a:rPr>
                      <m:t>𝐴</m:t>
                    </m:r>
                  </m:oMath>
                </a14:m>
                <a:r>
                  <a:rPr lang="en-US" sz="2000" dirty="0"/>
                  <a:t>) is altered or affected by knowing whether the officer is male (</a:t>
                </a:r>
                <a14:m>
                  <m:oMath xmlns:m="http://schemas.openxmlformats.org/officeDocument/2006/math">
                    <m:r>
                      <a:rPr lang="en-US" sz="2000" i="1" dirty="0" smtClean="0">
                        <a:latin typeface="Cambria Math" panose="02040503050406030204" pitchFamily="18" charset="0"/>
                      </a:rPr>
                      <m:t>𝑀</m:t>
                    </m:r>
                  </m:oMath>
                </a14:m>
                <a:r>
                  <a:rPr lang="en-US" sz="2000" dirty="0"/>
                  <a:t>), we conclude that the events </a:t>
                </a:r>
                <a14:m>
                  <m:oMath xmlns:m="http://schemas.openxmlformats.org/officeDocument/2006/math">
                    <m:r>
                      <a:rPr lang="en-US" sz="2000" i="1" dirty="0" smtClean="0">
                        <a:latin typeface="Cambria Math" panose="02040503050406030204" pitchFamily="18" charset="0"/>
                      </a:rPr>
                      <m:t>𝐴</m:t>
                    </m:r>
                  </m:oMath>
                </a14:m>
                <a:r>
                  <a:rPr lang="en-US" sz="2000" dirty="0"/>
                  <a:t> and </a:t>
                </a:r>
                <a14:m>
                  <m:oMath xmlns:m="http://schemas.openxmlformats.org/officeDocument/2006/math">
                    <m:r>
                      <a:rPr lang="en-US" sz="2000" i="1" dirty="0" smtClean="0">
                        <a:latin typeface="Cambria Math" panose="02040503050406030204" pitchFamily="18" charset="0"/>
                      </a:rPr>
                      <m:t>𝑀</m:t>
                    </m:r>
                  </m:oMath>
                </a14:m>
                <a:r>
                  <a:rPr lang="en-US" sz="2000" dirty="0"/>
                  <a:t> are dependent.</a:t>
                </a:r>
              </a:p>
              <a:p>
                <a:pPr>
                  <a:spcAft>
                    <a:spcPts val="600"/>
                  </a:spcAft>
                </a:pPr>
                <a:r>
                  <a:rPr lang="en-US" sz="2000" dirty="0"/>
                  <a:t>Similarly, because </a:t>
                </a:r>
                <a14:m>
                  <m:oMath xmlns:m="http://schemas.openxmlformats.org/officeDocument/2006/math">
                    <m:r>
                      <a:rPr lang="en-US" sz="2000" i="1" smtClean="0">
                        <a:latin typeface="Cambria Math" panose="02040503050406030204" pitchFamily="18" charset="0"/>
                      </a:rPr>
                      <m:t>𝑃</m:t>
                    </m:r>
                    <m:d>
                      <m:dPr>
                        <m:endChr m:val="|"/>
                        <m:ctrlPr>
                          <a:rPr lang="en-US" sz="2000" i="1">
                            <a:latin typeface="Cambria Math" panose="02040503050406030204" pitchFamily="18" charset="0"/>
                          </a:rPr>
                        </m:ctrlPr>
                      </m:dPr>
                      <m:e>
                        <m:r>
                          <a:rPr lang="en-US" sz="2000" i="1">
                            <a:latin typeface="Cambria Math" panose="02040503050406030204" pitchFamily="18" charset="0"/>
                          </a:rPr>
                          <m:t>𝐴</m:t>
                        </m:r>
                        <m:r>
                          <a:rPr lang="en-US" sz="2000" i="1">
                            <a:latin typeface="Cambria Math" panose="02040503050406030204" pitchFamily="18" charset="0"/>
                          </a:rPr>
                          <m:t> </m:t>
                        </m:r>
                      </m:e>
                    </m:d>
                    <m:r>
                      <a:rPr lang="en-US" sz="2000" i="1">
                        <a:latin typeface="Cambria Math" panose="02040503050406030204" pitchFamily="18" charset="0"/>
                      </a:rPr>
                      <m:t> </m:t>
                    </m:r>
                    <m:r>
                      <a:rPr lang="en-US" sz="2000" b="0" i="1" smtClean="0">
                        <a:latin typeface="Cambria Math" panose="02040503050406030204" pitchFamily="18" charset="0"/>
                      </a:rPr>
                      <m:t>𝐹</m:t>
                    </m:r>
                    <m:r>
                      <a:rPr lang="en-US" sz="2000" i="1">
                        <a:latin typeface="Cambria Math" panose="02040503050406030204" pitchFamily="18" charset="0"/>
                      </a:rPr>
                      <m:t>)</m:t>
                    </m:r>
                    <m:r>
                      <a:rPr lang="en-US" sz="2000" i="1">
                        <a:latin typeface="Cambria Math" panose="02040503050406030204" pitchFamily="18" charset="0"/>
                        <a:ea typeface="Cambria Math" panose="02040503050406030204" pitchFamily="18" charset="0"/>
                      </a:rPr>
                      <m:t>≠</m:t>
                    </m:r>
                    <m:r>
                      <a:rPr lang="en-US" sz="2000" i="1">
                        <a:latin typeface="Cambria Math" panose="02040503050406030204" pitchFamily="18" charset="0"/>
                      </a:rPr>
                      <m:t>𝑃</m:t>
                    </m:r>
                    <m:d>
                      <m:dPr>
                        <m:ctrlPr>
                          <a:rPr lang="en-US" sz="2000" i="1">
                            <a:latin typeface="Cambria Math" panose="02040503050406030204" pitchFamily="18" charset="0"/>
                          </a:rPr>
                        </m:ctrlPr>
                      </m:dPr>
                      <m:e>
                        <m:r>
                          <a:rPr lang="en-US" sz="2000" i="1">
                            <a:latin typeface="Cambria Math" panose="02040503050406030204" pitchFamily="18" charset="0"/>
                          </a:rPr>
                          <m:t>𝐴</m:t>
                        </m:r>
                      </m:e>
                    </m:d>
                  </m:oMath>
                </a14:m>
                <a:r>
                  <a:rPr lang="en-US" sz="2000" dirty="0"/>
                  <a:t>, we would say that events </a:t>
                </a:r>
                <a14:m>
                  <m:oMath xmlns:m="http://schemas.openxmlformats.org/officeDocument/2006/math">
                    <m:r>
                      <a:rPr lang="en-US" sz="2000" i="1" dirty="0" smtClean="0">
                        <a:latin typeface="Cambria Math" panose="02040503050406030204" pitchFamily="18" charset="0"/>
                      </a:rPr>
                      <m:t>𝐴</m:t>
                    </m:r>
                  </m:oMath>
                </a14:m>
                <a:r>
                  <a:rPr lang="en-US" sz="2000" dirty="0"/>
                  <a:t> and </a:t>
                </a:r>
                <a14:m>
                  <m:oMath xmlns:m="http://schemas.openxmlformats.org/officeDocument/2006/math">
                    <m:r>
                      <a:rPr lang="en-US" sz="2000" i="1" dirty="0" smtClean="0">
                        <a:latin typeface="Cambria Math" panose="02040503050406030204" pitchFamily="18" charset="0"/>
                      </a:rPr>
                      <m:t>𝐹</m:t>
                    </m:r>
                  </m:oMath>
                </a14:m>
                <a:r>
                  <a:rPr lang="en-US" sz="2000" dirty="0"/>
                  <a:t> are also dependent (*see notes.)</a:t>
                </a:r>
              </a:p>
            </p:txBody>
          </p:sp>
        </mc:Choice>
        <mc:Fallback xmlns="">
          <p:sp>
            <p:nvSpPr>
              <p:cNvPr id="3" name="Text Placeholder 2">
                <a:extLst>
                  <a:ext uri="{FF2B5EF4-FFF2-40B4-BE49-F238E27FC236}">
                    <a16:creationId xmlns:a16="http://schemas.microsoft.com/office/drawing/2014/main" id="{6C5A17A9-E204-2C03-A62D-99D1BD497A64}"/>
                  </a:ext>
                </a:extLst>
              </p:cNvPr>
              <p:cNvSpPr>
                <a:spLocks noGrp="1" noRot="1" noChangeAspect="1" noMove="1" noResize="1" noEditPoints="1" noAdjustHandles="1" noChangeArrowheads="1" noChangeShapeType="1" noTextEdit="1"/>
              </p:cNvSpPr>
              <p:nvPr>
                <p:ph type="body" sz="quarter" idx="15"/>
              </p:nvPr>
            </p:nvSpPr>
            <p:spPr>
              <a:xfrm>
                <a:off x="759342" y="1365506"/>
                <a:ext cx="10670657" cy="4359166"/>
              </a:xfrm>
              <a:blipFill>
                <a:blip r:embed="rId3"/>
                <a:stretch>
                  <a:fillRect l="-1486" t="-1678" b="-839"/>
                </a:stretch>
              </a:blipFill>
            </p:spPr>
            <p:txBody>
              <a:bodyPr/>
              <a:lstStyle/>
              <a:p>
                <a:r>
                  <a:rPr lang="en-US">
                    <a:noFill/>
                  </a:rPr>
                  <a:t> </a:t>
                </a:r>
              </a:p>
            </p:txBody>
          </p:sp>
        </mc:Fallback>
      </mc:AlternateContent>
    </p:spTree>
    <p:extLst>
      <p:ext uri="{BB962C8B-B14F-4D97-AF65-F5344CB8AC3E}">
        <p14:creationId xmlns:p14="http://schemas.microsoft.com/office/powerpoint/2010/main" val="285789473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37CB06-3B43-B52B-E40B-D1988BF13505}"/>
              </a:ext>
            </a:extLst>
          </p:cNvPr>
          <p:cNvSpPr>
            <a:spLocks noGrp="1"/>
          </p:cNvSpPr>
          <p:nvPr>
            <p:ph type="title"/>
          </p:nvPr>
        </p:nvSpPr>
        <p:spPr/>
        <p:txBody>
          <a:bodyPr/>
          <a:lstStyle/>
          <a:p>
            <a:r>
              <a:rPr lang="en-US" dirty="0"/>
              <a:t>4.4 Multiplication Law</a:t>
            </a:r>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6C5A17A9-E204-2C03-A62D-99D1BD497A64}"/>
                  </a:ext>
                </a:extLst>
              </p:cNvPr>
              <p:cNvSpPr>
                <a:spLocks noGrp="1"/>
              </p:cNvSpPr>
              <p:nvPr>
                <p:ph type="body" sz="quarter" idx="15"/>
              </p:nvPr>
            </p:nvSpPr>
            <p:spPr>
              <a:xfrm>
                <a:off x="759342" y="1439964"/>
                <a:ext cx="10670657" cy="4169380"/>
              </a:xfrm>
            </p:spPr>
            <p:txBody>
              <a:bodyPr/>
              <a:lstStyle/>
              <a:p>
                <a:pPr>
                  <a:spcBef>
                    <a:spcPts val="600"/>
                  </a:spcBef>
                  <a:spcAft>
                    <a:spcPts val="600"/>
                  </a:spcAft>
                </a:pPr>
                <a:r>
                  <a:rPr lang="en-US" sz="2000" dirty="0"/>
                  <a:t>The </a:t>
                </a:r>
                <a:r>
                  <a:rPr lang="en-US" sz="2000" b="1" dirty="0"/>
                  <a:t>multiplication law </a:t>
                </a:r>
                <a:r>
                  <a:rPr lang="en-US" sz="2000" dirty="0"/>
                  <a:t>is based on the definition of conditional probability, and it provides a way to compute the probability of the intersection of two events</a:t>
                </a:r>
              </a:p>
              <a:p>
                <a:pPr marL="914400">
                  <a:spcBef>
                    <a:spcPts val="600"/>
                  </a:spcBef>
                  <a:spcAft>
                    <a:spcPts val="0"/>
                  </a:spcAft>
                </a:pPr>
                <a14:m>
                  <m:oMathPara xmlns:m="http://schemas.openxmlformats.org/officeDocument/2006/math">
                    <m:oMathParaPr>
                      <m:jc m:val="left"/>
                    </m:oMathParaPr>
                    <m:oMath xmlns:m="http://schemas.openxmlformats.org/officeDocument/2006/math">
                      <m:r>
                        <a:rPr lang="en-US" sz="2000" b="1" i="1">
                          <a:latin typeface="Cambria Math" panose="02040503050406030204" pitchFamily="18" charset="0"/>
                        </a:rPr>
                        <m:t>𝑷</m:t>
                      </m:r>
                      <m:d>
                        <m:dPr>
                          <m:ctrlPr>
                            <a:rPr lang="en-US" sz="2000" b="1" i="1">
                              <a:latin typeface="Cambria Math" panose="02040503050406030204" pitchFamily="18" charset="0"/>
                            </a:rPr>
                          </m:ctrlPr>
                        </m:dPr>
                        <m:e>
                          <m:r>
                            <a:rPr lang="en-US" sz="2000" b="1" i="1">
                              <a:latin typeface="Cambria Math" panose="02040503050406030204" pitchFamily="18" charset="0"/>
                            </a:rPr>
                            <m:t>𝑨</m:t>
                          </m:r>
                          <m:r>
                            <a:rPr lang="en-US" sz="2000" b="1" i="1">
                              <a:latin typeface="Cambria Math" panose="02040503050406030204" pitchFamily="18" charset="0"/>
                              <a:ea typeface="Cambria Math" panose="02040503050406030204" pitchFamily="18" charset="0"/>
                            </a:rPr>
                            <m:t>∩</m:t>
                          </m:r>
                          <m:r>
                            <a:rPr lang="en-US" sz="2000" b="1" i="1">
                              <a:latin typeface="Cambria Math" panose="02040503050406030204" pitchFamily="18" charset="0"/>
                            </a:rPr>
                            <m:t>𝑩</m:t>
                          </m:r>
                        </m:e>
                      </m:d>
                      <m:r>
                        <a:rPr lang="en-US" sz="2000" b="1" i="1" smtClean="0">
                          <a:latin typeface="Cambria Math" panose="02040503050406030204" pitchFamily="18" charset="0"/>
                        </a:rPr>
                        <m:t>=</m:t>
                      </m:r>
                      <m:r>
                        <a:rPr lang="en-US" sz="2000" b="1" i="1">
                          <a:latin typeface="Cambria Math" panose="02040503050406030204" pitchFamily="18" charset="0"/>
                        </a:rPr>
                        <m:t>𝑷</m:t>
                      </m:r>
                      <m:d>
                        <m:dPr>
                          <m:endChr m:val="|"/>
                          <m:ctrlPr>
                            <a:rPr lang="en-US" sz="2000" b="1" i="1">
                              <a:latin typeface="Cambria Math" panose="02040503050406030204" pitchFamily="18" charset="0"/>
                            </a:rPr>
                          </m:ctrlPr>
                        </m:dPr>
                        <m:e>
                          <m:r>
                            <a:rPr lang="en-US" sz="2000" b="1" i="1">
                              <a:latin typeface="Cambria Math" panose="02040503050406030204" pitchFamily="18" charset="0"/>
                            </a:rPr>
                            <m:t>𝑨</m:t>
                          </m:r>
                          <m:r>
                            <a:rPr lang="en-US" sz="2000" b="1" i="1">
                              <a:latin typeface="Cambria Math" panose="02040503050406030204" pitchFamily="18" charset="0"/>
                            </a:rPr>
                            <m:t> </m:t>
                          </m:r>
                        </m:e>
                      </m:d>
                      <m:r>
                        <a:rPr lang="en-US" sz="2000" b="1" i="1">
                          <a:latin typeface="Cambria Math" panose="02040503050406030204" pitchFamily="18" charset="0"/>
                        </a:rPr>
                        <m:t> </m:t>
                      </m:r>
                      <m:r>
                        <a:rPr lang="en-US" sz="2000" b="1" i="1">
                          <a:latin typeface="Cambria Math" panose="02040503050406030204" pitchFamily="18" charset="0"/>
                        </a:rPr>
                        <m:t>𝑩</m:t>
                      </m:r>
                      <m:r>
                        <a:rPr lang="en-US" sz="2000" b="1" i="1">
                          <a:latin typeface="Cambria Math" panose="02040503050406030204" pitchFamily="18" charset="0"/>
                        </a:rPr>
                        <m:t>)</m:t>
                      </m:r>
                      <m:r>
                        <a:rPr lang="en-US" sz="2000" b="1" i="1" smtClean="0">
                          <a:latin typeface="Cambria Math" panose="02040503050406030204" pitchFamily="18" charset="0"/>
                        </a:rPr>
                        <m:t>𝑷</m:t>
                      </m:r>
                      <m:d>
                        <m:dPr>
                          <m:ctrlPr>
                            <a:rPr lang="en-US" sz="2000" b="1" i="1" smtClean="0">
                              <a:latin typeface="Cambria Math" panose="02040503050406030204" pitchFamily="18" charset="0"/>
                            </a:rPr>
                          </m:ctrlPr>
                        </m:dPr>
                        <m:e>
                          <m:r>
                            <a:rPr lang="en-US" sz="2000" b="1" i="1" smtClean="0">
                              <a:latin typeface="Cambria Math" panose="02040503050406030204" pitchFamily="18" charset="0"/>
                            </a:rPr>
                            <m:t>𝑩</m:t>
                          </m:r>
                        </m:e>
                      </m:d>
                    </m:oMath>
                  </m:oMathPara>
                </a14:m>
                <a:endParaRPr lang="en-US" sz="2000" b="1" dirty="0"/>
              </a:p>
              <a:p>
                <a:pPr>
                  <a:spcBef>
                    <a:spcPts val="600"/>
                  </a:spcBef>
                  <a:spcAft>
                    <a:spcPts val="600"/>
                  </a:spcAft>
                </a:pPr>
                <a:r>
                  <a:rPr lang="en-US" sz="2000" dirty="0"/>
                  <a:t>or</a:t>
                </a:r>
              </a:p>
              <a:p>
                <a:pPr marL="914400">
                  <a:spcBef>
                    <a:spcPts val="600"/>
                  </a:spcBef>
                  <a:spcAft>
                    <a:spcPts val="600"/>
                  </a:spcAft>
                </a:pPr>
                <a14:m>
                  <m:oMathPara xmlns:m="http://schemas.openxmlformats.org/officeDocument/2006/math">
                    <m:oMathParaPr>
                      <m:jc m:val="left"/>
                    </m:oMathParaPr>
                    <m:oMath xmlns:m="http://schemas.openxmlformats.org/officeDocument/2006/math">
                      <m:r>
                        <a:rPr lang="en-US" sz="2000" i="1">
                          <a:latin typeface="Cambria Math" panose="02040503050406030204" pitchFamily="18" charset="0"/>
                        </a:rPr>
                        <m:t>𝑃</m:t>
                      </m:r>
                      <m:d>
                        <m:dPr>
                          <m:ctrlPr>
                            <a:rPr lang="en-US" sz="2000" i="1">
                              <a:latin typeface="Cambria Math" panose="02040503050406030204" pitchFamily="18" charset="0"/>
                            </a:rPr>
                          </m:ctrlPr>
                        </m:dPr>
                        <m:e>
                          <m:r>
                            <a:rPr lang="en-US" sz="2000" b="0" i="1" smtClean="0">
                              <a:latin typeface="Cambria Math" panose="02040503050406030204" pitchFamily="18" charset="0"/>
                            </a:rPr>
                            <m:t>𝐵</m:t>
                          </m:r>
                          <m:r>
                            <a:rPr lang="en-US" sz="2000" i="1">
                              <a:latin typeface="Cambria Math" panose="02040503050406030204" pitchFamily="18" charset="0"/>
                              <a:ea typeface="Cambria Math" panose="02040503050406030204" pitchFamily="18" charset="0"/>
                            </a:rPr>
                            <m:t>∩</m:t>
                          </m:r>
                          <m:r>
                            <a:rPr lang="en-US" sz="2000" b="0" i="1" smtClean="0">
                              <a:latin typeface="Cambria Math" panose="02040503050406030204" pitchFamily="18" charset="0"/>
                            </a:rPr>
                            <m:t>𝐴</m:t>
                          </m:r>
                        </m:e>
                      </m:d>
                      <m:r>
                        <a:rPr lang="en-US" sz="2000" i="1">
                          <a:latin typeface="Cambria Math" panose="02040503050406030204" pitchFamily="18" charset="0"/>
                        </a:rPr>
                        <m:t>=</m:t>
                      </m:r>
                      <m:r>
                        <a:rPr lang="en-US" sz="2000" i="1">
                          <a:latin typeface="Cambria Math" panose="02040503050406030204" pitchFamily="18" charset="0"/>
                        </a:rPr>
                        <m:t>𝑃</m:t>
                      </m:r>
                      <m:d>
                        <m:dPr>
                          <m:endChr m:val="|"/>
                          <m:ctrlPr>
                            <a:rPr lang="en-US" sz="2000" i="1">
                              <a:latin typeface="Cambria Math" panose="02040503050406030204" pitchFamily="18" charset="0"/>
                            </a:rPr>
                          </m:ctrlPr>
                        </m:dPr>
                        <m:e>
                          <m:r>
                            <a:rPr lang="en-US" sz="2000" i="1">
                              <a:latin typeface="Cambria Math" panose="02040503050406030204" pitchFamily="18" charset="0"/>
                            </a:rPr>
                            <m:t>𝐵</m:t>
                          </m:r>
                          <m:r>
                            <a:rPr lang="en-US" sz="2000" i="1">
                              <a:latin typeface="Cambria Math" panose="02040503050406030204" pitchFamily="18" charset="0"/>
                            </a:rPr>
                            <m:t> </m:t>
                          </m:r>
                        </m:e>
                      </m:d>
                      <m:r>
                        <a:rPr lang="en-US" sz="2000" i="1">
                          <a:latin typeface="Cambria Math" panose="02040503050406030204" pitchFamily="18" charset="0"/>
                        </a:rPr>
                        <m:t> </m:t>
                      </m:r>
                      <m:r>
                        <a:rPr lang="en-US" sz="2000" i="1">
                          <a:latin typeface="Cambria Math" panose="02040503050406030204" pitchFamily="18" charset="0"/>
                        </a:rPr>
                        <m:t>𝐴</m:t>
                      </m:r>
                      <m:r>
                        <a:rPr lang="en-US" sz="2000" i="1">
                          <a:latin typeface="Cambria Math" panose="02040503050406030204" pitchFamily="18" charset="0"/>
                        </a:rPr>
                        <m:t>)</m:t>
                      </m:r>
                      <m:r>
                        <a:rPr lang="en-US" sz="2000" i="1">
                          <a:latin typeface="Cambria Math" panose="02040503050406030204" pitchFamily="18" charset="0"/>
                        </a:rPr>
                        <m:t>𝑃</m:t>
                      </m:r>
                      <m:r>
                        <a:rPr lang="en-US" sz="2000" i="1">
                          <a:latin typeface="Cambria Math" panose="02040503050406030204" pitchFamily="18" charset="0"/>
                        </a:rPr>
                        <m:t>(</m:t>
                      </m:r>
                      <m:r>
                        <a:rPr lang="en-US" sz="2000" b="0" i="1" smtClean="0">
                          <a:latin typeface="Cambria Math" panose="02040503050406030204" pitchFamily="18" charset="0"/>
                        </a:rPr>
                        <m:t>𝐴</m:t>
                      </m:r>
                      <m:r>
                        <a:rPr lang="en-US" sz="2000" i="1">
                          <a:latin typeface="Cambria Math" panose="02040503050406030204" pitchFamily="18" charset="0"/>
                        </a:rPr>
                        <m:t>)</m:t>
                      </m:r>
                    </m:oMath>
                  </m:oMathPara>
                </a14:m>
                <a:endParaRPr lang="en-US" sz="2000" dirty="0"/>
              </a:p>
              <a:p>
                <a:pPr>
                  <a:spcBef>
                    <a:spcPts val="600"/>
                  </a:spcBef>
                  <a:spcAft>
                    <a:spcPts val="600"/>
                  </a:spcAft>
                </a:pPr>
                <a:r>
                  <a:rPr lang="en-US" sz="2000" dirty="0"/>
                  <a:t>In the case of independent events, </a:t>
                </a:r>
                <a14:m>
                  <m:oMath xmlns:m="http://schemas.openxmlformats.org/officeDocument/2006/math">
                    <m:r>
                      <a:rPr lang="en-US" sz="2000" b="0" i="1" smtClean="0">
                        <a:latin typeface="Cambria Math" panose="02040503050406030204" pitchFamily="18" charset="0"/>
                      </a:rPr>
                      <m:t>𝑃</m:t>
                    </m:r>
                    <m:d>
                      <m:dPr>
                        <m:endChr m:val="|"/>
                        <m:ctrlPr>
                          <a:rPr lang="en-US" sz="2000" b="0" i="1" smtClean="0">
                            <a:latin typeface="Cambria Math" panose="02040503050406030204" pitchFamily="18" charset="0"/>
                          </a:rPr>
                        </m:ctrlPr>
                      </m:dPr>
                      <m:e>
                        <m:r>
                          <a:rPr lang="en-US" sz="2000" b="0" i="1" smtClean="0">
                            <a:latin typeface="Cambria Math" panose="02040503050406030204" pitchFamily="18" charset="0"/>
                          </a:rPr>
                          <m:t>𝐴</m:t>
                        </m:r>
                        <m:r>
                          <a:rPr lang="en-US" sz="2000" b="0" i="1" smtClean="0">
                            <a:latin typeface="Cambria Math" panose="02040503050406030204" pitchFamily="18" charset="0"/>
                          </a:rPr>
                          <m:t> </m:t>
                        </m:r>
                      </m:e>
                    </m:d>
                    <m:r>
                      <a:rPr lang="en-US" sz="2000" b="0" i="1" smtClean="0">
                        <a:latin typeface="Cambria Math" panose="02040503050406030204" pitchFamily="18" charset="0"/>
                      </a:rPr>
                      <m:t> </m:t>
                    </m:r>
                    <m:r>
                      <a:rPr lang="en-US" sz="2000" b="0" i="1" smtClean="0">
                        <a:latin typeface="Cambria Math" panose="02040503050406030204" pitchFamily="18" charset="0"/>
                      </a:rPr>
                      <m:t>𝐵</m:t>
                    </m:r>
                    <m:r>
                      <a:rPr lang="en-US" sz="2000" b="0" i="1" smtClean="0">
                        <a:latin typeface="Cambria Math" panose="02040503050406030204" pitchFamily="18" charset="0"/>
                      </a:rPr>
                      <m:t>)=</m:t>
                    </m:r>
                    <m:r>
                      <a:rPr lang="en-US" sz="2000" b="0" i="1" smtClean="0">
                        <a:latin typeface="Cambria Math" panose="02040503050406030204" pitchFamily="18" charset="0"/>
                      </a:rPr>
                      <m:t>𝑃</m:t>
                    </m:r>
                    <m:d>
                      <m:dPr>
                        <m:ctrlPr>
                          <a:rPr lang="en-US" sz="2000" b="0" i="1" smtClean="0">
                            <a:latin typeface="Cambria Math" panose="02040503050406030204" pitchFamily="18" charset="0"/>
                          </a:rPr>
                        </m:ctrlPr>
                      </m:dPr>
                      <m:e>
                        <m:r>
                          <a:rPr lang="en-US" sz="2000" b="0" i="1" smtClean="0">
                            <a:latin typeface="Cambria Math" panose="02040503050406030204" pitchFamily="18" charset="0"/>
                          </a:rPr>
                          <m:t>𝐴</m:t>
                        </m:r>
                      </m:e>
                    </m:d>
                  </m:oMath>
                </a14:m>
                <a:r>
                  <a:rPr lang="en-US" sz="2000" dirty="0"/>
                  <a:t> or </a:t>
                </a:r>
                <a14:m>
                  <m:oMath xmlns:m="http://schemas.openxmlformats.org/officeDocument/2006/math">
                    <m:r>
                      <a:rPr lang="en-US" sz="2000" i="1">
                        <a:latin typeface="Cambria Math" panose="02040503050406030204" pitchFamily="18" charset="0"/>
                      </a:rPr>
                      <m:t>𝑃</m:t>
                    </m:r>
                    <m:d>
                      <m:dPr>
                        <m:endChr m:val="|"/>
                        <m:ctrlPr>
                          <a:rPr lang="en-US" sz="2000" i="1">
                            <a:latin typeface="Cambria Math" panose="02040503050406030204" pitchFamily="18" charset="0"/>
                          </a:rPr>
                        </m:ctrlPr>
                      </m:dPr>
                      <m:e>
                        <m:r>
                          <a:rPr lang="en-US" sz="2000" b="0" i="1" smtClean="0">
                            <a:latin typeface="Cambria Math" panose="02040503050406030204" pitchFamily="18" charset="0"/>
                          </a:rPr>
                          <m:t>𝐵</m:t>
                        </m:r>
                        <m:r>
                          <a:rPr lang="en-US" sz="2000" i="1">
                            <a:latin typeface="Cambria Math" panose="02040503050406030204" pitchFamily="18" charset="0"/>
                          </a:rPr>
                          <m:t> </m:t>
                        </m:r>
                      </m:e>
                    </m:d>
                    <m:r>
                      <a:rPr lang="en-US" sz="2000" i="1">
                        <a:latin typeface="Cambria Math" panose="02040503050406030204" pitchFamily="18" charset="0"/>
                      </a:rPr>
                      <m:t> </m:t>
                    </m:r>
                    <m:r>
                      <a:rPr lang="en-US" sz="2000" b="0" i="1" smtClean="0">
                        <a:latin typeface="Cambria Math" panose="02040503050406030204" pitchFamily="18" charset="0"/>
                      </a:rPr>
                      <m:t>𝐴</m:t>
                    </m:r>
                    <m:r>
                      <a:rPr lang="en-US" sz="2000" i="1">
                        <a:latin typeface="Cambria Math" panose="02040503050406030204" pitchFamily="18" charset="0"/>
                      </a:rPr>
                      <m:t>)=</m:t>
                    </m:r>
                    <m:r>
                      <a:rPr lang="en-US" sz="2000" i="1">
                        <a:latin typeface="Cambria Math" panose="02040503050406030204" pitchFamily="18" charset="0"/>
                      </a:rPr>
                      <m:t>𝑃</m:t>
                    </m:r>
                    <m:d>
                      <m:dPr>
                        <m:ctrlPr>
                          <a:rPr lang="en-US" sz="2000" i="1">
                            <a:latin typeface="Cambria Math" panose="02040503050406030204" pitchFamily="18" charset="0"/>
                          </a:rPr>
                        </m:ctrlPr>
                      </m:dPr>
                      <m:e>
                        <m:r>
                          <a:rPr lang="en-US" sz="2000" b="0" i="1" smtClean="0">
                            <a:latin typeface="Cambria Math" panose="02040503050406030204" pitchFamily="18" charset="0"/>
                          </a:rPr>
                          <m:t>𝐵</m:t>
                        </m:r>
                      </m:e>
                    </m:d>
                  </m:oMath>
                </a14:m>
                <a:r>
                  <a:rPr lang="en-US" sz="2000" dirty="0"/>
                  <a:t>, and the </a:t>
                </a:r>
                <a:r>
                  <a:rPr lang="en-US" sz="2000" b="1" dirty="0"/>
                  <a:t>multiplication law for independent events </a:t>
                </a:r>
                <a:r>
                  <a:rPr lang="en-US" sz="2000" dirty="0"/>
                  <a:t>becomes</a:t>
                </a:r>
              </a:p>
              <a:p>
                <a:pPr marL="914400">
                  <a:spcBef>
                    <a:spcPts val="600"/>
                  </a:spcBef>
                  <a:spcAft>
                    <a:spcPts val="0"/>
                  </a:spcAft>
                </a:pPr>
                <a14:m>
                  <m:oMathPara xmlns:m="http://schemas.openxmlformats.org/officeDocument/2006/math">
                    <m:oMathParaPr>
                      <m:jc m:val="left"/>
                    </m:oMathParaPr>
                    <m:oMath xmlns:m="http://schemas.openxmlformats.org/officeDocument/2006/math">
                      <m:r>
                        <a:rPr lang="en-US" sz="2000" i="1">
                          <a:latin typeface="Cambria Math" panose="02040503050406030204" pitchFamily="18" charset="0"/>
                        </a:rPr>
                        <m:t>𝑃</m:t>
                      </m:r>
                      <m:d>
                        <m:dPr>
                          <m:ctrlPr>
                            <a:rPr lang="en-US" sz="2000" i="1">
                              <a:latin typeface="Cambria Math" panose="02040503050406030204" pitchFamily="18" charset="0"/>
                            </a:rPr>
                          </m:ctrlPr>
                        </m:dPr>
                        <m:e>
                          <m:r>
                            <a:rPr lang="en-US" sz="2000" i="1">
                              <a:latin typeface="Cambria Math" panose="02040503050406030204" pitchFamily="18" charset="0"/>
                            </a:rPr>
                            <m:t>𝐴</m:t>
                          </m:r>
                          <m:r>
                            <a:rPr lang="en-US" sz="2000" i="1">
                              <a:latin typeface="Cambria Math" panose="02040503050406030204" pitchFamily="18" charset="0"/>
                              <a:ea typeface="Cambria Math" panose="02040503050406030204" pitchFamily="18" charset="0"/>
                            </a:rPr>
                            <m:t>∩</m:t>
                          </m:r>
                          <m:r>
                            <a:rPr lang="en-US" sz="2000" i="1">
                              <a:latin typeface="Cambria Math" panose="02040503050406030204" pitchFamily="18" charset="0"/>
                            </a:rPr>
                            <m:t>𝐵</m:t>
                          </m:r>
                        </m:e>
                      </m:d>
                      <m:r>
                        <a:rPr lang="en-US" sz="2000" i="1">
                          <a:latin typeface="Cambria Math" panose="02040503050406030204" pitchFamily="18" charset="0"/>
                        </a:rPr>
                        <m:t>=</m:t>
                      </m:r>
                      <m:r>
                        <a:rPr lang="en-US" sz="2000" i="1">
                          <a:latin typeface="Cambria Math" panose="02040503050406030204" pitchFamily="18" charset="0"/>
                        </a:rPr>
                        <m:t>𝑃</m:t>
                      </m:r>
                      <m:r>
                        <a:rPr lang="en-US" sz="2000" i="1">
                          <a:latin typeface="Cambria Math" panose="02040503050406030204" pitchFamily="18" charset="0"/>
                        </a:rPr>
                        <m:t>(</m:t>
                      </m:r>
                      <m:r>
                        <a:rPr lang="en-US" sz="2000" i="1">
                          <a:latin typeface="Cambria Math" panose="02040503050406030204" pitchFamily="18" charset="0"/>
                        </a:rPr>
                        <m:t>𝐴</m:t>
                      </m:r>
                      <m:r>
                        <a:rPr lang="en-US" sz="2000" i="1">
                          <a:latin typeface="Cambria Math" panose="02040503050406030204" pitchFamily="18" charset="0"/>
                        </a:rPr>
                        <m:t>)</m:t>
                      </m:r>
                      <m:r>
                        <a:rPr lang="en-US" sz="2000" i="1">
                          <a:latin typeface="Cambria Math" panose="02040503050406030204" pitchFamily="18" charset="0"/>
                        </a:rPr>
                        <m:t>𝑃</m:t>
                      </m:r>
                      <m:d>
                        <m:dPr>
                          <m:ctrlPr>
                            <a:rPr lang="en-US" sz="2000" i="1">
                              <a:latin typeface="Cambria Math" panose="02040503050406030204" pitchFamily="18" charset="0"/>
                            </a:rPr>
                          </m:ctrlPr>
                        </m:dPr>
                        <m:e>
                          <m:r>
                            <a:rPr lang="en-US" sz="2000" i="1">
                              <a:latin typeface="Cambria Math" panose="02040503050406030204" pitchFamily="18" charset="0"/>
                            </a:rPr>
                            <m:t>𝐵</m:t>
                          </m:r>
                        </m:e>
                      </m:d>
                    </m:oMath>
                  </m:oMathPara>
                </a14:m>
                <a:endParaRPr lang="en-US" sz="2000" dirty="0"/>
              </a:p>
              <a:p>
                <a:pPr>
                  <a:spcBef>
                    <a:spcPts val="600"/>
                  </a:spcBef>
                  <a:spcAft>
                    <a:spcPts val="600"/>
                  </a:spcAft>
                </a:pPr>
                <a:r>
                  <a:rPr lang="en-US" sz="2000" dirty="0"/>
                  <a:t>or</a:t>
                </a:r>
              </a:p>
              <a:p>
                <a:pPr marL="914400">
                  <a:spcBef>
                    <a:spcPts val="600"/>
                  </a:spcBef>
                  <a:spcAft>
                    <a:spcPts val="600"/>
                  </a:spcAft>
                </a:pPr>
                <a14:m>
                  <m:oMathPara xmlns:m="http://schemas.openxmlformats.org/officeDocument/2006/math">
                    <m:oMathParaPr>
                      <m:jc m:val="left"/>
                    </m:oMathParaPr>
                    <m:oMath xmlns:m="http://schemas.openxmlformats.org/officeDocument/2006/math">
                      <m:r>
                        <a:rPr lang="en-US" sz="2000" i="1">
                          <a:latin typeface="Cambria Math" panose="02040503050406030204" pitchFamily="18" charset="0"/>
                        </a:rPr>
                        <m:t>𝑃</m:t>
                      </m:r>
                      <m:d>
                        <m:dPr>
                          <m:ctrlPr>
                            <a:rPr lang="en-US" sz="2000" i="1">
                              <a:latin typeface="Cambria Math" panose="02040503050406030204" pitchFamily="18" charset="0"/>
                            </a:rPr>
                          </m:ctrlPr>
                        </m:dPr>
                        <m:e>
                          <m:r>
                            <a:rPr lang="en-US" sz="2000" i="1">
                              <a:latin typeface="Cambria Math" panose="02040503050406030204" pitchFamily="18" charset="0"/>
                            </a:rPr>
                            <m:t>𝐵</m:t>
                          </m:r>
                          <m:r>
                            <a:rPr lang="en-US" sz="2000" i="1">
                              <a:latin typeface="Cambria Math" panose="02040503050406030204" pitchFamily="18" charset="0"/>
                              <a:ea typeface="Cambria Math" panose="02040503050406030204" pitchFamily="18" charset="0"/>
                            </a:rPr>
                            <m:t>∩</m:t>
                          </m:r>
                          <m:r>
                            <a:rPr lang="en-US" sz="2000" i="1">
                              <a:latin typeface="Cambria Math" panose="02040503050406030204" pitchFamily="18" charset="0"/>
                            </a:rPr>
                            <m:t>𝐴</m:t>
                          </m:r>
                        </m:e>
                      </m:d>
                      <m:r>
                        <a:rPr lang="en-US" sz="2000" i="1">
                          <a:latin typeface="Cambria Math" panose="02040503050406030204" pitchFamily="18" charset="0"/>
                        </a:rPr>
                        <m:t>=</m:t>
                      </m:r>
                      <m:r>
                        <a:rPr lang="en-US" sz="2000" i="1">
                          <a:latin typeface="Cambria Math" panose="02040503050406030204" pitchFamily="18" charset="0"/>
                        </a:rPr>
                        <m:t>𝑃</m:t>
                      </m:r>
                      <m:d>
                        <m:dPr>
                          <m:ctrlPr>
                            <a:rPr lang="en-US" sz="2000" i="1">
                              <a:latin typeface="Cambria Math" panose="02040503050406030204" pitchFamily="18" charset="0"/>
                            </a:rPr>
                          </m:ctrlPr>
                        </m:dPr>
                        <m:e>
                          <m:r>
                            <a:rPr lang="en-US" sz="2000" i="1">
                              <a:latin typeface="Cambria Math" panose="02040503050406030204" pitchFamily="18" charset="0"/>
                            </a:rPr>
                            <m:t>𝐵</m:t>
                          </m:r>
                        </m:e>
                      </m:d>
                      <m:r>
                        <a:rPr lang="en-US" sz="2000" i="1">
                          <a:latin typeface="Cambria Math" panose="02040503050406030204" pitchFamily="18" charset="0"/>
                        </a:rPr>
                        <m:t>𝑃</m:t>
                      </m:r>
                      <m:r>
                        <a:rPr lang="en-US" sz="2000" i="1">
                          <a:latin typeface="Cambria Math" panose="02040503050406030204" pitchFamily="18" charset="0"/>
                        </a:rPr>
                        <m:t>(</m:t>
                      </m:r>
                      <m:r>
                        <a:rPr lang="en-US" sz="2000" i="1">
                          <a:latin typeface="Cambria Math" panose="02040503050406030204" pitchFamily="18" charset="0"/>
                        </a:rPr>
                        <m:t>𝐴</m:t>
                      </m:r>
                      <m:r>
                        <a:rPr lang="en-US" sz="2000" i="1">
                          <a:latin typeface="Cambria Math" panose="02040503050406030204" pitchFamily="18" charset="0"/>
                        </a:rPr>
                        <m:t>)</m:t>
                      </m:r>
                    </m:oMath>
                  </m:oMathPara>
                </a14:m>
                <a:endParaRPr lang="en-US" sz="2000" dirty="0"/>
              </a:p>
              <a:p>
                <a:pPr>
                  <a:spcBef>
                    <a:spcPts val="600"/>
                  </a:spcBef>
                  <a:spcAft>
                    <a:spcPts val="600"/>
                  </a:spcAft>
                </a:pPr>
                <a:r>
                  <a:rPr lang="en-US" sz="2000" dirty="0"/>
                  <a:t>Therefore, two events </a:t>
                </a:r>
                <a:r>
                  <a:rPr lang="en-US" sz="2000" i="1" dirty="0"/>
                  <a:t>A</a:t>
                </a:r>
                <a:r>
                  <a:rPr lang="en-US" sz="2000" dirty="0"/>
                  <a:t> and </a:t>
                </a:r>
                <a:r>
                  <a:rPr lang="en-US" sz="2000" i="1" dirty="0"/>
                  <a:t>B</a:t>
                </a:r>
                <a:r>
                  <a:rPr lang="en-US" sz="2000" dirty="0"/>
                  <a:t> are dependent when </a:t>
                </a:r>
                <a14:m>
                  <m:oMath xmlns:m="http://schemas.openxmlformats.org/officeDocument/2006/math">
                    <m:r>
                      <a:rPr lang="en-US" sz="2000" i="1" smtClean="0">
                        <a:latin typeface="Cambria Math" panose="02040503050406030204" pitchFamily="18" charset="0"/>
                      </a:rPr>
                      <m:t>𝑃</m:t>
                    </m:r>
                    <m:d>
                      <m:dPr>
                        <m:ctrlPr>
                          <a:rPr lang="en-US" sz="2000" i="1">
                            <a:latin typeface="Cambria Math" panose="02040503050406030204" pitchFamily="18" charset="0"/>
                          </a:rPr>
                        </m:ctrlPr>
                      </m:dPr>
                      <m:e>
                        <m:r>
                          <a:rPr lang="en-US" sz="2000" i="1">
                            <a:latin typeface="Cambria Math" panose="02040503050406030204" pitchFamily="18" charset="0"/>
                          </a:rPr>
                          <m:t>𝐴</m:t>
                        </m:r>
                        <m:r>
                          <a:rPr lang="en-US" sz="2000" i="1">
                            <a:latin typeface="Cambria Math" panose="02040503050406030204" pitchFamily="18" charset="0"/>
                            <a:ea typeface="Cambria Math" panose="02040503050406030204" pitchFamily="18" charset="0"/>
                          </a:rPr>
                          <m:t>∩</m:t>
                        </m:r>
                        <m:r>
                          <a:rPr lang="en-US" sz="2000" i="1">
                            <a:latin typeface="Cambria Math" panose="02040503050406030204" pitchFamily="18" charset="0"/>
                          </a:rPr>
                          <m:t>𝐵</m:t>
                        </m:r>
                      </m:e>
                    </m:d>
                    <m:r>
                      <a:rPr lang="en-US" sz="2000" i="1" smtClean="0">
                        <a:latin typeface="Cambria Math" panose="02040503050406030204" pitchFamily="18" charset="0"/>
                        <a:ea typeface="Cambria Math" panose="02040503050406030204" pitchFamily="18" charset="0"/>
                      </a:rPr>
                      <m:t>≠</m:t>
                    </m:r>
                    <m:r>
                      <a:rPr lang="en-US" sz="2000" i="1">
                        <a:latin typeface="Cambria Math" panose="02040503050406030204" pitchFamily="18" charset="0"/>
                      </a:rPr>
                      <m:t>𝑃</m:t>
                    </m:r>
                    <m:r>
                      <a:rPr lang="en-US" sz="2000" i="1">
                        <a:latin typeface="Cambria Math" panose="02040503050406030204" pitchFamily="18" charset="0"/>
                      </a:rPr>
                      <m:t>(</m:t>
                    </m:r>
                    <m:r>
                      <a:rPr lang="en-US" sz="2000" i="1">
                        <a:latin typeface="Cambria Math" panose="02040503050406030204" pitchFamily="18" charset="0"/>
                      </a:rPr>
                      <m:t>𝐴</m:t>
                    </m:r>
                    <m:r>
                      <a:rPr lang="en-US" sz="2000" i="1">
                        <a:latin typeface="Cambria Math" panose="02040503050406030204" pitchFamily="18" charset="0"/>
                      </a:rPr>
                      <m:t>)</m:t>
                    </m:r>
                    <m:r>
                      <a:rPr lang="en-US" sz="2000" i="1">
                        <a:latin typeface="Cambria Math" panose="02040503050406030204" pitchFamily="18" charset="0"/>
                      </a:rPr>
                      <m:t>𝑃</m:t>
                    </m:r>
                    <m:d>
                      <m:dPr>
                        <m:ctrlPr>
                          <a:rPr lang="en-US" sz="2000" i="1">
                            <a:latin typeface="Cambria Math" panose="02040503050406030204" pitchFamily="18" charset="0"/>
                          </a:rPr>
                        </m:ctrlPr>
                      </m:dPr>
                      <m:e>
                        <m:r>
                          <a:rPr lang="en-US" sz="2000" i="1">
                            <a:latin typeface="Cambria Math" panose="02040503050406030204" pitchFamily="18" charset="0"/>
                          </a:rPr>
                          <m:t>𝐵</m:t>
                        </m:r>
                      </m:e>
                    </m:d>
                  </m:oMath>
                </a14:m>
                <a:r>
                  <a:rPr lang="en-US" sz="2000" dirty="0"/>
                  <a:t>.</a:t>
                </a:r>
              </a:p>
            </p:txBody>
          </p:sp>
        </mc:Choice>
        <mc:Fallback xmlns="">
          <p:sp>
            <p:nvSpPr>
              <p:cNvPr id="3" name="Text Placeholder 2">
                <a:extLst>
                  <a:ext uri="{FF2B5EF4-FFF2-40B4-BE49-F238E27FC236}">
                    <a16:creationId xmlns:a16="http://schemas.microsoft.com/office/drawing/2014/main" id="{6C5A17A9-E204-2C03-A62D-99D1BD497A64}"/>
                  </a:ext>
                </a:extLst>
              </p:cNvPr>
              <p:cNvSpPr>
                <a:spLocks noGrp="1" noRot="1" noChangeAspect="1" noMove="1" noResize="1" noEditPoints="1" noAdjustHandles="1" noChangeArrowheads="1" noChangeShapeType="1" noTextEdit="1"/>
              </p:cNvSpPr>
              <p:nvPr>
                <p:ph type="body" sz="quarter" idx="15"/>
              </p:nvPr>
            </p:nvSpPr>
            <p:spPr>
              <a:xfrm>
                <a:off x="759342" y="1439964"/>
                <a:ext cx="10670657" cy="4169380"/>
              </a:xfrm>
              <a:blipFill>
                <a:blip r:embed="rId2"/>
                <a:stretch>
                  <a:fillRect l="-1486" t="-1754" r="-1086" b="-2632"/>
                </a:stretch>
              </a:blipFill>
            </p:spPr>
            <p:txBody>
              <a:bodyPr/>
              <a:lstStyle/>
              <a:p>
                <a:r>
                  <a:rPr lang="en-US">
                    <a:noFill/>
                  </a:rPr>
                  <a:t> </a:t>
                </a:r>
              </a:p>
            </p:txBody>
          </p:sp>
        </mc:Fallback>
      </mc:AlternateContent>
    </p:spTree>
    <p:extLst>
      <p:ext uri="{BB962C8B-B14F-4D97-AF65-F5344CB8AC3E}">
        <p14:creationId xmlns:p14="http://schemas.microsoft.com/office/powerpoint/2010/main" val="326198439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FDF338-F3F9-5F43-E7AA-B1819A82B9A0}"/>
              </a:ext>
            </a:extLst>
          </p:cNvPr>
          <p:cNvSpPr>
            <a:spLocks noGrp="1"/>
          </p:cNvSpPr>
          <p:nvPr>
            <p:ph type="title"/>
          </p:nvPr>
        </p:nvSpPr>
        <p:spPr/>
        <p:txBody>
          <a:bodyPr/>
          <a:lstStyle/>
          <a:p>
            <a:r>
              <a:rPr lang="en-US" dirty="0">
                <a:solidFill>
                  <a:srgbClr val="D14B1E"/>
                </a:solidFill>
              </a:rPr>
              <a:t>4.5 Bayes’ Theorem</a:t>
            </a:r>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5BBC9964-79FA-0C2E-1E53-50748DD150F9}"/>
                  </a:ext>
                </a:extLst>
              </p:cNvPr>
              <p:cNvSpPr>
                <a:spLocks noGrp="1"/>
              </p:cNvSpPr>
              <p:nvPr>
                <p:ph type="body" sz="quarter" idx="15"/>
              </p:nvPr>
            </p:nvSpPr>
            <p:spPr>
              <a:xfrm>
                <a:off x="743577" y="1293634"/>
                <a:ext cx="10610223" cy="3220736"/>
              </a:xfrm>
            </p:spPr>
            <p:txBody>
              <a:bodyPr/>
              <a:lstStyle/>
              <a:p>
                <a:pPr>
                  <a:spcAft>
                    <a:spcPts val="600"/>
                  </a:spcAft>
                </a:pPr>
                <a:r>
                  <a:rPr lang="en-US" sz="2000" dirty="0"/>
                  <a:t>The </a:t>
                </a:r>
                <a:r>
                  <a:rPr lang="en-US" sz="2000" b="1" dirty="0"/>
                  <a:t>Bayes’ theorem (two-event case) </a:t>
                </a:r>
                <a:r>
                  <a:rPr lang="en-US" sz="2000" dirty="0"/>
                  <a:t>states that</a:t>
                </a:r>
              </a:p>
              <a:p>
                <a:pPr marL="914400"/>
                <a14:m>
                  <m:oMathPara xmlns:m="http://schemas.openxmlformats.org/officeDocument/2006/math">
                    <m:oMathParaPr>
                      <m:jc m:val="left"/>
                    </m:oMathParaPr>
                    <m:oMath xmlns:m="http://schemas.openxmlformats.org/officeDocument/2006/math">
                      <m:r>
                        <a:rPr lang="en-US" sz="2000" b="0" i="1" smtClean="0">
                          <a:latin typeface="Cambria Math" panose="02040503050406030204" pitchFamily="18" charset="0"/>
                        </a:rPr>
                        <m:t>𝑃</m:t>
                      </m:r>
                      <m:d>
                        <m:dPr>
                          <m:endChr m:val="|"/>
                          <m:ctrlPr>
                            <a:rPr lang="en-US" sz="2000" b="0" i="1" smtClean="0">
                              <a:latin typeface="Cambria Math" panose="02040503050406030204" pitchFamily="18" charset="0"/>
                            </a:rPr>
                          </m:ctrlPr>
                        </m:dPr>
                        <m:e>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𝐴</m:t>
                              </m:r>
                            </m:e>
                            <m:sub>
                              <m:r>
                                <a:rPr lang="en-US" sz="2000" b="0" i="1" smtClean="0">
                                  <a:latin typeface="Cambria Math" panose="02040503050406030204" pitchFamily="18" charset="0"/>
                                </a:rPr>
                                <m:t>𝑖</m:t>
                              </m:r>
                            </m:sub>
                          </m:sSub>
                          <m:r>
                            <a:rPr lang="en-US" sz="2000" b="0" i="1" smtClean="0">
                              <a:latin typeface="Cambria Math" panose="02040503050406030204" pitchFamily="18" charset="0"/>
                            </a:rPr>
                            <m:t> </m:t>
                          </m:r>
                        </m:e>
                      </m:d>
                      <m:r>
                        <a:rPr lang="en-US" sz="2000" b="0" i="1" smtClean="0">
                          <a:latin typeface="Cambria Math" panose="02040503050406030204" pitchFamily="18" charset="0"/>
                        </a:rPr>
                        <m:t> </m:t>
                      </m:r>
                      <m:r>
                        <a:rPr lang="en-US" sz="2000" b="0" i="1" smtClean="0">
                          <a:latin typeface="Cambria Math" panose="02040503050406030204" pitchFamily="18" charset="0"/>
                        </a:rPr>
                        <m:t>𝐵</m:t>
                      </m:r>
                      <m:r>
                        <a:rPr lang="en-US" sz="2000" b="0" i="1" smtClean="0">
                          <a:latin typeface="Cambria Math" panose="02040503050406030204" pitchFamily="18" charset="0"/>
                        </a:rPr>
                        <m:t>)=</m:t>
                      </m:r>
                      <m:f>
                        <m:fPr>
                          <m:ctrlPr>
                            <a:rPr lang="en-US" sz="2000" b="0" i="1" smtClean="0">
                              <a:latin typeface="Cambria Math" panose="02040503050406030204" pitchFamily="18" charset="0"/>
                            </a:rPr>
                          </m:ctrlPr>
                        </m:fPr>
                        <m:num>
                          <m:r>
                            <a:rPr lang="en-US" sz="2000" b="0" i="1" smtClean="0">
                              <a:latin typeface="Cambria Math" panose="02040503050406030204" pitchFamily="18" charset="0"/>
                            </a:rPr>
                            <m:t>𝑃</m:t>
                          </m:r>
                          <m:r>
                            <a:rPr lang="en-US" sz="2000" b="0" i="1" smtClean="0">
                              <a:latin typeface="Cambria Math" panose="02040503050406030204" pitchFamily="18" charset="0"/>
                            </a:rPr>
                            <m:t>(</m:t>
                          </m:r>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𝐴</m:t>
                              </m:r>
                            </m:e>
                            <m:sub>
                              <m:r>
                                <a:rPr lang="en-US" sz="2000" b="0" i="1" smtClean="0">
                                  <a:latin typeface="Cambria Math" panose="02040503050406030204" pitchFamily="18" charset="0"/>
                                </a:rPr>
                                <m:t>𝑖</m:t>
                              </m:r>
                            </m:sub>
                          </m:sSub>
                          <m:r>
                            <a:rPr lang="en-US" sz="2000" i="1">
                              <a:latin typeface="Cambria Math" panose="02040503050406030204" pitchFamily="18" charset="0"/>
                            </a:rPr>
                            <m:t>)</m:t>
                          </m:r>
                          <m:r>
                            <a:rPr lang="en-US" sz="2000" i="1">
                              <a:latin typeface="Cambria Math" panose="02040503050406030204" pitchFamily="18" charset="0"/>
                            </a:rPr>
                            <m:t>𝑃</m:t>
                          </m:r>
                          <m:d>
                            <m:dPr>
                              <m:endChr m:val="|"/>
                              <m:ctrlPr>
                                <a:rPr lang="en-US" sz="2000" i="1">
                                  <a:latin typeface="Cambria Math" panose="02040503050406030204" pitchFamily="18" charset="0"/>
                                </a:rPr>
                              </m:ctrlPr>
                            </m:dPr>
                            <m:e>
                              <m:r>
                                <a:rPr lang="en-US" sz="2000" b="0" i="1" smtClean="0">
                                  <a:latin typeface="Cambria Math" panose="02040503050406030204" pitchFamily="18" charset="0"/>
                                </a:rPr>
                                <m:t>𝐵</m:t>
                              </m:r>
                              <m:r>
                                <a:rPr lang="en-US" sz="2000" i="1">
                                  <a:latin typeface="Cambria Math" panose="02040503050406030204" pitchFamily="18" charset="0"/>
                                </a:rPr>
                                <m:t> </m:t>
                              </m:r>
                            </m:e>
                          </m:d>
                          <m:sSub>
                            <m:sSubPr>
                              <m:ctrlPr>
                                <a:rPr lang="en-US" sz="2000" i="1">
                                  <a:latin typeface="Cambria Math" panose="02040503050406030204" pitchFamily="18" charset="0"/>
                                </a:rPr>
                              </m:ctrlPr>
                            </m:sSubPr>
                            <m:e>
                              <m:r>
                                <a:rPr lang="en-US" sz="2000" b="0" i="1" smtClean="0">
                                  <a:latin typeface="Cambria Math" panose="02040503050406030204" pitchFamily="18" charset="0"/>
                                </a:rPr>
                                <m:t> </m:t>
                              </m:r>
                              <m:r>
                                <a:rPr lang="en-US" sz="2000" i="1">
                                  <a:latin typeface="Cambria Math" panose="02040503050406030204" pitchFamily="18" charset="0"/>
                                </a:rPr>
                                <m:t>𝐴</m:t>
                              </m:r>
                            </m:e>
                            <m:sub>
                              <m:r>
                                <a:rPr lang="en-US" sz="2000" i="1">
                                  <a:latin typeface="Cambria Math" panose="02040503050406030204" pitchFamily="18" charset="0"/>
                                </a:rPr>
                                <m:t>𝑖</m:t>
                              </m:r>
                            </m:sub>
                          </m:sSub>
                          <m:r>
                            <a:rPr lang="en-US" sz="2000" i="1">
                              <a:latin typeface="Cambria Math" panose="02040503050406030204" pitchFamily="18" charset="0"/>
                            </a:rPr>
                            <m:t>)</m:t>
                          </m:r>
                        </m:num>
                        <m:den>
                          <m:r>
                            <a:rPr lang="en-US" sz="2000" i="1">
                              <a:latin typeface="Cambria Math" panose="02040503050406030204" pitchFamily="18" charset="0"/>
                            </a:rPr>
                            <m:t>𝑃</m:t>
                          </m:r>
                          <m:r>
                            <a:rPr lang="en-US" sz="2000" i="1">
                              <a:latin typeface="Cambria Math" panose="02040503050406030204" pitchFamily="18" charset="0"/>
                            </a:rPr>
                            <m:t>(</m:t>
                          </m:r>
                          <m:sSub>
                            <m:sSubPr>
                              <m:ctrlPr>
                                <a:rPr lang="en-US" sz="2000" i="1">
                                  <a:latin typeface="Cambria Math" panose="02040503050406030204" pitchFamily="18" charset="0"/>
                                </a:rPr>
                              </m:ctrlPr>
                            </m:sSubPr>
                            <m:e>
                              <m:r>
                                <a:rPr lang="en-US" sz="2000" i="1">
                                  <a:latin typeface="Cambria Math" panose="02040503050406030204" pitchFamily="18" charset="0"/>
                                </a:rPr>
                                <m:t>𝐴</m:t>
                              </m:r>
                            </m:e>
                            <m:sub>
                              <m:r>
                                <a:rPr lang="en-US" sz="2000" b="0" i="1" smtClean="0">
                                  <a:latin typeface="Cambria Math" panose="02040503050406030204" pitchFamily="18" charset="0"/>
                                </a:rPr>
                                <m:t>1</m:t>
                              </m:r>
                            </m:sub>
                          </m:sSub>
                          <m:r>
                            <a:rPr lang="en-US" sz="2000" i="1">
                              <a:latin typeface="Cambria Math" panose="02040503050406030204" pitchFamily="18" charset="0"/>
                            </a:rPr>
                            <m:t>)</m:t>
                          </m:r>
                          <m:r>
                            <a:rPr lang="en-US" sz="2000" i="1">
                              <a:latin typeface="Cambria Math" panose="02040503050406030204" pitchFamily="18" charset="0"/>
                            </a:rPr>
                            <m:t>𝑃</m:t>
                          </m:r>
                          <m:d>
                            <m:dPr>
                              <m:endChr m:val="|"/>
                              <m:ctrlPr>
                                <a:rPr lang="en-US" sz="2000" i="1">
                                  <a:latin typeface="Cambria Math" panose="02040503050406030204" pitchFamily="18" charset="0"/>
                                </a:rPr>
                              </m:ctrlPr>
                            </m:dPr>
                            <m:e>
                              <m:r>
                                <a:rPr lang="en-US" sz="2000" i="1">
                                  <a:latin typeface="Cambria Math" panose="02040503050406030204" pitchFamily="18" charset="0"/>
                                </a:rPr>
                                <m:t>𝐵</m:t>
                              </m:r>
                              <m:r>
                                <a:rPr lang="en-US" sz="2000" i="1">
                                  <a:latin typeface="Cambria Math" panose="02040503050406030204" pitchFamily="18" charset="0"/>
                                </a:rPr>
                                <m:t> </m:t>
                              </m:r>
                            </m:e>
                          </m:d>
                          <m:sSub>
                            <m:sSubPr>
                              <m:ctrlPr>
                                <a:rPr lang="en-US" sz="2000" i="1">
                                  <a:latin typeface="Cambria Math" panose="02040503050406030204" pitchFamily="18" charset="0"/>
                                </a:rPr>
                              </m:ctrlPr>
                            </m:sSubPr>
                            <m:e>
                              <m:r>
                                <a:rPr lang="en-US" sz="2000" i="1">
                                  <a:latin typeface="Cambria Math" panose="02040503050406030204" pitchFamily="18" charset="0"/>
                                </a:rPr>
                                <m:t> </m:t>
                              </m:r>
                              <m:r>
                                <a:rPr lang="en-US" sz="2000" i="1">
                                  <a:latin typeface="Cambria Math" panose="02040503050406030204" pitchFamily="18" charset="0"/>
                                </a:rPr>
                                <m:t>𝐴</m:t>
                              </m:r>
                            </m:e>
                            <m:sub>
                              <m:r>
                                <a:rPr lang="en-US" sz="2000" b="0" i="1" smtClean="0">
                                  <a:latin typeface="Cambria Math" panose="02040503050406030204" pitchFamily="18" charset="0"/>
                                </a:rPr>
                                <m:t>1</m:t>
                              </m:r>
                            </m:sub>
                          </m:sSub>
                          <m:r>
                            <a:rPr lang="en-US" sz="2000" i="1">
                              <a:latin typeface="Cambria Math" panose="02040503050406030204" pitchFamily="18" charset="0"/>
                            </a:rPr>
                            <m:t>)</m:t>
                          </m:r>
                          <m:r>
                            <a:rPr lang="en-US" sz="2000" b="0" i="1" smtClean="0">
                              <a:latin typeface="Cambria Math" panose="02040503050406030204" pitchFamily="18" charset="0"/>
                            </a:rPr>
                            <m:t>+</m:t>
                          </m:r>
                          <m:r>
                            <a:rPr lang="en-US" sz="2000" i="1">
                              <a:latin typeface="Cambria Math" panose="02040503050406030204" pitchFamily="18" charset="0"/>
                            </a:rPr>
                            <m:t>𝑃</m:t>
                          </m:r>
                          <m:r>
                            <a:rPr lang="en-US" sz="2000" i="1">
                              <a:latin typeface="Cambria Math" panose="02040503050406030204" pitchFamily="18" charset="0"/>
                            </a:rPr>
                            <m:t>(</m:t>
                          </m:r>
                          <m:sSub>
                            <m:sSubPr>
                              <m:ctrlPr>
                                <a:rPr lang="en-US" sz="2000" i="1">
                                  <a:latin typeface="Cambria Math" panose="02040503050406030204" pitchFamily="18" charset="0"/>
                                </a:rPr>
                              </m:ctrlPr>
                            </m:sSubPr>
                            <m:e>
                              <m:r>
                                <a:rPr lang="en-US" sz="2000" i="1">
                                  <a:latin typeface="Cambria Math" panose="02040503050406030204" pitchFamily="18" charset="0"/>
                                </a:rPr>
                                <m:t>𝐴</m:t>
                              </m:r>
                            </m:e>
                            <m:sub>
                              <m:r>
                                <a:rPr lang="en-US" sz="2000" b="0" i="1" smtClean="0">
                                  <a:latin typeface="Cambria Math" panose="02040503050406030204" pitchFamily="18" charset="0"/>
                                </a:rPr>
                                <m:t>2</m:t>
                              </m:r>
                            </m:sub>
                          </m:sSub>
                          <m:r>
                            <a:rPr lang="en-US" sz="2000" i="1">
                              <a:latin typeface="Cambria Math" panose="02040503050406030204" pitchFamily="18" charset="0"/>
                            </a:rPr>
                            <m:t>)</m:t>
                          </m:r>
                          <m:r>
                            <a:rPr lang="en-US" sz="2000" i="1">
                              <a:latin typeface="Cambria Math" panose="02040503050406030204" pitchFamily="18" charset="0"/>
                            </a:rPr>
                            <m:t>𝑃</m:t>
                          </m:r>
                          <m:d>
                            <m:dPr>
                              <m:endChr m:val="|"/>
                              <m:ctrlPr>
                                <a:rPr lang="en-US" sz="2000" i="1">
                                  <a:latin typeface="Cambria Math" panose="02040503050406030204" pitchFamily="18" charset="0"/>
                                </a:rPr>
                              </m:ctrlPr>
                            </m:dPr>
                            <m:e>
                              <m:r>
                                <a:rPr lang="en-US" sz="2000" i="1">
                                  <a:latin typeface="Cambria Math" panose="02040503050406030204" pitchFamily="18" charset="0"/>
                                </a:rPr>
                                <m:t>𝐵</m:t>
                              </m:r>
                              <m:r>
                                <a:rPr lang="en-US" sz="2000" i="1">
                                  <a:latin typeface="Cambria Math" panose="02040503050406030204" pitchFamily="18" charset="0"/>
                                </a:rPr>
                                <m:t> </m:t>
                              </m:r>
                            </m:e>
                          </m:d>
                          <m:sSub>
                            <m:sSubPr>
                              <m:ctrlPr>
                                <a:rPr lang="en-US" sz="2000" i="1">
                                  <a:latin typeface="Cambria Math" panose="02040503050406030204" pitchFamily="18" charset="0"/>
                                </a:rPr>
                              </m:ctrlPr>
                            </m:sSubPr>
                            <m:e>
                              <m:r>
                                <a:rPr lang="en-US" sz="2000" i="1">
                                  <a:latin typeface="Cambria Math" panose="02040503050406030204" pitchFamily="18" charset="0"/>
                                </a:rPr>
                                <m:t> </m:t>
                              </m:r>
                              <m:r>
                                <a:rPr lang="en-US" sz="2000" i="1">
                                  <a:latin typeface="Cambria Math" panose="02040503050406030204" pitchFamily="18" charset="0"/>
                                </a:rPr>
                                <m:t>𝐴</m:t>
                              </m:r>
                            </m:e>
                            <m:sub>
                              <m:r>
                                <a:rPr lang="en-US" sz="2000" b="0" i="1" smtClean="0">
                                  <a:latin typeface="Cambria Math" panose="02040503050406030204" pitchFamily="18" charset="0"/>
                                </a:rPr>
                                <m:t>2</m:t>
                              </m:r>
                            </m:sub>
                          </m:sSub>
                          <m:r>
                            <a:rPr lang="en-US" sz="2000" i="1">
                              <a:latin typeface="Cambria Math" panose="02040503050406030204" pitchFamily="18" charset="0"/>
                            </a:rPr>
                            <m:t>)</m:t>
                          </m:r>
                        </m:den>
                      </m:f>
                      <m:r>
                        <a:rPr lang="en-US" sz="2000" b="0" i="1" smtClean="0">
                          <a:latin typeface="Cambria Math" panose="02040503050406030204" pitchFamily="18" charset="0"/>
                        </a:rPr>
                        <m:t>    </m:t>
                      </m:r>
                      <m:r>
                        <m:rPr>
                          <m:nor/>
                        </m:rPr>
                        <a:rPr lang="en-US" sz="2000" b="0" i="0" smtClean="0">
                          <a:latin typeface="Arial" panose="020B0604020202020204" pitchFamily="34" charset="0"/>
                          <a:cs typeface="Arial" panose="020B0604020202020204" pitchFamily="34" charset="0"/>
                        </a:rPr>
                        <m:t>with</m:t>
                      </m:r>
                      <m:r>
                        <a:rPr lang="en-US" sz="2000" b="0" i="1" smtClean="0">
                          <a:latin typeface="Cambria Math" panose="02040503050406030204" pitchFamily="18" charset="0"/>
                        </a:rPr>
                        <m:t> </m:t>
                      </m:r>
                      <m:r>
                        <a:rPr lang="en-US" sz="2000" b="0" i="1" smtClean="0">
                          <a:latin typeface="Cambria Math" panose="02040503050406030204" pitchFamily="18" charset="0"/>
                        </a:rPr>
                        <m:t>𝑖</m:t>
                      </m:r>
                      <m:r>
                        <a:rPr lang="en-US" sz="2000" b="0" i="1" smtClean="0">
                          <a:latin typeface="Cambria Math" panose="02040503050406030204" pitchFamily="18" charset="0"/>
                        </a:rPr>
                        <m:t>=1,2</m:t>
                      </m:r>
                    </m:oMath>
                  </m:oMathPara>
                </a14:m>
                <a:endParaRPr lang="en-US" sz="2000" dirty="0"/>
              </a:p>
              <a:p>
                <a:r>
                  <a:rPr lang="en-US" sz="2000" dirty="0"/>
                  <a:t>Where:</a:t>
                </a:r>
              </a:p>
              <a:p>
                <a:pPr marL="457200"/>
                <a14:m>
                  <m:oMath xmlns:m="http://schemas.openxmlformats.org/officeDocument/2006/math">
                    <m:r>
                      <a:rPr lang="en-US" sz="2000" i="1" smtClean="0">
                        <a:latin typeface="Cambria Math" panose="02040503050406030204" pitchFamily="18" charset="0"/>
                      </a:rPr>
                      <m:t>𝑃</m:t>
                    </m:r>
                    <m:r>
                      <a:rPr lang="en-US" sz="2000" i="1" smtClean="0">
                        <a:latin typeface="Cambria Math" panose="02040503050406030204" pitchFamily="18" charset="0"/>
                      </a:rPr>
                      <m:t>(</m:t>
                    </m:r>
                    <m:sSub>
                      <m:sSubPr>
                        <m:ctrlPr>
                          <a:rPr lang="en-US" sz="2000" i="1">
                            <a:latin typeface="Cambria Math" panose="02040503050406030204" pitchFamily="18" charset="0"/>
                          </a:rPr>
                        </m:ctrlPr>
                      </m:sSubPr>
                      <m:e>
                        <m:r>
                          <a:rPr lang="en-US" sz="2000" i="1">
                            <a:latin typeface="Cambria Math" panose="02040503050406030204" pitchFamily="18" charset="0"/>
                          </a:rPr>
                          <m:t>𝐴</m:t>
                        </m:r>
                      </m:e>
                      <m:sub>
                        <m:r>
                          <a:rPr lang="en-US" sz="2000" b="0" i="1" smtClean="0">
                            <a:latin typeface="Cambria Math" panose="02040503050406030204" pitchFamily="18" charset="0"/>
                          </a:rPr>
                          <m:t>1</m:t>
                        </m:r>
                      </m:sub>
                    </m:sSub>
                    <m:r>
                      <a:rPr lang="en-US" sz="2000" i="1">
                        <a:latin typeface="Cambria Math" panose="02040503050406030204" pitchFamily="18" charset="0"/>
                      </a:rPr>
                      <m:t>)</m:t>
                    </m:r>
                  </m:oMath>
                </a14:m>
                <a:r>
                  <a:rPr lang="en-US" sz="2000" dirty="0"/>
                  <a:t> and </a:t>
                </a:r>
                <a14:m>
                  <m:oMath xmlns:m="http://schemas.openxmlformats.org/officeDocument/2006/math">
                    <m:r>
                      <a:rPr lang="en-US" sz="2000" i="1">
                        <a:latin typeface="Cambria Math" panose="02040503050406030204" pitchFamily="18" charset="0"/>
                      </a:rPr>
                      <m:t>𝑃</m:t>
                    </m:r>
                    <m:r>
                      <a:rPr lang="en-US" sz="2000" i="1">
                        <a:latin typeface="Cambria Math" panose="02040503050406030204" pitchFamily="18" charset="0"/>
                      </a:rPr>
                      <m:t>(</m:t>
                    </m:r>
                    <m:sSub>
                      <m:sSubPr>
                        <m:ctrlPr>
                          <a:rPr lang="en-US" sz="2000" i="1">
                            <a:latin typeface="Cambria Math" panose="02040503050406030204" pitchFamily="18" charset="0"/>
                          </a:rPr>
                        </m:ctrlPr>
                      </m:sSubPr>
                      <m:e>
                        <m:r>
                          <a:rPr lang="en-US" sz="2000" i="1">
                            <a:latin typeface="Cambria Math" panose="02040503050406030204" pitchFamily="18" charset="0"/>
                          </a:rPr>
                          <m:t>𝐴</m:t>
                        </m:r>
                      </m:e>
                      <m:sub>
                        <m:r>
                          <a:rPr lang="en-US" sz="2000" b="0" i="1" smtClean="0">
                            <a:latin typeface="Cambria Math" panose="02040503050406030204" pitchFamily="18" charset="0"/>
                          </a:rPr>
                          <m:t>2</m:t>
                        </m:r>
                      </m:sub>
                    </m:sSub>
                    <m:r>
                      <a:rPr lang="en-US" sz="2000" i="1">
                        <a:latin typeface="Cambria Math" panose="02040503050406030204" pitchFamily="18" charset="0"/>
                      </a:rPr>
                      <m:t>)</m:t>
                    </m:r>
                  </m:oMath>
                </a14:m>
                <a:r>
                  <a:rPr lang="en-US" sz="2000" dirty="0"/>
                  <a:t> are the initial or </a:t>
                </a:r>
                <a:r>
                  <a:rPr lang="en-US" sz="2000" b="1" dirty="0"/>
                  <a:t>prior probabilities</a:t>
                </a:r>
                <a:r>
                  <a:rPr lang="en-US" sz="2000" dirty="0"/>
                  <a:t>, available at the beginning.</a:t>
                </a:r>
              </a:p>
              <a:p>
                <a:pPr marL="457200"/>
                <a14:m>
                  <m:oMath xmlns:m="http://schemas.openxmlformats.org/officeDocument/2006/math">
                    <m:r>
                      <a:rPr lang="en-US" sz="2000" i="1" smtClean="0">
                        <a:latin typeface="Cambria Math" panose="02040503050406030204" pitchFamily="18" charset="0"/>
                      </a:rPr>
                      <m:t>𝑃</m:t>
                    </m:r>
                    <m:d>
                      <m:dPr>
                        <m:endChr m:val="|"/>
                        <m:ctrlPr>
                          <a:rPr lang="en-US" sz="2000" i="1">
                            <a:latin typeface="Cambria Math" panose="02040503050406030204" pitchFamily="18" charset="0"/>
                          </a:rPr>
                        </m:ctrlPr>
                      </m:dPr>
                      <m:e>
                        <m:r>
                          <a:rPr lang="en-US" sz="2000" i="1">
                            <a:latin typeface="Cambria Math" panose="02040503050406030204" pitchFamily="18" charset="0"/>
                          </a:rPr>
                          <m:t>𝐵</m:t>
                        </m:r>
                        <m:r>
                          <a:rPr lang="en-US" sz="2000" i="1">
                            <a:latin typeface="Cambria Math" panose="02040503050406030204" pitchFamily="18" charset="0"/>
                          </a:rPr>
                          <m:t> </m:t>
                        </m:r>
                      </m:e>
                    </m:d>
                    <m:sSub>
                      <m:sSubPr>
                        <m:ctrlPr>
                          <a:rPr lang="en-US" sz="2000" i="1">
                            <a:latin typeface="Cambria Math" panose="02040503050406030204" pitchFamily="18" charset="0"/>
                          </a:rPr>
                        </m:ctrlPr>
                      </m:sSubPr>
                      <m:e>
                        <m:r>
                          <a:rPr lang="en-US" sz="2000" i="1">
                            <a:latin typeface="Cambria Math" panose="02040503050406030204" pitchFamily="18" charset="0"/>
                          </a:rPr>
                          <m:t> </m:t>
                        </m:r>
                        <m:r>
                          <a:rPr lang="en-US" sz="2000" i="1">
                            <a:latin typeface="Cambria Math" panose="02040503050406030204" pitchFamily="18" charset="0"/>
                          </a:rPr>
                          <m:t>𝐴</m:t>
                        </m:r>
                      </m:e>
                      <m:sub>
                        <m:r>
                          <a:rPr lang="en-US" sz="2000" b="0" i="1" smtClean="0">
                            <a:latin typeface="Cambria Math" panose="02040503050406030204" pitchFamily="18" charset="0"/>
                          </a:rPr>
                          <m:t>1</m:t>
                        </m:r>
                      </m:sub>
                    </m:sSub>
                    <m:r>
                      <a:rPr lang="en-US" sz="2000" i="1">
                        <a:latin typeface="Cambria Math" panose="02040503050406030204" pitchFamily="18" charset="0"/>
                      </a:rPr>
                      <m:t>)</m:t>
                    </m:r>
                  </m:oMath>
                </a14:m>
                <a:r>
                  <a:rPr lang="en-US" sz="2000" dirty="0"/>
                  <a:t> and </a:t>
                </a:r>
                <a14:m>
                  <m:oMath xmlns:m="http://schemas.openxmlformats.org/officeDocument/2006/math">
                    <m:r>
                      <a:rPr lang="en-US" sz="2000" i="1">
                        <a:latin typeface="Cambria Math" panose="02040503050406030204" pitchFamily="18" charset="0"/>
                      </a:rPr>
                      <m:t>𝑃</m:t>
                    </m:r>
                    <m:d>
                      <m:dPr>
                        <m:endChr m:val="|"/>
                        <m:ctrlPr>
                          <a:rPr lang="en-US" sz="2000" i="1">
                            <a:latin typeface="Cambria Math" panose="02040503050406030204" pitchFamily="18" charset="0"/>
                          </a:rPr>
                        </m:ctrlPr>
                      </m:dPr>
                      <m:e>
                        <m:r>
                          <a:rPr lang="en-US" sz="2000" i="1">
                            <a:latin typeface="Cambria Math" panose="02040503050406030204" pitchFamily="18" charset="0"/>
                          </a:rPr>
                          <m:t>𝐵</m:t>
                        </m:r>
                        <m:r>
                          <a:rPr lang="en-US" sz="2000" i="1">
                            <a:latin typeface="Cambria Math" panose="02040503050406030204" pitchFamily="18" charset="0"/>
                          </a:rPr>
                          <m:t> </m:t>
                        </m:r>
                      </m:e>
                    </m:d>
                    <m:sSub>
                      <m:sSubPr>
                        <m:ctrlPr>
                          <a:rPr lang="en-US" sz="2000" i="1">
                            <a:latin typeface="Cambria Math" panose="02040503050406030204" pitchFamily="18" charset="0"/>
                          </a:rPr>
                        </m:ctrlPr>
                      </m:sSubPr>
                      <m:e>
                        <m:r>
                          <a:rPr lang="en-US" sz="2000" i="1">
                            <a:latin typeface="Cambria Math" panose="02040503050406030204" pitchFamily="18" charset="0"/>
                          </a:rPr>
                          <m:t> </m:t>
                        </m:r>
                        <m:r>
                          <a:rPr lang="en-US" sz="2000" i="1">
                            <a:latin typeface="Cambria Math" panose="02040503050406030204" pitchFamily="18" charset="0"/>
                          </a:rPr>
                          <m:t>𝐴</m:t>
                        </m:r>
                      </m:e>
                      <m:sub>
                        <m:r>
                          <a:rPr lang="en-US" sz="2000" b="0" i="1" smtClean="0">
                            <a:latin typeface="Cambria Math" panose="02040503050406030204" pitchFamily="18" charset="0"/>
                          </a:rPr>
                          <m:t>2</m:t>
                        </m:r>
                      </m:sub>
                    </m:sSub>
                    <m:r>
                      <a:rPr lang="en-US" sz="2000" i="1">
                        <a:latin typeface="Cambria Math" panose="02040503050406030204" pitchFamily="18" charset="0"/>
                      </a:rPr>
                      <m:t>)</m:t>
                    </m:r>
                  </m:oMath>
                </a14:m>
                <a:r>
                  <a:rPr lang="en-US" sz="2000" dirty="0"/>
                  <a:t> are conditional probabilities calculated from </a:t>
                </a:r>
                <a:r>
                  <a:rPr lang="en-US" sz="2000" dirty="0">
                    <a:cs typeface="Arial" panose="020B0604020202020204" pitchFamily="34" charset="0"/>
                  </a:rPr>
                  <a:t>a sample, special report, or product test.</a:t>
                </a:r>
              </a:p>
              <a:p>
                <a:pPr marL="457200"/>
                <a:r>
                  <a:rPr lang="en-US" sz="2000" b="0" dirty="0"/>
                  <a:t>Bayes’ theorem provides a mean</a:t>
                </a:r>
                <a:r>
                  <a:rPr lang="en-US" sz="2000" b="0" dirty="0">
                    <a:solidFill>
                      <a:srgbClr val="FF0000"/>
                    </a:solidFill>
                  </a:rPr>
                  <a:t>s</a:t>
                </a:r>
                <a:r>
                  <a:rPr lang="en-US" sz="2000" b="0" dirty="0"/>
                  <a:t> to calculate the revised or </a:t>
                </a:r>
                <a:r>
                  <a:rPr lang="en-US" sz="2000" b="1" dirty="0"/>
                  <a:t>posterior probabilities </a:t>
                </a:r>
                <a14:m>
                  <m:oMath xmlns:m="http://schemas.openxmlformats.org/officeDocument/2006/math">
                    <m:r>
                      <a:rPr lang="en-US" sz="2000" b="0" i="1" smtClean="0">
                        <a:latin typeface="Cambria Math" panose="02040503050406030204" pitchFamily="18" charset="0"/>
                      </a:rPr>
                      <m:t>𝑃</m:t>
                    </m:r>
                    <m:d>
                      <m:dPr>
                        <m:endChr m:val="|"/>
                        <m:ctrlPr>
                          <a:rPr lang="en-US" sz="2000" b="0" i="1" smtClean="0">
                            <a:latin typeface="Cambria Math" panose="02040503050406030204" pitchFamily="18" charset="0"/>
                          </a:rPr>
                        </m:ctrlPr>
                      </m:dPr>
                      <m:e>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𝐴</m:t>
                            </m:r>
                          </m:e>
                          <m:sub>
                            <m:r>
                              <a:rPr lang="en-US" sz="2000" b="0" i="1" smtClean="0">
                                <a:latin typeface="Cambria Math" panose="02040503050406030204" pitchFamily="18" charset="0"/>
                              </a:rPr>
                              <m:t>1</m:t>
                            </m:r>
                          </m:sub>
                        </m:sSub>
                        <m:r>
                          <a:rPr lang="en-US" sz="2000" b="0" i="1" smtClean="0">
                            <a:latin typeface="Cambria Math" panose="02040503050406030204" pitchFamily="18" charset="0"/>
                          </a:rPr>
                          <m:t> </m:t>
                        </m:r>
                      </m:e>
                    </m:d>
                    <m:r>
                      <a:rPr lang="en-US" sz="2000" b="0" i="1" smtClean="0">
                        <a:latin typeface="Cambria Math" panose="02040503050406030204" pitchFamily="18" charset="0"/>
                      </a:rPr>
                      <m:t> </m:t>
                    </m:r>
                    <m:r>
                      <a:rPr lang="en-US" sz="2000" b="0" i="1" smtClean="0">
                        <a:latin typeface="Cambria Math" panose="02040503050406030204" pitchFamily="18" charset="0"/>
                      </a:rPr>
                      <m:t>𝐵</m:t>
                    </m:r>
                    <m:r>
                      <a:rPr lang="en-US" sz="2000" b="0" i="1" smtClean="0">
                        <a:latin typeface="Cambria Math" panose="02040503050406030204" pitchFamily="18" charset="0"/>
                      </a:rPr>
                      <m:t>)</m:t>
                    </m:r>
                  </m:oMath>
                </a14:m>
                <a:r>
                  <a:rPr lang="en-US" sz="2000" dirty="0"/>
                  <a:t> and </a:t>
                </a:r>
                <a14:m>
                  <m:oMath xmlns:m="http://schemas.openxmlformats.org/officeDocument/2006/math">
                    <m:r>
                      <a:rPr lang="en-US" sz="2000" i="1">
                        <a:latin typeface="Cambria Math" panose="02040503050406030204" pitchFamily="18" charset="0"/>
                      </a:rPr>
                      <m:t>𝑃</m:t>
                    </m:r>
                    <m:d>
                      <m:dPr>
                        <m:endChr m:val="|"/>
                        <m:ctrlPr>
                          <a:rPr lang="en-US" sz="2000" i="1">
                            <a:latin typeface="Cambria Math" panose="02040503050406030204" pitchFamily="18" charset="0"/>
                          </a:rPr>
                        </m:ctrlPr>
                      </m:dPr>
                      <m:e>
                        <m:sSub>
                          <m:sSubPr>
                            <m:ctrlPr>
                              <a:rPr lang="en-US" sz="2000" i="1">
                                <a:latin typeface="Cambria Math" panose="02040503050406030204" pitchFamily="18" charset="0"/>
                              </a:rPr>
                            </m:ctrlPr>
                          </m:sSubPr>
                          <m:e>
                            <m:r>
                              <a:rPr lang="en-US" sz="2000" i="1">
                                <a:latin typeface="Cambria Math" panose="02040503050406030204" pitchFamily="18" charset="0"/>
                              </a:rPr>
                              <m:t>𝐴</m:t>
                            </m:r>
                          </m:e>
                          <m:sub>
                            <m:r>
                              <a:rPr lang="en-US" sz="2000" b="0" i="1" smtClean="0">
                                <a:latin typeface="Cambria Math" panose="02040503050406030204" pitchFamily="18" charset="0"/>
                              </a:rPr>
                              <m:t>2</m:t>
                            </m:r>
                          </m:sub>
                        </m:sSub>
                        <m:r>
                          <a:rPr lang="en-US" sz="2000" i="1">
                            <a:latin typeface="Cambria Math" panose="02040503050406030204" pitchFamily="18" charset="0"/>
                          </a:rPr>
                          <m:t> </m:t>
                        </m:r>
                      </m:e>
                    </m:d>
                    <m:r>
                      <a:rPr lang="en-US" sz="2000" i="1">
                        <a:latin typeface="Cambria Math" panose="02040503050406030204" pitchFamily="18" charset="0"/>
                      </a:rPr>
                      <m:t> </m:t>
                    </m:r>
                    <m:r>
                      <a:rPr lang="en-US" sz="2000" i="1">
                        <a:latin typeface="Cambria Math" panose="02040503050406030204" pitchFamily="18" charset="0"/>
                      </a:rPr>
                      <m:t>𝐵</m:t>
                    </m:r>
                    <m:r>
                      <a:rPr lang="en-US" sz="2000" i="1">
                        <a:latin typeface="Cambria Math" panose="02040503050406030204" pitchFamily="18" charset="0"/>
                      </a:rPr>
                      <m:t>)</m:t>
                    </m:r>
                  </m:oMath>
                </a14:m>
                <a:r>
                  <a:rPr lang="en-US" sz="2000" dirty="0"/>
                  <a:t>.</a:t>
                </a:r>
              </a:p>
            </p:txBody>
          </p:sp>
        </mc:Choice>
        <mc:Fallback xmlns="">
          <p:sp>
            <p:nvSpPr>
              <p:cNvPr id="3" name="Text Placeholder 2">
                <a:extLst>
                  <a:ext uri="{FF2B5EF4-FFF2-40B4-BE49-F238E27FC236}">
                    <a16:creationId xmlns:a16="http://schemas.microsoft.com/office/drawing/2014/main" id="{5BBC9964-79FA-0C2E-1E53-50748DD150F9}"/>
                  </a:ext>
                </a:extLst>
              </p:cNvPr>
              <p:cNvSpPr>
                <a:spLocks noGrp="1" noRot="1" noChangeAspect="1" noMove="1" noResize="1" noEditPoints="1" noAdjustHandles="1" noChangeArrowheads="1" noChangeShapeType="1" noTextEdit="1"/>
              </p:cNvSpPr>
              <p:nvPr>
                <p:ph type="body" sz="quarter" idx="15"/>
              </p:nvPr>
            </p:nvSpPr>
            <p:spPr>
              <a:xfrm>
                <a:off x="743577" y="1293634"/>
                <a:ext cx="10610223" cy="3220736"/>
              </a:xfrm>
              <a:blipFill>
                <a:blip r:embed="rId3"/>
                <a:stretch>
                  <a:fillRect l="-1493" t="-2268" b="-3025"/>
                </a:stretch>
              </a:blipFill>
            </p:spPr>
            <p:txBody>
              <a:bodyPr/>
              <a:lstStyle/>
              <a:p>
                <a:r>
                  <a:rPr lang="en-US">
                    <a:noFill/>
                  </a:rPr>
                  <a:t> </a:t>
                </a:r>
              </a:p>
            </p:txBody>
          </p:sp>
        </mc:Fallback>
      </mc:AlternateContent>
      <p:pic>
        <p:nvPicPr>
          <p:cNvPr id="6" name="Picture Placeholder 5" descr="A flow diagram shows four steps in the probability revision using Bayes’ theorem. The steps are as follows: Prior probabilities, new information, application of Bayes’ theorem, and posterior probabilities. &#10;">
            <a:extLst>
              <a:ext uri="{FF2B5EF4-FFF2-40B4-BE49-F238E27FC236}">
                <a16:creationId xmlns:a16="http://schemas.microsoft.com/office/drawing/2014/main" id="{C94AB63F-F7D0-6B8E-82C0-C366223CCAD7}"/>
              </a:ext>
            </a:extLst>
          </p:cNvPr>
          <p:cNvPicPr>
            <a:picLocks noGrp="1" noChangeAspect="1"/>
          </p:cNvPicPr>
          <p:nvPr>
            <p:ph type="pic" sz="quarter" idx="16"/>
          </p:nvPr>
        </p:nvPicPr>
        <p:blipFill rotWithShape="1">
          <a:blip r:embed="rId4"/>
          <a:srcRect t="9" b="9"/>
          <a:stretch/>
        </p:blipFill>
        <p:spPr>
          <a:xfrm>
            <a:off x="2518882" y="4770774"/>
            <a:ext cx="7059612" cy="914400"/>
          </a:xfrm>
        </p:spPr>
      </p:pic>
    </p:spTree>
    <p:extLst>
      <p:ext uri="{BB962C8B-B14F-4D97-AF65-F5344CB8AC3E}">
        <p14:creationId xmlns:p14="http://schemas.microsoft.com/office/powerpoint/2010/main" val="134428203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FDF338-F3F9-5F43-E7AA-B1819A82B9A0}"/>
              </a:ext>
            </a:extLst>
          </p:cNvPr>
          <p:cNvSpPr>
            <a:spLocks noGrp="1"/>
          </p:cNvSpPr>
          <p:nvPr>
            <p:ph type="title"/>
          </p:nvPr>
        </p:nvSpPr>
        <p:spPr/>
        <p:txBody>
          <a:bodyPr/>
          <a:lstStyle/>
          <a:p>
            <a:r>
              <a:rPr lang="en-US" sz="3200" dirty="0"/>
              <a:t>4.5 An Application of Bayes’ Theorem</a:t>
            </a:r>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5BBC9964-79FA-0C2E-1E53-50748DD150F9}"/>
                  </a:ext>
                </a:extLst>
              </p:cNvPr>
              <p:cNvSpPr>
                <a:spLocks noGrp="1"/>
              </p:cNvSpPr>
              <p:nvPr>
                <p:ph type="body" sz="quarter" idx="15"/>
              </p:nvPr>
            </p:nvSpPr>
            <p:spPr>
              <a:xfrm>
                <a:off x="793194" y="1380226"/>
                <a:ext cx="10529510" cy="2249942"/>
              </a:xfrm>
            </p:spPr>
            <p:txBody>
              <a:bodyPr/>
              <a:lstStyle/>
              <a:p>
                <a:pPr>
                  <a:spcAft>
                    <a:spcPts val="0"/>
                  </a:spcAft>
                </a:pPr>
                <a:r>
                  <a:rPr lang="en-US" sz="2000" dirty="0"/>
                  <a:t>Consider a manufacturing firm that purchases 65% of its parts from supplier 1 and 35% from supplier 2.</a:t>
                </a:r>
              </a:p>
              <a:p>
                <a:pPr>
                  <a:spcAft>
                    <a:spcPts val="600"/>
                  </a:spcAft>
                </a:pPr>
                <a:r>
                  <a:rPr lang="en-US" sz="2000" dirty="0"/>
                  <a:t>If we let </a:t>
                </a:r>
                <a:r>
                  <a:rPr lang="en-US" sz="2000" i="1" dirty="0"/>
                  <a:t>A</a:t>
                </a:r>
                <a:r>
                  <a:rPr lang="en-US" sz="2000" baseline="-25000" dirty="0"/>
                  <a:t>1</a:t>
                </a:r>
                <a:r>
                  <a:rPr lang="en-US" sz="2000" dirty="0"/>
                  <a:t> denote that event that a part is from supplier 1, and </a:t>
                </a:r>
                <a14:m>
                  <m:oMath xmlns:m="http://schemas.openxmlformats.org/officeDocument/2006/math">
                    <m:r>
                      <a:rPr lang="en-US" sz="2000" i="1" dirty="0" smtClean="0">
                        <a:latin typeface="Cambria Math" panose="02040503050406030204" pitchFamily="18" charset="0"/>
                      </a:rPr>
                      <m:t>𝐴</m:t>
                    </m:r>
                    <m:r>
                      <a:rPr lang="en-US" sz="2000" i="1" baseline="-25000" dirty="0">
                        <a:latin typeface="Cambria Math" panose="02040503050406030204" pitchFamily="18" charset="0"/>
                      </a:rPr>
                      <m:t>2</m:t>
                    </m:r>
                  </m:oMath>
                </a14:m>
                <a:r>
                  <a:rPr lang="en-US" sz="2000" dirty="0"/>
                  <a:t> the event that the part is from supplier 2, we can write the </a:t>
                </a:r>
                <a:r>
                  <a:rPr lang="en-US" sz="2000" i="1" dirty="0"/>
                  <a:t>prior probabilities </a:t>
                </a:r>
                <a:r>
                  <a:rPr lang="en-US" sz="2000" dirty="0"/>
                  <a:t>as</a:t>
                </a:r>
              </a:p>
              <a:p>
                <a:pPr marL="914400">
                  <a:spcAft>
                    <a:spcPts val="0"/>
                  </a:spcAft>
                  <a:tabLst>
                    <a:tab pos="3144838" algn="l"/>
                  </a:tabLst>
                </a:pPr>
                <a14:m>
                  <m:oMath xmlns:m="http://schemas.openxmlformats.org/officeDocument/2006/math">
                    <m:r>
                      <a:rPr lang="en-US" sz="2000" b="0" i="1" smtClean="0">
                        <a:latin typeface="Cambria Math" panose="02040503050406030204" pitchFamily="18" charset="0"/>
                      </a:rPr>
                      <m:t>𝑃</m:t>
                    </m:r>
                    <m:d>
                      <m:dPr>
                        <m:ctrlPr>
                          <a:rPr lang="en-US" sz="2000" b="0" i="1" smtClean="0">
                            <a:latin typeface="Cambria Math" panose="02040503050406030204" pitchFamily="18" charset="0"/>
                          </a:rPr>
                        </m:ctrlPr>
                      </m:dPr>
                      <m:e>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𝐴</m:t>
                            </m:r>
                          </m:e>
                          <m:sub>
                            <m:r>
                              <a:rPr lang="en-US" sz="2000" b="0" i="1" smtClean="0">
                                <a:latin typeface="Cambria Math" panose="02040503050406030204" pitchFamily="18" charset="0"/>
                              </a:rPr>
                              <m:t>1</m:t>
                            </m:r>
                          </m:sub>
                        </m:sSub>
                      </m:e>
                    </m:d>
                    <m:r>
                      <a:rPr lang="en-US" sz="2000" b="0" i="1" smtClean="0">
                        <a:latin typeface="Cambria Math" panose="02040503050406030204" pitchFamily="18" charset="0"/>
                      </a:rPr>
                      <m:t>=0.65</m:t>
                    </m:r>
                  </m:oMath>
                </a14:m>
                <a:r>
                  <a:rPr lang="en-US" sz="2000" dirty="0"/>
                  <a:t> 	</a:t>
                </a:r>
                <a14:m>
                  <m:oMath xmlns:m="http://schemas.openxmlformats.org/officeDocument/2006/math">
                    <m:r>
                      <a:rPr lang="en-US" sz="2000" i="1">
                        <a:latin typeface="Cambria Math" panose="02040503050406030204" pitchFamily="18" charset="0"/>
                      </a:rPr>
                      <m:t>𝑃</m:t>
                    </m:r>
                    <m:d>
                      <m:dPr>
                        <m:ctrlPr>
                          <a:rPr lang="en-US" sz="2000" i="1">
                            <a:latin typeface="Cambria Math" panose="02040503050406030204" pitchFamily="18" charset="0"/>
                          </a:rPr>
                        </m:ctrlPr>
                      </m:dPr>
                      <m:e>
                        <m:sSub>
                          <m:sSubPr>
                            <m:ctrlPr>
                              <a:rPr lang="en-US" sz="2000" i="1">
                                <a:latin typeface="Cambria Math" panose="02040503050406030204" pitchFamily="18" charset="0"/>
                              </a:rPr>
                            </m:ctrlPr>
                          </m:sSubPr>
                          <m:e>
                            <m:r>
                              <a:rPr lang="en-US" sz="2000" i="1">
                                <a:latin typeface="Cambria Math" panose="02040503050406030204" pitchFamily="18" charset="0"/>
                              </a:rPr>
                              <m:t>𝐴</m:t>
                            </m:r>
                          </m:e>
                          <m:sub>
                            <m:r>
                              <a:rPr lang="en-US" sz="2000" b="0" i="1" smtClean="0">
                                <a:latin typeface="Cambria Math" panose="02040503050406030204" pitchFamily="18" charset="0"/>
                              </a:rPr>
                              <m:t>2</m:t>
                            </m:r>
                          </m:sub>
                        </m:sSub>
                      </m:e>
                    </m:d>
                    <m:r>
                      <a:rPr lang="en-US" sz="2000" i="1">
                        <a:latin typeface="Cambria Math" panose="02040503050406030204" pitchFamily="18" charset="0"/>
                      </a:rPr>
                      <m:t>=0.</m:t>
                    </m:r>
                    <m:r>
                      <a:rPr lang="en-US" sz="2000" b="0" i="1" smtClean="0">
                        <a:latin typeface="Cambria Math" panose="02040503050406030204" pitchFamily="18" charset="0"/>
                      </a:rPr>
                      <m:t>3</m:t>
                    </m:r>
                    <m:r>
                      <a:rPr lang="en-US" sz="2000" i="1">
                        <a:latin typeface="Cambria Math" panose="02040503050406030204" pitchFamily="18" charset="0"/>
                      </a:rPr>
                      <m:t>5</m:t>
                    </m:r>
                  </m:oMath>
                </a14:m>
                <a:endParaRPr lang="en-US" sz="2000" dirty="0"/>
              </a:p>
              <a:p>
                <a:pPr>
                  <a:spcAft>
                    <a:spcPts val="0"/>
                  </a:spcAft>
                </a:pPr>
                <a:r>
                  <a:rPr lang="en-US" sz="2000" dirty="0"/>
                  <a:t>Historical data for the quality ratings of the two suppliers are shown in the table below.</a:t>
                </a:r>
              </a:p>
            </p:txBody>
          </p:sp>
        </mc:Choice>
        <mc:Fallback xmlns="">
          <p:sp>
            <p:nvSpPr>
              <p:cNvPr id="3" name="Text Placeholder 2">
                <a:extLst>
                  <a:ext uri="{FF2B5EF4-FFF2-40B4-BE49-F238E27FC236}">
                    <a16:creationId xmlns:a16="http://schemas.microsoft.com/office/drawing/2014/main" id="{5BBC9964-79FA-0C2E-1E53-50748DD150F9}"/>
                  </a:ext>
                </a:extLst>
              </p:cNvPr>
              <p:cNvSpPr>
                <a:spLocks noGrp="1" noRot="1" noChangeAspect="1" noMove="1" noResize="1" noEditPoints="1" noAdjustHandles="1" noChangeArrowheads="1" noChangeShapeType="1" noTextEdit="1"/>
              </p:cNvSpPr>
              <p:nvPr>
                <p:ph type="body" sz="quarter" idx="15"/>
              </p:nvPr>
            </p:nvSpPr>
            <p:spPr>
              <a:xfrm>
                <a:off x="793194" y="1380226"/>
                <a:ext cx="10529510" cy="2249942"/>
              </a:xfrm>
              <a:blipFill>
                <a:blip r:embed="rId3"/>
                <a:stretch>
                  <a:fillRect l="-1448" t="-3243" r="-405" b="-189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 name="Text Placeholder 3">
                <a:extLst>
                  <a:ext uri="{FF2B5EF4-FFF2-40B4-BE49-F238E27FC236}">
                    <a16:creationId xmlns:a16="http://schemas.microsoft.com/office/drawing/2014/main" id="{089544D1-D49E-0EDB-AE29-A39C01120C05}"/>
                  </a:ext>
                </a:extLst>
              </p:cNvPr>
              <p:cNvSpPr>
                <a:spLocks noGrp="1"/>
              </p:cNvSpPr>
              <p:nvPr>
                <p:ph type="body" sz="quarter" idx="18"/>
              </p:nvPr>
            </p:nvSpPr>
            <p:spPr>
              <a:xfrm>
                <a:off x="793194" y="3621543"/>
                <a:ext cx="5302806" cy="1856232"/>
              </a:xfrm>
            </p:spPr>
            <p:txBody>
              <a:bodyPr>
                <a:normAutofit fontScale="92500"/>
              </a:bodyPr>
              <a:lstStyle/>
              <a:p>
                <a:pPr>
                  <a:spcAft>
                    <a:spcPts val="0"/>
                  </a:spcAft>
                </a:pPr>
                <a:r>
                  <a:rPr lang="en-US" sz="2000" dirty="0"/>
                  <a:t>Thus, we can write the </a:t>
                </a:r>
                <a:r>
                  <a:rPr lang="en-US" sz="2000" i="1" dirty="0"/>
                  <a:t>conditional probabilities </a:t>
                </a:r>
              </a:p>
              <a:p>
                <a:pPr>
                  <a:spcBef>
                    <a:spcPts val="0"/>
                  </a:spcBef>
                  <a:spcAft>
                    <a:spcPts val="0"/>
                  </a:spcAft>
                </a:pPr>
                <a:r>
                  <a:rPr lang="en-US" sz="2000" dirty="0"/>
                  <a:t>of receiving a good (</a:t>
                </a:r>
                <a14:m>
                  <m:oMath xmlns:m="http://schemas.openxmlformats.org/officeDocument/2006/math">
                    <m:r>
                      <a:rPr lang="en-US" sz="2000" i="1" dirty="0" smtClean="0">
                        <a:latin typeface="Cambria Math" panose="02040503050406030204" pitchFamily="18" charset="0"/>
                      </a:rPr>
                      <m:t>𝐺</m:t>
                    </m:r>
                  </m:oMath>
                </a14:m>
                <a:r>
                  <a:rPr lang="en-US" sz="2000" dirty="0"/>
                  <a:t>) or bad (</a:t>
                </a:r>
                <a14:m>
                  <m:oMath xmlns:m="http://schemas.openxmlformats.org/officeDocument/2006/math">
                    <m:r>
                      <a:rPr lang="en-US" sz="2000" i="1" dirty="0" smtClean="0">
                        <a:latin typeface="Cambria Math" panose="02040503050406030204" pitchFamily="18" charset="0"/>
                      </a:rPr>
                      <m:t>𝐵</m:t>
                    </m:r>
                  </m:oMath>
                </a14:m>
                <a:r>
                  <a:rPr lang="en-US" sz="2000" dirty="0"/>
                  <a:t>) part from</a:t>
                </a:r>
              </a:p>
              <a:p>
                <a:pPr>
                  <a:spcBef>
                    <a:spcPts val="0"/>
                  </a:spcBef>
                  <a:spcAft>
                    <a:spcPts val="0"/>
                  </a:spcAft>
                </a:pPr>
                <a:r>
                  <a:rPr lang="en-US" sz="2000" dirty="0"/>
                  <a:t>either supplier as:</a:t>
                </a:r>
              </a:p>
              <a:p>
                <a:pPr marL="914400">
                  <a:spcAft>
                    <a:spcPts val="600"/>
                  </a:spcAft>
                  <a:tabLst>
                    <a:tab pos="3144838" algn="l"/>
                  </a:tabLst>
                </a:pPr>
                <a14:m>
                  <m:oMath xmlns:m="http://schemas.openxmlformats.org/officeDocument/2006/math">
                    <m:r>
                      <a:rPr lang="en-US" sz="2000" b="0" i="1" smtClean="0">
                        <a:latin typeface="Cambria Math" panose="02040503050406030204" pitchFamily="18" charset="0"/>
                      </a:rPr>
                      <m:t>𝑃</m:t>
                    </m:r>
                    <m:d>
                      <m:dPr>
                        <m:endChr m:val="|"/>
                        <m:ctrlPr>
                          <a:rPr lang="en-US" sz="2000" b="0" i="1" smtClean="0">
                            <a:latin typeface="Cambria Math" panose="02040503050406030204" pitchFamily="18" charset="0"/>
                          </a:rPr>
                        </m:ctrlPr>
                      </m:dPr>
                      <m:e>
                        <m:r>
                          <a:rPr lang="en-US" sz="2000" b="0" i="1" smtClean="0">
                            <a:latin typeface="Cambria Math" panose="02040503050406030204" pitchFamily="18" charset="0"/>
                          </a:rPr>
                          <m:t>𝐺</m:t>
                        </m:r>
                        <m:r>
                          <a:rPr lang="en-US" sz="2000" b="0" i="1" smtClean="0">
                            <a:latin typeface="Cambria Math" panose="02040503050406030204" pitchFamily="18" charset="0"/>
                          </a:rPr>
                          <m:t> </m:t>
                        </m:r>
                      </m:e>
                    </m:d>
                    <m:r>
                      <a:rPr lang="en-US" sz="2000" b="0" i="1" smtClean="0">
                        <a:latin typeface="Cambria Math" panose="02040503050406030204" pitchFamily="18" charset="0"/>
                      </a:rPr>
                      <m:t> </m:t>
                    </m:r>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𝐴</m:t>
                        </m:r>
                      </m:e>
                      <m:sub>
                        <m:r>
                          <a:rPr lang="en-US" sz="2000" b="0" i="1" smtClean="0">
                            <a:latin typeface="Cambria Math" panose="02040503050406030204" pitchFamily="18" charset="0"/>
                          </a:rPr>
                          <m:t>1</m:t>
                        </m:r>
                      </m:sub>
                    </m:sSub>
                    <m:r>
                      <a:rPr lang="en-US" sz="2000" b="0" i="1" smtClean="0">
                        <a:latin typeface="Cambria Math" panose="02040503050406030204" pitchFamily="18" charset="0"/>
                      </a:rPr>
                      <m:t>)=0.98</m:t>
                    </m:r>
                  </m:oMath>
                </a14:m>
                <a:r>
                  <a:rPr lang="en-US" sz="2000" dirty="0"/>
                  <a:t>	</a:t>
                </a:r>
                <a14:m>
                  <m:oMath xmlns:m="http://schemas.openxmlformats.org/officeDocument/2006/math">
                    <m:r>
                      <a:rPr lang="en-US" sz="2000" i="1">
                        <a:latin typeface="Cambria Math" panose="02040503050406030204" pitchFamily="18" charset="0"/>
                      </a:rPr>
                      <m:t>𝑃</m:t>
                    </m:r>
                    <m:d>
                      <m:dPr>
                        <m:endChr m:val="|"/>
                        <m:ctrlPr>
                          <a:rPr lang="en-US" sz="2000" i="1">
                            <a:latin typeface="Cambria Math" panose="02040503050406030204" pitchFamily="18" charset="0"/>
                          </a:rPr>
                        </m:ctrlPr>
                      </m:dPr>
                      <m:e>
                        <m:r>
                          <a:rPr lang="en-US" sz="2000" b="0" i="1" smtClean="0">
                            <a:latin typeface="Cambria Math" panose="02040503050406030204" pitchFamily="18" charset="0"/>
                          </a:rPr>
                          <m:t>𝐵</m:t>
                        </m:r>
                        <m:r>
                          <a:rPr lang="en-US" sz="2000" i="1">
                            <a:latin typeface="Cambria Math" panose="02040503050406030204" pitchFamily="18" charset="0"/>
                          </a:rPr>
                          <m:t> </m:t>
                        </m:r>
                      </m:e>
                    </m:d>
                    <m:r>
                      <a:rPr lang="en-US" sz="2000" i="1">
                        <a:latin typeface="Cambria Math" panose="02040503050406030204" pitchFamily="18" charset="0"/>
                      </a:rPr>
                      <m:t> </m:t>
                    </m:r>
                    <m:sSub>
                      <m:sSubPr>
                        <m:ctrlPr>
                          <a:rPr lang="en-US" sz="2000" i="1">
                            <a:latin typeface="Cambria Math" panose="02040503050406030204" pitchFamily="18" charset="0"/>
                          </a:rPr>
                        </m:ctrlPr>
                      </m:sSubPr>
                      <m:e>
                        <m:r>
                          <a:rPr lang="en-US" sz="2000" i="1">
                            <a:latin typeface="Cambria Math" panose="02040503050406030204" pitchFamily="18" charset="0"/>
                          </a:rPr>
                          <m:t>𝐴</m:t>
                        </m:r>
                      </m:e>
                      <m:sub>
                        <m:r>
                          <a:rPr lang="en-US" sz="2000" i="1">
                            <a:latin typeface="Cambria Math" panose="02040503050406030204" pitchFamily="18" charset="0"/>
                          </a:rPr>
                          <m:t>1</m:t>
                        </m:r>
                      </m:sub>
                    </m:sSub>
                    <m:r>
                      <a:rPr lang="en-US" sz="2000" i="1">
                        <a:latin typeface="Cambria Math" panose="02040503050406030204" pitchFamily="18" charset="0"/>
                      </a:rPr>
                      <m:t>)=0.</m:t>
                    </m:r>
                    <m:r>
                      <a:rPr lang="en-US" sz="2000" b="0" i="1" smtClean="0">
                        <a:latin typeface="Cambria Math" panose="02040503050406030204" pitchFamily="18" charset="0"/>
                      </a:rPr>
                      <m:t>02</m:t>
                    </m:r>
                  </m:oMath>
                </a14:m>
                <a:endParaRPr lang="en-US" sz="2000" dirty="0"/>
              </a:p>
              <a:p>
                <a:pPr marL="914400">
                  <a:spcAft>
                    <a:spcPts val="0"/>
                  </a:spcAft>
                  <a:tabLst>
                    <a:tab pos="3144838" algn="l"/>
                  </a:tabLst>
                </a:pPr>
                <a14:m>
                  <m:oMath xmlns:m="http://schemas.openxmlformats.org/officeDocument/2006/math">
                    <m:r>
                      <a:rPr lang="en-US" sz="2000" b="0" i="1" smtClean="0">
                        <a:latin typeface="Cambria Math" panose="02040503050406030204" pitchFamily="18" charset="0"/>
                      </a:rPr>
                      <m:t>𝑃</m:t>
                    </m:r>
                    <m:d>
                      <m:dPr>
                        <m:endChr m:val="|"/>
                        <m:ctrlPr>
                          <a:rPr lang="en-US" sz="2000" b="0" i="1" smtClean="0">
                            <a:latin typeface="Cambria Math" panose="02040503050406030204" pitchFamily="18" charset="0"/>
                          </a:rPr>
                        </m:ctrlPr>
                      </m:dPr>
                      <m:e>
                        <m:r>
                          <a:rPr lang="en-US" sz="2000" b="0" i="1" smtClean="0">
                            <a:latin typeface="Cambria Math" panose="02040503050406030204" pitchFamily="18" charset="0"/>
                          </a:rPr>
                          <m:t>𝐺</m:t>
                        </m:r>
                        <m:r>
                          <a:rPr lang="en-US" sz="2000" b="0" i="1" smtClean="0">
                            <a:latin typeface="Cambria Math" panose="02040503050406030204" pitchFamily="18" charset="0"/>
                          </a:rPr>
                          <m:t> </m:t>
                        </m:r>
                      </m:e>
                    </m:d>
                    <m:r>
                      <a:rPr lang="en-US" sz="2000" b="0" i="1" smtClean="0">
                        <a:latin typeface="Cambria Math" panose="02040503050406030204" pitchFamily="18" charset="0"/>
                      </a:rPr>
                      <m:t> </m:t>
                    </m:r>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𝐴</m:t>
                        </m:r>
                      </m:e>
                      <m:sub>
                        <m:r>
                          <a:rPr lang="en-US" sz="2000" b="0" i="1" smtClean="0">
                            <a:latin typeface="Cambria Math" panose="02040503050406030204" pitchFamily="18" charset="0"/>
                          </a:rPr>
                          <m:t>2</m:t>
                        </m:r>
                      </m:sub>
                    </m:sSub>
                    <m:r>
                      <a:rPr lang="en-US" sz="2000" b="0" i="1" smtClean="0">
                        <a:latin typeface="Cambria Math" panose="02040503050406030204" pitchFamily="18" charset="0"/>
                      </a:rPr>
                      <m:t>)=0.95</m:t>
                    </m:r>
                  </m:oMath>
                </a14:m>
                <a:r>
                  <a:rPr lang="en-US" sz="2000" dirty="0"/>
                  <a:t>	</a:t>
                </a:r>
                <a14:m>
                  <m:oMath xmlns:m="http://schemas.openxmlformats.org/officeDocument/2006/math">
                    <m:r>
                      <a:rPr lang="en-US" sz="2000" i="1">
                        <a:latin typeface="Cambria Math" panose="02040503050406030204" pitchFamily="18" charset="0"/>
                      </a:rPr>
                      <m:t>𝑃</m:t>
                    </m:r>
                    <m:d>
                      <m:dPr>
                        <m:endChr m:val="|"/>
                        <m:ctrlPr>
                          <a:rPr lang="en-US" sz="2000" i="1">
                            <a:latin typeface="Cambria Math" panose="02040503050406030204" pitchFamily="18" charset="0"/>
                          </a:rPr>
                        </m:ctrlPr>
                      </m:dPr>
                      <m:e>
                        <m:r>
                          <a:rPr lang="en-US" sz="2000" b="0" i="1" smtClean="0">
                            <a:latin typeface="Cambria Math" panose="02040503050406030204" pitchFamily="18" charset="0"/>
                          </a:rPr>
                          <m:t>𝐵</m:t>
                        </m:r>
                        <m:r>
                          <a:rPr lang="en-US" sz="2000" i="1">
                            <a:latin typeface="Cambria Math" panose="02040503050406030204" pitchFamily="18" charset="0"/>
                          </a:rPr>
                          <m:t> </m:t>
                        </m:r>
                      </m:e>
                    </m:d>
                    <m:r>
                      <a:rPr lang="en-US" sz="2000" i="1">
                        <a:latin typeface="Cambria Math" panose="02040503050406030204" pitchFamily="18" charset="0"/>
                      </a:rPr>
                      <m:t> </m:t>
                    </m:r>
                    <m:sSub>
                      <m:sSubPr>
                        <m:ctrlPr>
                          <a:rPr lang="en-US" sz="2000" i="1">
                            <a:latin typeface="Cambria Math" panose="02040503050406030204" pitchFamily="18" charset="0"/>
                          </a:rPr>
                        </m:ctrlPr>
                      </m:sSubPr>
                      <m:e>
                        <m:r>
                          <a:rPr lang="en-US" sz="2000" i="1">
                            <a:latin typeface="Cambria Math" panose="02040503050406030204" pitchFamily="18" charset="0"/>
                          </a:rPr>
                          <m:t>𝐴</m:t>
                        </m:r>
                      </m:e>
                      <m:sub>
                        <m:r>
                          <a:rPr lang="en-US" sz="2000" b="0" i="1" smtClean="0">
                            <a:latin typeface="Cambria Math" panose="02040503050406030204" pitchFamily="18" charset="0"/>
                          </a:rPr>
                          <m:t>2</m:t>
                        </m:r>
                      </m:sub>
                    </m:sSub>
                    <m:r>
                      <a:rPr lang="en-US" sz="2000" i="1">
                        <a:latin typeface="Cambria Math" panose="02040503050406030204" pitchFamily="18" charset="0"/>
                      </a:rPr>
                      <m:t>)=0.</m:t>
                    </m:r>
                    <m:r>
                      <a:rPr lang="en-US" sz="2000" b="0" i="1" smtClean="0">
                        <a:latin typeface="Cambria Math" panose="02040503050406030204" pitchFamily="18" charset="0"/>
                      </a:rPr>
                      <m:t>05</m:t>
                    </m:r>
                  </m:oMath>
                </a14:m>
                <a:endParaRPr lang="en-US" sz="2000" dirty="0"/>
              </a:p>
            </p:txBody>
          </p:sp>
        </mc:Choice>
        <mc:Fallback xmlns="">
          <p:sp>
            <p:nvSpPr>
              <p:cNvPr id="4" name="Text Placeholder 3">
                <a:extLst>
                  <a:ext uri="{FF2B5EF4-FFF2-40B4-BE49-F238E27FC236}">
                    <a16:creationId xmlns:a16="http://schemas.microsoft.com/office/drawing/2014/main" id="{089544D1-D49E-0EDB-AE29-A39C01120C05}"/>
                  </a:ext>
                </a:extLst>
              </p:cNvPr>
              <p:cNvSpPr>
                <a:spLocks noGrp="1" noRot="1" noChangeAspect="1" noMove="1" noResize="1" noEditPoints="1" noAdjustHandles="1" noChangeArrowheads="1" noChangeShapeType="1" noTextEdit="1"/>
              </p:cNvSpPr>
              <p:nvPr>
                <p:ph type="body" sz="quarter" idx="18"/>
              </p:nvPr>
            </p:nvSpPr>
            <p:spPr>
              <a:xfrm>
                <a:off x="793194" y="3621543"/>
                <a:ext cx="5302806" cy="1856232"/>
              </a:xfrm>
              <a:blipFill>
                <a:blip r:embed="rId4"/>
                <a:stretch>
                  <a:fillRect l="-2759" t="-5574"/>
                </a:stretch>
              </a:blipFill>
            </p:spPr>
            <p:txBody>
              <a:bodyPr/>
              <a:lstStyle/>
              <a:p>
                <a:r>
                  <a:rPr lang="en-US">
                    <a:noFill/>
                  </a:rPr>
                  <a:t> </a:t>
                </a:r>
              </a:p>
            </p:txBody>
          </p:sp>
        </mc:Fallback>
      </mc:AlternateContent>
      <p:graphicFrame>
        <p:nvGraphicFramePr>
          <p:cNvPr id="6" name="Table 7">
            <a:extLst>
              <a:ext uri="{FF2B5EF4-FFF2-40B4-BE49-F238E27FC236}">
                <a16:creationId xmlns:a16="http://schemas.microsoft.com/office/drawing/2014/main" id="{B4D2B90A-94D5-B20A-85D0-99B968445BD0}"/>
              </a:ext>
            </a:extLst>
          </p:cNvPr>
          <p:cNvGraphicFramePr>
            <a:graphicFrameLocks noGrp="1"/>
          </p:cNvGraphicFramePr>
          <p:nvPr>
            <p:ph type="tbl" sz="quarter" idx="22"/>
          </p:nvPr>
        </p:nvGraphicFramePr>
        <p:xfrm>
          <a:off x="6326040" y="3712322"/>
          <a:ext cx="4913103" cy="1493520"/>
        </p:xfrm>
        <a:graphic>
          <a:graphicData uri="http://schemas.openxmlformats.org/drawingml/2006/table">
            <a:tbl>
              <a:tblPr firstRow="1" bandRow="1">
                <a:tableStyleId>{5C22544A-7EE6-4342-B048-85BDC9FD1C3A}</a:tableStyleId>
              </a:tblPr>
              <a:tblGrid>
                <a:gridCol w="1587261">
                  <a:extLst>
                    <a:ext uri="{9D8B030D-6E8A-4147-A177-3AD203B41FA5}">
                      <a16:colId xmlns:a16="http://schemas.microsoft.com/office/drawing/2014/main" val="2898919934"/>
                    </a:ext>
                  </a:extLst>
                </a:gridCol>
                <a:gridCol w="1662921">
                  <a:extLst>
                    <a:ext uri="{9D8B030D-6E8A-4147-A177-3AD203B41FA5}">
                      <a16:colId xmlns:a16="http://schemas.microsoft.com/office/drawing/2014/main" val="3347420797"/>
                    </a:ext>
                  </a:extLst>
                </a:gridCol>
                <a:gridCol w="1662921">
                  <a:extLst>
                    <a:ext uri="{9D8B030D-6E8A-4147-A177-3AD203B41FA5}">
                      <a16:colId xmlns:a16="http://schemas.microsoft.com/office/drawing/2014/main" val="627144360"/>
                    </a:ext>
                  </a:extLst>
                </a:gridCol>
              </a:tblGrid>
              <a:tr h="448058">
                <a:tc>
                  <a:txBody>
                    <a:bodyPr/>
                    <a:lstStyle/>
                    <a:p>
                      <a:endParaRPr lang="en-US" sz="2000" dirty="0">
                        <a:solidFill>
                          <a:srgbClr val="000000"/>
                        </a:solidFill>
                      </a:endParaRPr>
                    </a:p>
                  </a:txBody>
                  <a:tcPr>
                    <a:lnL w="12700" cmpd="sng">
                      <a:noFill/>
                    </a:lnL>
                    <a:lnR w="12700" cmpd="sng">
                      <a:noFill/>
                    </a:lnR>
                    <a:lnT w="12700" cmpd="sng">
                      <a:noFill/>
                    </a:lnT>
                    <a:lnB w="38100" cmpd="sng">
                      <a:noFill/>
                    </a:lnB>
                    <a:lnTlToBr w="12700" cmpd="sng">
                      <a:noFill/>
                      <a:prstDash val="solid"/>
                    </a:lnTlToBr>
                    <a:lnBlToTr w="12700" cmpd="sng">
                      <a:noFill/>
                      <a:prstDash val="solid"/>
                    </a:lnBlToTr>
                    <a:solidFill>
                      <a:srgbClr val="FFF4DE"/>
                    </a:solidFill>
                  </a:tcPr>
                </a:tc>
                <a:tc>
                  <a:txBody>
                    <a:bodyPr/>
                    <a:lstStyle/>
                    <a:p>
                      <a:pPr algn="ctr"/>
                      <a:r>
                        <a:rPr lang="en-US" sz="2000" dirty="0">
                          <a:solidFill>
                            <a:srgbClr val="000000"/>
                          </a:solidFill>
                        </a:rPr>
                        <a:t>Percentage Good Parts</a:t>
                      </a:r>
                    </a:p>
                  </a:txBody>
                  <a:tcPr>
                    <a:lnL w="12700" cmpd="sng">
                      <a:noFill/>
                    </a:lnL>
                    <a:lnR w="12700" cmpd="sng">
                      <a:noFill/>
                    </a:lnR>
                    <a:lnT w="12700" cmpd="sng">
                      <a:noFill/>
                    </a:lnT>
                    <a:lnB w="38100" cmpd="sng">
                      <a:noFill/>
                    </a:lnB>
                    <a:lnTlToBr w="12700" cmpd="sng">
                      <a:noFill/>
                      <a:prstDash val="solid"/>
                    </a:lnTlToBr>
                    <a:lnBlToTr w="12700" cmpd="sng">
                      <a:noFill/>
                      <a:prstDash val="solid"/>
                    </a:lnBlToTr>
                    <a:solidFill>
                      <a:srgbClr val="FFF4DE"/>
                    </a:solidFill>
                  </a:tcPr>
                </a:tc>
                <a:tc>
                  <a:txBody>
                    <a:bodyPr/>
                    <a:lstStyle/>
                    <a:p>
                      <a:pPr algn="ctr"/>
                      <a:r>
                        <a:rPr lang="en-US" sz="2000" dirty="0">
                          <a:solidFill>
                            <a:srgbClr val="000000"/>
                          </a:solidFill>
                        </a:rPr>
                        <a:t>Percentage Bad Parts</a:t>
                      </a:r>
                    </a:p>
                  </a:txBody>
                  <a:tcPr>
                    <a:lnL w="12700" cmpd="sng">
                      <a:noFill/>
                    </a:lnL>
                    <a:lnR w="12700" cmpd="sng">
                      <a:noFill/>
                    </a:lnR>
                    <a:lnT w="12700" cmpd="sng">
                      <a:noFill/>
                    </a:lnT>
                    <a:lnB w="38100" cmpd="sng">
                      <a:noFill/>
                    </a:lnB>
                    <a:lnTlToBr w="12700" cmpd="sng">
                      <a:noFill/>
                      <a:prstDash val="solid"/>
                    </a:lnTlToBr>
                    <a:lnBlToTr w="12700" cmpd="sng">
                      <a:noFill/>
                      <a:prstDash val="solid"/>
                    </a:lnBlToTr>
                    <a:solidFill>
                      <a:srgbClr val="FFF4DE"/>
                    </a:solidFill>
                  </a:tcPr>
                </a:tc>
                <a:extLst>
                  <a:ext uri="{0D108BD9-81ED-4DB2-BD59-A6C34878D82A}">
                    <a16:rowId xmlns:a16="http://schemas.microsoft.com/office/drawing/2014/main" val="255645940"/>
                  </a:ext>
                </a:extLst>
              </a:tr>
              <a:tr h="370840">
                <a:tc>
                  <a:txBody>
                    <a:bodyPr/>
                    <a:lstStyle/>
                    <a:p>
                      <a:r>
                        <a:rPr lang="en-US" sz="2000" b="1" dirty="0">
                          <a:solidFill>
                            <a:srgbClr val="000000"/>
                          </a:solidFill>
                        </a:rPr>
                        <a:t>Supplier 1</a:t>
                      </a:r>
                    </a:p>
                  </a:txBody>
                  <a:tcPr>
                    <a:lnL w="12700" cmpd="sng">
                      <a:noFill/>
                    </a:lnL>
                    <a:lnR w="12700" cmpd="sng">
                      <a:noFill/>
                    </a:lnR>
                    <a:lnT w="38100" cmpd="sng">
                      <a:noFill/>
                    </a:lnT>
                    <a:lnB w="12700" cmpd="sng">
                      <a:noFill/>
                    </a:lnB>
                    <a:lnTlToBr w="12700" cmpd="sng">
                      <a:noFill/>
                      <a:prstDash val="solid"/>
                    </a:lnTlToBr>
                    <a:lnBlToTr w="12700" cmpd="sng">
                      <a:noFill/>
                      <a:prstDash val="solid"/>
                    </a:lnBlToTr>
                    <a:solidFill>
                      <a:srgbClr val="FFF4DE"/>
                    </a:solidFill>
                  </a:tcPr>
                </a:tc>
                <a:tc>
                  <a:txBody>
                    <a:bodyPr/>
                    <a:lstStyle/>
                    <a:p>
                      <a:pPr algn="ctr"/>
                      <a:r>
                        <a:rPr lang="en-US" sz="2000" dirty="0">
                          <a:solidFill>
                            <a:srgbClr val="000000"/>
                          </a:solidFill>
                        </a:rPr>
                        <a:t>98</a:t>
                      </a:r>
                    </a:p>
                  </a:txBody>
                  <a:tcPr>
                    <a:lnL w="12700" cmpd="sng">
                      <a:noFill/>
                    </a:lnL>
                    <a:lnR w="12700" cmpd="sng">
                      <a:noFill/>
                    </a:lnR>
                    <a:lnT w="38100" cmpd="sng">
                      <a:noFill/>
                    </a:lnT>
                    <a:lnB w="12700" cmpd="sng">
                      <a:noFill/>
                    </a:lnB>
                    <a:lnTlToBr w="12700" cmpd="sng">
                      <a:noFill/>
                      <a:prstDash val="solid"/>
                    </a:lnTlToBr>
                    <a:lnBlToTr w="12700" cmpd="sng">
                      <a:noFill/>
                      <a:prstDash val="solid"/>
                    </a:lnBlToTr>
                    <a:solidFill>
                      <a:srgbClr val="FFF4DE"/>
                    </a:solidFill>
                  </a:tcPr>
                </a:tc>
                <a:tc>
                  <a:txBody>
                    <a:bodyPr/>
                    <a:lstStyle/>
                    <a:p>
                      <a:pPr algn="ctr"/>
                      <a:r>
                        <a:rPr lang="en-US" sz="2000" dirty="0">
                          <a:solidFill>
                            <a:srgbClr val="000000"/>
                          </a:solidFill>
                        </a:rPr>
                        <a:t>2</a:t>
                      </a:r>
                    </a:p>
                  </a:txBody>
                  <a:tcPr>
                    <a:lnL w="12700" cmpd="sng">
                      <a:noFill/>
                    </a:lnL>
                    <a:lnR w="12700" cmpd="sng">
                      <a:noFill/>
                    </a:lnR>
                    <a:lnT w="38100" cmpd="sng">
                      <a:noFill/>
                    </a:lnT>
                    <a:lnB w="12700" cmpd="sng">
                      <a:noFill/>
                    </a:lnB>
                    <a:lnTlToBr w="12700" cmpd="sng">
                      <a:noFill/>
                      <a:prstDash val="solid"/>
                    </a:lnTlToBr>
                    <a:lnBlToTr w="12700" cmpd="sng">
                      <a:noFill/>
                      <a:prstDash val="solid"/>
                    </a:lnBlToTr>
                    <a:solidFill>
                      <a:srgbClr val="FFF4DE"/>
                    </a:solidFill>
                  </a:tcPr>
                </a:tc>
                <a:extLst>
                  <a:ext uri="{0D108BD9-81ED-4DB2-BD59-A6C34878D82A}">
                    <a16:rowId xmlns:a16="http://schemas.microsoft.com/office/drawing/2014/main" val="1237266378"/>
                  </a:ext>
                </a:extLst>
              </a:tr>
              <a:tr h="370840">
                <a:tc>
                  <a:txBody>
                    <a:bodyPr/>
                    <a:lstStyle/>
                    <a:p>
                      <a:r>
                        <a:rPr lang="en-US" sz="2000" b="1" dirty="0">
                          <a:solidFill>
                            <a:srgbClr val="000000"/>
                          </a:solidFill>
                        </a:rPr>
                        <a:t>Supplier 2</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tc>
                  <a:txBody>
                    <a:bodyPr/>
                    <a:lstStyle/>
                    <a:p>
                      <a:pPr algn="ctr"/>
                      <a:r>
                        <a:rPr lang="en-US" sz="2000" dirty="0">
                          <a:solidFill>
                            <a:srgbClr val="000000"/>
                          </a:solidFill>
                        </a:rPr>
                        <a:t>95</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tc>
                  <a:txBody>
                    <a:bodyPr/>
                    <a:lstStyle/>
                    <a:p>
                      <a:pPr algn="ctr"/>
                      <a:r>
                        <a:rPr lang="en-US" sz="2000" dirty="0">
                          <a:solidFill>
                            <a:srgbClr val="000000"/>
                          </a:solidFill>
                        </a:rPr>
                        <a:t>5</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extLst>
                  <a:ext uri="{0D108BD9-81ED-4DB2-BD59-A6C34878D82A}">
                    <a16:rowId xmlns:a16="http://schemas.microsoft.com/office/drawing/2014/main" val="2810379386"/>
                  </a:ext>
                </a:extLst>
              </a:tr>
            </a:tbl>
          </a:graphicData>
        </a:graphic>
      </p:graphicFrame>
    </p:spTree>
    <p:extLst>
      <p:ext uri="{BB962C8B-B14F-4D97-AF65-F5344CB8AC3E}">
        <p14:creationId xmlns:p14="http://schemas.microsoft.com/office/powerpoint/2010/main" val="77337667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FDF338-F3F9-5F43-E7AA-B1819A82B9A0}"/>
              </a:ext>
            </a:extLst>
          </p:cNvPr>
          <p:cNvSpPr>
            <a:spLocks noGrp="1"/>
          </p:cNvSpPr>
          <p:nvPr>
            <p:ph type="title"/>
          </p:nvPr>
        </p:nvSpPr>
        <p:spPr/>
        <p:txBody>
          <a:bodyPr/>
          <a:lstStyle/>
          <a:p>
            <a:r>
              <a:rPr lang="en-US" sz="3200" dirty="0"/>
              <a:t>4.5 Posterior Probabilities</a:t>
            </a:r>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5BBC9964-79FA-0C2E-1E53-50748DD150F9}"/>
                  </a:ext>
                </a:extLst>
              </p:cNvPr>
              <p:cNvSpPr>
                <a:spLocks noGrp="1"/>
              </p:cNvSpPr>
              <p:nvPr>
                <p:ph type="body" sz="quarter" idx="15"/>
              </p:nvPr>
            </p:nvSpPr>
            <p:spPr>
              <a:xfrm>
                <a:off x="656863" y="1261240"/>
                <a:ext cx="10899258" cy="4556235"/>
              </a:xfrm>
            </p:spPr>
            <p:txBody>
              <a:bodyPr/>
              <a:lstStyle/>
              <a:p>
                <a:pPr>
                  <a:spcAft>
                    <a:spcPts val="1200"/>
                  </a:spcAft>
                  <a:tabLst>
                    <a:tab pos="3144838" algn="l"/>
                  </a:tabLst>
                </a:pPr>
                <a:r>
                  <a:rPr lang="en-US" sz="2000" dirty="0"/>
                  <a:t>Using Bayes’ theorem and the prior and conditional probabilities, we can compute the </a:t>
                </a:r>
                <a:r>
                  <a:rPr lang="en-US" sz="2000" i="1" dirty="0"/>
                  <a:t>posterior probabilities</a:t>
                </a:r>
                <a:r>
                  <a:rPr lang="en-US" sz="2000" dirty="0"/>
                  <a:t> that either supplier ships a bad part</a:t>
                </a:r>
              </a:p>
              <a:p>
                <a:pPr>
                  <a:spcAft>
                    <a:spcPts val="600"/>
                  </a:spcAft>
                  <a:tabLst>
                    <a:tab pos="3144838" algn="l"/>
                  </a:tabLst>
                </a:pPr>
                <a14:m>
                  <m:oMathPara xmlns:m="http://schemas.openxmlformats.org/officeDocument/2006/math">
                    <m:oMathParaPr>
                      <m:jc m:val="left"/>
                    </m:oMathParaPr>
                    <m:oMath xmlns:m="http://schemas.openxmlformats.org/officeDocument/2006/math">
                      <m:r>
                        <a:rPr lang="en-US" sz="1800" b="0" i="1" smtClean="0">
                          <a:latin typeface="Cambria Math" panose="02040503050406030204" pitchFamily="18" charset="0"/>
                        </a:rPr>
                        <m:t>𝑃</m:t>
                      </m:r>
                      <m:d>
                        <m:dPr>
                          <m:endChr m:val="|"/>
                          <m:ctrlPr>
                            <a:rPr lang="en-US" sz="1800" b="0" i="1" smtClean="0">
                              <a:latin typeface="Cambria Math" panose="02040503050406030204" pitchFamily="18" charset="0"/>
                            </a:rPr>
                          </m:ctrlPr>
                        </m:d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𝐴</m:t>
                              </m:r>
                            </m:e>
                            <m:sub>
                              <m:r>
                                <a:rPr lang="en-US" sz="1800" b="0" i="1" smtClean="0">
                                  <a:latin typeface="Cambria Math" panose="02040503050406030204" pitchFamily="18" charset="0"/>
                                </a:rPr>
                                <m:t>1</m:t>
                              </m:r>
                            </m:sub>
                          </m:sSub>
                          <m:r>
                            <a:rPr lang="en-US" sz="1800" b="0" i="1" smtClean="0">
                              <a:latin typeface="Cambria Math" panose="02040503050406030204" pitchFamily="18" charset="0"/>
                            </a:rPr>
                            <m:t> </m:t>
                          </m:r>
                        </m:e>
                      </m:d>
                      <m:r>
                        <a:rPr lang="en-US" sz="1800" b="0" i="1" smtClean="0">
                          <a:latin typeface="Cambria Math" panose="02040503050406030204" pitchFamily="18" charset="0"/>
                        </a:rPr>
                        <m:t> </m:t>
                      </m:r>
                      <m:r>
                        <a:rPr lang="en-US" sz="1800" b="0" i="1" smtClean="0">
                          <a:latin typeface="Cambria Math" panose="02040503050406030204" pitchFamily="18" charset="0"/>
                        </a:rPr>
                        <m:t>𝐵</m:t>
                      </m:r>
                      <m:r>
                        <a:rPr lang="en-US" sz="1800" b="0" i="1" smtClean="0">
                          <a:latin typeface="Cambria Math" panose="02040503050406030204" pitchFamily="18" charset="0"/>
                        </a:rPr>
                        <m:t>)=</m:t>
                      </m:r>
                      <m:f>
                        <m:fPr>
                          <m:ctrlPr>
                            <a:rPr lang="en-US" sz="1800" b="0" i="1" smtClean="0">
                              <a:latin typeface="Cambria Math" panose="02040503050406030204" pitchFamily="18" charset="0"/>
                            </a:rPr>
                          </m:ctrlPr>
                        </m:fPr>
                        <m:num>
                          <m:r>
                            <a:rPr lang="en-US" sz="1800" b="0" i="1" smtClean="0">
                              <a:latin typeface="Cambria Math" panose="02040503050406030204" pitchFamily="18" charset="0"/>
                            </a:rPr>
                            <m:t>𝑃</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𝐴</m:t>
                              </m:r>
                            </m:e>
                            <m:sub>
                              <m:r>
                                <a:rPr lang="en-US" sz="1800" b="0" i="1" smtClean="0">
                                  <a:latin typeface="Cambria Math" panose="02040503050406030204" pitchFamily="18" charset="0"/>
                                </a:rPr>
                                <m:t>1</m:t>
                              </m:r>
                            </m:sub>
                          </m:sSub>
                          <m:r>
                            <a:rPr lang="en-US" sz="1800" i="1">
                              <a:latin typeface="Cambria Math" panose="02040503050406030204" pitchFamily="18" charset="0"/>
                            </a:rPr>
                            <m:t>)</m:t>
                          </m:r>
                          <m:r>
                            <a:rPr lang="en-US" sz="1800" i="1">
                              <a:latin typeface="Cambria Math" panose="02040503050406030204" pitchFamily="18" charset="0"/>
                            </a:rPr>
                            <m:t>𝑃</m:t>
                          </m:r>
                          <m:d>
                            <m:dPr>
                              <m:endChr m:val="|"/>
                              <m:ctrlPr>
                                <a:rPr lang="en-US" sz="1800" i="1">
                                  <a:latin typeface="Cambria Math" panose="02040503050406030204" pitchFamily="18" charset="0"/>
                                </a:rPr>
                              </m:ctrlPr>
                            </m:dPr>
                            <m:e>
                              <m:r>
                                <a:rPr lang="en-US" sz="1800" b="0" i="1" smtClean="0">
                                  <a:latin typeface="Cambria Math" panose="02040503050406030204" pitchFamily="18" charset="0"/>
                                </a:rPr>
                                <m:t>𝐵</m:t>
                              </m:r>
                              <m:r>
                                <a:rPr lang="en-US" sz="1800" i="1">
                                  <a:latin typeface="Cambria Math" panose="02040503050406030204" pitchFamily="18" charset="0"/>
                                </a:rPr>
                                <m:t> </m:t>
                              </m:r>
                            </m:e>
                          </m:d>
                          <m:sSub>
                            <m:sSubPr>
                              <m:ctrlPr>
                                <a:rPr lang="en-US" sz="1800" i="1">
                                  <a:latin typeface="Cambria Math" panose="02040503050406030204" pitchFamily="18" charset="0"/>
                                </a:rPr>
                              </m:ctrlPr>
                            </m:sSubPr>
                            <m:e>
                              <m:r>
                                <a:rPr lang="en-US" sz="1800" b="0" i="1" smtClean="0">
                                  <a:latin typeface="Cambria Math" panose="02040503050406030204" pitchFamily="18" charset="0"/>
                                </a:rPr>
                                <m:t> </m:t>
                              </m:r>
                              <m:r>
                                <a:rPr lang="en-US" sz="1800" i="1">
                                  <a:latin typeface="Cambria Math" panose="02040503050406030204" pitchFamily="18" charset="0"/>
                                </a:rPr>
                                <m:t>𝐴</m:t>
                              </m:r>
                            </m:e>
                            <m:sub>
                              <m:r>
                                <a:rPr lang="en-US" sz="1800" b="0" i="1" smtClean="0">
                                  <a:latin typeface="Cambria Math" panose="02040503050406030204" pitchFamily="18" charset="0"/>
                                </a:rPr>
                                <m:t>1</m:t>
                              </m:r>
                            </m:sub>
                          </m:sSub>
                          <m:r>
                            <a:rPr lang="en-US" sz="1800" i="1">
                              <a:latin typeface="Cambria Math" panose="02040503050406030204" pitchFamily="18" charset="0"/>
                            </a:rPr>
                            <m:t>)</m:t>
                          </m:r>
                        </m:num>
                        <m:den>
                          <m:r>
                            <a:rPr lang="en-US" sz="1800" i="1">
                              <a:latin typeface="Cambria Math" panose="02040503050406030204" pitchFamily="18" charset="0"/>
                            </a:rPr>
                            <m:t>𝑃</m:t>
                          </m:r>
                          <m:r>
                            <a:rPr lang="en-US" sz="1800" i="1">
                              <a:latin typeface="Cambria Math" panose="02040503050406030204" pitchFamily="18" charset="0"/>
                            </a:rPr>
                            <m:t>(</m:t>
                          </m:r>
                          <m:sSub>
                            <m:sSubPr>
                              <m:ctrlPr>
                                <a:rPr lang="en-US" sz="1800" i="1">
                                  <a:latin typeface="Cambria Math" panose="02040503050406030204" pitchFamily="18" charset="0"/>
                                </a:rPr>
                              </m:ctrlPr>
                            </m:sSubPr>
                            <m:e>
                              <m:r>
                                <a:rPr lang="en-US" sz="1800" i="1">
                                  <a:latin typeface="Cambria Math" panose="02040503050406030204" pitchFamily="18" charset="0"/>
                                </a:rPr>
                                <m:t>𝐴</m:t>
                              </m:r>
                            </m:e>
                            <m:sub>
                              <m:r>
                                <a:rPr lang="en-US" sz="1800" b="0" i="1" smtClean="0">
                                  <a:latin typeface="Cambria Math" panose="02040503050406030204" pitchFamily="18" charset="0"/>
                                </a:rPr>
                                <m:t>1</m:t>
                              </m:r>
                            </m:sub>
                          </m:sSub>
                          <m:r>
                            <a:rPr lang="en-US" sz="1800" i="1">
                              <a:latin typeface="Cambria Math" panose="02040503050406030204" pitchFamily="18" charset="0"/>
                            </a:rPr>
                            <m:t>)</m:t>
                          </m:r>
                          <m:r>
                            <a:rPr lang="en-US" sz="1800" i="1">
                              <a:latin typeface="Cambria Math" panose="02040503050406030204" pitchFamily="18" charset="0"/>
                            </a:rPr>
                            <m:t>𝑃</m:t>
                          </m:r>
                          <m:d>
                            <m:dPr>
                              <m:endChr m:val="|"/>
                              <m:ctrlPr>
                                <a:rPr lang="en-US" sz="1800" i="1">
                                  <a:latin typeface="Cambria Math" panose="02040503050406030204" pitchFamily="18" charset="0"/>
                                </a:rPr>
                              </m:ctrlPr>
                            </m:dPr>
                            <m:e>
                              <m:r>
                                <a:rPr lang="en-US" sz="1800" i="1">
                                  <a:latin typeface="Cambria Math" panose="02040503050406030204" pitchFamily="18" charset="0"/>
                                </a:rPr>
                                <m:t>𝐵</m:t>
                              </m:r>
                              <m:r>
                                <a:rPr lang="en-US" sz="1800" i="1">
                                  <a:latin typeface="Cambria Math" panose="02040503050406030204" pitchFamily="18" charset="0"/>
                                </a:rPr>
                                <m:t> </m:t>
                              </m:r>
                            </m:e>
                          </m:d>
                          <m:sSub>
                            <m:sSubPr>
                              <m:ctrlPr>
                                <a:rPr lang="en-US" sz="1800" i="1">
                                  <a:latin typeface="Cambria Math" panose="02040503050406030204" pitchFamily="18" charset="0"/>
                                </a:rPr>
                              </m:ctrlPr>
                            </m:sSubPr>
                            <m:e>
                              <m:r>
                                <a:rPr lang="en-US" sz="1800" i="1">
                                  <a:latin typeface="Cambria Math" panose="02040503050406030204" pitchFamily="18" charset="0"/>
                                </a:rPr>
                                <m:t> </m:t>
                              </m:r>
                              <m:r>
                                <a:rPr lang="en-US" sz="1800" i="1">
                                  <a:latin typeface="Cambria Math" panose="02040503050406030204" pitchFamily="18" charset="0"/>
                                </a:rPr>
                                <m:t>𝐴</m:t>
                              </m:r>
                            </m:e>
                            <m:sub>
                              <m:r>
                                <a:rPr lang="en-US" sz="1800" b="0" i="1" smtClean="0">
                                  <a:latin typeface="Cambria Math" panose="02040503050406030204" pitchFamily="18" charset="0"/>
                                </a:rPr>
                                <m:t>1</m:t>
                              </m:r>
                            </m:sub>
                          </m:sSub>
                          <m:r>
                            <a:rPr lang="en-US" sz="1800" i="1">
                              <a:latin typeface="Cambria Math" panose="02040503050406030204" pitchFamily="18" charset="0"/>
                            </a:rPr>
                            <m:t>)</m:t>
                          </m:r>
                          <m:r>
                            <a:rPr lang="en-US" sz="1800" b="0" i="1" smtClean="0">
                              <a:latin typeface="Cambria Math" panose="02040503050406030204" pitchFamily="18" charset="0"/>
                            </a:rPr>
                            <m:t>+</m:t>
                          </m:r>
                          <m:r>
                            <a:rPr lang="en-US" sz="1800" i="1">
                              <a:latin typeface="Cambria Math" panose="02040503050406030204" pitchFamily="18" charset="0"/>
                            </a:rPr>
                            <m:t>𝑃</m:t>
                          </m:r>
                          <m:r>
                            <a:rPr lang="en-US" sz="1800" i="1">
                              <a:latin typeface="Cambria Math" panose="02040503050406030204" pitchFamily="18" charset="0"/>
                            </a:rPr>
                            <m:t>(</m:t>
                          </m:r>
                          <m:sSub>
                            <m:sSubPr>
                              <m:ctrlPr>
                                <a:rPr lang="en-US" sz="1800" i="1">
                                  <a:latin typeface="Cambria Math" panose="02040503050406030204" pitchFamily="18" charset="0"/>
                                </a:rPr>
                              </m:ctrlPr>
                            </m:sSubPr>
                            <m:e>
                              <m:r>
                                <a:rPr lang="en-US" sz="1800" i="1">
                                  <a:latin typeface="Cambria Math" panose="02040503050406030204" pitchFamily="18" charset="0"/>
                                </a:rPr>
                                <m:t>𝐴</m:t>
                              </m:r>
                            </m:e>
                            <m:sub>
                              <m:r>
                                <a:rPr lang="en-US" sz="1800" b="0" i="1" smtClean="0">
                                  <a:latin typeface="Cambria Math" panose="02040503050406030204" pitchFamily="18" charset="0"/>
                                </a:rPr>
                                <m:t>2</m:t>
                              </m:r>
                            </m:sub>
                          </m:sSub>
                          <m:r>
                            <a:rPr lang="en-US" sz="1800" i="1">
                              <a:latin typeface="Cambria Math" panose="02040503050406030204" pitchFamily="18" charset="0"/>
                            </a:rPr>
                            <m:t>)</m:t>
                          </m:r>
                          <m:r>
                            <a:rPr lang="en-US" sz="1800" i="1">
                              <a:latin typeface="Cambria Math" panose="02040503050406030204" pitchFamily="18" charset="0"/>
                            </a:rPr>
                            <m:t>𝑃</m:t>
                          </m:r>
                          <m:d>
                            <m:dPr>
                              <m:endChr m:val="|"/>
                              <m:ctrlPr>
                                <a:rPr lang="en-US" sz="1800" i="1">
                                  <a:latin typeface="Cambria Math" panose="02040503050406030204" pitchFamily="18" charset="0"/>
                                </a:rPr>
                              </m:ctrlPr>
                            </m:dPr>
                            <m:e>
                              <m:r>
                                <a:rPr lang="en-US" sz="1800" i="1">
                                  <a:latin typeface="Cambria Math" panose="02040503050406030204" pitchFamily="18" charset="0"/>
                                </a:rPr>
                                <m:t>𝐵</m:t>
                              </m:r>
                              <m:r>
                                <a:rPr lang="en-US" sz="1800" i="1">
                                  <a:latin typeface="Cambria Math" panose="02040503050406030204" pitchFamily="18" charset="0"/>
                                </a:rPr>
                                <m:t> </m:t>
                              </m:r>
                            </m:e>
                          </m:d>
                          <m:sSub>
                            <m:sSubPr>
                              <m:ctrlPr>
                                <a:rPr lang="en-US" sz="1800" i="1">
                                  <a:latin typeface="Cambria Math" panose="02040503050406030204" pitchFamily="18" charset="0"/>
                                </a:rPr>
                              </m:ctrlPr>
                            </m:sSubPr>
                            <m:e>
                              <m:r>
                                <a:rPr lang="en-US" sz="1800" i="1">
                                  <a:latin typeface="Cambria Math" panose="02040503050406030204" pitchFamily="18" charset="0"/>
                                </a:rPr>
                                <m:t> </m:t>
                              </m:r>
                              <m:r>
                                <a:rPr lang="en-US" sz="1800" i="1">
                                  <a:latin typeface="Cambria Math" panose="02040503050406030204" pitchFamily="18" charset="0"/>
                                </a:rPr>
                                <m:t>𝐴</m:t>
                              </m:r>
                            </m:e>
                            <m:sub>
                              <m:r>
                                <a:rPr lang="en-US" sz="1800" b="0" i="1" smtClean="0">
                                  <a:latin typeface="Cambria Math" panose="02040503050406030204" pitchFamily="18" charset="0"/>
                                </a:rPr>
                                <m:t>2</m:t>
                              </m:r>
                            </m:sub>
                          </m:sSub>
                          <m:r>
                            <a:rPr lang="en-US" sz="1800" i="1">
                              <a:latin typeface="Cambria Math" panose="02040503050406030204" pitchFamily="18" charset="0"/>
                            </a:rPr>
                            <m:t>)</m:t>
                          </m:r>
                        </m:den>
                      </m:f>
                      <m:r>
                        <a:rPr lang="en-US" sz="1800" b="0" i="1" smtClean="0">
                          <a:latin typeface="Cambria Math" panose="02040503050406030204" pitchFamily="18" charset="0"/>
                        </a:rPr>
                        <m:t>=</m:t>
                      </m:r>
                      <m:f>
                        <m:fPr>
                          <m:ctrlPr>
                            <a:rPr lang="en-US" sz="1800" b="0" i="1" smtClean="0">
                              <a:latin typeface="Cambria Math" panose="02040503050406030204" pitchFamily="18" charset="0"/>
                            </a:rPr>
                          </m:ctrlPr>
                        </m:fPr>
                        <m:num>
                          <m:r>
                            <a:rPr lang="en-US" sz="1800" i="1">
                              <a:latin typeface="Cambria Math" panose="02040503050406030204" pitchFamily="18" charset="0"/>
                            </a:rPr>
                            <m:t>0.65</m:t>
                          </m:r>
                          <m:d>
                            <m:dPr>
                              <m:ctrlPr>
                                <a:rPr lang="en-US" sz="1800" i="1">
                                  <a:latin typeface="Cambria Math" panose="02040503050406030204" pitchFamily="18" charset="0"/>
                                </a:rPr>
                              </m:ctrlPr>
                            </m:dPr>
                            <m:e>
                              <m:r>
                                <a:rPr lang="en-US" sz="1800" i="1">
                                  <a:latin typeface="Cambria Math" panose="02040503050406030204" pitchFamily="18" charset="0"/>
                                </a:rPr>
                                <m:t>0.02</m:t>
                              </m:r>
                            </m:e>
                          </m:d>
                        </m:num>
                        <m:den>
                          <m:r>
                            <a:rPr lang="en-US" sz="1800" b="0" i="1" smtClean="0">
                              <a:latin typeface="Cambria Math" panose="02040503050406030204" pitchFamily="18" charset="0"/>
                            </a:rPr>
                            <m:t>0.65</m:t>
                          </m:r>
                          <m:d>
                            <m:dPr>
                              <m:ctrlPr>
                                <a:rPr lang="en-US" sz="1800" b="0" i="1" smtClean="0">
                                  <a:latin typeface="Cambria Math" panose="02040503050406030204" pitchFamily="18" charset="0"/>
                                </a:rPr>
                              </m:ctrlPr>
                            </m:dPr>
                            <m:e>
                              <m:r>
                                <a:rPr lang="en-US" sz="1800" b="0" i="1" smtClean="0">
                                  <a:latin typeface="Cambria Math" panose="02040503050406030204" pitchFamily="18" charset="0"/>
                                </a:rPr>
                                <m:t>0.02</m:t>
                              </m:r>
                            </m:e>
                          </m:d>
                          <m:r>
                            <a:rPr lang="en-US" sz="1800" b="0" i="1" smtClean="0">
                              <a:latin typeface="Cambria Math" panose="02040503050406030204" pitchFamily="18" charset="0"/>
                            </a:rPr>
                            <m:t>+0.35(0.05)</m:t>
                          </m:r>
                        </m:den>
                      </m:f>
                      <m:r>
                        <a:rPr lang="en-US" sz="1800" b="0" i="1" smtClean="0">
                          <a:latin typeface="Cambria Math" panose="02040503050406030204" pitchFamily="18" charset="0"/>
                        </a:rPr>
                        <m:t>=</m:t>
                      </m:r>
                      <m:f>
                        <m:fPr>
                          <m:ctrlPr>
                            <a:rPr lang="en-US" sz="1800" b="0" i="1" smtClean="0">
                              <a:solidFill>
                                <a:srgbClr val="FF0000"/>
                              </a:solidFill>
                              <a:latin typeface="Cambria Math" panose="02040503050406030204" pitchFamily="18" charset="0"/>
                            </a:rPr>
                          </m:ctrlPr>
                        </m:fPr>
                        <m:num>
                          <m:r>
                            <a:rPr lang="en-US" sz="1800" b="0" i="1" smtClean="0">
                              <a:solidFill>
                                <a:srgbClr val="FF0000"/>
                              </a:solidFill>
                              <a:latin typeface="Cambria Math" panose="02040503050406030204" pitchFamily="18" charset="0"/>
                            </a:rPr>
                            <m:t>0.0130</m:t>
                          </m:r>
                        </m:num>
                        <m:den>
                          <m:r>
                            <a:rPr lang="en-US" sz="1800" b="0" i="1" smtClean="0">
                              <a:solidFill>
                                <a:srgbClr val="FF0000"/>
                              </a:solidFill>
                              <a:latin typeface="Cambria Math" panose="02040503050406030204" pitchFamily="18" charset="0"/>
                            </a:rPr>
                            <m:t>0.0130+0.0175</m:t>
                          </m:r>
                        </m:den>
                      </m:f>
                      <m:r>
                        <a:rPr lang="en-US" sz="1800" b="0" i="1" smtClean="0">
                          <a:latin typeface="Cambria Math" panose="02040503050406030204" pitchFamily="18" charset="0"/>
                        </a:rPr>
                        <m:t>=</m:t>
                      </m:r>
                      <m:r>
                        <a:rPr lang="en-US" sz="1800" b="0" i="1" smtClean="0">
                          <a:solidFill>
                            <a:srgbClr val="FF0000"/>
                          </a:solidFill>
                          <a:latin typeface="Cambria Math" panose="02040503050406030204" pitchFamily="18" charset="0"/>
                        </a:rPr>
                        <m:t>0.4262</m:t>
                      </m:r>
                    </m:oMath>
                  </m:oMathPara>
                </a14:m>
                <a:endParaRPr lang="en-US" sz="1800" dirty="0"/>
              </a:p>
              <a:p>
                <a:pPr marL="914400">
                  <a:spcBef>
                    <a:spcPts val="0"/>
                  </a:spcBef>
                  <a:spcAft>
                    <a:spcPts val="0"/>
                  </a:spcAft>
                  <a:tabLst>
                    <a:tab pos="3144838" algn="l"/>
                  </a:tabLst>
                </a:pPr>
                <a:endParaRPr lang="en-US" sz="1800" dirty="0"/>
              </a:p>
              <a:p>
                <a:pPr>
                  <a:spcAft>
                    <a:spcPts val="0"/>
                  </a:spcAft>
                  <a:tabLst>
                    <a:tab pos="3144838" algn="l"/>
                  </a:tabLst>
                </a:pPr>
                <a14:m>
                  <m:oMathPara xmlns:m="http://schemas.openxmlformats.org/officeDocument/2006/math">
                    <m:oMathParaPr>
                      <m:jc m:val="left"/>
                    </m:oMathParaPr>
                    <m:oMath xmlns:m="http://schemas.openxmlformats.org/officeDocument/2006/math">
                      <m:r>
                        <a:rPr lang="en-US" sz="1800" b="0" i="1" smtClean="0">
                          <a:latin typeface="Cambria Math" panose="02040503050406030204" pitchFamily="18" charset="0"/>
                        </a:rPr>
                        <m:t>𝑃</m:t>
                      </m:r>
                      <m:d>
                        <m:dPr>
                          <m:endChr m:val="|"/>
                          <m:ctrlPr>
                            <a:rPr lang="en-US" sz="1800" b="0" i="1" smtClean="0">
                              <a:latin typeface="Cambria Math" panose="02040503050406030204" pitchFamily="18" charset="0"/>
                            </a:rPr>
                          </m:ctrlPr>
                        </m:d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𝐴</m:t>
                              </m:r>
                            </m:e>
                            <m:sub>
                              <m:r>
                                <a:rPr lang="en-US" sz="1800" b="0" i="1" smtClean="0">
                                  <a:latin typeface="Cambria Math" panose="02040503050406030204" pitchFamily="18" charset="0"/>
                                </a:rPr>
                                <m:t>2</m:t>
                              </m:r>
                            </m:sub>
                          </m:sSub>
                          <m:r>
                            <a:rPr lang="en-US" sz="1800" b="0" i="1" smtClean="0">
                              <a:latin typeface="Cambria Math" panose="02040503050406030204" pitchFamily="18" charset="0"/>
                            </a:rPr>
                            <m:t> </m:t>
                          </m:r>
                        </m:e>
                      </m:d>
                      <m:r>
                        <a:rPr lang="en-US" sz="1800" b="0" i="1" smtClean="0">
                          <a:latin typeface="Cambria Math" panose="02040503050406030204" pitchFamily="18" charset="0"/>
                        </a:rPr>
                        <m:t> </m:t>
                      </m:r>
                      <m:r>
                        <a:rPr lang="en-US" sz="1800" b="0" i="1" smtClean="0">
                          <a:latin typeface="Cambria Math" panose="02040503050406030204" pitchFamily="18" charset="0"/>
                        </a:rPr>
                        <m:t>𝐵</m:t>
                      </m:r>
                      <m:r>
                        <a:rPr lang="en-US" sz="1800" b="0" i="1" smtClean="0">
                          <a:latin typeface="Cambria Math" panose="02040503050406030204" pitchFamily="18" charset="0"/>
                        </a:rPr>
                        <m:t>)=</m:t>
                      </m:r>
                      <m:f>
                        <m:fPr>
                          <m:ctrlPr>
                            <a:rPr lang="en-US" sz="1800" b="0" i="1" smtClean="0">
                              <a:latin typeface="Cambria Math" panose="02040503050406030204" pitchFamily="18" charset="0"/>
                            </a:rPr>
                          </m:ctrlPr>
                        </m:fPr>
                        <m:num>
                          <m:r>
                            <a:rPr lang="en-US" sz="1800" b="0" i="1" smtClean="0">
                              <a:latin typeface="Cambria Math" panose="02040503050406030204" pitchFamily="18" charset="0"/>
                            </a:rPr>
                            <m:t>𝑃</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𝐴</m:t>
                              </m:r>
                            </m:e>
                            <m:sub>
                              <m:r>
                                <a:rPr lang="en-US" sz="1800" b="0" i="1" smtClean="0">
                                  <a:latin typeface="Cambria Math" panose="02040503050406030204" pitchFamily="18" charset="0"/>
                                </a:rPr>
                                <m:t>2</m:t>
                              </m:r>
                            </m:sub>
                          </m:sSub>
                          <m:r>
                            <a:rPr lang="en-US" sz="1800" i="1">
                              <a:latin typeface="Cambria Math" panose="02040503050406030204" pitchFamily="18" charset="0"/>
                            </a:rPr>
                            <m:t>)</m:t>
                          </m:r>
                          <m:r>
                            <a:rPr lang="en-US" sz="1800" i="1">
                              <a:latin typeface="Cambria Math" panose="02040503050406030204" pitchFamily="18" charset="0"/>
                            </a:rPr>
                            <m:t>𝑃</m:t>
                          </m:r>
                          <m:d>
                            <m:dPr>
                              <m:endChr m:val="|"/>
                              <m:ctrlPr>
                                <a:rPr lang="en-US" sz="1800" i="1">
                                  <a:latin typeface="Cambria Math" panose="02040503050406030204" pitchFamily="18" charset="0"/>
                                </a:rPr>
                              </m:ctrlPr>
                            </m:dPr>
                            <m:e>
                              <m:r>
                                <a:rPr lang="en-US" sz="1800" b="0" i="1" smtClean="0">
                                  <a:latin typeface="Cambria Math" panose="02040503050406030204" pitchFamily="18" charset="0"/>
                                </a:rPr>
                                <m:t>𝐵</m:t>
                              </m:r>
                              <m:r>
                                <a:rPr lang="en-US" sz="1800" i="1">
                                  <a:latin typeface="Cambria Math" panose="02040503050406030204" pitchFamily="18" charset="0"/>
                                </a:rPr>
                                <m:t> </m:t>
                              </m:r>
                            </m:e>
                          </m:d>
                          <m:sSub>
                            <m:sSubPr>
                              <m:ctrlPr>
                                <a:rPr lang="en-US" sz="1800" i="1">
                                  <a:latin typeface="Cambria Math" panose="02040503050406030204" pitchFamily="18" charset="0"/>
                                </a:rPr>
                              </m:ctrlPr>
                            </m:sSubPr>
                            <m:e>
                              <m:r>
                                <a:rPr lang="en-US" sz="1800" b="0" i="1" smtClean="0">
                                  <a:latin typeface="Cambria Math" panose="02040503050406030204" pitchFamily="18" charset="0"/>
                                </a:rPr>
                                <m:t> </m:t>
                              </m:r>
                              <m:r>
                                <a:rPr lang="en-US" sz="1800" i="1">
                                  <a:latin typeface="Cambria Math" panose="02040503050406030204" pitchFamily="18" charset="0"/>
                                </a:rPr>
                                <m:t>𝐴</m:t>
                              </m:r>
                            </m:e>
                            <m:sub>
                              <m:r>
                                <a:rPr lang="en-US" sz="1800" b="0" i="1" smtClean="0">
                                  <a:latin typeface="Cambria Math" panose="02040503050406030204" pitchFamily="18" charset="0"/>
                                </a:rPr>
                                <m:t>2</m:t>
                              </m:r>
                            </m:sub>
                          </m:sSub>
                          <m:r>
                            <a:rPr lang="en-US" sz="1800" i="1">
                              <a:latin typeface="Cambria Math" panose="02040503050406030204" pitchFamily="18" charset="0"/>
                            </a:rPr>
                            <m:t>)</m:t>
                          </m:r>
                        </m:num>
                        <m:den>
                          <m:r>
                            <a:rPr lang="en-US" sz="1800" i="1">
                              <a:latin typeface="Cambria Math" panose="02040503050406030204" pitchFamily="18" charset="0"/>
                            </a:rPr>
                            <m:t>𝑃</m:t>
                          </m:r>
                          <m:r>
                            <a:rPr lang="en-US" sz="1800" i="1">
                              <a:latin typeface="Cambria Math" panose="02040503050406030204" pitchFamily="18" charset="0"/>
                            </a:rPr>
                            <m:t>(</m:t>
                          </m:r>
                          <m:sSub>
                            <m:sSubPr>
                              <m:ctrlPr>
                                <a:rPr lang="en-US" sz="1800" i="1">
                                  <a:latin typeface="Cambria Math" panose="02040503050406030204" pitchFamily="18" charset="0"/>
                                </a:rPr>
                              </m:ctrlPr>
                            </m:sSubPr>
                            <m:e>
                              <m:r>
                                <a:rPr lang="en-US" sz="1800" i="1">
                                  <a:latin typeface="Cambria Math" panose="02040503050406030204" pitchFamily="18" charset="0"/>
                                </a:rPr>
                                <m:t>𝐴</m:t>
                              </m:r>
                            </m:e>
                            <m:sub>
                              <m:r>
                                <a:rPr lang="en-US" sz="1800" b="0" i="1" smtClean="0">
                                  <a:latin typeface="Cambria Math" panose="02040503050406030204" pitchFamily="18" charset="0"/>
                                </a:rPr>
                                <m:t>1</m:t>
                              </m:r>
                            </m:sub>
                          </m:sSub>
                          <m:r>
                            <a:rPr lang="en-US" sz="1800" i="1">
                              <a:latin typeface="Cambria Math" panose="02040503050406030204" pitchFamily="18" charset="0"/>
                            </a:rPr>
                            <m:t>)</m:t>
                          </m:r>
                          <m:r>
                            <a:rPr lang="en-US" sz="1800" i="1">
                              <a:latin typeface="Cambria Math" panose="02040503050406030204" pitchFamily="18" charset="0"/>
                            </a:rPr>
                            <m:t>𝑃</m:t>
                          </m:r>
                          <m:d>
                            <m:dPr>
                              <m:endChr m:val="|"/>
                              <m:ctrlPr>
                                <a:rPr lang="en-US" sz="1800" i="1">
                                  <a:latin typeface="Cambria Math" panose="02040503050406030204" pitchFamily="18" charset="0"/>
                                </a:rPr>
                              </m:ctrlPr>
                            </m:dPr>
                            <m:e>
                              <m:r>
                                <a:rPr lang="en-US" sz="1800" i="1">
                                  <a:latin typeface="Cambria Math" panose="02040503050406030204" pitchFamily="18" charset="0"/>
                                </a:rPr>
                                <m:t>𝐵</m:t>
                              </m:r>
                              <m:r>
                                <a:rPr lang="en-US" sz="1800" i="1">
                                  <a:latin typeface="Cambria Math" panose="02040503050406030204" pitchFamily="18" charset="0"/>
                                </a:rPr>
                                <m:t> </m:t>
                              </m:r>
                            </m:e>
                          </m:d>
                          <m:sSub>
                            <m:sSubPr>
                              <m:ctrlPr>
                                <a:rPr lang="en-US" sz="1800" i="1">
                                  <a:latin typeface="Cambria Math" panose="02040503050406030204" pitchFamily="18" charset="0"/>
                                </a:rPr>
                              </m:ctrlPr>
                            </m:sSubPr>
                            <m:e>
                              <m:r>
                                <a:rPr lang="en-US" sz="1800" i="1">
                                  <a:latin typeface="Cambria Math" panose="02040503050406030204" pitchFamily="18" charset="0"/>
                                </a:rPr>
                                <m:t> </m:t>
                              </m:r>
                              <m:r>
                                <a:rPr lang="en-US" sz="1800" i="1">
                                  <a:latin typeface="Cambria Math" panose="02040503050406030204" pitchFamily="18" charset="0"/>
                                </a:rPr>
                                <m:t>𝐴</m:t>
                              </m:r>
                            </m:e>
                            <m:sub>
                              <m:r>
                                <a:rPr lang="en-US" sz="1800" b="0" i="1" smtClean="0">
                                  <a:latin typeface="Cambria Math" panose="02040503050406030204" pitchFamily="18" charset="0"/>
                                </a:rPr>
                                <m:t>1</m:t>
                              </m:r>
                            </m:sub>
                          </m:sSub>
                          <m:r>
                            <a:rPr lang="en-US" sz="1800" i="1">
                              <a:latin typeface="Cambria Math" panose="02040503050406030204" pitchFamily="18" charset="0"/>
                            </a:rPr>
                            <m:t>)</m:t>
                          </m:r>
                          <m:r>
                            <a:rPr lang="en-US" sz="1800" b="0" i="1" smtClean="0">
                              <a:latin typeface="Cambria Math" panose="02040503050406030204" pitchFamily="18" charset="0"/>
                            </a:rPr>
                            <m:t>+</m:t>
                          </m:r>
                          <m:r>
                            <a:rPr lang="en-US" sz="1800" i="1">
                              <a:latin typeface="Cambria Math" panose="02040503050406030204" pitchFamily="18" charset="0"/>
                            </a:rPr>
                            <m:t>𝑃</m:t>
                          </m:r>
                          <m:r>
                            <a:rPr lang="en-US" sz="1800" i="1">
                              <a:latin typeface="Cambria Math" panose="02040503050406030204" pitchFamily="18" charset="0"/>
                            </a:rPr>
                            <m:t>(</m:t>
                          </m:r>
                          <m:sSub>
                            <m:sSubPr>
                              <m:ctrlPr>
                                <a:rPr lang="en-US" sz="1800" i="1">
                                  <a:latin typeface="Cambria Math" panose="02040503050406030204" pitchFamily="18" charset="0"/>
                                </a:rPr>
                              </m:ctrlPr>
                            </m:sSubPr>
                            <m:e>
                              <m:r>
                                <a:rPr lang="en-US" sz="1800" i="1">
                                  <a:latin typeface="Cambria Math" panose="02040503050406030204" pitchFamily="18" charset="0"/>
                                </a:rPr>
                                <m:t>𝐴</m:t>
                              </m:r>
                            </m:e>
                            <m:sub>
                              <m:r>
                                <a:rPr lang="en-US" sz="1800" b="0" i="1" smtClean="0">
                                  <a:latin typeface="Cambria Math" panose="02040503050406030204" pitchFamily="18" charset="0"/>
                                </a:rPr>
                                <m:t>2</m:t>
                              </m:r>
                            </m:sub>
                          </m:sSub>
                          <m:r>
                            <a:rPr lang="en-US" sz="1800" i="1">
                              <a:latin typeface="Cambria Math" panose="02040503050406030204" pitchFamily="18" charset="0"/>
                            </a:rPr>
                            <m:t>)</m:t>
                          </m:r>
                          <m:r>
                            <a:rPr lang="en-US" sz="1800" i="1">
                              <a:latin typeface="Cambria Math" panose="02040503050406030204" pitchFamily="18" charset="0"/>
                            </a:rPr>
                            <m:t>𝑃</m:t>
                          </m:r>
                          <m:d>
                            <m:dPr>
                              <m:endChr m:val="|"/>
                              <m:ctrlPr>
                                <a:rPr lang="en-US" sz="1800" i="1">
                                  <a:latin typeface="Cambria Math" panose="02040503050406030204" pitchFamily="18" charset="0"/>
                                </a:rPr>
                              </m:ctrlPr>
                            </m:dPr>
                            <m:e>
                              <m:r>
                                <a:rPr lang="en-US" sz="1800" i="1">
                                  <a:latin typeface="Cambria Math" panose="02040503050406030204" pitchFamily="18" charset="0"/>
                                </a:rPr>
                                <m:t>𝐵</m:t>
                              </m:r>
                              <m:r>
                                <a:rPr lang="en-US" sz="1800" i="1">
                                  <a:latin typeface="Cambria Math" panose="02040503050406030204" pitchFamily="18" charset="0"/>
                                </a:rPr>
                                <m:t> </m:t>
                              </m:r>
                            </m:e>
                          </m:d>
                          <m:sSub>
                            <m:sSubPr>
                              <m:ctrlPr>
                                <a:rPr lang="en-US" sz="1800" i="1">
                                  <a:latin typeface="Cambria Math" panose="02040503050406030204" pitchFamily="18" charset="0"/>
                                </a:rPr>
                              </m:ctrlPr>
                            </m:sSubPr>
                            <m:e>
                              <m:r>
                                <a:rPr lang="en-US" sz="1800" i="1">
                                  <a:latin typeface="Cambria Math" panose="02040503050406030204" pitchFamily="18" charset="0"/>
                                </a:rPr>
                                <m:t> </m:t>
                              </m:r>
                              <m:r>
                                <a:rPr lang="en-US" sz="1800" i="1">
                                  <a:latin typeface="Cambria Math" panose="02040503050406030204" pitchFamily="18" charset="0"/>
                                </a:rPr>
                                <m:t>𝐴</m:t>
                              </m:r>
                            </m:e>
                            <m:sub>
                              <m:r>
                                <a:rPr lang="en-US" sz="1800" b="0" i="1" smtClean="0">
                                  <a:latin typeface="Cambria Math" panose="02040503050406030204" pitchFamily="18" charset="0"/>
                                </a:rPr>
                                <m:t>2</m:t>
                              </m:r>
                            </m:sub>
                          </m:sSub>
                          <m:r>
                            <a:rPr lang="en-US" sz="1800" i="1">
                              <a:latin typeface="Cambria Math" panose="02040503050406030204" pitchFamily="18" charset="0"/>
                            </a:rPr>
                            <m:t>)</m:t>
                          </m:r>
                        </m:den>
                      </m:f>
                      <m:r>
                        <a:rPr lang="en-US" sz="1800" b="0" i="1" smtClean="0">
                          <a:latin typeface="Cambria Math" panose="02040503050406030204" pitchFamily="18" charset="0"/>
                        </a:rPr>
                        <m:t>=</m:t>
                      </m:r>
                      <m:f>
                        <m:fPr>
                          <m:ctrlPr>
                            <a:rPr lang="en-US" sz="1800" b="0" i="1" smtClean="0">
                              <a:latin typeface="Cambria Math" panose="02040503050406030204" pitchFamily="18" charset="0"/>
                            </a:rPr>
                          </m:ctrlPr>
                        </m:fPr>
                        <m:num>
                          <m:r>
                            <a:rPr lang="en-US" sz="1800" i="1">
                              <a:latin typeface="Cambria Math" panose="02040503050406030204" pitchFamily="18" charset="0"/>
                            </a:rPr>
                            <m:t>0.</m:t>
                          </m:r>
                          <m:r>
                            <a:rPr lang="en-US" sz="1800" b="0" i="1" smtClean="0">
                              <a:latin typeface="Cambria Math" panose="02040503050406030204" pitchFamily="18" charset="0"/>
                            </a:rPr>
                            <m:t>3</m:t>
                          </m:r>
                          <m:r>
                            <a:rPr lang="en-US" sz="1800" i="1">
                              <a:latin typeface="Cambria Math" panose="02040503050406030204" pitchFamily="18" charset="0"/>
                            </a:rPr>
                            <m:t>5</m:t>
                          </m:r>
                          <m:d>
                            <m:dPr>
                              <m:ctrlPr>
                                <a:rPr lang="en-US" sz="1800" i="1">
                                  <a:latin typeface="Cambria Math" panose="02040503050406030204" pitchFamily="18" charset="0"/>
                                </a:rPr>
                              </m:ctrlPr>
                            </m:dPr>
                            <m:e>
                              <m:r>
                                <a:rPr lang="en-US" sz="1800" i="1">
                                  <a:latin typeface="Cambria Math" panose="02040503050406030204" pitchFamily="18" charset="0"/>
                                </a:rPr>
                                <m:t>0.0</m:t>
                              </m:r>
                              <m:r>
                                <a:rPr lang="en-US" sz="1800" b="0" i="1" smtClean="0">
                                  <a:latin typeface="Cambria Math" panose="02040503050406030204" pitchFamily="18" charset="0"/>
                                </a:rPr>
                                <m:t>5</m:t>
                              </m:r>
                            </m:e>
                          </m:d>
                        </m:num>
                        <m:den>
                          <m:r>
                            <a:rPr lang="en-US" sz="1800" b="0" i="1" smtClean="0">
                              <a:latin typeface="Cambria Math" panose="02040503050406030204" pitchFamily="18" charset="0"/>
                            </a:rPr>
                            <m:t>0.65</m:t>
                          </m:r>
                          <m:d>
                            <m:dPr>
                              <m:ctrlPr>
                                <a:rPr lang="en-US" sz="1800" b="0" i="1" smtClean="0">
                                  <a:latin typeface="Cambria Math" panose="02040503050406030204" pitchFamily="18" charset="0"/>
                                </a:rPr>
                              </m:ctrlPr>
                            </m:dPr>
                            <m:e>
                              <m:r>
                                <a:rPr lang="en-US" sz="1800" b="0" i="1" smtClean="0">
                                  <a:latin typeface="Cambria Math" panose="02040503050406030204" pitchFamily="18" charset="0"/>
                                </a:rPr>
                                <m:t>0.02</m:t>
                              </m:r>
                            </m:e>
                          </m:d>
                          <m:r>
                            <a:rPr lang="en-US" sz="1800" b="0" i="1" smtClean="0">
                              <a:latin typeface="Cambria Math" panose="02040503050406030204" pitchFamily="18" charset="0"/>
                            </a:rPr>
                            <m:t>+0.35(0.05)</m:t>
                          </m:r>
                        </m:den>
                      </m:f>
                      <m:r>
                        <a:rPr lang="en-US" sz="1800" b="0" i="1" smtClean="0">
                          <a:latin typeface="Cambria Math" panose="02040503050406030204" pitchFamily="18" charset="0"/>
                        </a:rPr>
                        <m:t>=</m:t>
                      </m:r>
                      <m:f>
                        <m:fPr>
                          <m:ctrlPr>
                            <a:rPr lang="en-US" sz="1800" b="0" i="1" smtClean="0">
                              <a:solidFill>
                                <a:srgbClr val="FF0000"/>
                              </a:solidFill>
                              <a:latin typeface="Cambria Math" panose="02040503050406030204" pitchFamily="18" charset="0"/>
                            </a:rPr>
                          </m:ctrlPr>
                        </m:fPr>
                        <m:num>
                          <m:r>
                            <a:rPr lang="en-US" sz="1800" b="0" i="1" smtClean="0">
                              <a:solidFill>
                                <a:srgbClr val="FF0000"/>
                              </a:solidFill>
                              <a:latin typeface="Cambria Math" panose="02040503050406030204" pitchFamily="18" charset="0"/>
                            </a:rPr>
                            <m:t>0.0175</m:t>
                          </m:r>
                        </m:num>
                        <m:den>
                          <m:r>
                            <a:rPr lang="en-US" sz="1800" b="0" i="1" smtClean="0">
                              <a:solidFill>
                                <a:srgbClr val="FF0000"/>
                              </a:solidFill>
                              <a:latin typeface="Cambria Math" panose="02040503050406030204" pitchFamily="18" charset="0"/>
                            </a:rPr>
                            <m:t>0.0130+0.0175</m:t>
                          </m:r>
                        </m:den>
                      </m:f>
                      <m:r>
                        <a:rPr lang="en-US" sz="1800" b="0" i="1" smtClean="0">
                          <a:latin typeface="Cambria Math" panose="02040503050406030204" pitchFamily="18" charset="0"/>
                        </a:rPr>
                        <m:t>=</m:t>
                      </m:r>
                      <m:r>
                        <a:rPr lang="en-US" sz="1800" b="0" i="1" smtClean="0">
                          <a:solidFill>
                            <a:srgbClr val="FF0000"/>
                          </a:solidFill>
                          <a:latin typeface="Cambria Math" panose="02040503050406030204" pitchFamily="18" charset="0"/>
                        </a:rPr>
                        <m:t>0.5738</m:t>
                      </m:r>
                    </m:oMath>
                  </m:oMathPara>
                </a14:m>
                <a:endParaRPr lang="en-US" sz="1800" dirty="0"/>
              </a:p>
              <a:p>
                <a:pPr>
                  <a:spcBef>
                    <a:spcPts val="1200"/>
                  </a:spcBef>
                  <a:spcAft>
                    <a:spcPts val="0"/>
                  </a:spcAft>
                  <a:tabLst>
                    <a:tab pos="3144838" algn="l"/>
                  </a:tabLst>
                </a:pPr>
                <a:r>
                  <a:rPr lang="en-US" sz="2000" dirty="0"/>
                  <a:t>Note that, for supplier 1, we began with an initial probability of </a:t>
                </a:r>
                <a14:m>
                  <m:oMath xmlns:m="http://schemas.openxmlformats.org/officeDocument/2006/math">
                    <m:r>
                      <a:rPr lang="en-US" sz="2000" b="0" i="1" smtClean="0">
                        <a:latin typeface="Cambria Math" panose="02040503050406030204" pitchFamily="18" charset="0"/>
                      </a:rPr>
                      <m:t>𝑃</m:t>
                    </m:r>
                    <m:d>
                      <m:dPr>
                        <m:ctrlPr>
                          <a:rPr lang="en-US" sz="2000" b="0" i="1" smtClean="0">
                            <a:latin typeface="Cambria Math" panose="02040503050406030204" pitchFamily="18" charset="0"/>
                          </a:rPr>
                        </m:ctrlPr>
                      </m:dPr>
                      <m:e>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𝐴</m:t>
                            </m:r>
                          </m:e>
                          <m:sub>
                            <m:r>
                              <a:rPr lang="en-US" sz="2000" b="0" i="1" smtClean="0">
                                <a:latin typeface="Cambria Math" panose="02040503050406030204" pitchFamily="18" charset="0"/>
                              </a:rPr>
                              <m:t>1</m:t>
                            </m:r>
                          </m:sub>
                        </m:sSub>
                      </m:e>
                    </m:d>
                    <m:r>
                      <a:rPr lang="en-US" sz="2000" b="0" i="1" smtClean="0">
                        <a:latin typeface="Cambria Math" panose="02040503050406030204" pitchFamily="18" charset="0"/>
                      </a:rPr>
                      <m:t>=0.65</m:t>
                    </m:r>
                    <m:r>
                      <a:rPr lang="en-US" sz="2000" b="0" i="0" smtClean="0">
                        <a:latin typeface="Cambria Math" panose="02040503050406030204" pitchFamily="18" charset="0"/>
                      </a:rPr>
                      <m:t>.</m:t>
                    </m:r>
                  </m:oMath>
                </a14:m>
                <a:r>
                  <a:rPr lang="en-US" sz="2000" dirty="0"/>
                  <a:t> However, given the information that the part was bad, the revised probability drops to </a:t>
                </a:r>
                <a14:m>
                  <m:oMath xmlns:m="http://schemas.openxmlformats.org/officeDocument/2006/math">
                    <m:r>
                      <a:rPr lang="en-US" sz="2000" i="1">
                        <a:latin typeface="Cambria Math" panose="02040503050406030204" pitchFamily="18" charset="0"/>
                      </a:rPr>
                      <m:t>𝑃</m:t>
                    </m:r>
                    <m:d>
                      <m:dPr>
                        <m:endChr m:val="|"/>
                        <m:ctrlPr>
                          <a:rPr lang="en-US" sz="2000" i="1">
                            <a:latin typeface="Cambria Math" panose="02040503050406030204" pitchFamily="18" charset="0"/>
                          </a:rPr>
                        </m:ctrlPr>
                      </m:dPr>
                      <m:e>
                        <m:sSub>
                          <m:sSubPr>
                            <m:ctrlPr>
                              <a:rPr lang="en-US" sz="2000" i="1">
                                <a:latin typeface="Cambria Math" panose="02040503050406030204" pitchFamily="18" charset="0"/>
                              </a:rPr>
                            </m:ctrlPr>
                          </m:sSubPr>
                          <m:e>
                            <m:r>
                              <a:rPr lang="en-US" sz="2000" i="1">
                                <a:latin typeface="Cambria Math" panose="02040503050406030204" pitchFamily="18" charset="0"/>
                              </a:rPr>
                              <m:t>𝐴</m:t>
                            </m:r>
                          </m:e>
                          <m:sub>
                            <m:r>
                              <a:rPr lang="en-US" sz="2000" i="1">
                                <a:latin typeface="Cambria Math" panose="02040503050406030204" pitchFamily="18" charset="0"/>
                              </a:rPr>
                              <m:t>1</m:t>
                            </m:r>
                          </m:sub>
                        </m:sSub>
                        <m:r>
                          <a:rPr lang="en-US" sz="2000" i="1">
                            <a:latin typeface="Cambria Math" panose="02040503050406030204" pitchFamily="18" charset="0"/>
                          </a:rPr>
                          <m:t> </m:t>
                        </m:r>
                      </m:e>
                    </m:d>
                    <m:r>
                      <a:rPr lang="en-US" sz="2000" i="1">
                        <a:latin typeface="Cambria Math" panose="02040503050406030204" pitchFamily="18" charset="0"/>
                      </a:rPr>
                      <m:t> </m:t>
                    </m:r>
                    <m:r>
                      <a:rPr lang="en-US" sz="2000" i="1">
                        <a:latin typeface="Cambria Math" panose="02040503050406030204" pitchFamily="18" charset="0"/>
                      </a:rPr>
                      <m:t>𝐵</m:t>
                    </m:r>
                    <m:r>
                      <a:rPr lang="en-US" sz="2000" i="1">
                        <a:latin typeface="Cambria Math" panose="02040503050406030204" pitchFamily="18" charset="0"/>
                      </a:rPr>
                      <m:t>)=0.4262</m:t>
                    </m:r>
                  </m:oMath>
                </a14:m>
                <a:r>
                  <a:rPr lang="en-US" sz="2000" dirty="0"/>
                  <a:t>.</a:t>
                </a:r>
              </a:p>
              <a:p>
                <a:pPr>
                  <a:spcBef>
                    <a:spcPts val="600"/>
                  </a:spcBef>
                  <a:spcAft>
                    <a:spcPts val="0"/>
                  </a:spcAft>
                  <a:tabLst>
                    <a:tab pos="3144838" algn="l"/>
                  </a:tabLst>
                </a:pPr>
                <a:r>
                  <a:rPr lang="en-US" sz="2000" dirty="0"/>
                  <a:t>Conversely, for supplier 2, we began with an initial probability of </a:t>
                </a:r>
                <a14:m>
                  <m:oMath xmlns:m="http://schemas.openxmlformats.org/officeDocument/2006/math">
                    <m:r>
                      <a:rPr lang="en-US" sz="2000" b="0" i="1" smtClean="0">
                        <a:latin typeface="Cambria Math" panose="02040503050406030204" pitchFamily="18" charset="0"/>
                      </a:rPr>
                      <m:t>𝑃</m:t>
                    </m:r>
                    <m:d>
                      <m:dPr>
                        <m:ctrlPr>
                          <a:rPr lang="en-US" sz="2000" b="0" i="1" smtClean="0">
                            <a:latin typeface="Cambria Math" panose="02040503050406030204" pitchFamily="18" charset="0"/>
                          </a:rPr>
                        </m:ctrlPr>
                      </m:dPr>
                      <m:e>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𝐴</m:t>
                            </m:r>
                          </m:e>
                          <m:sub>
                            <m:r>
                              <a:rPr lang="en-US" sz="2000" b="0" i="1" smtClean="0">
                                <a:latin typeface="Cambria Math" panose="02040503050406030204" pitchFamily="18" charset="0"/>
                              </a:rPr>
                              <m:t>2</m:t>
                            </m:r>
                          </m:sub>
                        </m:sSub>
                      </m:e>
                    </m:d>
                    <m:r>
                      <a:rPr lang="en-US" sz="2000" b="0" i="1" smtClean="0">
                        <a:latin typeface="Cambria Math" panose="02040503050406030204" pitchFamily="18" charset="0"/>
                      </a:rPr>
                      <m:t>=0.35</m:t>
                    </m:r>
                  </m:oMath>
                </a14:m>
                <a:r>
                  <a:rPr lang="en-US" sz="2000" dirty="0"/>
                  <a:t> and when we include the information that the part was bad, the revised probability grows to </a:t>
                </a:r>
                <a14:m>
                  <m:oMath xmlns:m="http://schemas.openxmlformats.org/officeDocument/2006/math">
                    <m:r>
                      <a:rPr lang="en-US" sz="2000" i="1">
                        <a:latin typeface="Cambria Math" panose="02040503050406030204" pitchFamily="18" charset="0"/>
                      </a:rPr>
                      <m:t>𝑃</m:t>
                    </m:r>
                    <m:d>
                      <m:dPr>
                        <m:endChr m:val="|"/>
                        <m:ctrlPr>
                          <a:rPr lang="en-US" sz="2000" i="1">
                            <a:latin typeface="Cambria Math" panose="02040503050406030204" pitchFamily="18" charset="0"/>
                          </a:rPr>
                        </m:ctrlPr>
                      </m:dPr>
                      <m:e>
                        <m:sSub>
                          <m:sSubPr>
                            <m:ctrlPr>
                              <a:rPr lang="en-US" sz="2000" i="1">
                                <a:latin typeface="Cambria Math" panose="02040503050406030204" pitchFamily="18" charset="0"/>
                              </a:rPr>
                            </m:ctrlPr>
                          </m:sSubPr>
                          <m:e>
                            <m:r>
                              <a:rPr lang="en-US" sz="2000" i="1">
                                <a:latin typeface="Cambria Math" panose="02040503050406030204" pitchFamily="18" charset="0"/>
                              </a:rPr>
                              <m:t>𝐴</m:t>
                            </m:r>
                          </m:e>
                          <m:sub>
                            <m:r>
                              <a:rPr lang="en-US" sz="2000" b="0" i="1" smtClean="0">
                                <a:latin typeface="Cambria Math" panose="02040503050406030204" pitchFamily="18" charset="0"/>
                              </a:rPr>
                              <m:t>2</m:t>
                            </m:r>
                          </m:sub>
                        </m:sSub>
                        <m:r>
                          <a:rPr lang="en-US" sz="2000" i="1">
                            <a:latin typeface="Cambria Math" panose="02040503050406030204" pitchFamily="18" charset="0"/>
                          </a:rPr>
                          <m:t> </m:t>
                        </m:r>
                      </m:e>
                    </m:d>
                    <m:r>
                      <a:rPr lang="en-US" sz="2000" i="1">
                        <a:latin typeface="Cambria Math" panose="02040503050406030204" pitchFamily="18" charset="0"/>
                      </a:rPr>
                      <m:t> </m:t>
                    </m:r>
                    <m:r>
                      <a:rPr lang="en-US" sz="2000" i="1">
                        <a:latin typeface="Cambria Math" panose="02040503050406030204" pitchFamily="18" charset="0"/>
                      </a:rPr>
                      <m:t>𝐵</m:t>
                    </m:r>
                    <m:r>
                      <a:rPr lang="en-US" sz="2000" i="1">
                        <a:latin typeface="Cambria Math" panose="02040503050406030204" pitchFamily="18" charset="0"/>
                      </a:rPr>
                      <m:t>)=0.5738</m:t>
                    </m:r>
                  </m:oMath>
                </a14:m>
                <a:r>
                  <a:rPr lang="en-US" sz="2000" dirty="0"/>
                  <a:t>.</a:t>
                </a:r>
              </a:p>
              <a:p>
                <a:pPr>
                  <a:spcBef>
                    <a:spcPts val="600"/>
                  </a:spcBef>
                  <a:spcAft>
                    <a:spcPts val="0"/>
                  </a:spcAft>
                  <a:tabLst>
                    <a:tab pos="3144838" algn="l"/>
                  </a:tabLst>
                </a:pPr>
                <a:r>
                  <a:rPr lang="en-US" sz="2000" dirty="0"/>
                  <a:t>In conclusion, despite the fact more parts come from supplier 1 than supplier 2, there is more than a 50-50 chance that a bad part comes from supplier 2 (*see notes.)</a:t>
                </a:r>
              </a:p>
            </p:txBody>
          </p:sp>
        </mc:Choice>
        <mc:Fallback xmlns="">
          <p:sp>
            <p:nvSpPr>
              <p:cNvPr id="3" name="Text Placeholder 2">
                <a:extLst>
                  <a:ext uri="{FF2B5EF4-FFF2-40B4-BE49-F238E27FC236}">
                    <a16:creationId xmlns:a16="http://schemas.microsoft.com/office/drawing/2014/main" id="{5BBC9964-79FA-0C2E-1E53-50748DD150F9}"/>
                  </a:ext>
                </a:extLst>
              </p:cNvPr>
              <p:cNvSpPr>
                <a:spLocks noGrp="1" noRot="1" noChangeAspect="1" noMove="1" noResize="1" noEditPoints="1" noAdjustHandles="1" noChangeArrowheads="1" noChangeShapeType="1" noTextEdit="1"/>
              </p:cNvSpPr>
              <p:nvPr>
                <p:ph type="body" sz="quarter" idx="15"/>
              </p:nvPr>
            </p:nvSpPr>
            <p:spPr>
              <a:xfrm>
                <a:off x="656863" y="1261240"/>
                <a:ext cx="10899258" cy="4556235"/>
              </a:xfrm>
              <a:blipFill>
                <a:blip r:embed="rId3"/>
                <a:stretch>
                  <a:fillRect l="-1454" t="-1606" r="-1230" b="-268"/>
                </a:stretch>
              </a:blipFill>
            </p:spPr>
            <p:txBody>
              <a:bodyPr/>
              <a:lstStyle/>
              <a:p>
                <a:r>
                  <a:rPr lang="en-US">
                    <a:noFill/>
                  </a:rPr>
                  <a:t> </a:t>
                </a:r>
              </a:p>
            </p:txBody>
          </p:sp>
        </mc:Fallback>
      </mc:AlternateContent>
    </p:spTree>
    <p:extLst>
      <p:ext uri="{BB962C8B-B14F-4D97-AF65-F5344CB8AC3E}">
        <p14:creationId xmlns:p14="http://schemas.microsoft.com/office/powerpoint/2010/main" val="302094085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FDF338-F3F9-5F43-E7AA-B1819A82B9A0}"/>
              </a:ext>
            </a:extLst>
          </p:cNvPr>
          <p:cNvSpPr>
            <a:spLocks noGrp="1"/>
          </p:cNvSpPr>
          <p:nvPr>
            <p:ph type="title"/>
          </p:nvPr>
        </p:nvSpPr>
        <p:spPr/>
        <p:txBody>
          <a:bodyPr/>
          <a:lstStyle/>
          <a:p>
            <a:r>
              <a:rPr lang="en-US" sz="3200" dirty="0"/>
              <a:t>4.5 Bayes’ Theorem with a Probability Tree</a:t>
            </a:r>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5BBC9964-79FA-0C2E-1E53-50748DD150F9}"/>
                  </a:ext>
                </a:extLst>
              </p:cNvPr>
              <p:cNvSpPr>
                <a:spLocks noGrp="1"/>
              </p:cNvSpPr>
              <p:nvPr>
                <p:ph type="body" sz="quarter" idx="15"/>
              </p:nvPr>
            </p:nvSpPr>
            <p:spPr>
              <a:xfrm>
                <a:off x="743575" y="1219501"/>
                <a:ext cx="10666035" cy="4800601"/>
              </a:xfrm>
            </p:spPr>
            <p:txBody>
              <a:bodyPr/>
              <a:lstStyle/>
              <a:p>
                <a:pPr>
                  <a:spcAft>
                    <a:spcPts val="0"/>
                  </a:spcAft>
                  <a:tabLst>
                    <a:tab pos="3144838" algn="l"/>
                  </a:tabLst>
                </a:pPr>
                <a:r>
                  <a:rPr lang="en-US" sz="2000" dirty="0"/>
                  <a:t>Bayes’ theorem can be visualized with a</a:t>
                </a:r>
              </a:p>
              <a:p>
                <a:pPr>
                  <a:spcBef>
                    <a:spcPts val="0"/>
                  </a:spcBef>
                  <a:spcAft>
                    <a:spcPts val="0"/>
                  </a:spcAft>
                  <a:tabLst>
                    <a:tab pos="3144838" algn="l"/>
                  </a:tabLst>
                </a:pPr>
                <a:r>
                  <a:rPr lang="en-US" sz="2000" b="1" dirty="0"/>
                  <a:t>probability tree</a:t>
                </a:r>
                <a:r>
                  <a:rPr lang="en-US" sz="2000" dirty="0"/>
                  <a:t>. From left to right:</a:t>
                </a:r>
              </a:p>
              <a:p>
                <a:pPr>
                  <a:spcAft>
                    <a:spcPts val="0"/>
                  </a:spcAft>
                  <a:tabLst>
                    <a:tab pos="3144838" algn="l"/>
                  </a:tabLst>
                </a:pPr>
                <a:r>
                  <a:rPr lang="en-US" sz="2000" b="1" dirty="0"/>
                  <a:t>Step 1</a:t>
                </a:r>
                <a:r>
                  <a:rPr lang="en-US" sz="2000" dirty="0"/>
                  <a:t> includes the two branches for the</a:t>
                </a:r>
              </a:p>
              <a:p>
                <a:pPr>
                  <a:spcBef>
                    <a:spcPts val="0"/>
                  </a:spcBef>
                  <a:spcAft>
                    <a:spcPts val="0"/>
                  </a:spcAft>
                  <a:tabLst>
                    <a:tab pos="3144838" algn="l"/>
                  </a:tabLst>
                </a:pPr>
                <a:r>
                  <a:rPr lang="en-US" sz="2000" dirty="0"/>
                  <a:t>prior probabilities of the two suppliers.</a:t>
                </a:r>
              </a:p>
              <a:p>
                <a:pPr>
                  <a:spcAft>
                    <a:spcPts val="0"/>
                  </a:spcAft>
                  <a:tabLst>
                    <a:tab pos="3144838" algn="l"/>
                  </a:tabLst>
                </a:pPr>
                <a:r>
                  <a:rPr lang="en-US" sz="2000" b="1" dirty="0"/>
                  <a:t>Step 2</a:t>
                </a:r>
                <a:r>
                  <a:rPr lang="en-US" sz="2000" dirty="0"/>
                  <a:t> branches out the four conditional</a:t>
                </a:r>
              </a:p>
              <a:p>
                <a:pPr>
                  <a:spcBef>
                    <a:spcPts val="0"/>
                  </a:spcBef>
                  <a:spcAft>
                    <a:spcPts val="0"/>
                  </a:spcAft>
                  <a:tabLst>
                    <a:tab pos="3144838" algn="l"/>
                  </a:tabLst>
                </a:pPr>
                <a:r>
                  <a:rPr lang="en-US" sz="2000" dirty="0"/>
                  <a:t>probabilities of receiving a good (</a:t>
                </a:r>
                <a14:m>
                  <m:oMath xmlns:m="http://schemas.openxmlformats.org/officeDocument/2006/math">
                    <m:r>
                      <a:rPr lang="en-US" sz="2000" i="1" dirty="0" smtClean="0">
                        <a:latin typeface="Cambria Math" panose="02040503050406030204" pitchFamily="18" charset="0"/>
                      </a:rPr>
                      <m:t>𝐺</m:t>
                    </m:r>
                  </m:oMath>
                </a14:m>
                <a:r>
                  <a:rPr lang="en-US" sz="2000" dirty="0"/>
                  <a:t>) or bad</a:t>
                </a:r>
              </a:p>
              <a:p>
                <a:pPr>
                  <a:spcBef>
                    <a:spcPts val="0"/>
                  </a:spcBef>
                  <a:spcAft>
                    <a:spcPts val="0"/>
                  </a:spcAft>
                  <a:tabLst>
                    <a:tab pos="3144838" algn="l"/>
                  </a:tabLst>
                </a:pPr>
                <a:r>
                  <a:rPr lang="en-US" sz="2000" dirty="0"/>
                  <a:t>(</a:t>
                </a:r>
                <a14:m>
                  <m:oMath xmlns:m="http://schemas.openxmlformats.org/officeDocument/2006/math">
                    <m:r>
                      <a:rPr lang="en-US" sz="2000" i="1" dirty="0" smtClean="0">
                        <a:latin typeface="Cambria Math" panose="02040503050406030204" pitchFamily="18" charset="0"/>
                      </a:rPr>
                      <m:t>𝐵</m:t>
                    </m:r>
                  </m:oMath>
                </a14:m>
                <a:r>
                  <a:rPr lang="en-US" sz="2000" dirty="0"/>
                  <a:t>) part from either supplier 1 (</a:t>
                </a:r>
                <a14:m>
                  <m:oMath xmlns:m="http://schemas.openxmlformats.org/officeDocument/2006/math">
                    <m:r>
                      <a:rPr lang="en-US" sz="2000" i="1" dirty="0" smtClean="0">
                        <a:latin typeface="Cambria Math" panose="02040503050406030204" pitchFamily="18" charset="0"/>
                      </a:rPr>
                      <m:t>𝐴</m:t>
                    </m:r>
                    <m:r>
                      <a:rPr lang="en-US" sz="2000" i="1" baseline="-25000" dirty="0">
                        <a:latin typeface="Cambria Math" panose="02040503050406030204" pitchFamily="18" charset="0"/>
                      </a:rPr>
                      <m:t>1</m:t>
                    </m:r>
                  </m:oMath>
                </a14:m>
                <a:r>
                  <a:rPr lang="en-US" sz="2000" dirty="0"/>
                  <a:t>) or 2 (</a:t>
                </a:r>
                <a14:m>
                  <m:oMath xmlns:m="http://schemas.openxmlformats.org/officeDocument/2006/math">
                    <m:r>
                      <a:rPr lang="en-US" sz="2000" i="1" dirty="0" smtClean="0">
                        <a:latin typeface="Cambria Math" panose="02040503050406030204" pitchFamily="18" charset="0"/>
                      </a:rPr>
                      <m:t>𝐴</m:t>
                    </m:r>
                    <m:r>
                      <a:rPr lang="en-US" sz="2000" i="1" baseline="-25000" dirty="0">
                        <a:latin typeface="Cambria Math" panose="02040503050406030204" pitchFamily="18" charset="0"/>
                      </a:rPr>
                      <m:t>2</m:t>
                    </m:r>
                  </m:oMath>
                </a14:m>
                <a:r>
                  <a:rPr lang="en-US" sz="2000" dirty="0"/>
                  <a:t>).</a:t>
                </a:r>
              </a:p>
              <a:p>
                <a:pPr>
                  <a:spcAft>
                    <a:spcPts val="0"/>
                  </a:spcAft>
                  <a:tabLst>
                    <a:tab pos="3144838" algn="l"/>
                  </a:tabLst>
                </a:pPr>
                <a:r>
                  <a:rPr lang="en-US" sz="2000" dirty="0"/>
                  <a:t>The resulting four outcomes represent the</a:t>
                </a:r>
              </a:p>
              <a:p>
                <a:pPr>
                  <a:spcBef>
                    <a:spcPts val="0"/>
                  </a:spcBef>
                  <a:spcAft>
                    <a:spcPts val="0"/>
                  </a:spcAft>
                  <a:tabLst>
                    <a:tab pos="3144838" algn="l"/>
                  </a:tabLst>
                </a:pPr>
                <a:r>
                  <a:rPr lang="en-US" sz="2000" dirty="0"/>
                  <a:t>possible intersections of supplier (</a:t>
                </a:r>
                <a:r>
                  <a:rPr lang="en-US" sz="2000" i="1" dirty="0"/>
                  <a:t>A</a:t>
                </a:r>
                <a:r>
                  <a:rPr lang="en-US" sz="2000" baseline="-25000" dirty="0"/>
                  <a:t>1</a:t>
                </a:r>
                <a:r>
                  <a:rPr lang="en-US" sz="2000" dirty="0"/>
                  <a:t>) or (</a:t>
                </a:r>
                <a:r>
                  <a:rPr lang="en-US" sz="2000" i="1" dirty="0"/>
                  <a:t>A</a:t>
                </a:r>
                <a:r>
                  <a:rPr lang="en-US" sz="2000" baseline="-25000" dirty="0"/>
                  <a:t>2</a:t>
                </a:r>
                <a:r>
                  <a:rPr lang="en-US" sz="2000" dirty="0"/>
                  <a:t>)</a:t>
                </a:r>
              </a:p>
              <a:p>
                <a:pPr>
                  <a:spcBef>
                    <a:spcPts val="0"/>
                  </a:spcBef>
                  <a:spcAft>
                    <a:spcPts val="0"/>
                  </a:spcAft>
                  <a:tabLst>
                    <a:tab pos="3144838" algn="l"/>
                  </a:tabLst>
                </a:pPr>
                <a:r>
                  <a:rPr lang="en-US" sz="2000" dirty="0"/>
                  <a:t>with either a good (</a:t>
                </a:r>
                <a14:m>
                  <m:oMath xmlns:m="http://schemas.openxmlformats.org/officeDocument/2006/math">
                    <m:r>
                      <a:rPr lang="en-US" sz="2000" i="1" dirty="0" smtClean="0">
                        <a:latin typeface="Cambria Math" panose="02040503050406030204" pitchFamily="18" charset="0"/>
                      </a:rPr>
                      <m:t>𝐺</m:t>
                    </m:r>
                  </m:oMath>
                </a14:m>
                <a:r>
                  <a:rPr lang="en-US" sz="2000" dirty="0"/>
                  <a:t>) or bad (</a:t>
                </a:r>
                <a14:m>
                  <m:oMath xmlns:m="http://schemas.openxmlformats.org/officeDocument/2006/math">
                    <m:r>
                      <a:rPr lang="en-US" sz="2000" i="1" dirty="0" smtClean="0">
                        <a:latin typeface="Cambria Math" panose="02040503050406030204" pitchFamily="18" charset="0"/>
                      </a:rPr>
                      <m:t>𝐵</m:t>
                    </m:r>
                  </m:oMath>
                </a14:m>
                <a:r>
                  <a:rPr lang="en-US" sz="2000" dirty="0"/>
                  <a:t>) part.</a:t>
                </a:r>
              </a:p>
              <a:p>
                <a:pPr>
                  <a:spcAft>
                    <a:spcPts val="0"/>
                  </a:spcAft>
                  <a:tabLst>
                    <a:tab pos="3144838" algn="l"/>
                  </a:tabLst>
                </a:pPr>
                <a:r>
                  <a:rPr lang="en-US" sz="2000" dirty="0"/>
                  <a:t>Because </a:t>
                </a:r>
                <a14:m>
                  <m:oMath xmlns:m="http://schemas.openxmlformats.org/officeDocument/2006/math">
                    <m:r>
                      <a:rPr lang="en-US" sz="2000" i="1">
                        <a:latin typeface="Cambria Math" panose="02040503050406030204" pitchFamily="18" charset="0"/>
                      </a:rPr>
                      <m:t>𝑃</m:t>
                    </m:r>
                    <m:d>
                      <m:dPr>
                        <m:ctrlPr>
                          <a:rPr lang="en-US" sz="2000" b="0" i="1" smtClean="0">
                            <a:latin typeface="Cambria Math" panose="02040503050406030204" pitchFamily="18" charset="0"/>
                          </a:rPr>
                        </m:ctrlPr>
                      </m:dPr>
                      <m:e>
                        <m:r>
                          <a:rPr lang="en-US" sz="2000" b="0" i="1" smtClean="0">
                            <a:latin typeface="Cambria Math" panose="02040503050406030204" pitchFamily="18" charset="0"/>
                          </a:rPr>
                          <m:t>𝐵</m:t>
                        </m:r>
                      </m:e>
                    </m:d>
                    <m:r>
                      <a:rPr lang="en-US" sz="2000" b="0" i="1" smtClean="0">
                        <a:latin typeface="Cambria Math" panose="02040503050406030204" pitchFamily="18" charset="0"/>
                      </a:rPr>
                      <m:t>=</m:t>
                    </m:r>
                    <m:r>
                      <a:rPr lang="en-US" sz="2000" i="1">
                        <a:latin typeface="Cambria Math" panose="02040503050406030204" pitchFamily="18" charset="0"/>
                      </a:rPr>
                      <m:t>𝑃</m:t>
                    </m:r>
                    <m:r>
                      <a:rPr lang="en-US" sz="2000" i="1">
                        <a:latin typeface="Cambria Math" panose="02040503050406030204" pitchFamily="18" charset="0"/>
                      </a:rPr>
                      <m:t>(</m:t>
                    </m:r>
                    <m:sSub>
                      <m:sSubPr>
                        <m:ctrlPr>
                          <a:rPr lang="en-US" sz="2000" i="1">
                            <a:latin typeface="Cambria Math" panose="02040503050406030204" pitchFamily="18" charset="0"/>
                          </a:rPr>
                        </m:ctrlPr>
                      </m:sSubPr>
                      <m:e>
                        <m:r>
                          <a:rPr lang="en-US" sz="2000" i="1">
                            <a:latin typeface="Cambria Math" panose="02040503050406030204" pitchFamily="18" charset="0"/>
                          </a:rPr>
                          <m:t>𝐴</m:t>
                        </m:r>
                      </m:e>
                      <m:sub>
                        <m:r>
                          <a:rPr lang="en-US" sz="2000" i="1">
                            <a:latin typeface="Cambria Math" panose="02040503050406030204" pitchFamily="18" charset="0"/>
                          </a:rPr>
                          <m:t>1</m:t>
                        </m:r>
                      </m:sub>
                    </m:sSub>
                    <m:r>
                      <a:rPr lang="en-US" sz="2000" i="1">
                        <a:latin typeface="Cambria Math" panose="02040503050406030204" pitchFamily="18" charset="0"/>
                        <a:ea typeface="Cambria Math" panose="02040503050406030204" pitchFamily="18" charset="0"/>
                      </a:rPr>
                      <m:t>∩</m:t>
                    </m:r>
                    <m:r>
                      <a:rPr lang="en-US" sz="2000" i="1">
                        <a:latin typeface="Cambria Math" panose="02040503050406030204" pitchFamily="18" charset="0"/>
                        <a:ea typeface="Cambria Math" panose="02040503050406030204" pitchFamily="18" charset="0"/>
                      </a:rPr>
                      <m:t>𝐵</m:t>
                    </m:r>
                    <m:r>
                      <a:rPr lang="en-US" sz="2000" i="1">
                        <a:latin typeface="Cambria Math" panose="02040503050406030204" pitchFamily="18" charset="0"/>
                      </a:rPr>
                      <m:t>)</m:t>
                    </m:r>
                    <m:r>
                      <a:rPr lang="en-US" sz="2000" b="0" i="1" smtClean="0">
                        <a:latin typeface="Cambria Math" panose="02040503050406030204" pitchFamily="18" charset="0"/>
                      </a:rPr>
                      <m:t>+</m:t>
                    </m:r>
                    <m:r>
                      <a:rPr lang="en-US" sz="2000" i="1">
                        <a:latin typeface="Cambria Math" panose="02040503050406030204" pitchFamily="18" charset="0"/>
                      </a:rPr>
                      <m:t>𝑃</m:t>
                    </m:r>
                    <m:r>
                      <a:rPr lang="en-US" sz="2000" i="1">
                        <a:latin typeface="Cambria Math" panose="02040503050406030204" pitchFamily="18" charset="0"/>
                      </a:rPr>
                      <m:t>(</m:t>
                    </m:r>
                    <m:sSub>
                      <m:sSubPr>
                        <m:ctrlPr>
                          <a:rPr lang="en-US" sz="2000" i="1">
                            <a:latin typeface="Cambria Math" panose="02040503050406030204" pitchFamily="18" charset="0"/>
                          </a:rPr>
                        </m:ctrlPr>
                      </m:sSubPr>
                      <m:e>
                        <m:r>
                          <a:rPr lang="en-US" sz="2000" i="1">
                            <a:latin typeface="Cambria Math" panose="02040503050406030204" pitchFamily="18" charset="0"/>
                          </a:rPr>
                          <m:t>𝐴</m:t>
                        </m:r>
                      </m:e>
                      <m:sub>
                        <m:r>
                          <a:rPr lang="en-US" sz="2000" b="0" i="1" smtClean="0">
                            <a:latin typeface="Cambria Math" panose="02040503050406030204" pitchFamily="18" charset="0"/>
                          </a:rPr>
                          <m:t>2</m:t>
                        </m:r>
                      </m:sub>
                    </m:sSub>
                    <m:r>
                      <a:rPr lang="en-US" sz="2000" i="1">
                        <a:latin typeface="Cambria Math" panose="02040503050406030204" pitchFamily="18" charset="0"/>
                        <a:ea typeface="Cambria Math" panose="02040503050406030204" pitchFamily="18" charset="0"/>
                      </a:rPr>
                      <m:t>∩</m:t>
                    </m:r>
                    <m:r>
                      <a:rPr lang="en-US" sz="2000" i="1">
                        <a:latin typeface="Cambria Math" panose="02040503050406030204" pitchFamily="18" charset="0"/>
                        <a:ea typeface="Cambria Math" panose="02040503050406030204" pitchFamily="18" charset="0"/>
                      </a:rPr>
                      <m:t>𝐵</m:t>
                    </m:r>
                    <m:r>
                      <a:rPr lang="en-US" sz="2000" i="1">
                        <a:latin typeface="Cambria Math" panose="02040503050406030204" pitchFamily="18" charset="0"/>
                      </a:rPr>
                      <m:t>)</m:t>
                    </m:r>
                  </m:oMath>
                </a14:m>
                <a:r>
                  <a:rPr lang="en-US" sz="2000" dirty="0"/>
                  <a:t>, the</a:t>
                </a:r>
              </a:p>
              <a:p>
                <a:pPr>
                  <a:spcBef>
                    <a:spcPts val="0"/>
                  </a:spcBef>
                  <a:spcAft>
                    <a:spcPts val="1200"/>
                  </a:spcAft>
                  <a:tabLst>
                    <a:tab pos="3144838" algn="l"/>
                  </a:tabLst>
                </a:pPr>
                <a:r>
                  <a:rPr lang="en-US" sz="2000" dirty="0"/>
                  <a:t>posterior probabilities in Bayes’ theorem can be calculated from the joint probabilities as</a:t>
                </a:r>
              </a:p>
              <a:p>
                <a:pPr>
                  <a:spcAft>
                    <a:spcPts val="0"/>
                  </a:spcAft>
                  <a:tabLst>
                    <a:tab pos="3144838" algn="l"/>
                  </a:tabLst>
                </a:pPr>
                <a14:m>
                  <m:oMathPara xmlns:m="http://schemas.openxmlformats.org/officeDocument/2006/math">
                    <m:oMathParaPr>
                      <m:jc m:val="left"/>
                    </m:oMathParaPr>
                    <m:oMath xmlns:m="http://schemas.openxmlformats.org/officeDocument/2006/math">
                      <m:r>
                        <a:rPr lang="en-US" sz="2000" b="0" i="1" smtClean="0">
                          <a:latin typeface="Cambria Math" panose="02040503050406030204" pitchFamily="18" charset="0"/>
                        </a:rPr>
                        <m:t>𝑃</m:t>
                      </m:r>
                      <m:d>
                        <m:dPr>
                          <m:endChr m:val="|"/>
                          <m:ctrlPr>
                            <a:rPr lang="en-US" sz="2000" b="0" i="1" smtClean="0">
                              <a:latin typeface="Cambria Math" panose="02040503050406030204" pitchFamily="18" charset="0"/>
                            </a:rPr>
                          </m:ctrlPr>
                        </m:dPr>
                        <m:e>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𝐴</m:t>
                              </m:r>
                            </m:e>
                            <m:sub>
                              <m:r>
                                <a:rPr lang="en-US" sz="2000" b="0" i="1" smtClean="0">
                                  <a:latin typeface="Cambria Math" panose="02040503050406030204" pitchFamily="18" charset="0"/>
                                </a:rPr>
                                <m:t>𝑖</m:t>
                              </m:r>
                            </m:sub>
                          </m:sSub>
                          <m:r>
                            <a:rPr lang="en-US" sz="2000" b="0" i="1" smtClean="0">
                              <a:latin typeface="Cambria Math" panose="02040503050406030204" pitchFamily="18" charset="0"/>
                            </a:rPr>
                            <m:t> </m:t>
                          </m:r>
                        </m:e>
                      </m:d>
                      <m:r>
                        <a:rPr lang="en-US" sz="2000" b="0" i="1" smtClean="0">
                          <a:latin typeface="Cambria Math" panose="02040503050406030204" pitchFamily="18" charset="0"/>
                        </a:rPr>
                        <m:t> </m:t>
                      </m:r>
                      <m:r>
                        <a:rPr lang="en-US" sz="2000" b="0" i="1" smtClean="0">
                          <a:latin typeface="Cambria Math" panose="02040503050406030204" pitchFamily="18" charset="0"/>
                        </a:rPr>
                        <m:t>𝐵</m:t>
                      </m:r>
                      <m:r>
                        <a:rPr lang="en-US" sz="2000" b="0" i="1" smtClean="0">
                          <a:latin typeface="Cambria Math" panose="02040503050406030204" pitchFamily="18" charset="0"/>
                        </a:rPr>
                        <m:t>)=</m:t>
                      </m:r>
                      <m:f>
                        <m:fPr>
                          <m:ctrlPr>
                            <a:rPr lang="en-US" sz="2000" b="0" i="1" smtClean="0">
                              <a:latin typeface="Cambria Math" panose="02040503050406030204" pitchFamily="18" charset="0"/>
                            </a:rPr>
                          </m:ctrlPr>
                        </m:fPr>
                        <m:num>
                          <m:r>
                            <a:rPr lang="en-US" sz="2000" i="1">
                              <a:latin typeface="Cambria Math" panose="02040503050406030204" pitchFamily="18" charset="0"/>
                            </a:rPr>
                            <m:t>𝑃</m:t>
                          </m:r>
                          <m:r>
                            <a:rPr lang="en-US" sz="2000" i="1">
                              <a:latin typeface="Cambria Math" panose="02040503050406030204" pitchFamily="18" charset="0"/>
                            </a:rPr>
                            <m:t>(</m:t>
                          </m:r>
                          <m:sSub>
                            <m:sSubPr>
                              <m:ctrlPr>
                                <a:rPr lang="en-US" sz="2000" i="1">
                                  <a:latin typeface="Cambria Math" panose="02040503050406030204" pitchFamily="18" charset="0"/>
                                </a:rPr>
                              </m:ctrlPr>
                            </m:sSubPr>
                            <m:e>
                              <m:r>
                                <a:rPr lang="en-US" sz="2000" i="1">
                                  <a:latin typeface="Cambria Math" panose="02040503050406030204" pitchFamily="18" charset="0"/>
                                </a:rPr>
                                <m:t>𝐴</m:t>
                              </m:r>
                            </m:e>
                            <m:sub>
                              <m:r>
                                <a:rPr lang="en-US" sz="2000" b="0" i="1" smtClean="0">
                                  <a:latin typeface="Cambria Math" panose="02040503050406030204" pitchFamily="18" charset="0"/>
                                </a:rPr>
                                <m:t>𝑖</m:t>
                              </m:r>
                            </m:sub>
                          </m:sSub>
                          <m:r>
                            <a:rPr lang="en-US" sz="2000" i="1">
                              <a:latin typeface="Cambria Math" panose="02040503050406030204" pitchFamily="18" charset="0"/>
                              <a:ea typeface="Cambria Math" panose="02040503050406030204" pitchFamily="18" charset="0"/>
                            </a:rPr>
                            <m:t>∩</m:t>
                          </m:r>
                          <m:r>
                            <a:rPr lang="en-US" sz="2000" i="1">
                              <a:latin typeface="Cambria Math" panose="02040503050406030204" pitchFamily="18" charset="0"/>
                              <a:ea typeface="Cambria Math" panose="02040503050406030204" pitchFamily="18" charset="0"/>
                            </a:rPr>
                            <m:t>𝐵</m:t>
                          </m:r>
                          <m:r>
                            <a:rPr lang="en-US" sz="2000" i="1">
                              <a:latin typeface="Cambria Math" panose="02040503050406030204" pitchFamily="18" charset="0"/>
                            </a:rPr>
                            <m:t>)</m:t>
                          </m:r>
                        </m:num>
                        <m:den>
                          <m:r>
                            <a:rPr lang="en-US" sz="2000" b="0" i="1" smtClean="0">
                              <a:latin typeface="Cambria Math" panose="02040503050406030204" pitchFamily="18" charset="0"/>
                            </a:rPr>
                            <m:t>𝑃</m:t>
                          </m:r>
                          <m:r>
                            <a:rPr lang="en-US" sz="2000" b="0" i="1" smtClean="0">
                              <a:latin typeface="Cambria Math" panose="02040503050406030204" pitchFamily="18" charset="0"/>
                            </a:rPr>
                            <m:t>(</m:t>
                          </m:r>
                          <m:r>
                            <a:rPr lang="en-US" sz="2000" b="0" i="1" smtClean="0">
                              <a:latin typeface="Cambria Math" panose="02040503050406030204" pitchFamily="18" charset="0"/>
                            </a:rPr>
                            <m:t>𝐵</m:t>
                          </m:r>
                          <m:r>
                            <a:rPr lang="en-US" sz="2000" b="0" i="1" smtClean="0">
                              <a:latin typeface="Cambria Math" panose="02040503050406030204" pitchFamily="18" charset="0"/>
                            </a:rPr>
                            <m:t>)</m:t>
                          </m:r>
                        </m:den>
                      </m:f>
                      <m:r>
                        <a:rPr lang="en-US" sz="2000" b="0" i="1" smtClean="0">
                          <a:latin typeface="Cambria Math" panose="02040503050406030204" pitchFamily="18" charset="0"/>
                        </a:rPr>
                        <m:t>=</m:t>
                      </m:r>
                      <m:f>
                        <m:fPr>
                          <m:ctrlPr>
                            <a:rPr lang="en-US" sz="2000" b="0" i="1" smtClean="0">
                              <a:latin typeface="Cambria Math" panose="02040503050406030204" pitchFamily="18" charset="0"/>
                            </a:rPr>
                          </m:ctrlPr>
                        </m:fPr>
                        <m:num>
                          <m:r>
                            <a:rPr lang="en-US" sz="2000" b="0" i="1" smtClean="0">
                              <a:latin typeface="Cambria Math" panose="02040503050406030204" pitchFamily="18" charset="0"/>
                            </a:rPr>
                            <m:t>𝑃</m:t>
                          </m:r>
                          <m:r>
                            <a:rPr lang="en-US" sz="2000" b="0" i="1" smtClean="0">
                              <a:latin typeface="Cambria Math" panose="02040503050406030204" pitchFamily="18" charset="0"/>
                            </a:rPr>
                            <m:t>(</m:t>
                          </m:r>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𝐴</m:t>
                              </m:r>
                            </m:e>
                            <m:sub>
                              <m:r>
                                <a:rPr lang="en-US" sz="2000" b="0" i="1" smtClean="0">
                                  <a:latin typeface="Cambria Math" panose="02040503050406030204" pitchFamily="18" charset="0"/>
                                </a:rPr>
                                <m:t>𝑖</m:t>
                              </m:r>
                            </m:sub>
                          </m:sSub>
                          <m:r>
                            <a:rPr lang="en-US" sz="2000" b="0" i="1" smtClean="0">
                              <a:latin typeface="Cambria Math" panose="02040503050406030204" pitchFamily="18" charset="0"/>
                              <a:ea typeface="Cambria Math" panose="02040503050406030204" pitchFamily="18" charset="0"/>
                            </a:rPr>
                            <m:t>∩</m:t>
                          </m:r>
                          <m:r>
                            <a:rPr lang="en-US" sz="2000" b="0" i="1" smtClean="0">
                              <a:latin typeface="Cambria Math" panose="02040503050406030204" pitchFamily="18" charset="0"/>
                              <a:ea typeface="Cambria Math" panose="02040503050406030204" pitchFamily="18" charset="0"/>
                            </a:rPr>
                            <m:t>𝐵</m:t>
                          </m:r>
                          <m:r>
                            <a:rPr lang="en-US" sz="2000" i="1">
                              <a:latin typeface="Cambria Math" panose="02040503050406030204" pitchFamily="18" charset="0"/>
                            </a:rPr>
                            <m:t>)</m:t>
                          </m:r>
                          <m:r>
                            <a:rPr lang="en-US" sz="2000" i="1" smtClean="0">
                              <a:latin typeface="Cambria Math" panose="02040503050406030204" pitchFamily="18" charset="0"/>
                            </a:rPr>
                            <m:t> </m:t>
                          </m:r>
                        </m:num>
                        <m:den>
                          <m:r>
                            <a:rPr lang="en-US" sz="2000" i="1">
                              <a:latin typeface="Cambria Math" panose="02040503050406030204" pitchFamily="18" charset="0"/>
                            </a:rPr>
                            <m:t>𝑃</m:t>
                          </m:r>
                          <m:r>
                            <a:rPr lang="en-US" sz="2000" i="1">
                              <a:latin typeface="Cambria Math" panose="02040503050406030204" pitchFamily="18" charset="0"/>
                            </a:rPr>
                            <m:t>(</m:t>
                          </m:r>
                          <m:sSub>
                            <m:sSubPr>
                              <m:ctrlPr>
                                <a:rPr lang="en-US" sz="2000" i="1">
                                  <a:latin typeface="Cambria Math" panose="02040503050406030204" pitchFamily="18" charset="0"/>
                                </a:rPr>
                              </m:ctrlPr>
                            </m:sSubPr>
                            <m:e>
                              <m:r>
                                <a:rPr lang="en-US" sz="2000" i="1">
                                  <a:latin typeface="Cambria Math" panose="02040503050406030204" pitchFamily="18" charset="0"/>
                                </a:rPr>
                                <m:t>𝐴</m:t>
                              </m:r>
                            </m:e>
                            <m:sub>
                              <m:r>
                                <a:rPr lang="en-US" sz="2000" b="0" i="1" smtClean="0">
                                  <a:latin typeface="Cambria Math" panose="02040503050406030204" pitchFamily="18" charset="0"/>
                                </a:rPr>
                                <m:t>1</m:t>
                              </m:r>
                            </m:sub>
                          </m:sSub>
                          <m:r>
                            <a:rPr lang="en-US" sz="2000" i="1">
                              <a:latin typeface="Cambria Math" panose="02040503050406030204" pitchFamily="18" charset="0"/>
                              <a:ea typeface="Cambria Math" panose="02040503050406030204" pitchFamily="18" charset="0"/>
                            </a:rPr>
                            <m:t>∩</m:t>
                          </m:r>
                          <m:r>
                            <a:rPr lang="en-US" sz="2000" i="1">
                              <a:latin typeface="Cambria Math" panose="02040503050406030204" pitchFamily="18" charset="0"/>
                              <a:ea typeface="Cambria Math" panose="02040503050406030204" pitchFamily="18" charset="0"/>
                            </a:rPr>
                            <m:t>𝐵</m:t>
                          </m:r>
                          <m:r>
                            <a:rPr lang="en-US" sz="2000" i="1">
                              <a:latin typeface="Cambria Math" panose="02040503050406030204" pitchFamily="18" charset="0"/>
                            </a:rPr>
                            <m:t>)</m:t>
                          </m:r>
                          <m:r>
                            <a:rPr lang="en-US" sz="2000" b="0" i="1" smtClean="0">
                              <a:latin typeface="Cambria Math" panose="02040503050406030204" pitchFamily="18" charset="0"/>
                            </a:rPr>
                            <m:t>+</m:t>
                          </m:r>
                          <m:r>
                            <a:rPr lang="en-US" sz="2000" i="1">
                              <a:latin typeface="Cambria Math" panose="02040503050406030204" pitchFamily="18" charset="0"/>
                            </a:rPr>
                            <m:t>𝑃</m:t>
                          </m:r>
                          <m:r>
                            <a:rPr lang="en-US" sz="2000" i="1">
                              <a:latin typeface="Cambria Math" panose="02040503050406030204" pitchFamily="18" charset="0"/>
                            </a:rPr>
                            <m:t>(</m:t>
                          </m:r>
                          <m:sSub>
                            <m:sSubPr>
                              <m:ctrlPr>
                                <a:rPr lang="en-US" sz="2000" i="1">
                                  <a:latin typeface="Cambria Math" panose="02040503050406030204" pitchFamily="18" charset="0"/>
                                </a:rPr>
                              </m:ctrlPr>
                            </m:sSubPr>
                            <m:e>
                              <m:r>
                                <a:rPr lang="en-US" sz="2000" i="1">
                                  <a:latin typeface="Cambria Math" panose="02040503050406030204" pitchFamily="18" charset="0"/>
                                </a:rPr>
                                <m:t>𝐴</m:t>
                              </m:r>
                            </m:e>
                            <m:sub>
                              <m:r>
                                <a:rPr lang="en-US" sz="2000" b="0" i="1" smtClean="0">
                                  <a:latin typeface="Cambria Math" panose="02040503050406030204" pitchFamily="18" charset="0"/>
                                </a:rPr>
                                <m:t>2</m:t>
                              </m:r>
                            </m:sub>
                          </m:sSub>
                          <m:r>
                            <a:rPr lang="en-US" sz="2000" i="1">
                              <a:latin typeface="Cambria Math" panose="02040503050406030204" pitchFamily="18" charset="0"/>
                              <a:ea typeface="Cambria Math" panose="02040503050406030204" pitchFamily="18" charset="0"/>
                            </a:rPr>
                            <m:t>∩</m:t>
                          </m:r>
                          <m:r>
                            <a:rPr lang="en-US" sz="2000" i="1">
                              <a:latin typeface="Cambria Math" panose="02040503050406030204" pitchFamily="18" charset="0"/>
                              <a:ea typeface="Cambria Math" panose="02040503050406030204" pitchFamily="18" charset="0"/>
                            </a:rPr>
                            <m:t>𝐵</m:t>
                          </m:r>
                          <m:r>
                            <a:rPr lang="en-US" sz="2000" i="1">
                              <a:latin typeface="Cambria Math" panose="02040503050406030204" pitchFamily="18" charset="0"/>
                            </a:rPr>
                            <m:t>)</m:t>
                          </m:r>
                        </m:den>
                      </m:f>
                      <m:r>
                        <a:rPr lang="en-US" sz="2000" b="0" i="1" smtClean="0">
                          <a:latin typeface="Cambria Math" panose="02040503050406030204" pitchFamily="18" charset="0"/>
                        </a:rPr>
                        <m:t>=</m:t>
                      </m:r>
                      <m:f>
                        <m:fPr>
                          <m:ctrlPr>
                            <a:rPr lang="en-US" sz="2000" i="1">
                              <a:latin typeface="Cambria Math" panose="02040503050406030204" pitchFamily="18" charset="0"/>
                            </a:rPr>
                          </m:ctrlPr>
                        </m:fPr>
                        <m:num>
                          <m:r>
                            <a:rPr lang="en-US" sz="2000" i="1">
                              <a:latin typeface="Cambria Math" panose="02040503050406030204" pitchFamily="18" charset="0"/>
                            </a:rPr>
                            <m:t>𝑃</m:t>
                          </m:r>
                          <m:r>
                            <a:rPr lang="en-US" sz="2000" i="1">
                              <a:latin typeface="Cambria Math" panose="02040503050406030204" pitchFamily="18" charset="0"/>
                            </a:rPr>
                            <m:t>(</m:t>
                          </m:r>
                          <m:sSub>
                            <m:sSubPr>
                              <m:ctrlPr>
                                <a:rPr lang="en-US" sz="2000" i="1">
                                  <a:latin typeface="Cambria Math" panose="02040503050406030204" pitchFamily="18" charset="0"/>
                                </a:rPr>
                              </m:ctrlPr>
                            </m:sSubPr>
                            <m:e>
                              <m:r>
                                <a:rPr lang="en-US" sz="2000" i="1">
                                  <a:latin typeface="Cambria Math" panose="02040503050406030204" pitchFamily="18" charset="0"/>
                                </a:rPr>
                                <m:t>𝐴</m:t>
                              </m:r>
                            </m:e>
                            <m:sub>
                              <m:r>
                                <a:rPr lang="en-US" sz="2000" i="1">
                                  <a:latin typeface="Cambria Math" panose="02040503050406030204" pitchFamily="18" charset="0"/>
                                </a:rPr>
                                <m:t>𝑖</m:t>
                              </m:r>
                            </m:sub>
                          </m:sSub>
                          <m:r>
                            <a:rPr lang="en-US" sz="2000" i="1">
                              <a:latin typeface="Cambria Math" panose="02040503050406030204" pitchFamily="18" charset="0"/>
                            </a:rPr>
                            <m:t>)</m:t>
                          </m:r>
                          <m:r>
                            <a:rPr lang="en-US" sz="2000" i="1">
                              <a:latin typeface="Cambria Math" panose="02040503050406030204" pitchFamily="18" charset="0"/>
                            </a:rPr>
                            <m:t>𝑃</m:t>
                          </m:r>
                          <m:d>
                            <m:dPr>
                              <m:endChr m:val="|"/>
                              <m:ctrlPr>
                                <a:rPr lang="en-US" sz="2000" i="1">
                                  <a:latin typeface="Cambria Math" panose="02040503050406030204" pitchFamily="18" charset="0"/>
                                </a:rPr>
                              </m:ctrlPr>
                            </m:dPr>
                            <m:e>
                              <m:r>
                                <a:rPr lang="en-US" sz="2000" i="1">
                                  <a:latin typeface="Cambria Math" panose="02040503050406030204" pitchFamily="18" charset="0"/>
                                </a:rPr>
                                <m:t>𝐵</m:t>
                              </m:r>
                              <m:r>
                                <a:rPr lang="en-US" sz="2000" i="1">
                                  <a:latin typeface="Cambria Math" panose="02040503050406030204" pitchFamily="18" charset="0"/>
                                </a:rPr>
                                <m:t> </m:t>
                              </m:r>
                            </m:e>
                          </m:d>
                          <m:sSub>
                            <m:sSubPr>
                              <m:ctrlPr>
                                <a:rPr lang="en-US" sz="2000" i="1">
                                  <a:latin typeface="Cambria Math" panose="02040503050406030204" pitchFamily="18" charset="0"/>
                                </a:rPr>
                              </m:ctrlPr>
                            </m:sSubPr>
                            <m:e>
                              <m:r>
                                <a:rPr lang="en-US" sz="2000" i="1">
                                  <a:latin typeface="Cambria Math" panose="02040503050406030204" pitchFamily="18" charset="0"/>
                                </a:rPr>
                                <m:t> </m:t>
                              </m:r>
                              <m:r>
                                <a:rPr lang="en-US" sz="2000" i="1">
                                  <a:latin typeface="Cambria Math" panose="02040503050406030204" pitchFamily="18" charset="0"/>
                                </a:rPr>
                                <m:t>𝐴</m:t>
                              </m:r>
                            </m:e>
                            <m:sub>
                              <m:r>
                                <a:rPr lang="en-US" sz="2000" i="1">
                                  <a:latin typeface="Cambria Math" panose="02040503050406030204" pitchFamily="18" charset="0"/>
                                </a:rPr>
                                <m:t>𝑖</m:t>
                              </m:r>
                            </m:sub>
                          </m:sSub>
                          <m:r>
                            <a:rPr lang="en-US" sz="2000" i="1">
                              <a:latin typeface="Cambria Math" panose="02040503050406030204" pitchFamily="18" charset="0"/>
                            </a:rPr>
                            <m:t>)</m:t>
                          </m:r>
                        </m:num>
                        <m:den>
                          <m:r>
                            <a:rPr lang="en-US" sz="2000" i="1">
                              <a:latin typeface="Cambria Math" panose="02040503050406030204" pitchFamily="18" charset="0"/>
                            </a:rPr>
                            <m:t>𝑃</m:t>
                          </m:r>
                          <m:r>
                            <a:rPr lang="en-US" sz="2000" i="1">
                              <a:latin typeface="Cambria Math" panose="02040503050406030204" pitchFamily="18" charset="0"/>
                            </a:rPr>
                            <m:t>(</m:t>
                          </m:r>
                          <m:sSub>
                            <m:sSubPr>
                              <m:ctrlPr>
                                <a:rPr lang="en-US" sz="2000" i="1">
                                  <a:latin typeface="Cambria Math" panose="02040503050406030204" pitchFamily="18" charset="0"/>
                                </a:rPr>
                              </m:ctrlPr>
                            </m:sSubPr>
                            <m:e>
                              <m:r>
                                <a:rPr lang="en-US" sz="2000" i="1">
                                  <a:latin typeface="Cambria Math" panose="02040503050406030204" pitchFamily="18" charset="0"/>
                                </a:rPr>
                                <m:t>𝐴</m:t>
                              </m:r>
                            </m:e>
                            <m:sub>
                              <m:r>
                                <a:rPr lang="en-US" sz="2000" i="1">
                                  <a:latin typeface="Cambria Math" panose="02040503050406030204" pitchFamily="18" charset="0"/>
                                </a:rPr>
                                <m:t>1</m:t>
                              </m:r>
                            </m:sub>
                          </m:sSub>
                          <m:r>
                            <a:rPr lang="en-US" sz="2000" i="1">
                              <a:latin typeface="Cambria Math" panose="02040503050406030204" pitchFamily="18" charset="0"/>
                            </a:rPr>
                            <m:t>)</m:t>
                          </m:r>
                          <m:r>
                            <a:rPr lang="en-US" sz="2000" i="1">
                              <a:latin typeface="Cambria Math" panose="02040503050406030204" pitchFamily="18" charset="0"/>
                            </a:rPr>
                            <m:t>𝑃</m:t>
                          </m:r>
                          <m:d>
                            <m:dPr>
                              <m:endChr m:val="|"/>
                              <m:ctrlPr>
                                <a:rPr lang="en-US" sz="2000" i="1">
                                  <a:latin typeface="Cambria Math" panose="02040503050406030204" pitchFamily="18" charset="0"/>
                                </a:rPr>
                              </m:ctrlPr>
                            </m:dPr>
                            <m:e>
                              <m:r>
                                <a:rPr lang="en-US" sz="2000" i="1">
                                  <a:latin typeface="Cambria Math" panose="02040503050406030204" pitchFamily="18" charset="0"/>
                                </a:rPr>
                                <m:t>𝐵</m:t>
                              </m:r>
                              <m:r>
                                <a:rPr lang="en-US" sz="2000" i="1">
                                  <a:latin typeface="Cambria Math" panose="02040503050406030204" pitchFamily="18" charset="0"/>
                                </a:rPr>
                                <m:t> </m:t>
                              </m:r>
                            </m:e>
                          </m:d>
                          <m:sSub>
                            <m:sSubPr>
                              <m:ctrlPr>
                                <a:rPr lang="en-US" sz="2000" i="1">
                                  <a:latin typeface="Cambria Math" panose="02040503050406030204" pitchFamily="18" charset="0"/>
                                </a:rPr>
                              </m:ctrlPr>
                            </m:sSubPr>
                            <m:e>
                              <m:r>
                                <a:rPr lang="en-US" sz="2000" i="1">
                                  <a:latin typeface="Cambria Math" panose="02040503050406030204" pitchFamily="18" charset="0"/>
                                </a:rPr>
                                <m:t> </m:t>
                              </m:r>
                              <m:r>
                                <a:rPr lang="en-US" sz="2000" i="1">
                                  <a:latin typeface="Cambria Math" panose="02040503050406030204" pitchFamily="18" charset="0"/>
                                </a:rPr>
                                <m:t>𝐴</m:t>
                              </m:r>
                            </m:e>
                            <m:sub>
                              <m:r>
                                <a:rPr lang="en-US" sz="2000" i="1">
                                  <a:latin typeface="Cambria Math" panose="02040503050406030204" pitchFamily="18" charset="0"/>
                                </a:rPr>
                                <m:t>1</m:t>
                              </m:r>
                            </m:sub>
                          </m:sSub>
                          <m:r>
                            <a:rPr lang="en-US" sz="2000" i="1">
                              <a:latin typeface="Cambria Math" panose="02040503050406030204" pitchFamily="18" charset="0"/>
                            </a:rPr>
                            <m:t>)+</m:t>
                          </m:r>
                          <m:r>
                            <a:rPr lang="en-US" sz="2000" i="1">
                              <a:latin typeface="Cambria Math" panose="02040503050406030204" pitchFamily="18" charset="0"/>
                            </a:rPr>
                            <m:t>𝑃</m:t>
                          </m:r>
                          <m:r>
                            <a:rPr lang="en-US" sz="2000" i="1">
                              <a:latin typeface="Cambria Math" panose="02040503050406030204" pitchFamily="18" charset="0"/>
                            </a:rPr>
                            <m:t>(</m:t>
                          </m:r>
                          <m:sSub>
                            <m:sSubPr>
                              <m:ctrlPr>
                                <a:rPr lang="en-US" sz="2000" i="1">
                                  <a:latin typeface="Cambria Math" panose="02040503050406030204" pitchFamily="18" charset="0"/>
                                </a:rPr>
                              </m:ctrlPr>
                            </m:sSubPr>
                            <m:e>
                              <m:r>
                                <a:rPr lang="en-US" sz="2000" i="1">
                                  <a:latin typeface="Cambria Math" panose="02040503050406030204" pitchFamily="18" charset="0"/>
                                </a:rPr>
                                <m:t>𝐴</m:t>
                              </m:r>
                            </m:e>
                            <m:sub>
                              <m:r>
                                <a:rPr lang="en-US" sz="2000" i="1">
                                  <a:latin typeface="Cambria Math" panose="02040503050406030204" pitchFamily="18" charset="0"/>
                                </a:rPr>
                                <m:t>2</m:t>
                              </m:r>
                            </m:sub>
                          </m:sSub>
                          <m:r>
                            <a:rPr lang="en-US" sz="2000" i="1">
                              <a:latin typeface="Cambria Math" panose="02040503050406030204" pitchFamily="18" charset="0"/>
                            </a:rPr>
                            <m:t>)</m:t>
                          </m:r>
                          <m:r>
                            <a:rPr lang="en-US" sz="2000" i="1">
                              <a:latin typeface="Cambria Math" panose="02040503050406030204" pitchFamily="18" charset="0"/>
                            </a:rPr>
                            <m:t>𝑃</m:t>
                          </m:r>
                          <m:d>
                            <m:dPr>
                              <m:endChr m:val="|"/>
                              <m:ctrlPr>
                                <a:rPr lang="en-US" sz="2000" i="1">
                                  <a:latin typeface="Cambria Math" panose="02040503050406030204" pitchFamily="18" charset="0"/>
                                </a:rPr>
                              </m:ctrlPr>
                            </m:dPr>
                            <m:e>
                              <m:r>
                                <a:rPr lang="en-US" sz="2000" i="1">
                                  <a:latin typeface="Cambria Math" panose="02040503050406030204" pitchFamily="18" charset="0"/>
                                </a:rPr>
                                <m:t>𝐵</m:t>
                              </m:r>
                              <m:r>
                                <a:rPr lang="en-US" sz="2000" i="1">
                                  <a:latin typeface="Cambria Math" panose="02040503050406030204" pitchFamily="18" charset="0"/>
                                </a:rPr>
                                <m:t> </m:t>
                              </m:r>
                            </m:e>
                          </m:d>
                          <m:sSub>
                            <m:sSubPr>
                              <m:ctrlPr>
                                <a:rPr lang="en-US" sz="2000" i="1">
                                  <a:latin typeface="Cambria Math" panose="02040503050406030204" pitchFamily="18" charset="0"/>
                                </a:rPr>
                              </m:ctrlPr>
                            </m:sSubPr>
                            <m:e>
                              <m:r>
                                <a:rPr lang="en-US" sz="2000" i="1">
                                  <a:latin typeface="Cambria Math" panose="02040503050406030204" pitchFamily="18" charset="0"/>
                                </a:rPr>
                                <m:t> </m:t>
                              </m:r>
                              <m:r>
                                <a:rPr lang="en-US" sz="2000" i="1">
                                  <a:latin typeface="Cambria Math" panose="02040503050406030204" pitchFamily="18" charset="0"/>
                                </a:rPr>
                                <m:t>𝐴</m:t>
                              </m:r>
                            </m:e>
                            <m:sub>
                              <m:r>
                                <a:rPr lang="en-US" sz="2000" i="1">
                                  <a:latin typeface="Cambria Math" panose="02040503050406030204" pitchFamily="18" charset="0"/>
                                </a:rPr>
                                <m:t>2</m:t>
                              </m:r>
                            </m:sub>
                          </m:sSub>
                          <m:r>
                            <a:rPr lang="en-US" sz="2000" i="1">
                              <a:latin typeface="Cambria Math" panose="02040503050406030204" pitchFamily="18" charset="0"/>
                            </a:rPr>
                            <m:t>)</m:t>
                          </m:r>
                        </m:den>
                      </m:f>
                      <m:r>
                        <a:rPr lang="en-US" sz="2000" i="1" smtClean="0">
                          <a:latin typeface="Cambria Math" panose="02040503050406030204" pitchFamily="18" charset="0"/>
                        </a:rPr>
                        <m:t> </m:t>
                      </m:r>
                      <m:r>
                        <m:rPr>
                          <m:nor/>
                        </m:rPr>
                        <a:rPr lang="en-US" sz="2000" b="0" i="0" smtClean="0">
                          <a:latin typeface="Cambria Math" panose="02040503050406030204" pitchFamily="18" charset="0"/>
                        </a:rPr>
                        <m:t> </m:t>
                      </m:r>
                      <m:r>
                        <m:rPr>
                          <m:nor/>
                        </m:rPr>
                        <a:rPr lang="en-US" sz="2000">
                          <a:latin typeface="Arial" panose="020B0604020202020204" pitchFamily="34" charset="0"/>
                          <a:cs typeface="Arial" panose="020B0604020202020204" pitchFamily="34" charset="0"/>
                        </a:rPr>
                        <m:t>with</m:t>
                      </m:r>
                      <m:r>
                        <a:rPr lang="en-US" sz="2000" i="1">
                          <a:latin typeface="Cambria Math" panose="02040503050406030204" pitchFamily="18" charset="0"/>
                        </a:rPr>
                        <m:t> </m:t>
                      </m:r>
                      <m:r>
                        <a:rPr lang="en-US" sz="2000" i="1">
                          <a:latin typeface="Cambria Math" panose="02040503050406030204" pitchFamily="18" charset="0"/>
                        </a:rPr>
                        <m:t>𝑖</m:t>
                      </m:r>
                      <m:r>
                        <a:rPr lang="en-US" sz="2000" i="1">
                          <a:latin typeface="Cambria Math" panose="02040503050406030204" pitchFamily="18" charset="0"/>
                        </a:rPr>
                        <m:t>=1,2</m:t>
                      </m:r>
                    </m:oMath>
                  </m:oMathPara>
                </a14:m>
                <a:endParaRPr lang="en-US" sz="2000" dirty="0"/>
              </a:p>
              <a:p>
                <a:pPr>
                  <a:spcBef>
                    <a:spcPts val="0"/>
                  </a:spcBef>
                  <a:spcAft>
                    <a:spcPts val="0"/>
                  </a:spcAft>
                  <a:tabLst>
                    <a:tab pos="3144838" algn="l"/>
                  </a:tabLst>
                </a:pPr>
                <a:endParaRPr lang="en-US" sz="2000" dirty="0"/>
              </a:p>
            </p:txBody>
          </p:sp>
        </mc:Choice>
        <mc:Fallback xmlns="">
          <p:sp>
            <p:nvSpPr>
              <p:cNvPr id="3" name="Text Placeholder 2">
                <a:extLst>
                  <a:ext uri="{FF2B5EF4-FFF2-40B4-BE49-F238E27FC236}">
                    <a16:creationId xmlns:a16="http://schemas.microsoft.com/office/drawing/2014/main" id="{5BBC9964-79FA-0C2E-1E53-50748DD150F9}"/>
                  </a:ext>
                </a:extLst>
              </p:cNvPr>
              <p:cNvSpPr>
                <a:spLocks noGrp="1" noRot="1" noChangeAspect="1" noMove="1" noResize="1" noEditPoints="1" noAdjustHandles="1" noChangeArrowheads="1" noChangeShapeType="1" noTextEdit="1"/>
              </p:cNvSpPr>
              <p:nvPr>
                <p:ph type="body" sz="quarter" idx="15"/>
              </p:nvPr>
            </p:nvSpPr>
            <p:spPr>
              <a:xfrm>
                <a:off x="743575" y="1219501"/>
                <a:ext cx="10666035" cy="4800601"/>
              </a:xfrm>
              <a:blipFill>
                <a:blip r:embed="rId3"/>
                <a:stretch>
                  <a:fillRect l="-1486" t="-1523"/>
                </a:stretch>
              </a:blipFill>
            </p:spPr>
            <p:txBody>
              <a:bodyPr/>
              <a:lstStyle/>
              <a:p>
                <a:r>
                  <a:rPr lang="en-US">
                    <a:noFill/>
                  </a:rPr>
                  <a:t> </a:t>
                </a:r>
              </a:p>
            </p:txBody>
          </p:sp>
        </mc:Fallback>
      </mc:AlternateContent>
      <p:pic>
        <p:nvPicPr>
          <p:cNvPr id="15" name="Picture Placeholder 14" descr="A tree diagram shows the probability outcome for a two-supplier example. There are three vertical sections divided by two dashed vertical lines. The first section is titled “Step 1, Supplier.” Two lines radiate from a dot and extend to a dot each on the first dashed vertical line, such that there two dots. The top line is labeled “P(A_1), 0.65” and the bottom line is labeled “P(A_2), 0.35.” The second section is titled “Step 2, Condition.” Two lines radiate from each dot on the first dashed line to a dot each on the second dashed line, such that there are four dots. The top line from the top dot is labeled “P(G | A_1), 0.98” and the bottom line is labeled “P(B | A_1), 0.02.” The top line from the bottom dot is labeled “P(G | A_2), 0.95” and the bottom line is labeled “P(B | A_2), 0.05.” The third section is titled “Probability of outcome.” The data from the diagram is presented in the format, Step 1, step 2: Probability of outcome. P(A_1), P(G | A_1): P(A_1 intersection G) = P(A_1)P(G | A_1) = 0.6370. P(A_1), P(B | A_1): P(A_1 intersection B) = P(A_1)P(B | A_1) = 0.0130. P(A_2), P(G | A_2): P(A_2 intersection G) = P(A_2)P(G | A_2) = 0.3325. P(A_2), P(B | A_2): P(A_2 intersection B) = P(A_2)P(B | A_2) = 0.0175.&#10;">
            <a:extLst>
              <a:ext uri="{FF2B5EF4-FFF2-40B4-BE49-F238E27FC236}">
                <a16:creationId xmlns:a16="http://schemas.microsoft.com/office/drawing/2014/main" id="{29FDC139-C83F-318D-64D3-2143C66332F1}"/>
              </a:ext>
            </a:extLst>
          </p:cNvPr>
          <p:cNvPicPr>
            <a:picLocks noGrp="1" noChangeAspect="1"/>
          </p:cNvPicPr>
          <p:nvPr>
            <p:ph type="pic" sz="quarter" idx="16"/>
          </p:nvPr>
        </p:nvPicPr>
        <p:blipFill rotWithShape="1">
          <a:blip r:embed="rId4"/>
          <a:srcRect l="13" r="13"/>
          <a:stretch/>
        </p:blipFill>
        <p:spPr>
          <a:xfrm>
            <a:off x="5777405" y="1306211"/>
            <a:ext cx="5632205" cy="3452653"/>
          </a:xfrm>
        </p:spPr>
      </p:pic>
    </p:spTree>
    <p:extLst>
      <p:ext uri="{BB962C8B-B14F-4D97-AF65-F5344CB8AC3E}">
        <p14:creationId xmlns:p14="http://schemas.microsoft.com/office/powerpoint/2010/main" val="411763752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FDF338-F3F9-5F43-E7AA-B1819A82B9A0}"/>
              </a:ext>
            </a:extLst>
          </p:cNvPr>
          <p:cNvSpPr>
            <a:spLocks noGrp="1"/>
          </p:cNvSpPr>
          <p:nvPr>
            <p:ph type="title"/>
          </p:nvPr>
        </p:nvSpPr>
        <p:spPr/>
        <p:txBody>
          <a:bodyPr/>
          <a:lstStyle/>
          <a:p>
            <a:r>
              <a:rPr lang="en-US" sz="3200" dirty="0"/>
              <a:t>4.5 Tabular Approach to Bayes’ Theorem</a:t>
            </a:r>
          </a:p>
        </p:txBody>
      </p:sp>
      <mc:AlternateContent xmlns:mc="http://schemas.openxmlformats.org/markup-compatibility/2006">
        <mc:Choice xmlns:a14="http://schemas.microsoft.com/office/drawing/2010/main" Requires="a14">
          <p:sp>
            <p:nvSpPr>
              <p:cNvPr id="3" name="Text Placeholder 2">
                <a:extLst>
                  <a:ext uri="{FF2B5EF4-FFF2-40B4-BE49-F238E27FC236}">
                    <a16:creationId xmlns:a16="http://schemas.microsoft.com/office/drawing/2014/main" id="{5BBC9964-79FA-0C2E-1E53-50748DD150F9}"/>
                  </a:ext>
                </a:extLst>
              </p:cNvPr>
              <p:cNvSpPr>
                <a:spLocks noGrp="1"/>
              </p:cNvSpPr>
              <p:nvPr>
                <p:ph type="body" sz="quarter" idx="15"/>
              </p:nvPr>
            </p:nvSpPr>
            <p:spPr>
              <a:xfrm>
                <a:off x="560696" y="894302"/>
                <a:ext cx="10610223" cy="5325627"/>
              </a:xfrm>
            </p:spPr>
            <p:txBody>
              <a:bodyPr/>
              <a:lstStyle/>
              <a:p>
                <a:pPr>
                  <a:lnSpc>
                    <a:spcPct val="100000"/>
                  </a:lnSpc>
                  <a:spcBef>
                    <a:spcPts val="600"/>
                  </a:spcBef>
                  <a:spcAft>
                    <a:spcPts val="0"/>
                  </a:spcAft>
                </a:pPr>
                <a:r>
                  <a:rPr lang="en-US" sz="2000" dirty="0"/>
                  <a:t>A tabular approach is helpful in conducting Bayes’ theorem calculations (see table below.)</a:t>
                </a:r>
              </a:p>
              <a:p>
                <a:pPr marL="969963" indent="-969963">
                  <a:lnSpc>
                    <a:spcPct val="100000"/>
                  </a:lnSpc>
                  <a:spcBef>
                    <a:spcPts val="600"/>
                  </a:spcBef>
                  <a:spcAft>
                    <a:spcPts val="0"/>
                  </a:spcAft>
                </a:pPr>
                <a:r>
                  <a:rPr lang="en-US" sz="1800" b="1" dirty="0"/>
                  <a:t>Step 1:</a:t>
                </a:r>
                <a:r>
                  <a:rPr lang="en-US" sz="1800" dirty="0"/>
                  <a:t>	Create three columns: (1) with the two events </a:t>
                </a:r>
                <a14:m>
                  <m:oMath xmlns:m="http://schemas.openxmlformats.org/officeDocument/2006/math">
                    <m:r>
                      <a:rPr lang="en-US" sz="1800" i="1" dirty="0" smtClean="0">
                        <a:latin typeface="Cambria Math" panose="02040503050406030204" pitchFamily="18" charset="0"/>
                      </a:rPr>
                      <m:t>𝐴</m:t>
                    </m:r>
                    <m:r>
                      <a:rPr lang="en-US" sz="1800" i="1" baseline="-25000" dirty="0">
                        <a:latin typeface="Cambria Math" panose="02040503050406030204" pitchFamily="18" charset="0"/>
                      </a:rPr>
                      <m:t>1</m:t>
                    </m:r>
                  </m:oMath>
                </a14:m>
                <a:r>
                  <a:rPr lang="en-US" sz="1800" dirty="0"/>
                  <a:t> and </a:t>
                </a:r>
                <a14:m>
                  <m:oMath xmlns:m="http://schemas.openxmlformats.org/officeDocument/2006/math">
                    <m:r>
                      <a:rPr lang="en-US" sz="1800" i="1" dirty="0" smtClean="0">
                        <a:latin typeface="Cambria Math" panose="02040503050406030204" pitchFamily="18" charset="0"/>
                      </a:rPr>
                      <m:t>𝐴</m:t>
                    </m:r>
                    <m:r>
                      <a:rPr lang="en-US" sz="1800" i="1" baseline="-25000" dirty="0">
                        <a:latin typeface="Cambria Math" panose="02040503050406030204" pitchFamily="18" charset="0"/>
                      </a:rPr>
                      <m:t>2</m:t>
                    </m:r>
                  </m:oMath>
                </a14:m>
                <a:r>
                  <a:rPr lang="en-US" sz="1800" dirty="0"/>
                  <a:t> for which posterior probabilities are desired, (2) with the prior probabilities </a:t>
                </a:r>
                <a14:m>
                  <m:oMath xmlns:m="http://schemas.openxmlformats.org/officeDocument/2006/math">
                    <m:r>
                      <a:rPr lang="en-US" sz="1800" b="0" i="1" smtClean="0">
                        <a:latin typeface="Cambria Math" panose="02040503050406030204" pitchFamily="18" charset="0"/>
                      </a:rPr>
                      <m:t>𝑃</m:t>
                    </m:r>
                    <m:d>
                      <m:dPr>
                        <m:ctrlPr>
                          <a:rPr lang="en-US" sz="1800" b="0" i="1" smtClean="0">
                            <a:latin typeface="Cambria Math" panose="02040503050406030204" pitchFamily="18" charset="0"/>
                          </a:rPr>
                        </m:ctrlPr>
                      </m:d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𝐴</m:t>
                            </m:r>
                          </m:e>
                          <m:sub>
                            <m:r>
                              <a:rPr lang="en-US" sz="1800" b="0" i="1" smtClean="0">
                                <a:latin typeface="Cambria Math" panose="02040503050406030204" pitchFamily="18" charset="0"/>
                              </a:rPr>
                              <m:t>1</m:t>
                            </m:r>
                          </m:sub>
                        </m:sSub>
                      </m:e>
                    </m:d>
                  </m:oMath>
                </a14:m>
                <a:r>
                  <a:rPr lang="en-US" sz="1800" dirty="0"/>
                  <a:t> and </a:t>
                </a:r>
                <a14:m>
                  <m:oMath xmlns:m="http://schemas.openxmlformats.org/officeDocument/2006/math">
                    <m:r>
                      <a:rPr lang="en-US" sz="1800" i="1">
                        <a:latin typeface="Cambria Math" panose="02040503050406030204" pitchFamily="18" charset="0"/>
                      </a:rPr>
                      <m:t>𝑃</m:t>
                    </m:r>
                    <m:d>
                      <m:dPr>
                        <m:ctrlPr>
                          <a:rPr lang="en-US" sz="1800" i="1">
                            <a:latin typeface="Cambria Math" panose="02040503050406030204" pitchFamily="18" charset="0"/>
                          </a:rPr>
                        </m:ctrlPr>
                      </m:dPr>
                      <m:e>
                        <m:sSub>
                          <m:sSubPr>
                            <m:ctrlPr>
                              <a:rPr lang="en-US" sz="1800" i="1">
                                <a:latin typeface="Cambria Math" panose="02040503050406030204" pitchFamily="18" charset="0"/>
                              </a:rPr>
                            </m:ctrlPr>
                          </m:sSubPr>
                          <m:e>
                            <m:r>
                              <a:rPr lang="en-US" sz="1800" i="1">
                                <a:latin typeface="Cambria Math" panose="02040503050406030204" pitchFamily="18" charset="0"/>
                              </a:rPr>
                              <m:t>𝐴</m:t>
                            </m:r>
                          </m:e>
                          <m:sub>
                            <m:r>
                              <a:rPr lang="en-US" sz="1800" b="0" i="1" smtClean="0">
                                <a:latin typeface="Cambria Math" panose="02040503050406030204" pitchFamily="18" charset="0"/>
                              </a:rPr>
                              <m:t>2</m:t>
                            </m:r>
                          </m:sub>
                        </m:sSub>
                      </m:e>
                    </m:d>
                  </m:oMath>
                </a14:m>
                <a:r>
                  <a:rPr lang="en-US" sz="1800" dirty="0"/>
                  <a:t>, and (3) with the conditional probabilities from the available data for event </a:t>
                </a:r>
                <a14:m>
                  <m:oMath xmlns:m="http://schemas.openxmlformats.org/officeDocument/2006/math">
                    <m:r>
                      <a:rPr lang="en-US" sz="1800" i="1" dirty="0" smtClean="0">
                        <a:latin typeface="Cambria Math" panose="02040503050406030204" pitchFamily="18" charset="0"/>
                      </a:rPr>
                      <m:t>𝐵</m:t>
                    </m:r>
                  </m:oMath>
                </a14:m>
                <a:r>
                  <a:rPr lang="en-US" sz="1800" dirty="0"/>
                  <a:t>.</a:t>
                </a:r>
              </a:p>
              <a:p>
                <a:pPr marL="969963" indent="-969963">
                  <a:lnSpc>
                    <a:spcPct val="100000"/>
                  </a:lnSpc>
                  <a:spcBef>
                    <a:spcPts val="600"/>
                  </a:spcBef>
                  <a:spcAft>
                    <a:spcPts val="0"/>
                  </a:spcAft>
                </a:pPr>
                <a:r>
                  <a:rPr lang="en-US" sz="1800" b="1" dirty="0"/>
                  <a:t>Step 2:</a:t>
                </a:r>
                <a:r>
                  <a:rPr lang="en-US" sz="1800" dirty="0"/>
                  <a:t>	In column (4), for each of the two rows compute the joint probabilities </a:t>
                </a:r>
                <a14:m>
                  <m:oMath xmlns:m="http://schemas.openxmlformats.org/officeDocument/2006/math">
                    <m:r>
                      <a:rPr lang="en-US" sz="1800" i="1" smtClean="0">
                        <a:latin typeface="Cambria Math" panose="02040503050406030204" pitchFamily="18" charset="0"/>
                      </a:rPr>
                      <m:t>𝑃</m:t>
                    </m:r>
                    <m:r>
                      <a:rPr lang="en-US" sz="1800" i="1" smtClean="0">
                        <a:latin typeface="Cambria Math" panose="02040503050406030204" pitchFamily="18" charset="0"/>
                      </a:rPr>
                      <m:t>(</m:t>
                    </m:r>
                    <m:sSub>
                      <m:sSubPr>
                        <m:ctrlPr>
                          <a:rPr lang="en-US" sz="1800" i="1">
                            <a:latin typeface="Cambria Math" panose="02040503050406030204" pitchFamily="18" charset="0"/>
                          </a:rPr>
                        </m:ctrlPr>
                      </m:sSubPr>
                      <m:e>
                        <m:r>
                          <a:rPr lang="en-US" sz="1800" i="1">
                            <a:latin typeface="Cambria Math" panose="02040503050406030204" pitchFamily="18" charset="0"/>
                          </a:rPr>
                          <m:t>𝐴</m:t>
                        </m:r>
                      </m:e>
                      <m:sub>
                        <m:r>
                          <a:rPr lang="en-US" sz="1800" b="0" i="1" smtClean="0">
                            <a:latin typeface="Cambria Math" panose="02040503050406030204" pitchFamily="18" charset="0"/>
                          </a:rPr>
                          <m:t>𝑖</m:t>
                        </m:r>
                      </m:sub>
                    </m:sSub>
                    <m:r>
                      <a:rPr lang="en-US" sz="1800" i="1">
                        <a:latin typeface="Cambria Math" panose="02040503050406030204" pitchFamily="18" charset="0"/>
                        <a:ea typeface="Cambria Math" panose="02040503050406030204" pitchFamily="18" charset="0"/>
                      </a:rPr>
                      <m:t>∩</m:t>
                    </m:r>
                    <m:r>
                      <a:rPr lang="en-US" sz="1800" i="1">
                        <a:latin typeface="Cambria Math" panose="02040503050406030204" pitchFamily="18" charset="0"/>
                        <a:ea typeface="Cambria Math" panose="02040503050406030204" pitchFamily="18" charset="0"/>
                      </a:rPr>
                      <m:t>𝐵</m:t>
                    </m:r>
                    <m:r>
                      <a:rPr lang="en-US" sz="1800" i="1">
                        <a:latin typeface="Cambria Math" panose="02040503050406030204" pitchFamily="18" charset="0"/>
                      </a:rPr>
                      <m:t>)</m:t>
                    </m:r>
                  </m:oMath>
                </a14:m>
                <a:r>
                  <a:rPr lang="en-US" sz="1800" dirty="0"/>
                  <a:t> by multiplying the values in columns (2) and (3).</a:t>
                </a:r>
              </a:p>
              <a:p>
                <a:pPr marL="969963" indent="-969963">
                  <a:lnSpc>
                    <a:spcPct val="100000"/>
                  </a:lnSpc>
                  <a:spcBef>
                    <a:spcPts val="600"/>
                  </a:spcBef>
                  <a:spcAft>
                    <a:spcPts val="0"/>
                  </a:spcAft>
                </a:pPr>
                <a:r>
                  <a:rPr lang="en-US" sz="1800" b="1" dirty="0"/>
                  <a:t>Step 3:</a:t>
                </a:r>
                <a:r>
                  <a:rPr lang="en-US" sz="1800" dirty="0"/>
                  <a:t>	Sum the joint probabilities in column (4) to obtain </a:t>
                </a:r>
                <a14:m>
                  <m:oMath xmlns:m="http://schemas.openxmlformats.org/officeDocument/2006/math">
                    <m:r>
                      <a:rPr lang="en-US" sz="1800" b="0" i="1" smtClean="0">
                        <a:latin typeface="Cambria Math" panose="02040503050406030204" pitchFamily="18" charset="0"/>
                      </a:rPr>
                      <m:t>𝑃</m:t>
                    </m:r>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𝐵</m:t>
                        </m:r>
                      </m:e>
                    </m:d>
                  </m:oMath>
                </a14:m>
                <a:r>
                  <a:rPr lang="en-US" sz="1800" dirty="0"/>
                  <a:t>.</a:t>
                </a:r>
              </a:p>
              <a:p>
                <a:pPr marL="969963" indent="-969963">
                  <a:lnSpc>
                    <a:spcPct val="100000"/>
                  </a:lnSpc>
                  <a:spcBef>
                    <a:spcPts val="600"/>
                  </a:spcBef>
                  <a:spcAft>
                    <a:spcPts val="1200"/>
                  </a:spcAft>
                </a:pPr>
                <a:r>
                  <a:rPr lang="en-US" sz="1800" b="1" dirty="0"/>
                  <a:t>Step 4:	</a:t>
                </a:r>
                <a:r>
                  <a:rPr lang="en-US" sz="1800" dirty="0"/>
                  <a:t>In column (5</a:t>
                </a:r>
                <a:r>
                  <a:rPr lang="en-US" sz="1800"/>
                  <a:t>), compute the posterior probabilities by dividing the joint probabilities in (4) by P(B), which is the sum of column (4).</a:t>
                </a:r>
              </a:p>
              <a:p>
                <a:pPr marL="969963" indent="-969963">
                  <a:lnSpc>
                    <a:spcPct val="100000"/>
                  </a:lnSpc>
                  <a:spcBef>
                    <a:spcPts val="600"/>
                  </a:spcBef>
                  <a:spcAft>
                    <a:spcPts val="1200"/>
                  </a:spcAft>
                </a:pPr>
                <a:endParaRPr lang="en-US" sz="1800" dirty="0"/>
              </a:p>
              <a:p>
                <a:pPr marL="969963" indent="-969963">
                  <a:lnSpc>
                    <a:spcPct val="100000"/>
                  </a:lnSpc>
                  <a:spcBef>
                    <a:spcPts val="600"/>
                  </a:spcBef>
                  <a:spcAft>
                    <a:spcPts val="1200"/>
                  </a:spcAft>
                </a:pPr>
                <a14:m>
                  <m:oMathPara xmlns:m="http://schemas.openxmlformats.org/officeDocument/2006/math">
                    <m:oMathParaPr>
                      <m:jc m:val="left"/>
                    </m:oMathParaPr>
                    <m:oMath xmlns:m="http://schemas.openxmlformats.org/officeDocument/2006/math">
                      <m:r>
                        <a:rPr lang="en-US" sz="1800" b="0" i="1" smtClean="0">
                          <a:latin typeface="Cambria Math" panose="02040503050406030204" pitchFamily="18" charset="0"/>
                        </a:rPr>
                        <m:t>𝑃</m:t>
                      </m:r>
                      <m:d>
                        <m:dPr>
                          <m:endChr m:val="|"/>
                          <m:ctrlPr>
                            <a:rPr lang="en-US" sz="1800" b="0" i="1" smtClean="0">
                              <a:latin typeface="Cambria Math" panose="02040503050406030204" pitchFamily="18" charset="0"/>
                            </a:rPr>
                          </m:ctrlPr>
                        </m:d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𝐴</m:t>
                              </m:r>
                            </m:e>
                            <m:sub>
                              <m:r>
                                <a:rPr lang="en-US" sz="1800" b="0" i="1" smtClean="0">
                                  <a:latin typeface="Cambria Math" panose="02040503050406030204" pitchFamily="18" charset="0"/>
                                </a:rPr>
                                <m:t>1</m:t>
                              </m:r>
                            </m:sub>
                          </m:sSub>
                          <m:r>
                            <a:rPr lang="en-US" sz="1800" b="0" i="1" smtClean="0">
                              <a:latin typeface="Cambria Math" panose="02040503050406030204" pitchFamily="18" charset="0"/>
                            </a:rPr>
                            <m:t> </m:t>
                          </m:r>
                        </m:e>
                      </m:d>
                      <m:r>
                        <a:rPr lang="en-US" sz="1800" b="0" i="1" smtClean="0">
                          <a:latin typeface="Cambria Math" panose="02040503050406030204" pitchFamily="18" charset="0"/>
                        </a:rPr>
                        <m:t> </m:t>
                      </m:r>
                      <m:r>
                        <a:rPr lang="en-US" sz="1800" b="0" i="1" smtClean="0">
                          <a:latin typeface="Cambria Math" panose="02040503050406030204" pitchFamily="18" charset="0"/>
                        </a:rPr>
                        <m:t>𝐵</m:t>
                      </m:r>
                      <m:r>
                        <a:rPr lang="en-US" sz="1800" b="0" i="1" smtClean="0">
                          <a:latin typeface="Cambria Math" panose="02040503050406030204" pitchFamily="18" charset="0"/>
                        </a:rPr>
                        <m:t>)=</m:t>
                      </m:r>
                      <m:f>
                        <m:fPr>
                          <m:ctrlPr>
                            <a:rPr lang="en-US" sz="1800" b="0" i="1" smtClean="0">
                              <a:latin typeface="Cambria Math" panose="02040503050406030204" pitchFamily="18" charset="0"/>
                            </a:rPr>
                          </m:ctrlPr>
                        </m:fPr>
                        <m:num>
                          <m:r>
                            <a:rPr lang="en-US" sz="1800" i="1">
                              <a:latin typeface="Cambria Math" panose="02040503050406030204" pitchFamily="18" charset="0"/>
                            </a:rPr>
                            <m:t>𝑃</m:t>
                          </m:r>
                          <m:r>
                            <a:rPr lang="en-US" sz="1800" i="1">
                              <a:latin typeface="Cambria Math" panose="02040503050406030204" pitchFamily="18" charset="0"/>
                            </a:rPr>
                            <m:t>(</m:t>
                          </m:r>
                          <m:sSub>
                            <m:sSubPr>
                              <m:ctrlPr>
                                <a:rPr lang="en-US" sz="1800" i="1">
                                  <a:latin typeface="Cambria Math" panose="02040503050406030204" pitchFamily="18" charset="0"/>
                                </a:rPr>
                              </m:ctrlPr>
                            </m:sSubPr>
                            <m:e>
                              <m:r>
                                <a:rPr lang="en-US" sz="1800" i="1">
                                  <a:latin typeface="Cambria Math" panose="02040503050406030204" pitchFamily="18" charset="0"/>
                                </a:rPr>
                                <m:t>𝐴</m:t>
                              </m:r>
                            </m:e>
                            <m:sub>
                              <m:r>
                                <a:rPr lang="en-US" sz="1800" b="0" i="1" smtClean="0">
                                  <a:latin typeface="Cambria Math" panose="02040503050406030204" pitchFamily="18" charset="0"/>
                                </a:rPr>
                                <m:t>1</m:t>
                              </m:r>
                            </m:sub>
                          </m:sSub>
                          <m:r>
                            <a:rPr lang="en-US" sz="1800" i="1">
                              <a:latin typeface="Cambria Math" panose="02040503050406030204" pitchFamily="18" charset="0"/>
                              <a:ea typeface="Cambria Math" panose="02040503050406030204" pitchFamily="18" charset="0"/>
                            </a:rPr>
                            <m:t>∩</m:t>
                          </m:r>
                          <m:r>
                            <a:rPr lang="en-US" sz="1800" i="1">
                              <a:latin typeface="Cambria Math" panose="02040503050406030204" pitchFamily="18" charset="0"/>
                              <a:ea typeface="Cambria Math" panose="02040503050406030204" pitchFamily="18" charset="0"/>
                            </a:rPr>
                            <m:t>𝐵</m:t>
                          </m:r>
                          <m:r>
                            <a:rPr lang="en-US" sz="1800" i="1">
                              <a:latin typeface="Cambria Math" panose="02040503050406030204" pitchFamily="18" charset="0"/>
                            </a:rPr>
                            <m:t>)</m:t>
                          </m:r>
                        </m:num>
                        <m:den>
                          <m:r>
                            <a:rPr lang="en-US" sz="1800" b="0" i="1" smtClean="0">
                              <a:latin typeface="Cambria Math" panose="02040503050406030204" pitchFamily="18" charset="0"/>
                            </a:rPr>
                            <m:t>𝑃</m:t>
                          </m:r>
                          <m:r>
                            <a:rPr lang="en-US" sz="1800" b="0" i="1" smtClean="0">
                              <a:latin typeface="Cambria Math" panose="02040503050406030204" pitchFamily="18" charset="0"/>
                            </a:rPr>
                            <m:t>(</m:t>
                          </m:r>
                          <m:r>
                            <a:rPr lang="en-US" sz="1800" b="0" i="1" smtClean="0">
                              <a:latin typeface="Cambria Math" panose="02040503050406030204" pitchFamily="18" charset="0"/>
                            </a:rPr>
                            <m:t>𝐵</m:t>
                          </m:r>
                          <m:r>
                            <a:rPr lang="en-US" sz="1800" b="0" i="1" smtClean="0">
                              <a:latin typeface="Cambria Math" panose="02040503050406030204" pitchFamily="18" charset="0"/>
                            </a:rPr>
                            <m:t>)</m:t>
                          </m:r>
                        </m:den>
                      </m:f>
                    </m:oMath>
                  </m:oMathPara>
                </a14:m>
                <a:endParaRPr lang="en-US" sz="1800" dirty="0"/>
              </a:p>
              <a:p>
                <a:pPr marL="969963" indent="-969963">
                  <a:lnSpc>
                    <a:spcPct val="100000"/>
                  </a:lnSpc>
                  <a:spcBef>
                    <a:spcPts val="600"/>
                  </a:spcBef>
                  <a:spcAft>
                    <a:spcPts val="0"/>
                  </a:spcAft>
                </a:pPr>
                <a14:m>
                  <m:oMathPara xmlns:m="http://schemas.openxmlformats.org/officeDocument/2006/math">
                    <m:oMathParaPr>
                      <m:jc m:val="left"/>
                    </m:oMathParaPr>
                    <m:oMath xmlns:m="http://schemas.openxmlformats.org/officeDocument/2006/math">
                      <m:r>
                        <a:rPr lang="en-US" sz="1800" b="0" i="1" smtClean="0">
                          <a:latin typeface="Cambria Math" panose="02040503050406030204" pitchFamily="18" charset="0"/>
                        </a:rPr>
                        <m:t>𝑃</m:t>
                      </m:r>
                      <m:d>
                        <m:dPr>
                          <m:endChr m:val="|"/>
                          <m:ctrlPr>
                            <a:rPr lang="en-US" sz="1800" b="0" i="1" smtClean="0">
                              <a:latin typeface="Cambria Math" panose="02040503050406030204" pitchFamily="18" charset="0"/>
                            </a:rPr>
                          </m:ctrlPr>
                        </m:d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𝐴</m:t>
                              </m:r>
                            </m:e>
                            <m:sub>
                              <m:r>
                                <a:rPr lang="en-US" sz="1800" b="0" i="1" smtClean="0">
                                  <a:latin typeface="Cambria Math" panose="02040503050406030204" pitchFamily="18" charset="0"/>
                                </a:rPr>
                                <m:t>2</m:t>
                              </m:r>
                            </m:sub>
                          </m:sSub>
                          <m:r>
                            <a:rPr lang="en-US" sz="1800" b="0" i="1" smtClean="0">
                              <a:latin typeface="Cambria Math" panose="02040503050406030204" pitchFamily="18" charset="0"/>
                            </a:rPr>
                            <m:t> </m:t>
                          </m:r>
                        </m:e>
                      </m:d>
                      <m:r>
                        <a:rPr lang="en-US" sz="1800" b="0" i="1" smtClean="0">
                          <a:latin typeface="Cambria Math" panose="02040503050406030204" pitchFamily="18" charset="0"/>
                        </a:rPr>
                        <m:t> </m:t>
                      </m:r>
                      <m:r>
                        <a:rPr lang="en-US" sz="1800" b="0" i="1" smtClean="0">
                          <a:latin typeface="Cambria Math" panose="02040503050406030204" pitchFamily="18" charset="0"/>
                        </a:rPr>
                        <m:t>𝐵</m:t>
                      </m:r>
                      <m:r>
                        <a:rPr lang="en-US" sz="1800" b="0" i="1" smtClean="0">
                          <a:latin typeface="Cambria Math" panose="02040503050406030204" pitchFamily="18" charset="0"/>
                        </a:rPr>
                        <m:t>)=</m:t>
                      </m:r>
                      <m:f>
                        <m:fPr>
                          <m:ctrlPr>
                            <a:rPr lang="en-US" sz="1800" b="0" i="1" smtClean="0">
                              <a:latin typeface="Cambria Math" panose="02040503050406030204" pitchFamily="18" charset="0"/>
                            </a:rPr>
                          </m:ctrlPr>
                        </m:fPr>
                        <m:num>
                          <m:r>
                            <a:rPr lang="en-US" sz="1800" i="1">
                              <a:latin typeface="Cambria Math" panose="02040503050406030204" pitchFamily="18" charset="0"/>
                            </a:rPr>
                            <m:t>𝑃</m:t>
                          </m:r>
                          <m:r>
                            <a:rPr lang="en-US" sz="1800" i="1">
                              <a:latin typeface="Cambria Math" panose="02040503050406030204" pitchFamily="18" charset="0"/>
                            </a:rPr>
                            <m:t>(</m:t>
                          </m:r>
                          <m:sSub>
                            <m:sSubPr>
                              <m:ctrlPr>
                                <a:rPr lang="en-US" sz="1800" i="1" smtClean="0">
                                  <a:latin typeface="Cambria Math" panose="02040503050406030204" pitchFamily="18" charset="0"/>
                                </a:rPr>
                              </m:ctrlPr>
                            </m:sSubPr>
                            <m:e>
                              <m:r>
                                <a:rPr lang="en-US" sz="1800" i="1">
                                  <a:latin typeface="Cambria Math" panose="02040503050406030204" pitchFamily="18" charset="0"/>
                                </a:rPr>
                                <m:t>𝐴</m:t>
                              </m:r>
                            </m:e>
                            <m:sub>
                              <m:r>
                                <a:rPr lang="en-US" sz="1800" b="0" i="1" smtClean="0">
                                  <a:latin typeface="Cambria Math" panose="02040503050406030204" pitchFamily="18" charset="0"/>
                                </a:rPr>
                                <m:t>2</m:t>
                              </m:r>
                            </m:sub>
                          </m:sSub>
                          <m:r>
                            <a:rPr lang="en-US" sz="1800" i="1">
                              <a:latin typeface="Cambria Math" panose="02040503050406030204" pitchFamily="18" charset="0"/>
                              <a:ea typeface="Cambria Math" panose="02040503050406030204" pitchFamily="18" charset="0"/>
                            </a:rPr>
                            <m:t>∩</m:t>
                          </m:r>
                          <m:r>
                            <a:rPr lang="en-US" sz="1800" i="1">
                              <a:latin typeface="Cambria Math" panose="02040503050406030204" pitchFamily="18" charset="0"/>
                              <a:ea typeface="Cambria Math" panose="02040503050406030204" pitchFamily="18" charset="0"/>
                            </a:rPr>
                            <m:t>𝐵</m:t>
                          </m:r>
                          <m:r>
                            <a:rPr lang="en-US" sz="1800" i="1">
                              <a:latin typeface="Cambria Math" panose="02040503050406030204" pitchFamily="18" charset="0"/>
                            </a:rPr>
                            <m:t>)</m:t>
                          </m:r>
                        </m:num>
                        <m:den>
                          <m:r>
                            <a:rPr lang="en-US" sz="1800" b="0" i="1" smtClean="0">
                              <a:latin typeface="Cambria Math" panose="02040503050406030204" pitchFamily="18" charset="0"/>
                            </a:rPr>
                            <m:t>𝑃</m:t>
                          </m:r>
                          <m:r>
                            <a:rPr lang="en-US" sz="1800" b="0" i="1" smtClean="0">
                              <a:latin typeface="Cambria Math" panose="02040503050406030204" pitchFamily="18" charset="0"/>
                            </a:rPr>
                            <m:t>(</m:t>
                          </m:r>
                          <m:r>
                            <a:rPr lang="en-US" sz="1800" b="0" i="1" smtClean="0">
                              <a:latin typeface="Cambria Math" panose="02040503050406030204" pitchFamily="18" charset="0"/>
                            </a:rPr>
                            <m:t>𝐵</m:t>
                          </m:r>
                          <m:r>
                            <a:rPr lang="en-US" sz="1800" b="0" i="1" smtClean="0">
                              <a:latin typeface="Cambria Math" panose="02040503050406030204" pitchFamily="18" charset="0"/>
                            </a:rPr>
                            <m:t>)</m:t>
                          </m:r>
                        </m:den>
                      </m:f>
                    </m:oMath>
                  </m:oMathPara>
                </a14:m>
                <a:endParaRPr lang="en-US" sz="1800" dirty="0"/>
              </a:p>
            </p:txBody>
          </p:sp>
        </mc:Choice>
        <mc:Fallback>
          <p:sp>
            <p:nvSpPr>
              <p:cNvPr id="3" name="Text Placeholder 2">
                <a:extLst>
                  <a:ext uri="{FF2B5EF4-FFF2-40B4-BE49-F238E27FC236}">
                    <a16:creationId xmlns:a16="http://schemas.microsoft.com/office/drawing/2014/main" id="{5BBC9964-79FA-0C2E-1E53-50748DD150F9}"/>
                  </a:ext>
                </a:extLst>
              </p:cNvPr>
              <p:cNvSpPr>
                <a:spLocks noGrp="1" noRot="1" noChangeAspect="1" noMove="1" noResize="1" noEditPoints="1" noAdjustHandles="1" noChangeArrowheads="1" noChangeShapeType="1" noTextEdit="1"/>
              </p:cNvSpPr>
              <p:nvPr>
                <p:ph type="body" sz="quarter" idx="15"/>
              </p:nvPr>
            </p:nvSpPr>
            <p:spPr>
              <a:xfrm>
                <a:off x="560696" y="894302"/>
                <a:ext cx="10610223" cy="5325627"/>
              </a:xfrm>
              <a:blipFill>
                <a:blip r:embed="rId3"/>
                <a:stretch>
                  <a:fillRect l="-1494" t="-1375" r="-172"/>
                </a:stretch>
              </a:blipFill>
            </p:spPr>
            <p:txBody>
              <a:bodyPr/>
              <a:lstStyle/>
              <a:p>
                <a:r>
                  <a:rPr lang="en-US">
                    <a:noFill/>
                  </a:rPr>
                  <a:t> </a:t>
                </a:r>
              </a:p>
            </p:txBody>
          </p:sp>
        </mc:Fallback>
      </mc:AlternateContent>
      <p:graphicFrame>
        <p:nvGraphicFramePr>
          <p:cNvPr id="7" name="Table 7">
            <a:extLst>
              <a:ext uri="{FF2B5EF4-FFF2-40B4-BE49-F238E27FC236}">
                <a16:creationId xmlns:a16="http://schemas.microsoft.com/office/drawing/2014/main" id="{30DFB324-0BD1-1AE4-C8A2-280351F048C5}"/>
              </a:ext>
            </a:extLst>
          </p:cNvPr>
          <p:cNvGraphicFramePr>
            <a:graphicFrameLocks noGrp="1"/>
          </p:cNvGraphicFramePr>
          <p:nvPr>
            <p:ph type="tbl" sz="quarter" idx="16"/>
            <p:extLst>
              <p:ext uri="{D42A27DB-BD31-4B8C-83A1-F6EECF244321}">
                <p14:modId xmlns:p14="http://schemas.microsoft.com/office/powerpoint/2010/main" val="3262413734"/>
              </p:ext>
            </p:extLst>
          </p:nvPr>
        </p:nvGraphicFramePr>
        <p:xfrm>
          <a:off x="4227883" y="3897244"/>
          <a:ext cx="7125916" cy="1860550"/>
        </p:xfrm>
        <a:graphic>
          <a:graphicData uri="http://schemas.openxmlformats.org/drawingml/2006/table">
            <a:tbl>
              <a:tblPr firstRow="1" bandRow="1">
                <a:tableStyleId>{5C22544A-7EE6-4342-B048-85BDC9FD1C3A}</a:tableStyleId>
              </a:tblPr>
              <a:tblGrid>
                <a:gridCol w="815755">
                  <a:extLst>
                    <a:ext uri="{9D8B030D-6E8A-4147-A177-3AD203B41FA5}">
                      <a16:colId xmlns:a16="http://schemas.microsoft.com/office/drawing/2014/main" val="3171866313"/>
                    </a:ext>
                  </a:extLst>
                </a:gridCol>
                <a:gridCol w="1164657">
                  <a:extLst>
                    <a:ext uri="{9D8B030D-6E8A-4147-A177-3AD203B41FA5}">
                      <a16:colId xmlns:a16="http://schemas.microsoft.com/office/drawing/2014/main" val="649675411"/>
                    </a:ext>
                  </a:extLst>
                </a:gridCol>
                <a:gridCol w="1164657">
                  <a:extLst>
                    <a:ext uri="{9D8B030D-6E8A-4147-A177-3AD203B41FA5}">
                      <a16:colId xmlns:a16="http://schemas.microsoft.com/office/drawing/2014/main" val="2119458474"/>
                    </a:ext>
                  </a:extLst>
                </a:gridCol>
                <a:gridCol w="1337911">
                  <a:extLst>
                    <a:ext uri="{9D8B030D-6E8A-4147-A177-3AD203B41FA5}">
                      <a16:colId xmlns:a16="http://schemas.microsoft.com/office/drawing/2014/main" val="3127550476"/>
                    </a:ext>
                  </a:extLst>
                </a:gridCol>
                <a:gridCol w="2642936">
                  <a:extLst>
                    <a:ext uri="{9D8B030D-6E8A-4147-A177-3AD203B41FA5}">
                      <a16:colId xmlns:a16="http://schemas.microsoft.com/office/drawing/2014/main" val="1175915852"/>
                    </a:ext>
                  </a:extLst>
                </a:gridCol>
              </a:tblGrid>
              <a:tr h="242558">
                <a:tc>
                  <a:txBody>
                    <a:bodyPr/>
                    <a:lstStyle/>
                    <a:p>
                      <a:pPr algn="ctr" fontAlgn="b"/>
                      <a:r>
                        <a:rPr lang="en-US" sz="1600" b="1" i="0" u="none" strike="noStrike" dirty="0">
                          <a:solidFill>
                            <a:srgbClr val="000000"/>
                          </a:solidFill>
                          <a:effectLst/>
                          <a:latin typeface="Calibri" panose="020F0502020204030204" pitchFamily="34" charset="0"/>
                        </a:rPr>
                        <a:t>(1)</a:t>
                      </a:r>
                    </a:p>
                  </a:txBody>
                  <a:tcPr marL="6350" marR="6350" marT="6350" marB="0" anchor="b">
                    <a:lnL w="12700" cmpd="sng">
                      <a:noFill/>
                    </a:lnL>
                    <a:lnR w="12700" cmpd="sng">
                      <a:noFill/>
                    </a:lnR>
                    <a:lnT w="12700" cmpd="sng">
                      <a:noFill/>
                    </a:lnT>
                    <a:lnB w="38100" cmpd="sng">
                      <a:noFill/>
                    </a:lnB>
                    <a:lnTlToBr w="12700" cmpd="sng">
                      <a:noFill/>
                      <a:prstDash val="solid"/>
                    </a:lnTlToBr>
                    <a:lnBlToTr w="12700" cmpd="sng">
                      <a:noFill/>
                      <a:prstDash val="solid"/>
                    </a:lnBlToTr>
                    <a:solidFill>
                      <a:srgbClr val="FFF4DE"/>
                    </a:solidFill>
                  </a:tcPr>
                </a:tc>
                <a:tc>
                  <a:txBody>
                    <a:bodyPr/>
                    <a:lstStyle/>
                    <a:p>
                      <a:pPr algn="ctr" fontAlgn="b"/>
                      <a:r>
                        <a:rPr lang="en-US" sz="1600" b="1" i="0" u="none" strike="noStrike" dirty="0">
                          <a:solidFill>
                            <a:srgbClr val="000000"/>
                          </a:solidFill>
                          <a:effectLst/>
                          <a:latin typeface="Calibri" panose="020F0502020204030204" pitchFamily="34" charset="0"/>
                        </a:rPr>
                        <a:t>(2)</a:t>
                      </a:r>
                    </a:p>
                  </a:txBody>
                  <a:tcPr marL="6350" marR="6350" marT="6350" marB="0" anchor="b">
                    <a:lnL w="12700" cmpd="sng">
                      <a:noFill/>
                    </a:lnL>
                    <a:lnR w="12700" cmpd="sng">
                      <a:noFill/>
                    </a:lnR>
                    <a:lnT w="12700" cmpd="sng">
                      <a:noFill/>
                    </a:lnT>
                    <a:lnB w="38100" cmpd="sng">
                      <a:noFill/>
                    </a:lnB>
                    <a:lnTlToBr w="12700" cmpd="sng">
                      <a:noFill/>
                      <a:prstDash val="solid"/>
                    </a:lnTlToBr>
                    <a:lnBlToTr w="12700" cmpd="sng">
                      <a:noFill/>
                      <a:prstDash val="solid"/>
                    </a:lnBlToTr>
                    <a:solidFill>
                      <a:srgbClr val="FFF4DE"/>
                    </a:solidFill>
                  </a:tcPr>
                </a:tc>
                <a:tc>
                  <a:txBody>
                    <a:bodyPr/>
                    <a:lstStyle/>
                    <a:p>
                      <a:pPr algn="ctr" fontAlgn="b"/>
                      <a:r>
                        <a:rPr lang="en-US" sz="1600" b="1" i="0" u="none" strike="noStrike">
                          <a:solidFill>
                            <a:srgbClr val="000000"/>
                          </a:solidFill>
                          <a:effectLst/>
                          <a:latin typeface="Calibri" panose="020F0502020204030204" pitchFamily="34" charset="0"/>
                        </a:rPr>
                        <a:t>(3)</a:t>
                      </a:r>
                    </a:p>
                  </a:txBody>
                  <a:tcPr marL="6350" marR="6350" marT="6350" marB="0" anchor="b">
                    <a:lnL w="12700" cmpd="sng">
                      <a:noFill/>
                    </a:lnL>
                    <a:lnR w="12700" cmpd="sng">
                      <a:noFill/>
                    </a:lnR>
                    <a:lnT w="12700" cmpd="sng">
                      <a:noFill/>
                    </a:lnT>
                    <a:lnB w="38100" cmpd="sng">
                      <a:noFill/>
                    </a:lnB>
                    <a:lnTlToBr w="12700" cmpd="sng">
                      <a:noFill/>
                      <a:prstDash val="solid"/>
                    </a:lnTlToBr>
                    <a:lnBlToTr w="12700" cmpd="sng">
                      <a:noFill/>
                      <a:prstDash val="solid"/>
                    </a:lnBlToTr>
                    <a:solidFill>
                      <a:srgbClr val="FFF4DE"/>
                    </a:solidFill>
                  </a:tcPr>
                </a:tc>
                <a:tc>
                  <a:txBody>
                    <a:bodyPr/>
                    <a:lstStyle/>
                    <a:p>
                      <a:pPr algn="ctr" fontAlgn="b"/>
                      <a:r>
                        <a:rPr lang="en-US" sz="1600" b="1" i="0" u="none" strike="noStrike">
                          <a:solidFill>
                            <a:srgbClr val="000000"/>
                          </a:solidFill>
                          <a:effectLst/>
                          <a:latin typeface="Calibri" panose="020F0502020204030204" pitchFamily="34" charset="0"/>
                        </a:rPr>
                        <a:t>(4)</a:t>
                      </a:r>
                    </a:p>
                  </a:txBody>
                  <a:tcPr marL="6350" marR="6350" marT="6350" marB="0" anchor="b">
                    <a:lnL w="12700" cmpd="sng">
                      <a:noFill/>
                    </a:lnL>
                    <a:lnR w="12700" cmpd="sng">
                      <a:noFill/>
                    </a:lnR>
                    <a:lnT w="12700" cmpd="sng">
                      <a:noFill/>
                    </a:lnT>
                    <a:lnB w="38100" cmpd="sng">
                      <a:noFill/>
                    </a:lnB>
                    <a:lnTlToBr w="12700" cmpd="sng">
                      <a:noFill/>
                      <a:prstDash val="solid"/>
                    </a:lnTlToBr>
                    <a:lnBlToTr w="12700" cmpd="sng">
                      <a:noFill/>
                      <a:prstDash val="solid"/>
                    </a:lnBlToTr>
                    <a:solidFill>
                      <a:srgbClr val="FFF4DE"/>
                    </a:solidFill>
                  </a:tcPr>
                </a:tc>
                <a:tc>
                  <a:txBody>
                    <a:bodyPr/>
                    <a:lstStyle/>
                    <a:p>
                      <a:pPr algn="ctr" fontAlgn="b"/>
                      <a:r>
                        <a:rPr lang="en-US" sz="1600" b="1" i="0" u="none" strike="noStrike" dirty="0">
                          <a:solidFill>
                            <a:srgbClr val="000000"/>
                          </a:solidFill>
                          <a:effectLst/>
                          <a:latin typeface="Calibri" panose="020F0502020204030204" pitchFamily="34" charset="0"/>
                        </a:rPr>
                        <a:t>(5)</a:t>
                      </a:r>
                    </a:p>
                  </a:txBody>
                  <a:tcPr marL="6350" marR="6350" marT="6350" marB="0" anchor="b">
                    <a:lnL w="12700" cmpd="sng">
                      <a:noFill/>
                    </a:lnL>
                    <a:lnR w="12700" cmpd="sng">
                      <a:noFill/>
                    </a:lnR>
                    <a:lnT w="12700" cmpd="sng">
                      <a:noFill/>
                    </a:lnT>
                    <a:lnB w="38100" cmpd="sng">
                      <a:noFill/>
                    </a:lnB>
                    <a:lnTlToBr w="12700" cmpd="sng">
                      <a:noFill/>
                      <a:prstDash val="solid"/>
                    </a:lnTlToBr>
                    <a:lnBlToTr w="12700" cmpd="sng">
                      <a:noFill/>
                      <a:prstDash val="solid"/>
                    </a:lnBlToTr>
                    <a:solidFill>
                      <a:srgbClr val="FFF4DE"/>
                    </a:solidFill>
                  </a:tcPr>
                </a:tc>
                <a:extLst>
                  <a:ext uri="{0D108BD9-81ED-4DB2-BD59-A6C34878D82A}">
                    <a16:rowId xmlns:a16="http://schemas.microsoft.com/office/drawing/2014/main" val="1013645990"/>
                  </a:ext>
                </a:extLst>
              </a:tr>
              <a:tr h="242558">
                <a:tc>
                  <a:txBody>
                    <a:bodyPr/>
                    <a:lstStyle/>
                    <a:p>
                      <a:pPr algn="ctr" fontAlgn="b"/>
                      <a:r>
                        <a:rPr lang="en-US" sz="1600" b="1" i="0" u="none" strike="noStrike" dirty="0">
                          <a:solidFill>
                            <a:srgbClr val="000000"/>
                          </a:solidFill>
                          <a:effectLst/>
                          <a:latin typeface="Calibri" panose="020F0502020204030204" pitchFamily="34" charset="0"/>
                        </a:rPr>
                        <a:t>Events</a:t>
                      </a:r>
                    </a:p>
                  </a:txBody>
                  <a:tcPr marL="6350" marR="6350" marT="6350" marB="0" anchor="b">
                    <a:lnL w="12700" cmpd="sng">
                      <a:noFill/>
                    </a:lnL>
                    <a:lnR w="12700" cmpd="sng">
                      <a:noFill/>
                    </a:lnR>
                    <a:lnT w="38100" cmpd="sng">
                      <a:noFill/>
                    </a:lnT>
                    <a:lnB w="12700" cmpd="sng">
                      <a:noFill/>
                    </a:lnB>
                    <a:lnTlToBr w="12700" cmpd="sng">
                      <a:noFill/>
                      <a:prstDash val="solid"/>
                    </a:lnTlToBr>
                    <a:lnBlToTr w="12700" cmpd="sng">
                      <a:noFill/>
                      <a:prstDash val="solid"/>
                    </a:lnBlToTr>
                    <a:solidFill>
                      <a:srgbClr val="FFF4DE"/>
                    </a:solidFill>
                  </a:tcPr>
                </a:tc>
                <a:tc>
                  <a:txBody>
                    <a:bodyPr/>
                    <a:lstStyle/>
                    <a:p>
                      <a:pPr algn="ctr" fontAlgn="b"/>
                      <a:r>
                        <a:rPr lang="en-US" sz="1600" b="1" i="0" u="none" strike="noStrike" dirty="0">
                          <a:solidFill>
                            <a:srgbClr val="000000"/>
                          </a:solidFill>
                          <a:effectLst/>
                          <a:latin typeface="Calibri" panose="020F0502020204030204" pitchFamily="34" charset="0"/>
                        </a:rPr>
                        <a:t>Prior Probabilities</a:t>
                      </a:r>
                    </a:p>
                  </a:txBody>
                  <a:tcPr marL="6350" marR="6350" marT="6350" marB="0" anchor="b">
                    <a:lnL w="12700" cmpd="sng">
                      <a:noFill/>
                    </a:lnL>
                    <a:lnR w="12700" cmpd="sng">
                      <a:noFill/>
                    </a:lnR>
                    <a:lnT w="38100" cmpd="sng">
                      <a:noFill/>
                    </a:lnT>
                    <a:lnB w="12700" cmpd="sng">
                      <a:noFill/>
                    </a:lnB>
                    <a:lnTlToBr w="12700" cmpd="sng">
                      <a:noFill/>
                      <a:prstDash val="solid"/>
                    </a:lnTlToBr>
                    <a:lnBlToTr w="12700" cmpd="sng">
                      <a:noFill/>
                      <a:prstDash val="solid"/>
                    </a:lnBlToTr>
                    <a:solidFill>
                      <a:srgbClr val="FFF4DE"/>
                    </a:solidFill>
                  </a:tcPr>
                </a:tc>
                <a:tc>
                  <a:txBody>
                    <a:bodyPr/>
                    <a:lstStyle/>
                    <a:p>
                      <a:pPr algn="ctr" fontAlgn="b"/>
                      <a:r>
                        <a:rPr lang="en-US" sz="1600" b="1" i="0" u="none" strike="noStrike" dirty="0">
                          <a:solidFill>
                            <a:srgbClr val="000000"/>
                          </a:solidFill>
                          <a:effectLst/>
                          <a:latin typeface="Calibri" panose="020F0502020204030204" pitchFamily="34" charset="0"/>
                        </a:rPr>
                        <a:t>Conditional Probabilities</a:t>
                      </a:r>
                    </a:p>
                  </a:txBody>
                  <a:tcPr marL="6350" marR="6350" marT="6350" marB="0" anchor="b">
                    <a:lnL w="12700" cmpd="sng">
                      <a:noFill/>
                    </a:lnL>
                    <a:lnR w="12700" cmpd="sng">
                      <a:noFill/>
                    </a:lnR>
                    <a:lnT w="38100" cmpd="sng">
                      <a:noFill/>
                    </a:lnT>
                    <a:lnB w="12700" cmpd="sng">
                      <a:noFill/>
                    </a:lnB>
                    <a:lnTlToBr w="12700" cmpd="sng">
                      <a:noFill/>
                      <a:prstDash val="solid"/>
                    </a:lnTlToBr>
                    <a:lnBlToTr w="12700" cmpd="sng">
                      <a:noFill/>
                      <a:prstDash val="solid"/>
                    </a:lnBlToTr>
                    <a:solidFill>
                      <a:srgbClr val="FFF4DE"/>
                    </a:solidFill>
                  </a:tcPr>
                </a:tc>
                <a:tc>
                  <a:txBody>
                    <a:bodyPr/>
                    <a:lstStyle/>
                    <a:p>
                      <a:pPr algn="ctr" fontAlgn="b"/>
                      <a:r>
                        <a:rPr lang="en-US" sz="1600" b="1" i="0" u="none" strike="noStrike" dirty="0">
                          <a:solidFill>
                            <a:srgbClr val="000000"/>
                          </a:solidFill>
                          <a:effectLst/>
                          <a:latin typeface="Calibri" panose="020F0502020204030204" pitchFamily="34" charset="0"/>
                        </a:rPr>
                        <a:t>Joint Probabilities</a:t>
                      </a:r>
                    </a:p>
                  </a:txBody>
                  <a:tcPr marL="6350" marR="6350" marT="6350" marB="0" anchor="b">
                    <a:lnL w="12700" cmpd="sng">
                      <a:noFill/>
                    </a:lnL>
                    <a:lnR w="12700" cmpd="sng">
                      <a:noFill/>
                    </a:lnR>
                    <a:lnT w="38100" cmpd="sng">
                      <a:noFill/>
                    </a:lnT>
                    <a:lnB w="12700" cmpd="sng">
                      <a:noFill/>
                    </a:lnB>
                    <a:lnTlToBr w="12700" cmpd="sng">
                      <a:noFill/>
                      <a:prstDash val="solid"/>
                    </a:lnTlToBr>
                    <a:lnBlToTr w="12700" cmpd="sng">
                      <a:noFill/>
                      <a:prstDash val="solid"/>
                    </a:lnBlToTr>
                    <a:solidFill>
                      <a:srgbClr val="FFF4DE"/>
                    </a:solidFill>
                  </a:tcPr>
                </a:tc>
                <a:tc>
                  <a:txBody>
                    <a:bodyPr/>
                    <a:lstStyle/>
                    <a:p>
                      <a:pPr algn="ctr" fontAlgn="b"/>
                      <a:r>
                        <a:rPr lang="en-US" sz="1600" b="1" i="0" u="none" strike="noStrike" dirty="0">
                          <a:solidFill>
                            <a:srgbClr val="000000"/>
                          </a:solidFill>
                          <a:effectLst/>
                          <a:latin typeface="Calibri" panose="020F0502020204030204" pitchFamily="34" charset="0"/>
                        </a:rPr>
                        <a:t>Posterior</a:t>
                      </a:r>
                    </a:p>
                    <a:p>
                      <a:pPr algn="ctr" fontAlgn="b"/>
                      <a:r>
                        <a:rPr lang="en-US" sz="1600" b="1" i="0" u="none" strike="noStrike" dirty="0">
                          <a:solidFill>
                            <a:srgbClr val="000000"/>
                          </a:solidFill>
                          <a:effectLst/>
                          <a:latin typeface="Calibri" panose="020F0502020204030204" pitchFamily="34" charset="0"/>
                        </a:rPr>
                        <a:t>Probabilities</a:t>
                      </a:r>
                    </a:p>
                  </a:txBody>
                  <a:tcPr marL="6350" marR="6350" marT="6350" marB="0" anchor="b">
                    <a:lnL w="12700" cmpd="sng">
                      <a:noFill/>
                    </a:lnL>
                    <a:lnR w="12700" cmpd="sng">
                      <a:noFill/>
                    </a:lnR>
                    <a:lnT w="38100" cmpd="sng">
                      <a:noFill/>
                    </a:lnT>
                    <a:lnB w="12700" cmpd="sng">
                      <a:noFill/>
                    </a:lnB>
                    <a:lnTlToBr w="12700" cmpd="sng">
                      <a:noFill/>
                      <a:prstDash val="solid"/>
                    </a:lnTlToBr>
                    <a:lnBlToTr w="12700" cmpd="sng">
                      <a:noFill/>
                      <a:prstDash val="solid"/>
                    </a:lnBlToTr>
                    <a:solidFill>
                      <a:srgbClr val="FFF4DE"/>
                    </a:solidFill>
                  </a:tcPr>
                </a:tc>
                <a:extLst>
                  <a:ext uri="{0D108BD9-81ED-4DB2-BD59-A6C34878D82A}">
                    <a16:rowId xmlns:a16="http://schemas.microsoft.com/office/drawing/2014/main" val="1676711847"/>
                  </a:ext>
                </a:extLst>
              </a:tr>
              <a:tr h="365760">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1600" b="1" i="1" u="none" strike="noStrike" dirty="0">
                          <a:solidFill>
                            <a:srgbClr val="000000"/>
                          </a:solidFill>
                          <a:effectLst/>
                          <a:latin typeface="Calibri" panose="020F0502020204030204" pitchFamily="34" charset="0"/>
                        </a:rPr>
                        <a:t>A</a:t>
                      </a:r>
                      <a:r>
                        <a:rPr lang="en-US" sz="1600" b="1" i="0" u="none" strike="noStrike" baseline="-25000" dirty="0">
                          <a:solidFill>
                            <a:srgbClr val="000000"/>
                          </a:solidFill>
                          <a:effectLst/>
                          <a:latin typeface="Calibri" panose="020F0502020204030204" pitchFamily="34" charset="0"/>
                        </a:rPr>
                        <a:t>i</a:t>
                      </a:r>
                    </a:p>
                  </a:txBody>
                  <a:tcPr marL="6350" marR="6350" marT="6350" marB="0">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1600" b="1" i="1" u="none" strike="noStrike" dirty="0">
                          <a:solidFill>
                            <a:srgbClr val="000000"/>
                          </a:solidFill>
                          <a:effectLst/>
                          <a:latin typeface="Calibri" panose="020F0502020204030204" pitchFamily="34" charset="0"/>
                        </a:rPr>
                        <a:t>P</a:t>
                      </a:r>
                      <a:r>
                        <a:rPr lang="en-US" sz="1600" b="1" i="0" u="none" strike="noStrike" dirty="0">
                          <a:solidFill>
                            <a:srgbClr val="000000"/>
                          </a:solidFill>
                          <a:effectLst/>
                          <a:latin typeface="Calibri" panose="020F0502020204030204" pitchFamily="34" charset="0"/>
                        </a:rPr>
                        <a:t>(</a:t>
                      </a:r>
                      <a:r>
                        <a:rPr lang="en-US" sz="1600" b="1" i="1" u="none" strike="noStrike" dirty="0">
                          <a:solidFill>
                            <a:srgbClr val="000000"/>
                          </a:solidFill>
                          <a:effectLst/>
                          <a:latin typeface="Calibri" panose="020F0502020204030204" pitchFamily="34" charset="0"/>
                        </a:rPr>
                        <a:t>A</a:t>
                      </a:r>
                      <a:r>
                        <a:rPr lang="en-US" sz="1600" b="1" i="0" u="none" strike="noStrike" baseline="-25000" dirty="0">
                          <a:solidFill>
                            <a:srgbClr val="000000"/>
                          </a:solidFill>
                          <a:effectLst/>
                          <a:latin typeface="Calibri" panose="020F0502020204030204" pitchFamily="34" charset="0"/>
                        </a:rPr>
                        <a:t>i</a:t>
                      </a:r>
                      <a:r>
                        <a:rPr lang="en-US" sz="1600" b="1" i="0" u="none" strike="noStrike" dirty="0">
                          <a:solidFill>
                            <a:srgbClr val="000000"/>
                          </a:solidFill>
                          <a:effectLst/>
                          <a:latin typeface="Calibri" panose="020F0502020204030204" pitchFamily="34" charset="0"/>
                        </a:rPr>
                        <a:t>)</a:t>
                      </a:r>
                      <a:endParaRPr lang="en-US" sz="1600" b="1" i="0" u="none" strike="noStrike" baseline="-25000" dirty="0">
                        <a:solidFill>
                          <a:srgbClr val="000000"/>
                        </a:solidFill>
                        <a:effectLst/>
                        <a:latin typeface="Calibri" panose="020F0502020204030204" pitchFamily="34" charset="0"/>
                      </a:endParaRPr>
                    </a:p>
                  </a:txBody>
                  <a:tcPr marL="6350" marR="6350" marT="6350" marB="0">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tc>
                  <a:txBody>
                    <a:bodyPr/>
                    <a:lstStyle/>
                    <a:p>
                      <a:pPr algn="ctr" fontAlgn="b"/>
                      <a:r>
                        <a:rPr lang="en-US" sz="1600" b="1" i="1" u="none" strike="noStrike" dirty="0">
                          <a:solidFill>
                            <a:srgbClr val="000000"/>
                          </a:solidFill>
                          <a:effectLst/>
                          <a:latin typeface="Calibri" panose="020F0502020204030204" pitchFamily="34" charset="0"/>
                        </a:rPr>
                        <a:t>P</a:t>
                      </a:r>
                      <a:r>
                        <a:rPr lang="en-US" sz="1600" b="1" i="0" u="none" strike="noStrike" dirty="0">
                          <a:solidFill>
                            <a:srgbClr val="000000"/>
                          </a:solidFill>
                          <a:effectLst/>
                          <a:latin typeface="Calibri" panose="020F0502020204030204" pitchFamily="34" charset="0"/>
                        </a:rPr>
                        <a:t>(</a:t>
                      </a:r>
                      <a:r>
                        <a:rPr lang="en-US" sz="1600" b="1" i="1" u="none" strike="noStrike" dirty="0" err="1">
                          <a:solidFill>
                            <a:srgbClr val="000000"/>
                          </a:solidFill>
                          <a:effectLst/>
                          <a:latin typeface="Calibri" panose="020F0502020204030204" pitchFamily="34" charset="0"/>
                        </a:rPr>
                        <a:t>B</a:t>
                      </a:r>
                      <a:r>
                        <a:rPr lang="en-US" sz="1600" b="1" i="0" u="none" strike="noStrike" dirty="0" err="1">
                          <a:solidFill>
                            <a:srgbClr val="000000"/>
                          </a:solidFill>
                          <a:effectLst/>
                          <a:latin typeface="Calibri" panose="020F0502020204030204" pitchFamily="34" charset="0"/>
                        </a:rPr>
                        <a:t>|</a:t>
                      </a:r>
                      <a:r>
                        <a:rPr lang="en-US" sz="1600" b="1" i="1" u="none" strike="noStrike" dirty="0" err="1">
                          <a:solidFill>
                            <a:srgbClr val="000000"/>
                          </a:solidFill>
                          <a:effectLst/>
                          <a:latin typeface="Calibri" panose="020F0502020204030204" pitchFamily="34" charset="0"/>
                        </a:rPr>
                        <a:t>A</a:t>
                      </a:r>
                      <a:r>
                        <a:rPr lang="en-US" sz="1600" b="1" i="0" u="none" strike="noStrike" baseline="-25000" dirty="0" err="1">
                          <a:solidFill>
                            <a:srgbClr val="000000"/>
                          </a:solidFill>
                          <a:effectLst/>
                          <a:latin typeface="Calibri" panose="020F0502020204030204" pitchFamily="34" charset="0"/>
                        </a:rPr>
                        <a:t>i</a:t>
                      </a:r>
                      <a:r>
                        <a:rPr lang="en-US" sz="1600" b="1" i="0" u="none" strike="noStrike" dirty="0">
                          <a:solidFill>
                            <a:srgbClr val="000000"/>
                          </a:solidFill>
                          <a:effectLst/>
                          <a:latin typeface="Calibri" panose="020F0502020204030204" pitchFamily="34" charset="0"/>
                        </a:rPr>
                        <a:t>)</a:t>
                      </a:r>
                    </a:p>
                  </a:txBody>
                  <a:tcPr marL="6350" marR="6350" marT="6350" marB="0">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1600" b="1" i="1" u="none" strike="noStrike" dirty="0">
                          <a:solidFill>
                            <a:srgbClr val="000000"/>
                          </a:solidFill>
                          <a:effectLst/>
                          <a:latin typeface="Calibri" panose="020F0502020204030204" pitchFamily="34" charset="0"/>
                        </a:rPr>
                        <a:t>P</a:t>
                      </a:r>
                      <a:r>
                        <a:rPr lang="en-US" sz="1600" b="1" i="0" u="none" strike="noStrike" dirty="0">
                          <a:solidFill>
                            <a:srgbClr val="000000"/>
                          </a:solidFill>
                          <a:effectLst/>
                          <a:latin typeface="Calibri" panose="020F0502020204030204" pitchFamily="34" charset="0"/>
                        </a:rPr>
                        <a:t>(</a:t>
                      </a:r>
                      <a:r>
                        <a:rPr lang="en-US" sz="1600" b="1" i="1" u="none" strike="noStrike" dirty="0">
                          <a:solidFill>
                            <a:srgbClr val="000000"/>
                          </a:solidFill>
                          <a:effectLst/>
                          <a:latin typeface="Calibri" panose="020F0502020204030204" pitchFamily="34" charset="0"/>
                        </a:rPr>
                        <a:t>A</a:t>
                      </a:r>
                      <a:r>
                        <a:rPr lang="en-US" sz="1600" b="1" i="0" u="none" strike="noStrike" baseline="-25000" dirty="0">
                          <a:solidFill>
                            <a:srgbClr val="000000"/>
                          </a:solidFill>
                          <a:effectLst/>
                          <a:latin typeface="Calibri" panose="020F0502020204030204" pitchFamily="34" charset="0"/>
                        </a:rPr>
                        <a:t>i</a:t>
                      </a:r>
                      <a:r>
                        <a:rPr lang="en-US" sz="1600" b="1" i="1" u="none" strike="noStrike" dirty="0">
                          <a:solidFill>
                            <a:srgbClr val="000000"/>
                          </a:solidFill>
                          <a:effectLst/>
                          <a:latin typeface="Calibri" panose="020F0502020204030204" pitchFamily="34" charset="0"/>
                        </a:rPr>
                        <a:t> </a:t>
                      </a:r>
                      <a:r>
                        <a:rPr lang="en-US" sz="1600" b="1" i="1" u="none" strike="noStrike" dirty="0">
                          <a:solidFill>
                            <a:srgbClr val="000000"/>
                          </a:solidFill>
                          <a:effectLst/>
                          <a:latin typeface="Calibri" panose="020F0502020204030204" pitchFamily="34" charset="0"/>
                          <a:cs typeface="Calibri" panose="020F0502020204030204" pitchFamily="34" charset="0"/>
                        </a:rPr>
                        <a:t>∩ </a:t>
                      </a:r>
                      <a:r>
                        <a:rPr lang="en-US" sz="1600" b="1" i="1" u="none" strike="noStrike" dirty="0">
                          <a:solidFill>
                            <a:srgbClr val="000000"/>
                          </a:solidFill>
                          <a:effectLst/>
                          <a:latin typeface="Calibri" panose="020F0502020204030204" pitchFamily="34" charset="0"/>
                        </a:rPr>
                        <a:t>B</a:t>
                      </a:r>
                      <a:r>
                        <a:rPr lang="en-US" sz="1600" b="1" i="0" u="none" strike="noStrike" dirty="0">
                          <a:solidFill>
                            <a:srgbClr val="000000"/>
                          </a:solidFill>
                          <a:effectLst/>
                          <a:latin typeface="Calibri" panose="020F0502020204030204" pitchFamily="34" charset="0"/>
                        </a:rPr>
                        <a:t>)</a:t>
                      </a:r>
                    </a:p>
                  </a:txBody>
                  <a:tcPr marL="6350" marR="6350" marT="6350" marB="0">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1600" b="1" i="1" u="none" strike="noStrike" dirty="0">
                          <a:solidFill>
                            <a:srgbClr val="000000"/>
                          </a:solidFill>
                          <a:effectLst/>
                          <a:latin typeface="Calibri" panose="020F0502020204030204" pitchFamily="34" charset="0"/>
                        </a:rPr>
                        <a:t>P</a:t>
                      </a:r>
                      <a:r>
                        <a:rPr lang="en-US" sz="1600" b="1" i="0" u="none" strike="noStrike" dirty="0">
                          <a:solidFill>
                            <a:srgbClr val="000000"/>
                          </a:solidFill>
                          <a:effectLst/>
                          <a:latin typeface="Calibri" panose="020F0502020204030204" pitchFamily="34" charset="0"/>
                        </a:rPr>
                        <a:t>(</a:t>
                      </a:r>
                      <a:r>
                        <a:rPr lang="en-US" sz="1600" b="1" i="1" u="none" strike="noStrike" dirty="0" err="1">
                          <a:solidFill>
                            <a:srgbClr val="000000"/>
                          </a:solidFill>
                          <a:effectLst/>
                          <a:latin typeface="Calibri" panose="020F0502020204030204" pitchFamily="34" charset="0"/>
                        </a:rPr>
                        <a:t>A</a:t>
                      </a:r>
                      <a:r>
                        <a:rPr lang="en-US" sz="1600" b="1" i="0" u="none" strike="noStrike" baseline="-25000" dirty="0" err="1">
                          <a:solidFill>
                            <a:srgbClr val="000000"/>
                          </a:solidFill>
                          <a:effectLst/>
                          <a:latin typeface="Calibri" panose="020F0502020204030204" pitchFamily="34" charset="0"/>
                        </a:rPr>
                        <a:t>i</a:t>
                      </a:r>
                      <a:r>
                        <a:rPr lang="en-US" sz="1600" b="1" i="0" u="none" strike="noStrike" dirty="0" err="1">
                          <a:solidFill>
                            <a:srgbClr val="000000"/>
                          </a:solidFill>
                          <a:effectLst/>
                          <a:latin typeface="Calibri" panose="020F0502020204030204" pitchFamily="34" charset="0"/>
                        </a:rPr>
                        <a:t>|</a:t>
                      </a:r>
                      <a:r>
                        <a:rPr lang="en-US" sz="1600" b="1" i="1" u="none" strike="noStrike" dirty="0" err="1">
                          <a:solidFill>
                            <a:srgbClr val="000000"/>
                          </a:solidFill>
                          <a:effectLst/>
                          <a:latin typeface="Calibri" panose="020F0502020204030204" pitchFamily="34" charset="0"/>
                        </a:rPr>
                        <a:t>B</a:t>
                      </a:r>
                      <a:r>
                        <a:rPr lang="en-US" sz="1600" b="1" i="0" u="none" strike="noStrike" dirty="0">
                          <a:solidFill>
                            <a:srgbClr val="000000"/>
                          </a:solidFill>
                          <a:effectLst/>
                          <a:latin typeface="Calibri" panose="020F0502020204030204" pitchFamily="34" charset="0"/>
                        </a:rPr>
                        <a:t>)</a:t>
                      </a:r>
                    </a:p>
                  </a:txBody>
                  <a:tcPr marL="6350" marR="6350" marT="6350" marB="0">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extLst>
                  <a:ext uri="{0D108BD9-81ED-4DB2-BD59-A6C34878D82A}">
                    <a16:rowId xmlns:a16="http://schemas.microsoft.com/office/drawing/2014/main" val="3662120716"/>
                  </a:ext>
                </a:extLst>
              </a:tr>
              <a:tr h="242558">
                <a:tc>
                  <a:txBody>
                    <a:bodyPr/>
                    <a:lstStyle/>
                    <a:p>
                      <a:pPr algn="ctr" fontAlgn="b"/>
                      <a:r>
                        <a:rPr lang="en-US" sz="1600" b="0" i="1" u="none" strike="noStrike" dirty="0">
                          <a:solidFill>
                            <a:srgbClr val="000000"/>
                          </a:solidFill>
                          <a:effectLst/>
                          <a:latin typeface="Calibri" panose="020F0502020204030204" pitchFamily="34" charset="0"/>
                        </a:rPr>
                        <a:t>A</a:t>
                      </a:r>
                      <a:r>
                        <a:rPr lang="en-US" sz="1600" b="0" i="0" u="none" strike="noStrike" baseline="-25000" dirty="0">
                          <a:solidFill>
                            <a:srgbClr val="000000"/>
                          </a:solidFill>
                          <a:effectLst/>
                          <a:latin typeface="Calibri" panose="020F0502020204030204" pitchFamily="34" charset="0"/>
                        </a:rPr>
                        <a:t>1</a:t>
                      </a: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tc>
                  <a:txBody>
                    <a:bodyPr/>
                    <a:lstStyle/>
                    <a:p>
                      <a:pPr algn="ctr" fontAlgn="b"/>
                      <a:r>
                        <a:rPr lang="en-US" sz="1600" b="0" i="0" u="none" strike="noStrike">
                          <a:solidFill>
                            <a:srgbClr val="000000"/>
                          </a:solidFill>
                          <a:effectLst/>
                          <a:latin typeface="Calibri" panose="020F0502020204030204" pitchFamily="34" charset="0"/>
                        </a:rPr>
                        <a:t>0.65</a:t>
                      </a: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tc>
                  <a:txBody>
                    <a:bodyPr/>
                    <a:lstStyle/>
                    <a:p>
                      <a:pPr algn="ctr" fontAlgn="b"/>
                      <a:r>
                        <a:rPr lang="en-US" sz="1600" b="0" i="0" u="none" strike="noStrike" dirty="0">
                          <a:solidFill>
                            <a:srgbClr val="000000"/>
                          </a:solidFill>
                          <a:effectLst/>
                          <a:latin typeface="Calibri" panose="020F0502020204030204" pitchFamily="34" charset="0"/>
                        </a:rPr>
                        <a:t>0.02</a:t>
                      </a: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tc>
                  <a:txBody>
                    <a:bodyPr/>
                    <a:lstStyle/>
                    <a:p>
                      <a:pPr algn="ctr" fontAlgn="b"/>
                      <a:r>
                        <a:rPr lang="en-US" sz="1600" b="0" i="0" u="none" strike="noStrike">
                          <a:solidFill>
                            <a:srgbClr val="000000"/>
                          </a:solidFill>
                          <a:effectLst/>
                          <a:latin typeface="Calibri" panose="020F0502020204030204" pitchFamily="34" charset="0"/>
                        </a:rPr>
                        <a:t>0.0130</a:t>
                      </a: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tc>
                  <a:txBody>
                    <a:bodyPr/>
                    <a:lstStyle/>
                    <a:p>
                      <a:pPr algn="ctr" fontAlgn="b"/>
                      <a:r>
                        <a:rPr lang="en-US" sz="1600" b="0" i="0" u="none" strike="noStrike" dirty="0">
                          <a:solidFill>
                            <a:srgbClr val="000000"/>
                          </a:solidFill>
                          <a:effectLst/>
                          <a:latin typeface="Calibri" panose="020F0502020204030204" pitchFamily="34" charset="0"/>
                        </a:rPr>
                        <a:t>0.0130 / 0.0305 = 0.4262</a:t>
                      </a: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extLst>
                  <a:ext uri="{0D108BD9-81ED-4DB2-BD59-A6C34878D82A}">
                    <a16:rowId xmlns:a16="http://schemas.microsoft.com/office/drawing/2014/main" val="1779096025"/>
                  </a:ext>
                </a:extLst>
              </a:tr>
              <a:tr h="242558">
                <a:tc>
                  <a:txBody>
                    <a:bodyPr/>
                    <a:lstStyle/>
                    <a:p>
                      <a:pPr algn="ctr" fontAlgn="b"/>
                      <a:r>
                        <a:rPr lang="en-US" sz="1600" b="0" i="1" u="none" strike="noStrike" dirty="0">
                          <a:solidFill>
                            <a:srgbClr val="000000"/>
                          </a:solidFill>
                          <a:effectLst/>
                          <a:latin typeface="Calibri" panose="020F0502020204030204" pitchFamily="34" charset="0"/>
                        </a:rPr>
                        <a:t>A</a:t>
                      </a:r>
                      <a:r>
                        <a:rPr lang="en-US" sz="1600" b="0" i="0" u="none" strike="noStrike" baseline="-25000" dirty="0">
                          <a:solidFill>
                            <a:srgbClr val="000000"/>
                          </a:solidFill>
                          <a:effectLst/>
                          <a:latin typeface="Calibri" panose="020F0502020204030204" pitchFamily="34" charset="0"/>
                        </a:rPr>
                        <a:t>2</a:t>
                      </a: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tc>
                  <a:txBody>
                    <a:bodyPr/>
                    <a:lstStyle/>
                    <a:p>
                      <a:pPr algn="ctr" fontAlgn="b"/>
                      <a:r>
                        <a:rPr lang="en-US" sz="1600" b="0" i="0" u="none" strike="noStrike" dirty="0">
                          <a:solidFill>
                            <a:srgbClr val="000000"/>
                          </a:solidFill>
                          <a:effectLst/>
                          <a:latin typeface="Calibri" panose="020F0502020204030204" pitchFamily="34" charset="0"/>
                        </a:rPr>
                        <a:t>0.35</a:t>
                      </a:r>
                    </a:p>
                  </a:txBody>
                  <a:tcPr marL="6350" marR="6350" marT="6350" marB="0" anchor="b">
                    <a:lnL w="12700" cmpd="sng">
                      <a:noFill/>
                    </a:lnL>
                    <a:lnR w="12700" cmpd="sng">
                      <a:noFill/>
                    </a:lnR>
                    <a:lnT w="12700" cmpd="sng">
                      <a:noFill/>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4DE"/>
                    </a:solidFill>
                  </a:tcPr>
                </a:tc>
                <a:tc>
                  <a:txBody>
                    <a:bodyPr/>
                    <a:lstStyle/>
                    <a:p>
                      <a:pPr algn="ctr" fontAlgn="b"/>
                      <a:r>
                        <a:rPr lang="en-US" sz="1600" b="0" i="0" u="none" strike="noStrike">
                          <a:solidFill>
                            <a:srgbClr val="000000"/>
                          </a:solidFill>
                          <a:effectLst/>
                          <a:latin typeface="Calibri" panose="020F0502020204030204" pitchFamily="34" charset="0"/>
                        </a:rPr>
                        <a:t>0.05</a:t>
                      </a: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tc>
                  <a:txBody>
                    <a:bodyPr/>
                    <a:lstStyle/>
                    <a:p>
                      <a:pPr algn="ctr" fontAlgn="b"/>
                      <a:r>
                        <a:rPr lang="en-US" sz="1600" b="0" i="0" u="none" strike="noStrike" dirty="0">
                          <a:solidFill>
                            <a:srgbClr val="000000"/>
                          </a:solidFill>
                          <a:effectLst/>
                          <a:latin typeface="Calibri" panose="020F0502020204030204" pitchFamily="34" charset="0"/>
                        </a:rPr>
                        <a:t>0.0175</a:t>
                      </a:r>
                    </a:p>
                  </a:txBody>
                  <a:tcPr marL="6350" marR="6350" marT="6350" marB="0" anchor="b">
                    <a:lnL w="12700" cmpd="sng">
                      <a:noFill/>
                    </a:lnL>
                    <a:lnR w="12700" cmpd="sng">
                      <a:noFill/>
                    </a:lnR>
                    <a:lnT w="12700" cmpd="sng">
                      <a:noFill/>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4DE"/>
                    </a:solidFill>
                  </a:tcPr>
                </a:tc>
                <a:tc>
                  <a:txBody>
                    <a:bodyPr/>
                    <a:lstStyle/>
                    <a:p>
                      <a:pPr algn="ctr" fontAlgn="b"/>
                      <a:r>
                        <a:rPr lang="en-US" sz="1600" b="0" i="0" u="none" strike="noStrike" dirty="0">
                          <a:solidFill>
                            <a:srgbClr val="000000"/>
                          </a:solidFill>
                          <a:effectLst/>
                          <a:latin typeface="Calibri" panose="020F0502020204030204" pitchFamily="34" charset="0"/>
                        </a:rPr>
                        <a:t>0.0175 / 0.0305 = 0.5738</a:t>
                      </a: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extLst>
                  <a:ext uri="{0D108BD9-81ED-4DB2-BD59-A6C34878D82A}">
                    <a16:rowId xmlns:a16="http://schemas.microsoft.com/office/drawing/2014/main" val="2453099870"/>
                  </a:ext>
                </a:extLst>
              </a:tr>
              <a:tr h="242558">
                <a:tc>
                  <a:txBody>
                    <a:bodyPr/>
                    <a:lstStyle/>
                    <a:p>
                      <a:pPr algn="ctr" fontAlgn="b"/>
                      <a:endParaRPr lang="en-US" sz="1600" b="0" i="0" u="none" strike="noStrike" baseline="-25000" dirty="0">
                        <a:solidFill>
                          <a:srgbClr val="000000"/>
                        </a:solidFill>
                        <a:effectLst/>
                        <a:latin typeface="Calibri" panose="020F0502020204030204" pitchFamily="34" charset="0"/>
                      </a:endParaRP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tc>
                  <a:txBody>
                    <a:bodyPr/>
                    <a:lstStyle/>
                    <a:p>
                      <a:pPr algn="ctr" fontAlgn="b"/>
                      <a:r>
                        <a:rPr lang="en-US" sz="1600" b="0" i="0" u="none" strike="noStrike" dirty="0">
                          <a:solidFill>
                            <a:srgbClr val="000000"/>
                          </a:solidFill>
                          <a:effectLst/>
                          <a:latin typeface="Calibri" panose="020F0502020204030204" pitchFamily="34" charset="0"/>
                        </a:rPr>
                        <a:t>1.00</a:t>
                      </a:r>
                    </a:p>
                  </a:txBody>
                  <a:tcPr marL="6350" marR="6350" marT="6350" marB="0" anchor="b">
                    <a:lnL w="12700" cmpd="sng">
                      <a:noFill/>
                    </a:lnL>
                    <a:lnR w="12700" cmpd="sng">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4DE"/>
                    </a:solidFill>
                  </a:tcPr>
                </a:tc>
                <a:tc>
                  <a:txBody>
                    <a:bodyPr/>
                    <a:lstStyle/>
                    <a:p>
                      <a:pPr algn="ctr" fontAlgn="b"/>
                      <a:endParaRPr lang="en-US" sz="1600" b="0" i="0" u="none" strike="noStrike" dirty="0">
                        <a:solidFill>
                          <a:srgbClr val="000000"/>
                        </a:solidFill>
                        <a:effectLst/>
                        <a:latin typeface="Calibri" panose="020F0502020204030204" pitchFamily="34" charset="0"/>
                      </a:endParaRP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tc>
                  <a:txBody>
                    <a:bodyPr/>
                    <a:lstStyle/>
                    <a:p>
                      <a:pPr algn="ctr" fontAlgn="b"/>
                      <a:r>
                        <a:rPr lang="en-US" sz="1600" b="0" i="0" u="none" strike="noStrike" dirty="0">
                          <a:solidFill>
                            <a:srgbClr val="000000"/>
                          </a:solidFill>
                          <a:effectLst/>
                          <a:latin typeface="Calibri" panose="020F0502020204030204" pitchFamily="34" charset="0"/>
                        </a:rPr>
                        <a:t>0.0305</a:t>
                      </a:r>
                    </a:p>
                  </a:txBody>
                  <a:tcPr marL="6350" marR="6350" marT="6350" marB="0" anchor="b">
                    <a:lnL w="12700" cmpd="sng">
                      <a:noFill/>
                    </a:lnL>
                    <a:lnR w="12700" cmpd="sng">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4DE"/>
                    </a:solidFill>
                  </a:tcPr>
                </a:tc>
                <a:tc>
                  <a:txBody>
                    <a:bodyPr/>
                    <a:lstStyle/>
                    <a:p>
                      <a:pPr algn="r" fontAlgn="b"/>
                      <a:r>
                        <a:rPr lang="en-US" sz="1600" b="0" i="0" u="none" strike="noStrike" dirty="0">
                          <a:solidFill>
                            <a:srgbClr val="000000"/>
                          </a:solidFill>
                          <a:effectLst/>
                          <a:latin typeface="Calibri" panose="020F0502020204030204" pitchFamily="34" charset="0"/>
                        </a:rPr>
                        <a:t>1.0000</a:t>
                      </a: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extLst>
                  <a:ext uri="{0D108BD9-81ED-4DB2-BD59-A6C34878D82A}">
                    <a16:rowId xmlns:a16="http://schemas.microsoft.com/office/drawing/2014/main" val="180645700"/>
                  </a:ext>
                </a:extLst>
              </a:tr>
            </a:tbl>
          </a:graphicData>
        </a:graphic>
      </p:graphicFrame>
    </p:spTree>
    <p:extLst>
      <p:ext uri="{BB962C8B-B14F-4D97-AF65-F5344CB8AC3E}">
        <p14:creationId xmlns:p14="http://schemas.microsoft.com/office/powerpoint/2010/main" val="64520319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703111-11D8-4FB8-BD21-A8C57EDF6315}"/>
              </a:ext>
            </a:extLst>
          </p:cNvPr>
          <p:cNvSpPr>
            <a:spLocks noGrp="1"/>
          </p:cNvSpPr>
          <p:nvPr>
            <p:ph type="title"/>
          </p:nvPr>
        </p:nvSpPr>
        <p:spPr/>
        <p:txBody>
          <a:bodyPr/>
          <a:lstStyle/>
          <a:p>
            <a:r>
              <a:rPr lang="en-US" dirty="0"/>
              <a:t>Summary</a:t>
            </a:r>
          </a:p>
        </p:txBody>
      </p:sp>
      <p:sp>
        <p:nvSpPr>
          <p:cNvPr id="3" name="Text Placeholder 2">
            <a:extLst>
              <a:ext uri="{FF2B5EF4-FFF2-40B4-BE49-F238E27FC236}">
                <a16:creationId xmlns:a16="http://schemas.microsoft.com/office/drawing/2014/main" id="{87C197FC-1825-404A-BE9E-EA5BA19058B7}"/>
              </a:ext>
            </a:extLst>
          </p:cNvPr>
          <p:cNvSpPr>
            <a:spLocks noGrp="1"/>
          </p:cNvSpPr>
          <p:nvPr>
            <p:ph type="body" sz="quarter" idx="17"/>
          </p:nvPr>
        </p:nvSpPr>
        <p:spPr>
          <a:xfrm>
            <a:off x="751069" y="1169112"/>
            <a:ext cx="10657500" cy="4682358"/>
          </a:xfrm>
        </p:spPr>
        <p:txBody>
          <a:bodyPr>
            <a:noAutofit/>
          </a:bodyPr>
          <a:lstStyle/>
          <a:p>
            <a:pPr>
              <a:lnSpc>
                <a:spcPct val="100000"/>
              </a:lnSpc>
              <a:spcBef>
                <a:spcPts val="600"/>
              </a:spcBef>
            </a:pPr>
            <a:r>
              <a:rPr lang="en-US" dirty="0">
                <a:latin typeface="Arial" panose="020B0604020202020204" pitchFamily="34" charset="0"/>
                <a:cs typeface="Arial" panose="020B0604020202020204" pitchFamily="34" charset="0"/>
              </a:rPr>
              <a:t>In this chapter, we introduced basic probability concepts and illustrated how probability analysis can be used to provide helpful information for decision-making. </a:t>
            </a:r>
          </a:p>
          <a:p>
            <a:pPr>
              <a:lnSpc>
                <a:spcPct val="100000"/>
              </a:lnSpc>
              <a:spcBef>
                <a:spcPts val="600"/>
              </a:spcBef>
            </a:pPr>
            <a:r>
              <a:rPr lang="en-US" dirty="0">
                <a:latin typeface="Arial" panose="020B0604020202020204" pitchFamily="34" charset="0"/>
                <a:cs typeface="Arial" panose="020B0604020202020204" pitchFamily="34" charset="0"/>
              </a:rPr>
              <a:t>We described how probability can be interpreted as a numerical measure of the likelihood that an event will occur. </a:t>
            </a:r>
          </a:p>
          <a:p>
            <a:pPr>
              <a:lnSpc>
                <a:spcPct val="100000"/>
              </a:lnSpc>
              <a:spcBef>
                <a:spcPts val="600"/>
              </a:spcBef>
            </a:pPr>
            <a:r>
              <a:rPr lang="en-US" dirty="0">
                <a:latin typeface="Arial" panose="020B0604020202020204" pitchFamily="34" charset="0"/>
                <a:cs typeface="Arial" panose="020B0604020202020204" pitchFamily="34" charset="0"/>
              </a:rPr>
              <a:t>In addition, we saw that the probability of an event can be computed by either:</a:t>
            </a:r>
          </a:p>
          <a:p>
            <a:pPr lvl="1">
              <a:lnSpc>
                <a:spcPct val="100000"/>
              </a:lnSpc>
              <a:spcBef>
                <a:spcPts val="600"/>
              </a:spcBef>
            </a:pPr>
            <a:r>
              <a:rPr lang="en-US" dirty="0">
                <a:latin typeface="Arial" panose="020B0604020202020204" pitchFamily="34" charset="0"/>
                <a:cs typeface="Arial" panose="020B0604020202020204" pitchFamily="34" charset="0"/>
              </a:rPr>
              <a:t>Summing the probabilities of the experimental outcomes (sample points) that comprise the event.</a:t>
            </a:r>
          </a:p>
          <a:p>
            <a:pPr lvl="1">
              <a:lnSpc>
                <a:spcPct val="100000"/>
              </a:lnSpc>
              <a:spcBef>
                <a:spcPts val="600"/>
              </a:spcBef>
            </a:pPr>
            <a:r>
              <a:rPr lang="en-US" dirty="0">
                <a:latin typeface="Arial" panose="020B0604020202020204" pitchFamily="34" charset="0"/>
                <a:cs typeface="Arial" panose="020B0604020202020204" pitchFamily="34" charset="0"/>
              </a:rPr>
              <a:t>Using the relationships established by different laws of probability, such as:</a:t>
            </a:r>
          </a:p>
          <a:p>
            <a:pPr lvl="2">
              <a:lnSpc>
                <a:spcPct val="100000"/>
              </a:lnSpc>
              <a:spcBef>
                <a:spcPts val="600"/>
              </a:spcBef>
            </a:pPr>
            <a:r>
              <a:rPr lang="en-US" dirty="0">
                <a:latin typeface="Arial" panose="020B0604020202020204" pitchFamily="34" charset="0"/>
                <a:cs typeface="Arial" panose="020B0604020202020204" pitchFamily="34" charset="0"/>
              </a:rPr>
              <a:t>addition law</a:t>
            </a:r>
          </a:p>
          <a:p>
            <a:pPr lvl="2">
              <a:lnSpc>
                <a:spcPct val="100000"/>
              </a:lnSpc>
              <a:spcBef>
                <a:spcPts val="600"/>
              </a:spcBef>
            </a:pPr>
            <a:r>
              <a:rPr lang="en-US" dirty="0">
                <a:latin typeface="Arial" panose="020B0604020202020204" pitchFamily="34" charset="0"/>
                <a:cs typeface="Arial" panose="020B0604020202020204" pitchFamily="34" charset="0"/>
              </a:rPr>
              <a:t>conditional probability</a:t>
            </a:r>
          </a:p>
          <a:p>
            <a:pPr lvl="2">
              <a:lnSpc>
                <a:spcPct val="100000"/>
              </a:lnSpc>
              <a:spcBef>
                <a:spcPts val="600"/>
              </a:spcBef>
            </a:pPr>
            <a:r>
              <a:rPr lang="en-US" dirty="0">
                <a:latin typeface="Arial" panose="020B0604020202020204" pitchFamily="34" charset="0"/>
                <a:cs typeface="Arial" panose="020B0604020202020204" pitchFamily="34" charset="0"/>
              </a:rPr>
              <a:t>multiplication law</a:t>
            </a:r>
          </a:p>
          <a:p>
            <a:pPr>
              <a:lnSpc>
                <a:spcPct val="100000"/>
              </a:lnSpc>
              <a:spcBef>
                <a:spcPts val="600"/>
              </a:spcBef>
            </a:pPr>
            <a:r>
              <a:rPr lang="en-US" dirty="0">
                <a:latin typeface="Arial" panose="020B0604020202020204" pitchFamily="34" charset="0"/>
                <a:cs typeface="Arial" panose="020B0604020202020204" pitchFamily="34" charset="0"/>
              </a:rPr>
              <a:t>For cases in which additional information is available, we showed how Bayes’ theorem can be used to obtain revised or posterior probabilities.</a:t>
            </a:r>
          </a:p>
        </p:txBody>
      </p:sp>
    </p:spTree>
    <p:extLst>
      <p:ext uri="{BB962C8B-B14F-4D97-AF65-F5344CB8AC3E}">
        <p14:creationId xmlns:p14="http://schemas.microsoft.com/office/powerpoint/2010/main" val="2999070165"/>
      </p:ext>
    </p:extLst>
  </p:cSld>
  <p:clrMapOvr>
    <a:masterClrMapping/>
  </p:clrMapOvr>
</p:sld>
</file>

<file path=ppt/theme/theme1.xml><?xml version="1.0" encoding="utf-8"?>
<a:theme xmlns:a="http://schemas.openxmlformats.org/drawingml/2006/main" name="Office Theme">
  <a:themeElements>
    <a:clrScheme name="Custom 1">
      <a:dk1>
        <a:srgbClr val="011892"/>
      </a:dk1>
      <a:lt1>
        <a:srgbClr val="FFFFFF"/>
      </a:lt1>
      <a:dk2>
        <a:srgbClr val="006198"/>
      </a:dk2>
      <a:lt2>
        <a:srgbClr val="E7E6E6"/>
      </a:lt2>
      <a:accent1>
        <a:srgbClr val="0098D4"/>
      </a:accent1>
      <a:accent2>
        <a:srgbClr val="00B7E6"/>
      </a:accent2>
      <a:accent3>
        <a:srgbClr val="81CFEC"/>
      </a:accent3>
      <a:accent4>
        <a:srgbClr val="E8255F"/>
      </a:accent4>
      <a:accent5>
        <a:srgbClr val="FF6300"/>
      </a:accent5>
      <a:accent6>
        <a:srgbClr val="F5B600"/>
      </a:accent6>
      <a:hlink>
        <a:srgbClr val="00B7E6"/>
      </a:hlink>
      <a:folHlink>
        <a:srgbClr val="0098D4"/>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ln>
          <a:solidFill>
            <a:srgbClr val="000000"/>
          </a:solidFill>
          <a:prstDash val="lgDash"/>
        </a:ln>
      </a:spPr>
      <a:bodyPr/>
      <a:lstStyle/>
      <a:style>
        <a:lnRef idx="1">
          <a:schemeClr val="dk1"/>
        </a:lnRef>
        <a:fillRef idx="0">
          <a:schemeClr val="dk1"/>
        </a:fillRef>
        <a:effectRef idx="0">
          <a:schemeClr val="dk1"/>
        </a:effectRef>
        <a:fontRef idx="minor">
          <a:schemeClr val="tx1"/>
        </a:fontRef>
      </a:style>
    </a:lnDef>
    <a:txDef>
      <a:spPr>
        <a:noFill/>
        <a:effectLst/>
      </a:spPr>
      <a:bodyPr wrap="square" lIns="0" tIns="0" rIns="0" rtlCol="0" anchor="b">
        <a:spAutoFit/>
      </a:bodyPr>
      <a:lstStyle>
        <a:defPPr>
          <a:defRPr sz="2000" smtClean="0">
            <a:latin typeface="Open Sans" panose="020B0606030504020204" pitchFamily="34" charset="0"/>
            <a:ea typeface="Open Sans" panose="020B0606030504020204" pitchFamily="34" charset="0"/>
            <a:cs typeface="Open Sans" panose="020B0606030504020204" pitchFamily="34" charset="0"/>
          </a:defRPr>
        </a:defPPr>
      </a:lstStyle>
    </a:txDef>
  </a:objectDefaults>
  <a:extraClrSchemeLst/>
  <a:extLst>
    <a:ext uri="{05A4C25C-085E-4340-85A3-A5531E510DB2}">
      <thm15:themeFamily xmlns:thm15="http://schemas.microsoft.com/office/thememl/2012/main" name="Accessible_PPT_Cengage.potx" id="{8657E95E-D601-4622-93AD-E122BF442589}" vid="{BBF71559-ED4F-42B5-98FD-480A317797A9}"/>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SharedWithUsers xmlns="cc1e726a-7c3b-4654-9122-87de3e28a51c">
      <UserInfo>
        <DisplayName/>
        <AccountId xsi:nil="true"/>
        <AccountType/>
      </UserInfo>
    </SharedWithUsers>
    <AdminNotes xmlns="c8ecdccd-e3b0-4392-94c4-49d90f16d1d5" xsi:nil="true"/>
    <Topic xmlns="c8ecdccd-e3b0-4392-94c4-49d90f16d1d5">Accessibility</Topic>
    <Copy xmlns="c8ecdccd-e3b0-4392-94c4-49d90f16d1d5">true</Copy>
    <MasterLocation_x0028_ifCopy_x003d_Yes_x0029_ xmlns="c8ecdccd-e3b0-4392-94c4-49d90f16d1d5">LCoE</MasterLocation_x0028_ifCopy_x003d_Yes_x0029_>
    <Owner xmlns="c8ecdccd-e3b0-4392-94c4-49d90f16d1d5">LCoE</Owner>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25A683995A7B1D46BAE4BA042997DC16" ma:contentTypeVersion="18" ma:contentTypeDescription="Create a new document." ma:contentTypeScope="" ma:versionID="6b2a7157397caa02a1ce799840706cf4">
  <xsd:schema xmlns:xsd="http://www.w3.org/2001/XMLSchema" xmlns:xs="http://www.w3.org/2001/XMLSchema" xmlns:p="http://schemas.microsoft.com/office/2006/metadata/properties" xmlns:ns2="c8ecdccd-e3b0-4392-94c4-49d90f16d1d5" xmlns:ns3="cc1e726a-7c3b-4654-9122-87de3e28a51c" targetNamespace="http://schemas.microsoft.com/office/2006/metadata/properties" ma:root="true" ma:fieldsID="f7ec463e446db2c0a3b7b3165a862926" ns2:_="" ns3:_="">
    <xsd:import namespace="c8ecdccd-e3b0-4392-94c4-49d90f16d1d5"/>
    <xsd:import namespace="cc1e726a-7c3b-4654-9122-87de3e28a51c"/>
    <xsd:element name="properties">
      <xsd:complexType>
        <xsd:sequence>
          <xsd:element name="documentManagement">
            <xsd:complexType>
              <xsd:all>
                <xsd:element ref="ns2:MediaServiceMetadata" minOccurs="0"/>
                <xsd:element ref="ns2:MediaServiceFastMetadata" minOccurs="0"/>
                <xsd:element ref="ns2:MediaServiceAutoTags" minOccurs="0"/>
                <xsd:element ref="ns2:Topic" minOccurs="0"/>
                <xsd:element ref="ns3:SharedWithUsers" minOccurs="0"/>
                <xsd:element ref="ns3:SharedWithDetails" minOccurs="0"/>
                <xsd:element ref="ns2:MediaServiceAutoKeyPoints" minOccurs="0"/>
                <xsd:element ref="ns2:MediaServiceKeyPoints" minOccurs="0"/>
                <xsd:element ref="ns2:MediaServiceDateTaken" minOccurs="0"/>
                <xsd:element ref="ns2:Owner" minOccurs="0"/>
                <xsd:element ref="ns2:Copy" minOccurs="0"/>
                <xsd:element ref="ns2:MasterLocation_x0028_ifCopy_x003d_Yes_x0029_" minOccurs="0"/>
                <xsd:element ref="ns2:AdminNot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c8ecdccd-e3b0-4392-94c4-49d90f16d1d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MediaServiceAutoTags" ma:internalName="MediaServiceAutoTags" ma:readOnly="true">
      <xsd:simpleType>
        <xsd:restriction base="dms:Text"/>
      </xsd:simpleType>
    </xsd:element>
    <xsd:element name="Topic" ma:index="11" nillable="true" ma:displayName="Topic" ma:default="Unassigned" ma:format="Dropdown" ma:internalName="Topic">
      <xsd:simpleType>
        <xsd:restriction base="dms:Choice">
          <xsd:enumeration value="Accessibility"/>
          <xsd:enumeration value="Archiving"/>
          <xsd:enumeration value="CenDoc"/>
          <xsd:enumeration value="Content Corrections/Reprints"/>
          <xsd:enumeration value="Content Creation"/>
          <xsd:enumeration value="Files to Printer"/>
          <xsd:enumeration value="Invoicing"/>
          <xsd:enumeration value="Partner Programs"/>
          <xsd:enumeration value="Project Management"/>
          <xsd:enumeration value="Other"/>
          <xsd:enumeration value="Unassigned"/>
          <xsd:enumeration value="Source Document Only"/>
        </xsd:restriction>
      </xsd:simpleType>
    </xsd:element>
    <xsd:element name="MediaServiceAutoKeyPoints" ma:index="14" nillable="true" ma:displayName="MediaServiceAutoKeyPoints" ma:hidden="true" ma:internalName="MediaServiceAutoKeyPoints" ma:readOnly="true">
      <xsd:simpleType>
        <xsd:restriction base="dms:Note"/>
      </xsd:simpleType>
    </xsd:element>
    <xsd:element name="MediaServiceKeyPoints" ma:index="15" nillable="true" ma:displayName="KeyPoints" ma:internalName="MediaServiceKeyPoints" ma:readOnly="true">
      <xsd:simpleType>
        <xsd:restriction base="dms:Note">
          <xsd:maxLength value="255"/>
        </xsd:restriction>
      </xsd:simpleType>
    </xsd:element>
    <xsd:element name="MediaServiceDateTaken" ma:index="16" nillable="true" ma:displayName="MediaServiceDateTaken" ma:hidden="true" ma:internalName="MediaServiceDateTaken" ma:readOnly="true">
      <xsd:simpleType>
        <xsd:restriction base="dms:Text"/>
      </xsd:simpleType>
    </xsd:element>
    <xsd:element name="Owner" ma:index="17" nillable="true" ma:displayName="Owner" ma:format="Dropdown" ma:internalName="Owner">
      <xsd:simpleType>
        <xsd:restriction base="dms:Choice">
          <xsd:enumeration value="Content Corrections"/>
          <xsd:enumeration value="Content Creation"/>
          <xsd:enumeration value="Content Management Services"/>
          <xsd:enumeration value="Creative Studio"/>
          <xsd:enumeration value="Digital Production"/>
          <xsd:enumeration value="Finance"/>
          <xsd:enumeration value="LCoE"/>
          <xsd:enumeration value="Manufacturing"/>
          <xsd:enumeration value="Strategic Sourcing"/>
        </xsd:restriction>
      </xsd:simpleType>
    </xsd:element>
    <xsd:element name="Copy" ma:index="18" nillable="true" ma:displayName="Copy " ma:default="0" ma:description="This is a VIP copy of a master document that is posted/available internally" ma:format="Dropdown" ma:internalName="Copy">
      <xsd:simpleType>
        <xsd:restriction base="dms:Boolean"/>
      </xsd:simpleType>
    </xsd:element>
    <xsd:element name="MasterLocation_x0028_ifCopy_x003d_Yes_x0029_" ma:index="19" nillable="true" ma:displayName="Master Location (if Copy = Yes)" ma:default="n/a" ma:description="Site/document library where master version is maintained" ma:format="Dropdown" ma:internalName="MasterLocation_x0028_ifCopy_x003d_Yes_x0029_">
      <xsd:simpleType>
        <xsd:restriction base="dms:Choice">
          <xsd:enumeration value="Catalyst / Finance"/>
          <xsd:enumeration value="Content Creation"/>
          <xsd:enumeration value="Content Management Services"/>
          <xsd:enumeration value="GPMOT"/>
          <xsd:enumeration value="LCoE"/>
          <xsd:enumeration value="Strategic Sourcing"/>
          <xsd:enumeration value="VIP Documents"/>
          <xsd:enumeration value="n/a"/>
        </xsd:restriction>
      </xsd:simpleType>
    </xsd:element>
    <xsd:element name="AdminNotes" ma:index="20" nillable="true" ma:displayName="Admin Notes" ma:format="Dropdown" ma:internalName="AdminNotes">
      <xsd:simpleType>
        <xsd:union memberTypes="dms:Text">
          <xsd:simpleType>
            <xsd:restriction base="dms:Choice">
              <xsd:enumeration value="See Source Documents"/>
            </xsd:restriction>
          </xsd:simpleType>
        </xsd:union>
      </xsd:simpleType>
    </xsd:element>
  </xsd:schema>
  <xsd:schema xmlns:xsd="http://www.w3.org/2001/XMLSchema" xmlns:xs="http://www.w3.org/2001/XMLSchema" xmlns:dms="http://schemas.microsoft.com/office/2006/documentManagement/types" xmlns:pc="http://schemas.microsoft.com/office/infopath/2007/PartnerControls" targetNamespace="cc1e726a-7c3b-4654-9122-87de3e28a51c"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BA9BA192-EF86-48DF-982C-2C526A268392}">
  <ds:schemaRefs>
    <ds:schemaRef ds:uri="http://purl.org/dc/elements/1.1/"/>
    <ds:schemaRef ds:uri="http://www.w3.org/XML/1998/namespace"/>
    <ds:schemaRef ds:uri="http://schemas.openxmlformats.org/package/2006/metadata/core-properties"/>
    <ds:schemaRef ds:uri="http://purl.org/dc/terms/"/>
    <ds:schemaRef ds:uri="cc1e726a-7c3b-4654-9122-87de3e28a51c"/>
    <ds:schemaRef ds:uri="http://schemas.microsoft.com/office/2006/documentManagement/types"/>
    <ds:schemaRef ds:uri="http://schemas.microsoft.com/office/2006/metadata/properties"/>
    <ds:schemaRef ds:uri="http://schemas.microsoft.com/office/infopath/2007/PartnerControls"/>
    <ds:schemaRef ds:uri="c8ecdccd-e3b0-4392-94c4-49d90f16d1d5"/>
    <ds:schemaRef ds:uri="http://purl.org/dc/dcmitype/"/>
  </ds:schemaRefs>
</ds:datastoreItem>
</file>

<file path=customXml/itemProps2.xml><?xml version="1.0" encoding="utf-8"?>
<ds:datastoreItem xmlns:ds="http://schemas.openxmlformats.org/officeDocument/2006/customXml" ds:itemID="{72CEB1C7-5C0A-4F1C-B184-5FA4EC60702F}">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c8ecdccd-e3b0-4392-94c4-49d90f16d1d5"/>
    <ds:schemaRef ds:uri="cc1e726a-7c3b-4654-9122-87de3e28a51c"/>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E32CFAA7-E308-4DCB-89CD-C84C20E90241}">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Accessible_PPT_Template_Cengage</Template>
  <TotalTime>99664</TotalTime>
  <Words>4410</Words>
  <Application>Microsoft Office PowerPoint</Application>
  <PresentationFormat>Widescreen</PresentationFormat>
  <Paragraphs>418</Paragraphs>
  <Slides>32</Slides>
  <Notes>14</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32</vt:i4>
      </vt:variant>
    </vt:vector>
  </HeadingPairs>
  <TitlesOfParts>
    <vt:vector size="40" baseType="lpstr">
      <vt:lpstr>Arial</vt:lpstr>
      <vt:lpstr>Arial</vt:lpstr>
      <vt:lpstr>Calibri</vt:lpstr>
      <vt:lpstr>Cambria Math</vt:lpstr>
      <vt:lpstr>Helvetica</vt:lpstr>
      <vt:lpstr>Open Sans</vt:lpstr>
      <vt:lpstr>Summer Font</vt:lpstr>
      <vt:lpstr>Office Theme</vt:lpstr>
      <vt:lpstr>PowerPoint Presentation</vt:lpstr>
      <vt:lpstr>Chapter Contents</vt:lpstr>
      <vt:lpstr>Chapter Objectives</vt:lpstr>
      <vt:lpstr>Introduction</vt:lpstr>
      <vt:lpstr>4.1 Experiments, Counting Rules, and Assigning Probabilities</vt:lpstr>
      <vt:lpstr>4.1 Counting Rule for Multiple-Step Experiments</vt:lpstr>
      <vt:lpstr>4.1 The KP&amp;L Project: a Multiple-Step Experiment</vt:lpstr>
      <vt:lpstr>4.1 Counting Rule for Combinations</vt:lpstr>
      <vt:lpstr>4.1 Counting Rule for Permutations</vt:lpstr>
      <vt:lpstr>4.1 Assigning Probabilities</vt:lpstr>
      <vt:lpstr>4.1 Assigning Probabilities for the KP&amp;L Project</vt:lpstr>
      <vt:lpstr>4.2 Events and Their Probabilities</vt:lpstr>
      <vt:lpstr>4.2 Probability of an Event</vt:lpstr>
      <vt:lpstr>4.3 Some Basic Relationships of Probability</vt:lpstr>
      <vt:lpstr>4.3 Complement of an Event</vt:lpstr>
      <vt:lpstr>4.3 Union of Two Events</vt:lpstr>
      <vt:lpstr>4.3 Intersection of Two Events</vt:lpstr>
      <vt:lpstr>4.3 Addition Law</vt:lpstr>
      <vt:lpstr>4.3 An Application of the Addition Law</vt:lpstr>
      <vt:lpstr>4.3 Mutually Exclusive Events</vt:lpstr>
      <vt:lpstr>4.4 Conditional Probability</vt:lpstr>
      <vt:lpstr>4.4 Application: A Discrimination Case on the Promotion of Police Officers</vt:lpstr>
      <vt:lpstr>4.4 Joint Probability Table</vt:lpstr>
      <vt:lpstr>4.4 Conditional Probability Analysis</vt:lpstr>
      <vt:lpstr>4.4 Independent Events</vt:lpstr>
      <vt:lpstr>4.4 Multiplication Law</vt:lpstr>
      <vt:lpstr>4.5 Bayes’ Theorem</vt:lpstr>
      <vt:lpstr>4.5 An Application of Bayes’ Theorem</vt:lpstr>
      <vt:lpstr>4.5 Posterior Probabilities</vt:lpstr>
      <vt:lpstr>4.5 Bayes’ Theorem with a Probability Tree</vt:lpstr>
      <vt:lpstr>4.5 Tabular Approach to Bayes’ Theorem</vt:lpstr>
      <vt:lpstr>Summary</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Kimberley Grove</dc:creator>
  <cp:lastModifiedBy>Deborah Cernauskas</cp:lastModifiedBy>
  <cp:revision>2469</cp:revision>
  <cp:lastPrinted>2016-10-03T15:29:39Z</cp:lastPrinted>
  <dcterms:created xsi:type="dcterms:W3CDTF">2019-11-14T21:20:16Z</dcterms:created>
  <dcterms:modified xsi:type="dcterms:W3CDTF">2026-02-24T18:52:36Z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0x01010025A683995A7B1D46BAE4BA042997DC16</vt:lpwstr>
  </property>
  <property fmtid="{D5CDD505-2E9C-101B-9397-08002B2CF9AE}" pid="3" name="Order">
    <vt:r8>112600</vt:r8>
  </property>
  <property fmtid="{D5CDD505-2E9C-101B-9397-08002B2CF9AE}" pid="4" name="Category">
    <vt:lpwstr>Accessibility</vt:lpwstr>
  </property>
  <property fmtid="{D5CDD505-2E9C-101B-9397-08002B2CF9AE}" pid="5" name="xd_Signature">
    <vt:bool>false</vt:bool>
  </property>
  <property fmtid="{D5CDD505-2E9C-101B-9397-08002B2CF9AE}" pid="6" name="xd_ProgID">
    <vt:lpwstr/>
  </property>
  <property fmtid="{D5CDD505-2E9C-101B-9397-08002B2CF9AE}" pid="7" name="Document Type">
    <vt:lpwstr>Template</vt:lpwstr>
  </property>
  <property fmtid="{D5CDD505-2E9C-101B-9397-08002B2CF9AE}" pid="8" name="Audience">
    <vt:lpwstr>Content Developer</vt:lpwstr>
  </property>
  <property fmtid="{D5CDD505-2E9C-101B-9397-08002B2CF9AE}" pid="9" name="Department">
    <vt:lpwstr>GPM Training</vt:lpwstr>
  </property>
  <property fmtid="{D5CDD505-2E9C-101B-9397-08002B2CF9AE}" pid="10" name="ComplianceAssetId">
    <vt:lpwstr/>
  </property>
  <property fmtid="{D5CDD505-2E9C-101B-9397-08002B2CF9AE}" pid="11" name="TemplateUrl">
    <vt:lpwstr/>
  </property>
  <property fmtid="{D5CDD505-2E9C-101B-9397-08002B2CF9AE}" pid="12" name="SP Reprints">
    <vt:bool>false</vt:bool>
  </property>
  <property fmtid="{D5CDD505-2E9C-101B-9397-08002B2CF9AE}" pid="13" name="_SourceUrl">
    <vt:lpwstr/>
  </property>
  <property fmtid="{D5CDD505-2E9C-101B-9397-08002B2CF9AE}" pid="14" name="_SharedFileIndex">
    <vt:lpwstr/>
  </property>
  <property fmtid="{D5CDD505-2E9C-101B-9397-08002B2CF9AE}" pid="15" name="SP Production">
    <vt:bool>false</vt:bool>
  </property>
  <property fmtid="{D5CDD505-2E9C-101B-9397-08002B2CF9AE}" pid="16" name="SP Content Authoring/Dev">
    <vt:bool>false</vt:bool>
  </property>
  <property fmtid="{D5CDD505-2E9C-101B-9397-08002B2CF9AE}" pid="17" name="SP E2E">
    <vt:bool>false</vt:bool>
  </property>
</Properties>
</file>
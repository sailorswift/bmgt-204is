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103"/>
  </p:notesMasterIdLst>
  <p:sldIdLst>
    <p:sldId id="1609" r:id="rId6"/>
    <p:sldId id="1611" r:id="rId7"/>
    <p:sldId id="1981" r:id="rId8"/>
    <p:sldId id="2077" r:id="rId9"/>
    <p:sldId id="2080" r:id="rId10"/>
    <p:sldId id="2081" r:id="rId11"/>
    <p:sldId id="2079" r:id="rId12"/>
    <p:sldId id="2078" r:id="rId13"/>
    <p:sldId id="2082" r:id="rId14"/>
    <p:sldId id="2085" r:id="rId15"/>
    <p:sldId id="2083" r:id="rId16"/>
    <p:sldId id="2088" r:id="rId17"/>
    <p:sldId id="2086" r:id="rId18"/>
    <p:sldId id="2089" r:id="rId19"/>
    <p:sldId id="2090" r:id="rId20"/>
    <p:sldId id="2091" r:id="rId21"/>
    <p:sldId id="2092" r:id="rId22"/>
    <p:sldId id="2093" r:id="rId23"/>
    <p:sldId id="2094" r:id="rId24"/>
    <p:sldId id="2095" r:id="rId25"/>
    <p:sldId id="2087" r:id="rId26"/>
    <p:sldId id="2096" r:id="rId27"/>
    <p:sldId id="2098" r:id="rId28"/>
    <p:sldId id="2099" r:id="rId29"/>
    <p:sldId id="2100" r:id="rId30"/>
    <p:sldId id="2101" r:id="rId31"/>
    <p:sldId id="2102" r:id="rId32"/>
    <p:sldId id="2103" r:id="rId33"/>
    <p:sldId id="2097" r:id="rId34"/>
    <p:sldId id="2104" r:id="rId35"/>
    <p:sldId id="2106" r:id="rId36"/>
    <p:sldId id="2107" r:id="rId37"/>
    <p:sldId id="2108" r:id="rId38"/>
    <p:sldId id="2109" r:id="rId39"/>
    <p:sldId id="2110" r:id="rId40"/>
    <p:sldId id="2111" r:id="rId41"/>
    <p:sldId id="2084" r:id="rId42"/>
    <p:sldId id="2105" r:id="rId43"/>
    <p:sldId id="2178" r:id="rId44"/>
    <p:sldId id="2119" r:id="rId45"/>
    <p:sldId id="2118" r:id="rId46"/>
    <p:sldId id="2120" r:id="rId47"/>
    <p:sldId id="2122" r:id="rId48"/>
    <p:sldId id="2124" r:id="rId49"/>
    <p:sldId id="2115" r:id="rId50"/>
    <p:sldId id="2126" r:id="rId51"/>
    <p:sldId id="2127" r:id="rId52"/>
    <p:sldId id="2180" r:id="rId53"/>
    <p:sldId id="2181" r:id="rId54"/>
    <p:sldId id="2130" r:id="rId55"/>
    <p:sldId id="2131" r:id="rId56"/>
    <p:sldId id="2123" r:id="rId57"/>
    <p:sldId id="2132" r:id="rId58"/>
    <p:sldId id="2134" r:id="rId59"/>
    <p:sldId id="2135" r:id="rId60"/>
    <p:sldId id="2136" r:id="rId61"/>
    <p:sldId id="2137" r:id="rId62"/>
    <p:sldId id="2138" r:id="rId63"/>
    <p:sldId id="2139" r:id="rId64"/>
    <p:sldId id="2140" r:id="rId65"/>
    <p:sldId id="2141" r:id="rId66"/>
    <p:sldId id="2133" r:id="rId67"/>
    <p:sldId id="2142" r:id="rId68"/>
    <p:sldId id="2144" r:id="rId69"/>
    <p:sldId id="2145" r:id="rId70"/>
    <p:sldId id="2183" r:id="rId71"/>
    <p:sldId id="2143" r:id="rId72"/>
    <p:sldId id="2184" r:id="rId73"/>
    <p:sldId id="2149" r:id="rId74"/>
    <p:sldId id="2161" r:id="rId75"/>
    <p:sldId id="2148" r:id="rId76"/>
    <p:sldId id="2150" r:id="rId77"/>
    <p:sldId id="2151" r:id="rId78"/>
    <p:sldId id="2154" r:id="rId79"/>
    <p:sldId id="2155" r:id="rId80"/>
    <p:sldId id="2156" r:id="rId81"/>
    <p:sldId id="2157" r:id="rId82"/>
    <p:sldId id="2158" r:id="rId83"/>
    <p:sldId id="2162" r:id="rId84"/>
    <p:sldId id="2153" r:id="rId85"/>
    <p:sldId id="1610" r:id="rId86"/>
    <p:sldId id="1569" r:id="rId87"/>
    <p:sldId id="1870" r:id="rId88"/>
    <p:sldId id="2175" r:id="rId89"/>
    <p:sldId id="2163" r:id="rId90"/>
    <p:sldId id="2164" r:id="rId91"/>
    <p:sldId id="2165" r:id="rId92"/>
    <p:sldId id="2166" r:id="rId93"/>
    <p:sldId id="2167" r:id="rId94"/>
    <p:sldId id="2176" r:id="rId95"/>
    <p:sldId id="2168" r:id="rId96"/>
    <p:sldId id="2177" r:id="rId97"/>
    <p:sldId id="2169" r:id="rId98"/>
    <p:sldId id="2170" r:id="rId99"/>
    <p:sldId id="2171" r:id="rId100"/>
    <p:sldId id="2172" r:id="rId101"/>
    <p:sldId id="2173" r:id="rId10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609"/>
            <p14:sldId id="1611"/>
            <p14:sldId id="1981"/>
            <p14:sldId id="2077"/>
            <p14:sldId id="2080"/>
            <p14:sldId id="2081"/>
            <p14:sldId id="2079"/>
            <p14:sldId id="2078"/>
            <p14:sldId id="2082"/>
            <p14:sldId id="2085"/>
            <p14:sldId id="2083"/>
            <p14:sldId id="2088"/>
            <p14:sldId id="2086"/>
            <p14:sldId id="2089"/>
            <p14:sldId id="2090"/>
            <p14:sldId id="2091"/>
            <p14:sldId id="2092"/>
            <p14:sldId id="2093"/>
            <p14:sldId id="2094"/>
            <p14:sldId id="2095"/>
            <p14:sldId id="2087"/>
            <p14:sldId id="2096"/>
            <p14:sldId id="2098"/>
            <p14:sldId id="2099"/>
            <p14:sldId id="2100"/>
            <p14:sldId id="2101"/>
            <p14:sldId id="2102"/>
            <p14:sldId id="2103"/>
            <p14:sldId id="2097"/>
            <p14:sldId id="2104"/>
            <p14:sldId id="2106"/>
            <p14:sldId id="2107"/>
            <p14:sldId id="2108"/>
            <p14:sldId id="2109"/>
            <p14:sldId id="2110"/>
            <p14:sldId id="2111"/>
            <p14:sldId id="2084"/>
            <p14:sldId id="2105"/>
            <p14:sldId id="2178"/>
            <p14:sldId id="2119"/>
            <p14:sldId id="2118"/>
            <p14:sldId id="2120"/>
            <p14:sldId id="2122"/>
            <p14:sldId id="2124"/>
            <p14:sldId id="2115"/>
            <p14:sldId id="2126"/>
            <p14:sldId id="2127"/>
            <p14:sldId id="2180"/>
            <p14:sldId id="2181"/>
            <p14:sldId id="2130"/>
            <p14:sldId id="2131"/>
            <p14:sldId id="2123"/>
            <p14:sldId id="2132"/>
            <p14:sldId id="2134"/>
            <p14:sldId id="2135"/>
            <p14:sldId id="2136"/>
            <p14:sldId id="2137"/>
            <p14:sldId id="2138"/>
            <p14:sldId id="2139"/>
            <p14:sldId id="2140"/>
            <p14:sldId id="2141"/>
            <p14:sldId id="2133"/>
            <p14:sldId id="2142"/>
            <p14:sldId id="2144"/>
            <p14:sldId id="2145"/>
            <p14:sldId id="2183"/>
            <p14:sldId id="2143"/>
            <p14:sldId id="2184"/>
            <p14:sldId id="2149"/>
            <p14:sldId id="2161"/>
            <p14:sldId id="2148"/>
            <p14:sldId id="2150"/>
            <p14:sldId id="2151"/>
            <p14:sldId id="2154"/>
            <p14:sldId id="2155"/>
            <p14:sldId id="2156"/>
            <p14:sldId id="2157"/>
            <p14:sldId id="2158"/>
            <p14:sldId id="2162"/>
            <p14:sldId id="2153"/>
            <p14:sldId id="1610"/>
          </p14:sldIdLst>
        </p14:section>
        <p14:section name="Appendix: Image Descriptions for Unsighted Students" id="{7C09AD24-B9F6-4AF4-99E6-2C2CE190CBB3}">
          <p14:sldIdLst>
            <p14:sldId id="1569"/>
            <p14:sldId id="1870"/>
            <p14:sldId id="2175"/>
            <p14:sldId id="2163"/>
            <p14:sldId id="2164"/>
            <p14:sldId id="2165"/>
            <p14:sldId id="2166"/>
            <p14:sldId id="2167"/>
            <p14:sldId id="2176"/>
            <p14:sldId id="2168"/>
            <p14:sldId id="2177"/>
            <p14:sldId id="2169"/>
            <p14:sldId id="2170"/>
            <p14:sldId id="2171"/>
            <p14:sldId id="2172"/>
            <p14:sldId id="2173"/>
          </p14:sldIdLst>
        </p14:section>
      </p14:sectionLst>
    </p:ext>
    <p:ext uri="{EFAFB233-063F-42B5-8137-9DF3F51BA10A}">
      <p15:sldGuideLst xmlns:p15="http://schemas.microsoft.com/office/powerpoint/2012/main">
        <p15:guide id="2" pos="2904" userDrawn="1">
          <p15:clr>
            <a:srgbClr val="A4A3A4"/>
          </p15:clr>
        </p15:guide>
        <p15:guide id="3" orient="horz" pos="2280" userDrawn="1">
          <p15:clr>
            <a:srgbClr val="A4A3A4"/>
          </p15:clr>
        </p15:guide>
        <p15:guide id="4" pos="5760" userDrawn="1">
          <p15:clr>
            <a:srgbClr val="A4A3A4"/>
          </p15:clr>
        </p15:guide>
        <p15:guide id="5" pos="480" userDrawn="1">
          <p15:clr>
            <a:srgbClr val="A4A3A4"/>
          </p15:clr>
        </p15:guide>
        <p15:guide id="6" orient="horz" pos="79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783575-3AE8-9294-859B-B2812A7766C8}" name="Gowthami D" initials="GD" userId="S::Gowthami.D@straive.com::66d66eb3-f333-4bee-83bc-5dd82344484a" providerId="AD"/>
  <p188:author id="{9B66E976-31CE-7F6C-127D-2C8D549495A6}" name="Michaelammal M" initials="MM" userId="S::Michaelammal.Michael@straive.com::b485f173-2535-4c8e-aa94-fb9fb03f2278" providerId="AD"/>
  <p188:author id="{EE931FE8-A721-D06A-34AF-6112D65456EE}" name="Balamurugan  Yuvaraj" initials="BY" userId="S::Balamurugan.Yuvaraj@straive.com::6e630b42-7441-45c3-911f-e1223e1b098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8000"/>
    <a:srgbClr val="FAE7E8"/>
    <a:srgbClr val="00206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88" autoAdjust="0"/>
    <p:restoredTop sz="94061" autoAdjust="0"/>
  </p:normalViewPr>
  <p:slideViewPr>
    <p:cSldViewPr snapToGrid="0" showGuides="1">
      <p:cViewPr varScale="1">
        <p:scale>
          <a:sx n="109" d="100"/>
          <a:sy n="109" d="100"/>
        </p:scale>
        <p:origin x="1200" y="318"/>
      </p:cViewPr>
      <p:guideLst>
        <p:guide pos="2904"/>
        <p:guide orient="horz" pos="2280"/>
        <p:guide pos="5760"/>
        <p:guide pos="480"/>
        <p:guide orient="horz" pos="792"/>
      </p:guideLst>
    </p:cSldViewPr>
  </p:slideViewPr>
  <p:outlineViewPr>
    <p:cViewPr>
      <p:scale>
        <a:sx n="33" d="100"/>
        <a:sy n="33" d="100"/>
      </p:scale>
      <p:origin x="0" y="-72306"/>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0" d="100"/>
          <a:sy n="80" d="100"/>
        </p:scale>
        <p:origin x="316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openxmlformats.org/officeDocument/2006/relationships/theme" Target="theme/theme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notesMaster" Target="notesMasters/notesMaster1.xml"/><Relationship Id="rId108" Type="http://schemas.openxmlformats.org/officeDocument/2006/relationships/tableStyles" Target="tableStyle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microsoft.com/office/2018/10/relationships/authors" Target="authors.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commentAuthors" Target="commentAuthor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1</a:t>
            </a:fld>
            <a:endParaRPr lang="en-US"/>
          </a:p>
        </p:txBody>
      </p:sp>
    </p:spTree>
    <p:extLst>
      <p:ext uri="{BB962C8B-B14F-4D97-AF65-F5344CB8AC3E}">
        <p14:creationId xmlns:p14="http://schemas.microsoft.com/office/powerpoint/2010/main" val="3127045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2</a:t>
            </a:fld>
            <a:endParaRPr lang="en-US"/>
          </a:p>
        </p:txBody>
      </p:sp>
    </p:spTree>
    <p:extLst>
      <p:ext uri="{BB962C8B-B14F-4D97-AF65-F5344CB8AC3E}">
        <p14:creationId xmlns:p14="http://schemas.microsoft.com/office/powerpoint/2010/main" val="826837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15</a:t>
            </a:fld>
            <a:endParaRPr lang="en-US"/>
          </a:p>
        </p:txBody>
      </p:sp>
    </p:spTree>
    <p:extLst>
      <p:ext uri="{BB962C8B-B14F-4D97-AF65-F5344CB8AC3E}">
        <p14:creationId xmlns:p14="http://schemas.microsoft.com/office/powerpoint/2010/main" val="783399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16</a:t>
            </a:fld>
            <a:endParaRPr lang="en-US"/>
          </a:p>
        </p:txBody>
      </p:sp>
    </p:spTree>
    <p:extLst>
      <p:ext uri="{BB962C8B-B14F-4D97-AF65-F5344CB8AC3E}">
        <p14:creationId xmlns:p14="http://schemas.microsoft.com/office/powerpoint/2010/main" val="3771020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23</a:t>
            </a:fld>
            <a:endParaRPr lang="en-US"/>
          </a:p>
        </p:txBody>
      </p:sp>
    </p:spTree>
    <p:extLst>
      <p:ext uri="{BB962C8B-B14F-4D97-AF65-F5344CB8AC3E}">
        <p14:creationId xmlns:p14="http://schemas.microsoft.com/office/powerpoint/2010/main" val="1159139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24</a:t>
            </a:fld>
            <a:endParaRPr lang="en-US"/>
          </a:p>
        </p:txBody>
      </p:sp>
    </p:spTree>
    <p:extLst>
      <p:ext uri="{BB962C8B-B14F-4D97-AF65-F5344CB8AC3E}">
        <p14:creationId xmlns:p14="http://schemas.microsoft.com/office/powerpoint/2010/main" val="3811086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43</a:t>
            </a:fld>
            <a:endParaRPr lang="en-US"/>
          </a:p>
        </p:txBody>
      </p:sp>
    </p:spTree>
    <p:extLst>
      <p:ext uri="{BB962C8B-B14F-4D97-AF65-F5344CB8AC3E}">
        <p14:creationId xmlns:p14="http://schemas.microsoft.com/office/powerpoint/2010/main" val="98407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45</a:t>
            </a:fld>
            <a:endParaRPr lang="en-US"/>
          </a:p>
        </p:txBody>
      </p:sp>
    </p:spTree>
    <p:extLst>
      <p:ext uri="{BB962C8B-B14F-4D97-AF65-F5344CB8AC3E}">
        <p14:creationId xmlns:p14="http://schemas.microsoft.com/office/powerpoint/2010/main" val="4219363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54</a:t>
            </a:fld>
            <a:endParaRPr lang="en-US"/>
          </a:p>
        </p:txBody>
      </p:sp>
    </p:spTree>
    <p:extLst>
      <p:ext uri="{BB962C8B-B14F-4D97-AF65-F5344CB8AC3E}">
        <p14:creationId xmlns:p14="http://schemas.microsoft.com/office/powerpoint/2010/main" val="3682321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63</a:t>
            </a:fld>
            <a:endParaRPr lang="en-US"/>
          </a:p>
        </p:txBody>
      </p:sp>
    </p:spTree>
    <p:extLst>
      <p:ext uri="{BB962C8B-B14F-4D97-AF65-F5344CB8AC3E}">
        <p14:creationId xmlns:p14="http://schemas.microsoft.com/office/powerpoint/2010/main" val="3999917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81</a:t>
            </a:fld>
            <a:endParaRPr lang="en-US"/>
          </a:p>
        </p:txBody>
      </p:sp>
    </p:spTree>
    <p:extLst>
      <p:ext uri="{BB962C8B-B14F-4D97-AF65-F5344CB8AC3E}">
        <p14:creationId xmlns:p14="http://schemas.microsoft.com/office/powerpoint/2010/main" val="4005741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82</a:t>
            </a:fld>
            <a:endParaRPr lang="en-US"/>
          </a:p>
        </p:txBody>
      </p:sp>
    </p:spTree>
    <p:extLst>
      <p:ext uri="{BB962C8B-B14F-4D97-AF65-F5344CB8AC3E}">
        <p14:creationId xmlns:p14="http://schemas.microsoft.com/office/powerpoint/2010/main" val="1352699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5" name="Text Placeholder 4"/>
          <p:cNvSpPr>
            <a:spLocks noGrp="1"/>
          </p:cNvSpPr>
          <p:nvPr>
            <p:ph type="body" sz="quarter" idx="12" hasCustomPrompt="1"/>
          </p:nvPr>
        </p:nvSpPr>
        <p:spPr>
          <a:xfrm>
            <a:off x="174625" y="6515100"/>
            <a:ext cx="8861425" cy="249238"/>
          </a:xfrm>
          <a:prstGeom prst="rect">
            <a:avLst/>
          </a:prstGeom>
        </p:spPr>
        <p:txBody>
          <a:bodyPr/>
          <a:lstStyle>
            <a:lvl1pPr>
              <a:defRPr sz="1200"/>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0BEC4930-4E04-4FE8-BBF3-63ABA7AA5406}"/>
              </a:ext>
            </a:extLst>
          </p:cNvPr>
          <p:cNvSpPr>
            <a:spLocks noGrp="1"/>
          </p:cNvSpPr>
          <p:nvPr>
            <p:ph sz="quarter" idx="11"/>
          </p:nvPr>
        </p:nvSpPr>
        <p:spPr>
          <a:xfrm>
            <a:off x="342900" y="6535738"/>
            <a:ext cx="8616950" cy="21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B48F83F-7684-4505-9311-CD91E36A5788}"/>
              </a:ext>
            </a:extLst>
          </p:cNvPr>
          <p:cNvSpPr>
            <a:spLocks noGrp="1"/>
          </p:cNvSpPr>
          <p:nvPr>
            <p:ph type="body" sz="quarter" idx="12"/>
          </p:nvPr>
        </p:nvSpPr>
        <p:spPr>
          <a:xfrm>
            <a:off x="622300" y="5094288"/>
            <a:ext cx="3035300" cy="4111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p:cNvSpPr>
            <a:spLocks noGrp="1"/>
          </p:cNvSpPr>
          <p:nvPr>
            <p:ph type="body" sz="quarter" idx="11" hasCustomPrompt="1"/>
          </p:nvPr>
        </p:nvSpPr>
        <p:spPr>
          <a:xfrm>
            <a:off x="185738" y="6515100"/>
            <a:ext cx="8662987"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2784606"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7" name="Text Placeholder 6"/>
          <p:cNvSpPr>
            <a:spLocks noGrp="1"/>
          </p:cNvSpPr>
          <p:nvPr>
            <p:ph type="body" sz="quarter" idx="11" hasCustomPrompt="1"/>
          </p:nvPr>
        </p:nvSpPr>
        <p:spPr>
          <a:xfrm>
            <a:off x="190500" y="6515100"/>
            <a:ext cx="8643938"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1" y="6646460"/>
            <a:ext cx="449349" cy="188467"/>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1" y="6646460"/>
            <a:ext cx="462997" cy="188467"/>
          </a:xfrm>
          <a:prstGeom prst="rect">
            <a:avLst/>
          </a:prstGeo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4" name="Content Placeholder 6">
            <a:extLst>
              <a:ext uri="{FF2B5EF4-FFF2-40B4-BE49-F238E27FC236}">
                <a16:creationId xmlns:a16="http://schemas.microsoft.com/office/drawing/2014/main" id="{038286F9-7928-65C5-D3D3-31837D965912}"/>
              </a:ext>
            </a:extLst>
          </p:cNvPr>
          <p:cNvSpPr>
            <a:spLocks noGrp="1"/>
          </p:cNvSpPr>
          <p:nvPr>
            <p:ph sz="quarter" idx="25" hasCustomPrompt="1"/>
          </p:nvPr>
        </p:nvSpPr>
        <p:spPr>
          <a:xfrm>
            <a:off x="4619196" y="5881239"/>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0" name="Content Placeholder 6">
            <a:extLst>
              <a:ext uri="{FF2B5EF4-FFF2-40B4-BE49-F238E27FC236}">
                <a16:creationId xmlns:a16="http://schemas.microsoft.com/office/drawing/2014/main" id="{1D810CF1-6F2B-BCF1-1FFB-90497660DC56}"/>
              </a:ext>
            </a:extLst>
          </p:cNvPr>
          <p:cNvSpPr>
            <a:spLocks noGrp="1"/>
          </p:cNvSpPr>
          <p:nvPr>
            <p:ph sz="quarter" idx="26" hasCustomPrompt="1"/>
          </p:nvPr>
        </p:nvSpPr>
        <p:spPr>
          <a:xfrm>
            <a:off x="4619195" y="662421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0" name="Content Placeholder 6">
            <a:extLst>
              <a:ext uri="{FF2B5EF4-FFF2-40B4-BE49-F238E27FC236}">
                <a16:creationId xmlns:a16="http://schemas.microsoft.com/office/drawing/2014/main" id="{72E44141-4614-D3E4-E335-4866FD06DC5E}"/>
              </a:ext>
            </a:extLst>
          </p:cNvPr>
          <p:cNvSpPr>
            <a:spLocks noGrp="1"/>
          </p:cNvSpPr>
          <p:nvPr>
            <p:ph sz="quarter" idx="27" hasCustomPrompt="1"/>
          </p:nvPr>
        </p:nvSpPr>
        <p:spPr>
          <a:xfrm>
            <a:off x="4619194" y="7365597"/>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1" name="Content Placeholder 6">
            <a:extLst>
              <a:ext uri="{FF2B5EF4-FFF2-40B4-BE49-F238E27FC236}">
                <a16:creationId xmlns:a16="http://schemas.microsoft.com/office/drawing/2014/main" id="{576D0BF9-FE66-F9A2-1424-E67BDFB5B0D7}"/>
              </a:ext>
            </a:extLst>
          </p:cNvPr>
          <p:cNvSpPr>
            <a:spLocks noGrp="1"/>
          </p:cNvSpPr>
          <p:nvPr>
            <p:ph sz="quarter" idx="28" hasCustomPrompt="1"/>
          </p:nvPr>
        </p:nvSpPr>
        <p:spPr>
          <a:xfrm>
            <a:off x="4619193" y="811976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2" name="Content Placeholder 6">
            <a:extLst>
              <a:ext uri="{FF2B5EF4-FFF2-40B4-BE49-F238E27FC236}">
                <a16:creationId xmlns:a16="http://schemas.microsoft.com/office/drawing/2014/main" id="{5B49D60E-2956-5BAB-FED5-BB5AE8EE51EA}"/>
              </a:ext>
            </a:extLst>
          </p:cNvPr>
          <p:cNvSpPr>
            <a:spLocks noGrp="1"/>
          </p:cNvSpPr>
          <p:nvPr>
            <p:ph sz="quarter" idx="29" hasCustomPrompt="1"/>
          </p:nvPr>
        </p:nvSpPr>
        <p:spPr>
          <a:xfrm>
            <a:off x="4572000" y="8874219"/>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16935288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60538170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theme" Target="../theme/theme3.xml"/><Relationship Id="rId4"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 id="2147483723" r:id="rId3"/>
    <p:sldLayoutId id="2147483724" r:id="rId4"/>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image" Target="../media/image10.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1.xml"/><Relationship Id="rId5" Type="http://schemas.openxmlformats.org/officeDocument/2006/relationships/slide" Target="slide85.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8.wmf"/><Relationship Id="rId18" Type="http://schemas.openxmlformats.org/officeDocument/2006/relationships/oleObject" Target="../embeddings/oleObject10.bin"/><Relationship Id="rId26" Type="http://schemas.openxmlformats.org/officeDocument/2006/relationships/oleObject" Target="../embeddings/oleObject14.bin"/><Relationship Id="rId3" Type="http://schemas.openxmlformats.org/officeDocument/2006/relationships/image" Target="../media/image13.wmf"/><Relationship Id="rId21" Type="http://schemas.openxmlformats.org/officeDocument/2006/relationships/image" Target="../media/image22.wmf"/><Relationship Id="rId7" Type="http://schemas.openxmlformats.org/officeDocument/2006/relationships/image" Target="../media/image15.wmf"/><Relationship Id="rId12" Type="http://schemas.openxmlformats.org/officeDocument/2006/relationships/oleObject" Target="../embeddings/oleObject7.bin"/><Relationship Id="rId17" Type="http://schemas.openxmlformats.org/officeDocument/2006/relationships/image" Target="../media/image20.wmf"/><Relationship Id="rId25" Type="http://schemas.openxmlformats.org/officeDocument/2006/relationships/image" Target="../media/image24.wmf"/><Relationship Id="rId2" Type="http://schemas.openxmlformats.org/officeDocument/2006/relationships/oleObject" Target="../embeddings/oleObject2.bin"/><Relationship Id="rId16" Type="http://schemas.openxmlformats.org/officeDocument/2006/relationships/oleObject" Target="../embeddings/oleObject9.bin"/><Relationship Id="rId20" Type="http://schemas.openxmlformats.org/officeDocument/2006/relationships/oleObject" Target="../embeddings/oleObject11.bin"/><Relationship Id="rId29" Type="http://schemas.openxmlformats.org/officeDocument/2006/relationships/image" Target="../media/image26.wmf"/><Relationship Id="rId1" Type="http://schemas.openxmlformats.org/officeDocument/2006/relationships/slideLayout" Target="../slideLayouts/slideLayout13.xml"/><Relationship Id="rId6" Type="http://schemas.openxmlformats.org/officeDocument/2006/relationships/oleObject" Target="../embeddings/oleObject4.bin"/><Relationship Id="rId11" Type="http://schemas.openxmlformats.org/officeDocument/2006/relationships/image" Target="../media/image17.wmf"/><Relationship Id="rId24" Type="http://schemas.openxmlformats.org/officeDocument/2006/relationships/oleObject" Target="../embeddings/oleObject13.bin"/><Relationship Id="rId5" Type="http://schemas.openxmlformats.org/officeDocument/2006/relationships/image" Target="../media/image14.wmf"/><Relationship Id="rId15" Type="http://schemas.openxmlformats.org/officeDocument/2006/relationships/image" Target="../media/image19.wmf"/><Relationship Id="rId23" Type="http://schemas.openxmlformats.org/officeDocument/2006/relationships/image" Target="../media/image23.wmf"/><Relationship Id="rId28" Type="http://schemas.openxmlformats.org/officeDocument/2006/relationships/oleObject" Target="../embeddings/oleObject15.bin"/><Relationship Id="rId10" Type="http://schemas.openxmlformats.org/officeDocument/2006/relationships/oleObject" Target="../embeddings/oleObject6.bin"/><Relationship Id="rId19" Type="http://schemas.openxmlformats.org/officeDocument/2006/relationships/image" Target="../media/image21.wmf"/><Relationship Id="rId31" Type="http://schemas.openxmlformats.org/officeDocument/2006/relationships/image" Target="../media/image27.wmf"/><Relationship Id="rId4" Type="http://schemas.openxmlformats.org/officeDocument/2006/relationships/oleObject" Target="../embeddings/oleObject3.bin"/><Relationship Id="rId9" Type="http://schemas.openxmlformats.org/officeDocument/2006/relationships/image" Target="../media/image16.wmf"/><Relationship Id="rId14" Type="http://schemas.openxmlformats.org/officeDocument/2006/relationships/oleObject" Target="../embeddings/oleObject8.bin"/><Relationship Id="rId22" Type="http://schemas.openxmlformats.org/officeDocument/2006/relationships/oleObject" Target="../embeddings/oleObject12.bin"/><Relationship Id="rId27" Type="http://schemas.openxmlformats.org/officeDocument/2006/relationships/image" Target="../media/image25.wmf"/><Relationship Id="rId30" Type="http://schemas.openxmlformats.org/officeDocument/2006/relationships/oleObject" Target="../embeddings/oleObject16.bin"/></Relationships>
</file>

<file path=ppt/slides/_rels/slide9.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7.bin"/><Relationship Id="rId1" Type="http://schemas.openxmlformats.org/officeDocument/2006/relationships/slideLayout" Target="../slideLayouts/slideLayout21.xml"/><Relationship Id="rId5" Type="http://schemas.openxmlformats.org/officeDocument/2006/relationships/image" Target="../media/image29.wmf"/><Relationship Id="rId4" Type="http://schemas.openxmlformats.org/officeDocument/2006/relationships/oleObject" Target="../embeddings/oleObject18.bin"/></Relationships>
</file>

<file path=ppt/slides/_rels/slide10.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19.bin"/><Relationship Id="rId1" Type="http://schemas.openxmlformats.org/officeDocument/2006/relationships/slideLayout" Target="../slideLayouts/slideLayout21.xml"/><Relationship Id="rId6" Type="http://schemas.openxmlformats.org/officeDocument/2006/relationships/oleObject" Target="../embeddings/oleObject21.bin"/><Relationship Id="rId5" Type="http://schemas.openxmlformats.org/officeDocument/2006/relationships/image" Target="../media/image31.wmf"/><Relationship Id="rId4" Type="http://schemas.openxmlformats.org/officeDocument/2006/relationships/oleObject" Target="../embeddings/oleObject20.bin"/></Relationships>
</file>

<file path=ppt/slides/_rels/slide11.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2.bin"/><Relationship Id="rId1" Type="http://schemas.openxmlformats.org/officeDocument/2006/relationships/slideLayout" Target="../slideLayouts/slideLayout21.xml"/><Relationship Id="rId5" Type="http://schemas.openxmlformats.org/officeDocument/2006/relationships/image" Target="../media/image36.wmf"/><Relationship Id="rId4" Type="http://schemas.openxmlformats.org/officeDocument/2006/relationships/oleObject" Target="../embeddings/oleObject23.bin"/></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39.wmf"/><Relationship Id="rId5" Type="http://schemas.openxmlformats.org/officeDocument/2006/relationships/oleObject" Target="../embeddings/oleObject25.bin"/><Relationship Id="rId4" Type="http://schemas.openxmlformats.org/officeDocument/2006/relationships/image" Target="../media/image38.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40.wmf"/></Relationships>
</file>

<file path=ppt/slides/_rels/slide17.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27.bin"/><Relationship Id="rId1" Type="http://schemas.openxmlformats.org/officeDocument/2006/relationships/slideLayout" Target="../slideLayouts/slideLayout20.xml"/><Relationship Id="rId5" Type="http://schemas.openxmlformats.org/officeDocument/2006/relationships/image" Target="../media/image42.wmf"/><Relationship Id="rId4" Type="http://schemas.openxmlformats.org/officeDocument/2006/relationships/oleObject" Target="../embeddings/oleObject28.bin"/></Relationships>
</file>

<file path=ppt/slides/_rels/slide18.x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slide" Target="slide88.xml"/><Relationship Id="rId2" Type="http://schemas.openxmlformats.org/officeDocument/2006/relationships/oleObject" Target="../embeddings/oleObject29.bin"/><Relationship Id="rId1" Type="http://schemas.openxmlformats.org/officeDocument/2006/relationships/slideLayout" Target="../slideLayouts/slideLayout21.xml"/><Relationship Id="rId6" Type="http://schemas.openxmlformats.org/officeDocument/2006/relationships/image" Target="../media/image45.png"/><Relationship Id="rId5" Type="http://schemas.openxmlformats.org/officeDocument/2006/relationships/image" Target="../media/image44.wmf"/><Relationship Id="rId4"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1.bin"/><Relationship Id="rId1" Type="http://schemas.openxmlformats.org/officeDocument/2006/relationships/slideLayout" Target="../slideLayouts/slideLayout21.xml"/><Relationship Id="rId5" Type="http://schemas.openxmlformats.org/officeDocument/2006/relationships/image" Target="../media/image47.wmf"/><Relationship Id="rId4" Type="http://schemas.openxmlformats.org/officeDocument/2006/relationships/oleObject" Target="../embeddings/oleObject32.bin"/></Relationships>
</file>

<file path=ppt/slides/_rels/slide20.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33.bin"/><Relationship Id="rId1" Type="http://schemas.openxmlformats.org/officeDocument/2006/relationships/slideLayout" Target="../slideLayouts/slideLayout21.xml"/><Relationship Id="rId5" Type="http://schemas.openxmlformats.org/officeDocument/2006/relationships/slide" Target="slide89.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slide" Target="slide90.xml"/><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34.bin"/><Relationship Id="rId1" Type="http://schemas.openxmlformats.org/officeDocument/2006/relationships/slideLayout" Target="../slideLayouts/slideLayout20.xml"/><Relationship Id="rId5" Type="http://schemas.openxmlformats.org/officeDocument/2006/relationships/image" Target="../media/image52.wmf"/><Relationship Id="rId4" Type="http://schemas.openxmlformats.org/officeDocument/2006/relationships/oleObject" Target="../embeddings/oleObject35.bin"/></Relationships>
</file>

<file path=ppt/slides/_rels/slide23.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54.wmf"/><Relationship Id="rId5" Type="http://schemas.openxmlformats.org/officeDocument/2006/relationships/oleObject" Target="../embeddings/oleObject37.bin"/><Relationship Id="rId4" Type="http://schemas.openxmlformats.org/officeDocument/2006/relationships/image" Target="../media/image53.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56.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62.wmf"/><Relationship Id="rId18" Type="http://schemas.openxmlformats.org/officeDocument/2006/relationships/oleObject" Target="../embeddings/oleObject48.bin"/><Relationship Id="rId3" Type="http://schemas.openxmlformats.org/officeDocument/2006/relationships/image" Target="../media/image57.wmf"/><Relationship Id="rId21" Type="http://schemas.openxmlformats.org/officeDocument/2006/relationships/image" Target="../media/image66.wmf"/><Relationship Id="rId7" Type="http://schemas.openxmlformats.org/officeDocument/2006/relationships/image" Target="../media/image59.wmf"/><Relationship Id="rId12" Type="http://schemas.openxmlformats.org/officeDocument/2006/relationships/oleObject" Target="../embeddings/oleObject45.bin"/><Relationship Id="rId17" Type="http://schemas.openxmlformats.org/officeDocument/2006/relationships/image" Target="../media/image64.wmf"/><Relationship Id="rId2" Type="http://schemas.openxmlformats.org/officeDocument/2006/relationships/oleObject" Target="../embeddings/oleObject40.bin"/><Relationship Id="rId16" Type="http://schemas.openxmlformats.org/officeDocument/2006/relationships/oleObject" Target="../embeddings/oleObject47.bin"/><Relationship Id="rId20" Type="http://schemas.openxmlformats.org/officeDocument/2006/relationships/oleObject" Target="../embeddings/oleObject49.bin"/><Relationship Id="rId1" Type="http://schemas.openxmlformats.org/officeDocument/2006/relationships/slideLayout" Target="../slideLayouts/slideLayout21.xml"/><Relationship Id="rId6" Type="http://schemas.openxmlformats.org/officeDocument/2006/relationships/oleObject" Target="../embeddings/oleObject42.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44.bin"/><Relationship Id="rId19" Type="http://schemas.openxmlformats.org/officeDocument/2006/relationships/image" Target="../media/image65.wmf"/><Relationship Id="rId4" Type="http://schemas.openxmlformats.org/officeDocument/2006/relationships/oleObject" Target="../embeddings/oleObject41.bin"/><Relationship Id="rId9" Type="http://schemas.openxmlformats.org/officeDocument/2006/relationships/image" Target="../media/image60.wmf"/><Relationship Id="rId14" Type="http://schemas.openxmlformats.org/officeDocument/2006/relationships/oleObject" Target="../embeddings/oleObject46.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67.wmf"/><Relationship Id="rId7" Type="http://schemas.openxmlformats.org/officeDocument/2006/relationships/image" Target="../media/image69.wmf"/><Relationship Id="rId2" Type="http://schemas.openxmlformats.org/officeDocument/2006/relationships/oleObject" Target="../embeddings/oleObject50.bin"/><Relationship Id="rId1" Type="http://schemas.openxmlformats.org/officeDocument/2006/relationships/slideLayout" Target="../slideLayouts/slideLayout21.xml"/><Relationship Id="rId6" Type="http://schemas.openxmlformats.org/officeDocument/2006/relationships/oleObject" Target="../embeddings/oleObject52.bin"/><Relationship Id="rId11" Type="http://schemas.openxmlformats.org/officeDocument/2006/relationships/image" Target="../media/image71.wmf"/><Relationship Id="rId5" Type="http://schemas.openxmlformats.org/officeDocument/2006/relationships/image" Target="../media/image68.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70.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slide" Target="slide91.xml"/><Relationship Id="rId3" Type="http://schemas.openxmlformats.org/officeDocument/2006/relationships/image" Target="../media/image72.wmf"/><Relationship Id="rId7" Type="http://schemas.openxmlformats.org/officeDocument/2006/relationships/image" Target="../media/image74.wmf"/><Relationship Id="rId12" Type="http://schemas.openxmlformats.org/officeDocument/2006/relationships/image" Target="../media/image77.png"/><Relationship Id="rId2" Type="http://schemas.openxmlformats.org/officeDocument/2006/relationships/oleObject" Target="../embeddings/oleObject55.bin"/><Relationship Id="rId1" Type="http://schemas.openxmlformats.org/officeDocument/2006/relationships/slideLayout" Target="../slideLayouts/slideLayout21.xml"/><Relationship Id="rId6" Type="http://schemas.openxmlformats.org/officeDocument/2006/relationships/oleObject" Target="../embeddings/oleObject57.bin"/><Relationship Id="rId11" Type="http://schemas.openxmlformats.org/officeDocument/2006/relationships/image" Target="../media/image76.wmf"/><Relationship Id="rId5" Type="http://schemas.openxmlformats.org/officeDocument/2006/relationships/image" Target="../media/image73.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75.wmf"/></Relationships>
</file>

<file path=ppt/slides/_rels/slide28.xml.rels><?xml version="1.0" encoding="UTF-8" standalone="yes"?>
<Relationships xmlns="http://schemas.openxmlformats.org/package/2006/relationships"><Relationship Id="rId3" Type="http://schemas.openxmlformats.org/officeDocument/2006/relationships/image" Target="../media/image78.wmf"/><Relationship Id="rId7" Type="http://schemas.openxmlformats.org/officeDocument/2006/relationships/slide" Target="slide92.xml"/><Relationship Id="rId2" Type="http://schemas.openxmlformats.org/officeDocument/2006/relationships/oleObject" Target="../embeddings/oleObject60.bin"/><Relationship Id="rId1" Type="http://schemas.openxmlformats.org/officeDocument/2006/relationships/slideLayout" Target="../slideLayouts/slideLayout21.xml"/><Relationship Id="rId6" Type="http://schemas.openxmlformats.org/officeDocument/2006/relationships/image" Target="../media/image80.png"/><Relationship Id="rId5" Type="http://schemas.openxmlformats.org/officeDocument/2006/relationships/image" Target="../media/image79.wmf"/><Relationship Id="rId4" Type="http://schemas.openxmlformats.org/officeDocument/2006/relationships/oleObject" Target="../embeddings/oleObject61.bin"/></Relationships>
</file>

<file path=ppt/slides/_rels/slide29.xml.rels><?xml version="1.0" encoding="UTF-8" standalone="yes"?>
<Relationships xmlns="http://schemas.openxmlformats.org/package/2006/relationships"><Relationship Id="rId13" Type="http://schemas.openxmlformats.org/officeDocument/2006/relationships/image" Target="../media/image86.wmf"/><Relationship Id="rId18" Type="http://schemas.openxmlformats.org/officeDocument/2006/relationships/oleObject" Target="../embeddings/oleObject70.bin"/><Relationship Id="rId26" Type="http://schemas.openxmlformats.org/officeDocument/2006/relationships/oleObject" Target="../embeddings/oleObject74.bin"/><Relationship Id="rId39" Type="http://schemas.openxmlformats.org/officeDocument/2006/relationships/image" Target="../media/image99.wmf"/><Relationship Id="rId21" Type="http://schemas.openxmlformats.org/officeDocument/2006/relationships/image" Target="../media/image90.wmf"/><Relationship Id="rId34" Type="http://schemas.openxmlformats.org/officeDocument/2006/relationships/oleObject" Target="../embeddings/oleObject78.bin"/><Relationship Id="rId7" Type="http://schemas.openxmlformats.org/officeDocument/2006/relationships/image" Target="../media/image83.wmf"/><Relationship Id="rId12" Type="http://schemas.openxmlformats.org/officeDocument/2006/relationships/oleObject" Target="../embeddings/oleObject67.bin"/><Relationship Id="rId17" Type="http://schemas.openxmlformats.org/officeDocument/2006/relationships/image" Target="../media/image88.wmf"/><Relationship Id="rId25" Type="http://schemas.openxmlformats.org/officeDocument/2006/relationships/image" Target="../media/image92.wmf"/><Relationship Id="rId33" Type="http://schemas.openxmlformats.org/officeDocument/2006/relationships/image" Target="../media/image96.wmf"/><Relationship Id="rId38" Type="http://schemas.openxmlformats.org/officeDocument/2006/relationships/oleObject" Target="../embeddings/oleObject80.bin"/><Relationship Id="rId2" Type="http://schemas.openxmlformats.org/officeDocument/2006/relationships/oleObject" Target="../embeddings/oleObject62.bin"/><Relationship Id="rId16" Type="http://schemas.openxmlformats.org/officeDocument/2006/relationships/oleObject" Target="../embeddings/oleObject69.bin"/><Relationship Id="rId20" Type="http://schemas.openxmlformats.org/officeDocument/2006/relationships/oleObject" Target="../embeddings/oleObject71.bin"/><Relationship Id="rId29" Type="http://schemas.openxmlformats.org/officeDocument/2006/relationships/image" Target="../media/image94.wmf"/><Relationship Id="rId1" Type="http://schemas.openxmlformats.org/officeDocument/2006/relationships/slideLayout" Target="../slideLayouts/slideLayout13.xml"/><Relationship Id="rId6" Type="http://schemas.openxmlformats.org/officeDocument/2006/relationships/oleObject" Target="../embeddings/oleObject64.bin"/><Relationship Id="rId11" Type="http://schemas.openxmlformats.org/officeDocument/2006/relationships/image" Target="../media/image85.wmf"/><Relationship Id="rId24" Type="http://schemas.openxmlformats.org/officeDocument/2006/relationships/oleObject" Target="../embeddings/oleObject73.bin"/><Relationship Id="rId32" Type="http://schemas.openxmlformats.org/officeDocument/2006/relationships/oleObject" Target="../embeddings/oleObject77.bin"/><Relationship Id="rId37" Type="http://schemas.openxmlformats.org/officeDocument/2006/relationships/image" Target="../media/image98.wmf"/><Relationship Id="rId5" Type="http://schemas.openxmlformats.org/officeDocument/2006/relationships/image" Target="../media/image82.wmf"/><Relationship Id="rId15" Type="http://schemas.openxmlformats.org/officeDocument/2006/relationships/image" Target="../media/image87.wmf"/><Relationship Id="rId23" Type="http://schemas.openxmlformats.org/officeDocument/2006/relationships/image" Target="../media/image91.wmf"/><Relationship Id="rId28" Type="http://schemas.openxmlformats.org/officeDocument/2006/relationships/oleObject" Target="../embeddings/oleObject75.bin"/><Relationship Id="rId36" Type="http://schemas.openxmlformats.org/officeDocument/2006/relationships/oleObject" Target="../embeddings/oleObject79.bin"/><Relationship Id="rId10" Type="http://schemas.openxmlformats.org/officeDocument/2006/relationships/oleObject" Target="../embeddings/oleObject66.bin"/><Relationship Id="rId19" Type="http://schemas.openxmlformats.org/officeDocument/2006/relationships/image" Target="../media/image89.wmf"/><Relationship Id="rId31" Type="http://schemas.openxmlformats.org/officeDocument/2006/relationships/image" Target="../media/image95.wmf"/><Relationship Id="rId4" Type="http://schemas.openxmlformats.org/officeDocument/2006/relationships/oleObject" Target="../embeddings/oleObject63.bin"/><Relationship Id="rId9" Type="http://schemas.openxmlformats.org/officeDocument/2006/relationships/image" Target="../media/image84.wmf"/><Relationship Id="rId14" Type="http://schemas.openxmlformats.org/officeDocument/2006/relationships/oleObject" Target="../embeddings/oleObject68.bin"/><Relationship Id="rId22" Type="http://schemas.openxmlformats.org/officeDocument/2006/relationships/oleObject" Target="../embeddings/oleObject72.bin"/><Relationship Id="rId27" Type="http://schemas.openxmlformats.org/officeDocument/2006/relationships/image" Target="../media/image93.wmf"/><Relationship Id="rId30" Type="http://schemas.openxmlformats.org/officeDocument/2006/relationships/oleObject" Target="../embeddings/oleObject76.bin"/><Relationship Id="rId35" Type="http://schemas.openxmlformats.org/officeDocument/2006/relationships/image" Target="../media/image97.wmf"/><Relationship Id="rId8" Type="http://schemas.openxmlformats.org/officeDocument/2006/relationships/oleObject" Target="../embeddings/oleObject65.bin"/><Relationship Id="rId3" Type="http://schemas.openxmlformats.org/officeDocument/2006/relationships/image" Target="../media/image81.wmf"/></Relationships>
</file>

<file path=ppt/slides/_rels/slide30.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oleObject" Target="../embeddings/oleObject81.bin"/><Relationship Id="rId1" Type="http://schemas.openxmlformats.org/officeDocument/2006/relationships/slideLayout" Target="../slideLayouts/slideLayout21.xml"/><Relationship Id="rId5" Type="http://schemas.openxmlformats.org/officeDocument/2006/relationships/slide" Target="slide93.xml"/><Relationship Id="rId4" Type="http://schemas.openxmlformats.org/officeDocument/2006/relationships/image" Target="../media/image10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82.bin"/><Relationship Id="rId1" Type="http://schemas.openxmlformats.org/officeDocument/2006/relationships/slideLayout" Target="../slideLayouts/slideLayout21.xml"/><Relationship Id="rId5" Type="http://schemas.openxmlformats.org/officeDocument/2006/relationships/image" Target="../media/image103.wmf"/><Relationship Id="rId4" Type="http://schemas.openxmlformats.org/officeDocument/2006/relationships/oleObject" Target="../embeddings/oleObject83.bin"/></Relationships>
</file>

<file path=ppt/slides/_rels/slide33.xml.rels><?xml version="1.0" encoding="UTF-8" standalone="yes"?>
<Relationships xmlns="http://schemas.openxmlformats.org/package/2006/relationships"><Relationship Id="rId3" Type="http://schemas.openxmlformats.org/officeDocument/2006/relationships/slide" Target="slide94.xml"/><Relationship Id="rId2" Type="http://schemas.openxmlformats.org/officeDocument/2006/relationships/image" Target="../media/image104.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image" Target="../media/image105.wmf"/><Relationship Id="rId7" Type="http://schemas.openxmlformats.org/officeDocument/2006/relationships/slide" Target="slide95.xml"/><Relationship Id="rId2" Type="http://schemas.openxmlformats.org/officeDocument/2006/relationships/oleObject" Target="../embeddings/oleObject84.bin"/><Relationship Id="rId1" Type="http://schemas.openxmlformats.org/officeDocument/2006/relationships/slideLayout" Target="../slideLayouts/slideLayout21.xml"/><Relationship Id="rId6" Type="http://schemas.openxmlformats.org/officeDocument/2006/relationships/image" Target="../media/image107.png"/><Relationship Id="rId5" Type="http://schemas.openxmlformats.org/officeDocument/2006/relationships/image" Target="../media/image106.wmf"/><Relationship Id="rId4" Type="http://schemas.openxmlformats.org/officeDocument/2006/relationships/oleObject" Target="../embeddings/oleObject85.bin"/></Relationships>
</file>

<file path=ppt/slides/_rels/slide37.x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oleObject" Target="../embeddings/oleObject86.bin"/><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6" Type="http://schemas.openxmlformats.org/officeDocument/2006/relationships/oleObject" Target="../embeddings/oleObject99.bin"/><Relationship Id="rId21" Type="http://schemas.openxmlformats.org/officeDocument/2006/relationships/image" Target="../media/image118.wmf"/><Relationship Id="rId42" Type="http://schemas.openxmlformats.org/officeDocument/2006/relationships/oleObject" Target="../embeddings/oleObject107.bin"/><Relationship Id="rId47" Type="http://schemas.openxmlformats.org/officeDocument/2006/relationships/image" Target="../media/image131.wmf"/><Relationship Id="rId63" Type="http://schemas.openxmlformats.org/officeDocument/2006/relationships/image" Target="../media/image139.wmf"/><Relationship Id="rId68" Type="http://schemas.openxmlformats.org/officeDocument/2006/relationships/oleObject" Target="../embeddings/oleObject120.bin"/><Relationship Id="rId84" Type="http://schemas.openxmlformats.org/officeDocument/2006/relationships/oleObject" Target="../embeddings/oleObject128.bin"/><Relationship Id="rId89" Type="http://schemas.openxmlformats.org/officeDocument/2006/relationships/image" Target="../media/image152.wmf"/><Relationship Id="rId16" Type="http://schemas.openxmlformats.org/officeDocument/2006/relationships/oleObject" Target="../embeddings/oleObject94.bin"/><Relationship Id="rId11" Type="http://schemas.openxmlformats.org/officeDocument/2006/relationships/image" Target="../media/image113.wmf"/><Relationship Id="rId32" Type="http://schemas.openxmlformats.org/officeDocument/2006/relationships/oleObject" Target="../embeddings/oleObject102.bin"/><Relationship Id="rId37" Type="http://schemas.openxmlformats.org/officeDocument/2006/relationships/image" Target="../media/image126.wmf"/><Relationship Id="rId53" Type="http://schemas.openxmlformats.org/officeDocument/2006/relationships/image" Target="../media/image134.wmf"/><Relationship Id="rId58" Type="http://schemas.openxmlformats.org/officeDocument/2006/relationships/oleObject" Target="../embeddings/oleObject115.bin"/><Relationship Id="rId74" Type="http://schemas.openxmlformats.org/officeDocument/2006/relationships/oleObject" Target="../embeddings/oleObject123.bin"/><Relationship Id="rId79" Type="http://schemas.openxmlformats.org/officeDocument/2006/relationships/image" Target="../media/image147.wmf"/><Relationship Id="rId5" Type="http://schemas.openxmlformats.org/officeDocument/2006/relationships/image" Target="../media/image110.wmf"/><Relationship Id="rId14" Type="http://schemas.openxmlformats.org/officeDocument/2006/relationships/oleObject" Target="../embeddings/oleObject93.bin"/><Relationship Id="rId22" Type="http://schemas.openxmlformats.org/officeDocument/2006/relationships/oleObject" Target="../embeddings/oleObject97.bin"/><Relationship Id="rId27" Type="http://schemas.openxmlformats.org/officeDocument/2006/relationships/image" Target="../media/image121.wmf"/><Relationship Id="rId30" Type="http://schemas.openxmlformats.org/officeDocument/2006/relationships/oleObject" Target="../embeddings/oleObject101.bin"/><Relationship Id="rId35" Type="http://schemas.openxmlformats.org/officeDocument/2006/relationships/image" Target="../media/image125.wmf"/><Relationship Id="rId43" Type="http://schemas.openxmlformats.org/officeDocument/2006/relationships/image" Target="../media/image129.wmf"/><Relationship Id="rId48" Type="http://schemas.openxmlformats.org/officeDocument/2006/relationships/oleObject" Target="../embeddings/oleObject110.bin"/><Relationship Id="rId56" Type="http://schemas.openxmlformats.org/officeDocument/2006/relationships/oleObject" Target="../embeddings/oleObject114.bin"/><Relationship Id="rId64" Type="http://schemas.openxmlformats.org/officeDocument/2006/relationships/oleObject" Target="../embeddings/oleObject118.bin"/><Relationship Id="rId69" Type="http://schemas.openxmlformats.org/officeDocument/2006/relationships/image" Target="../media/image142.wmf"/><Relationship Id="rId77" Type="http://schemas.openxmlformats.org/officeDocument/2006/relationships/image" Target="../media/image146.wmf"/><Relationship Id="rId8" Type="http://schemas.openxmlformats.org/officeDocument/2006/relationships/oleObject" Target="../embeddings/oleObject90.bin"/><Relationship Id="rId51" Type="http://schemas.openxmlformats.org/officeDocument/2006/relationships/image" Target="../media/image133.wmf"/><Relationship Id="rId72" Type="http://schemas.openxmlformats.org/officeDocument/2006/relationships/oleObject" Target="../embeddings/oleObject122.bin"/><Relationship Id="rId80" Type="http://schemas.openxmlformats.org/officeDocument/2006/relationships/oleObject" Target="../embeddings/oleObject126.bin"/><Relationship Id="rId85" Type="http://schemas.openxmlformats.org/officeDocument/2006/relationships/image" Target="../media/image150.wmf"/><Relationship Id="rId3" Type="http://schemas.openxmlformats.org/officeDocument/2006/relationships/image" Target="../media/image109.wmf"/><Relationship Id="rId12" Type="http://schemas.openxmlformats.org/officeDocument/2006/relationships/oleObject" Target="../embeddings/oleObject92.bin"/><Relationship Id="rId17" Type="http://schemas.openxmlformats.org/officeDocument/2006/relationships/image" Target="../media/image116.wmf"/><Relationship Id="rId25" Type="http://schemas.openxmlformats.org/officeDocument/2006/relationships/image" Target="../media/image120.wmf"/><Relationship Id="rId33" Type="http://schemas.openxmlformats.org/officeDocument/2006/relationships/image" Target="../media/image124.wmf"/><Relationship Id="rId38" Type="http://schemas.openxmlformats.org/officeDocument/2006/relationships/oleObject" Target="../embeddings/oleObject105.bin"/><Relationship Id="rId46" Type="http://schemas.openxmlformats.org/officeDocument/2006/relationships/oleObject" Target="../embeddings/oleObject109.bin"/><Relationship Id="rId59" Type="http://schemas.openxmlformats.org/officeDocument/2006/relationships/image" Target="../media/image137.wmf"/><Relationship Id="rId67" Type="http://schemas.openxmlformats.org/officeDocument/2006/relationships/image" Target="../media/image141.wmf"/><Relationship Id="rId20" Type="http://schemas.openxmlformats.org/officeDocument/2006/relationships/oleObject" Target="../embeddings/oleObject96.bin"/><Relationship Id="rId41" Type="http://schemas.openxmlformats.org/officeDocument/2006/relationships/image" Target="../media/image128.wmf"/><Relationship Id="rId54" Type="http://schemas.openxmlformats.org/officeDocument/2006/relationships/oleObject" Target="../embeddings/oleObject113.bin"/><Relationship Id="rId62" Type="http://schemas.openxmlformats.org/officeDocument/2006/relationships/oleObject" Target="../embeddings/oleObject117.bin"/><Relationship Id="rId70" Type="http://schemas.openxmlformats.org/officeDocument/2006/relationships/oleObject" Target="../embeddings/oleObject121.bin"/><Relationship Id="rId75" Type="http://schemas.openxmlformats.org/officeDocument/2006/relationships/image" Target="../media/image145.wmf"/><Relationship Id="rId83" Type="http://schemas.openxmlformats.org/officeDocument/2006/relationships/image" Target="../media/image149.wmf"/><Relationship Id="rId88" Type="http://schemas.openxmlformats.org/officeDocument/2006/relationships/oleObject" Target="../embeddings/oleObject130.bin"/><Relationship Id="rId1" Type="http://schemas.openxmlformats.org/officeDocument/2006/relationships/slideLayout" Target="../slideLayouts/slideLayout13.xml"/><Relationship Id="rId6" Type="http://schemas.openxmlformats.org/officeDocument/2006/relationships/oleObject" Target="../embeddings/oleObject89.bin"/><Relationship Id="rId15" Type="http://schemas.openxmlformats.org/officeDocument/2006/relationships/image" Target="../media/image115.wmf"/><Relationship Id="rId23" Type="http://schemas.openxmlformats.org/officeDocument/2006/relationships/image" Target="../media/image119.wmf"/><Relationship Id="rId28" Type="http://schemas.openxmlformats.org/officeDocument/2006/relationships/oleObject" Target="../embeddings/oleObject100.bin"/><Relationship Id="rId36" Type="http://schemas.openxmlformats.org/officeDocument/2006/relationships/oleObject" Target="../embeddings/oleObject104.bin"/><Relationship Id="rId49" Type="http://schemas.openxmlformats.org/officeDocument/2006/relationships/image" Target="../media/image132.wmf"/><Relationship Id="rId57" Type="http://schemas.openxmlformats.org/officeDocument/2006/relationships/image" Target="../media/image136.wmf"/><Relationship Id="rId10" Type="http://schemas.openxmlformats.org/officeDocument/2006/relationships/oleObject" Target="../embeddings/oleObject91.bin"/><Relationship Id="rId31" Type="http://schemas.openxmlformats.org/officeDocument/2006/relationships/image" Target="../media/image123.wmf"/><Relationship Id="rId44" Type="http://schemas.openxmlformats.org/officeDocument/2006/relationships/oleObject" Target="../embeddings/oleObject108.bin"/><Relationship Id="rId52" Type="http://schemas.openxmlformats.org/officeDocument/2006/relationships/oleObject" Target="../embeddings/oleObject112.bin"/><Relationship Id="rId60" Type="http://schemas.openxmlformats.org/officeDocument/2006/relationships/oleObject" Target="../embeddings/oleObject116.bin"/><Relationship Id="rId65" Type="http://schemas.openxmlformats.org/officeDocument/2006/relationships/image" Target="../media/image140.wmf"/><Relationship Id="rId73" Type="http://schemas.openxmlformats.org/officeDocument/2006/relationships/image" Target="../media/image144.wmf"/><Relationship Id="rId78" Type="http://schemas.openxmlformats.org/officeDocument/2006/relationships/oleObject" Target="../embeddings/oleObject125.bin"/><Relationship Id="rId81" Type="http://schemas.openxmlformats.org/officeDocument/2006/relationships/image" Target="../media/image148.wmf"/><Relationship Id="rId86" Type="http://schemas.openxmlformats.org/officeDocument/2006/relationships/oleObject" Target="../embeddings/oleObject129.bin"/><Relationship Id="rId4" Type="http://schemas.openxmlformats.org/officeDocument/2006/relationships/oleObject" Target="../embeddings/oleObject88.bin"/><Relationship Id="rId9" Type="http://schemas.openxmlformats.org/officeDocument/2006/relationships/image" Target="../media/image112.wmf"/><Relationship Id="rId13" Type="http://schemas.openxmlformats.org/officeDocument/2006/relationships/image" Target="../media/image114.wmf"/><Relationship Id="rId18" Type="http://schemas.openxmlformats.org/officeDocument/2006/relationships/oleObject" Target="../embeddings/oleObject95.bin"/><Relationship Id="rId39" Type="http://schemas.openxmlformats.org/officeDocument/2006/relationships/image" Target="../media/image127.wmf"/><Relationship Id="rId34" Type="http://schemas.openxmlformats.org/officeDocument/2006/relationships/oleObject" Target="../embeddings/oleObject103.bin"/><Relationship Id="rId50" Type="http://schemas.openxmlformats.org/officeDocument/2006/relationships/oleObject" Target="../embeddings/oleObject111.bin"/><Relationship Id="rId55" Type="http://schemas.openxmlformats.org/officeDocument/2006/relationships/image" Target="../media/image135.wmf"/><Relationship Id="rId76" Type="http://schemas.openxmlformats.org/officeDocument/2006/relationships/oleObject" Target="../embeddings/oleObject124.bin"/><Relationship Id="rId7" Type="http://schemas.openxmlformats.org/officeDocument/2006/relationships/image" Target="../media/image111.wmf"/><Relationship Id="rId71" Type="http://schemas.openxmlformats.org/officeDocument/2006/relationships/image" Target="../media/image143.wmf"/><Relationship Id="rId2" Type="http://schemas.openxmlformats.org/officeDocument/2006/relationships/oleObject" Target="../embeddings/oleObject87.bin"/><Relationship Id="rId29" Type="http://schemas.openxmlformats.org/officeDocument/2006/relationships/image" Target="../media/image122.wmf"/><Relationship Id="rId24" Type="http://schemas.openxmlformats.org/officeDocument/2006/relationships/oleObject" Target="../embeddings/oleObject98.bin"/><Relationship Id="rId40" Type="http://schemas.openxmlformats.org/officeDocument/2006/relationships/oleObject" Target="../embeddings/oleObject106.bin"/><Relationship Id="rId45" Type="http://schemas.openxmlformats.org/officeDocument/2006/relationships/image" Target="../media/image130.wmf"/><Relationship Id="rId66" Type="http://schemas.openxmlformats.org/officeDocument/2006/relationships/oleObject" Target="../embeddings/oleObject119.bin"/><Relationship Id="rId87" Type="http://schemas.openxmlformats.org/officeDocument/2006/relationships/image" Target="../media/image151.wmf"/><Relationship Id="rId61" Type="http://schemas.openxmlformats.org/officeDocument/2006/relationships/image" Target="../media/image138.wmf"/><Relationship Id="rId82" Type="http://schemas.openxmlformats.org/officeDocument/2006/relationships/oleObject" Target="../embeddings/oleObject127.bin"/><Relationship Id="rId19" Type="http://schemas.openxmlformats.org/officeDocument/2006/relationships/image" Target="../media/image117.wmf"/></Relationships>
</file>

<file path=ppt/slides/_rels/slide39.xml.rels><?xml version="1.0" encoding="UTF-8" standalone="yes"?>
<Relationships xmlns="http://schemas.openxmlformats.org/package/2006/relationships"><Relationship Id="rId3" Type="http://schemas.openxmlformats.org/officeDocument/2006/relationships/image" Target="../media/image153.wmf"/><Relationship Id="rId7" Type="http://schemas.openxmlformats.org/officeDocument/2006/relationships/image" Target="../media/image155.wmf"/><Relationship Id="rId2" Type="http://schemas.openxmlformats.org/officeDocument/2006/relationships/oleObject" Target="../embeddings/oleObject131.bin"/><Relationship Id="rId1" Type="http://schemas.openxmlformats.org/officeDocument/2006/relationships/slideLayout" Target="../slideLayouts/slideLayout20.xml"/><Relationship Id="rId6" Type="http://schemas.openxmlformats.org/officeDocument/2006/relationships/oleObject" Target="../embeddings/oleObject133.bin"/><Relationship Id="rId5" Type="http://schemas.openxmlformats.org/officeDocument/2006/relationships/image" Target="../media/image154.wmf"/><Relationship Id="rId4" Type="http://schemas.openxmlformats.org/officeDocument/2006/relationships/oleObject" Target="../embeddings/oleObject13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8" Type="http://schemas.openxmlformats.org/officeDocument/2006/relationships/image" Target="../media/image158.wmf"/><Relationship Id="rId3" Type="http://schemas.openxmlformats.org/officeDocument/2006/relationships/oleObject" Target="../embeddings/oleObject134.bin"/><Relationship Id="rId7" Type="http://schemas.openxmlformats.org/officeDocument/2006/relationships/oleObject" Target="../embeddings/oleObject136.bin"/><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157.wmf"/><Relationship Id="rId5" Type="http://schemas.openxmlformats.org/officeDocument/2006/relationships/oleObject" Target="../embeddings/oleObject135.bin"/><Relationship Id="rId4" Type="http://schemas.openxmlformats.org/officeDocument/2006/relationships/image" Target="../media/image156.wmf"/></Relationships>
</file>

<file path=ppt/slides/_rels/slide44.xml.rels><?xml version="1.0" encoding="UTF-8" standalone="yes"?>
<Relationships xmlns="http://schemas.openxmlformats.org/package/2006/relationships"><Relationship Id="rId3" Type="http://schemas.openxmlformats.org/officeDocument/2006/relationships/image" Target="../media/image159.wmf"/><Relationship Id="rId7" Type="http://schemas.openxmlformats.org/officeDocument/2006/relationships/slide" Target="slide96.xml"/><Relationship Id="rId2" Type="http://schemas.openxmlformats.org/officeDocument/2006/relationships/oleObject" Target="../embeddings/oleObject137.bin"/><Relationship Id="rId1" Type="http://schemas.openxmlformats.org/officeDocument/2006/relationships/slideLayout" Target="../slideLayouts/slideLayout21.xml"/><Relationship Id="rId6" Type="http://schemas.openxmlformats.org/officeDocument/2006/relationships/image" Target="../media/image161.png"/><Relationship Id="rId5" Type="http://schemas.openxmlformats.org/officeDocument/2006/relationships/image" Target="../media/image160.wmf"/><Relationship Id="rId4" Type="http://schemas.openxmlformats.org/officeDocument/2006/relationships/oleObject" Target="../embeddings/oleObject138.bin"/></Relationships>
</file>

<file path=ppt/slides/_rels/slide45.x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oleObject" Target="../embeddings/oleObject144.bin"/><Relationship Id="rId3" Type="http://schemas.openxmlformats.org/officeDocument/2006/relationships/oleObject" Target="../embeddings/oleObject139.bin"/><Relationship Id="rId7" Type="http://schemas.openxmlformats.org/officeDocument/2006/relationships/oleObject" Target="../embeddings/oleObject141.bin"/><Relationship Id="rId12" Type="http://schemas.openxmlformats.org/officeDocument/2006/relationships/image" Target="../media/image166.wmf"/><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163.wmf"/><Relationship Id="rId11" Type="http://schemas.openxmlformats.org/officeDocument/2006/relationships/oleObject" Target="../embeddings/oleObject143.bin"/><Relationship Id="rId5" Type="http://schemas.openxmlformats.org/officeDocument/2006/relationships/oleObject" Target="../embeddings/oleObject140.bin"/><Relationship Id="rId10" Type="http://schemas.openxmlformats.org/officeDocument/2006/relationships/image" Target="../media/image165.wmf"/><Relationship Id="rId4" Type="http://schemas.openxmlformats.org/officeDocument/2006/relationships/image" Target="../media/image162.wmf"/><Relationship Id="rId9" Type="http://schemas.openxmlformats.org/officeDocument/2006/relationships/oleObject" Target="../embeddings/oleObject142.bin"/><Relationship Id="rId14" Type="http://schemas.openxmlformats.org/officeDocument/2006/relationships/image" Target="../media/image167.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13" Type="http://schemas.openxmlformats.org/officeDocument/2006/relationships/image" Target="../media/image173.wmf"/><Relationship Id="rId18" Type="http://schemas.openxmlformats.org/officeDocument/2006/relationships/oleObject" Target="../embeddings/oleObject153.bin"/><Relationship Id="rId26" Type="http://schemas.openxmlformats.org/officeDocument/2006/relationships/oleObject" Target="../embeddings/oleObject157.bin"/><Relationship Id="rId39" Type="http://schemas.openxmlformats.org/officeDocument/2006/relationships/image" Target="../media/image186.wmf"/><Relationship Id="rId21" Type="http://schemas.openxmlformats.org/officeDocument/2006/relationships/image" Target="../media/image177.wmf"/><Relationship Id="rId34" Type="http://schemas.openxmlformats.org/officeDocument/2006/relationships/oleObject" Target="../embeddings/oleObject161.bin"/><Relationship Id="rId42" Type="http://schemas.openxmlformats.org/officeDocument/2006/relationships/oleObject" Target="../embeddings/oleObject165.bin"/><Relationship Id="rId7" Type="http://schemas.openxmlformats.org/officeDocument/2006/relationships/image" Target="../media/image170.wmf"/><Relationship Id="rId2" Type="http://schemas.openxmlformats.org/officeDocument/2006/relationships/oleObject" Target="../embeddings/oleObject145.bin"/><Relationship Id="rId16" Type="http://schemas.openxmlformats.org/officeDocument/2006/relationships/oleObject" Target="../embeddings/oleObject152.bin"/><Relationship Id="rId29" Type="http://schemas.openxmlformats.org/officeDocument/2006/relationships/image" Target="../media/image181.wmf"/><Relationship Id="rId1" Type="http://schemas.openxmlformats.org/officeDocument/2006/relationships/slideLayout" Target="../slideLayouts/slideLayout21.xml"/><Relationship Id="rId6" Type="http://schemas.openxmlformats.org/officeDocument/2006/relationships/oleObject" Target="../embeddings/oleObject147.bin"/><Relationship Id="rId11" Type="http://schemas.openxmlformats.org/officeDocument/2006/relationships/image" Target="../media/image172.wmf"/><Relationship Id="rId24" Type="http://schemas.openxmlformats.org/officeDocument/2006/relationships/oleObject" Target="../embeddings/oleObject156.bin"/><Relationship Id="rId32" Type="http://schemas.openxmlformats.org/officeDocument/2006/relationships/oleObject" Target="../embeddings/oleObject160.bin"/><Relationship Id="rId37" Type="http://schemas.openxmlformats.org/officeDocument/2006/relationships/image" Target="../media/image185.wmf"/><Relationship Id="rId40" Type="http://schemas.openxmlformats.org/officeDocument/2006/relationships/oleObject" Target="../embeddings/oleObject164.bin"/><Relationship Id="rId45" Type="http://schemas.openxmlformats.org/officeDocument/2006/relationships/image" Target="../media/image189.wmf"/><Relationship Id="rId5" Type="http://schemas.openxmlformats.org/officeDocument/2006/relationships/image" Target="../media/image169.wmf"/><Relationship Id="rId15" Type="http://schemas.openxmlformats.org/officeDocument/2006/relationships/image" Target="../media/image174.wmf"/><Relationship Id="rId23" Type="http://schemas.openxmlformats.org/officeDocument/2006/relationships/image" Target="../media/image178.wmf"/><Relationship Id="rId28" Type="http://schemas.openxmlformats.org/officeDocument/2006/relationships/oleObject" Target="../embeddings/oleObject158.bin"/><Relationship Id="rId36" Type="http://schemas.openxmlformats.org/officeDocument/2006/relationships/oleObject" Target="../embeddings/oleObject162.bin"/><Relationship Id="rId10" Type="http://schemas.openxmlformats.org/officeDocument/2006/relationships/oleObject" Target="../embeddings/oleObject149.bin"/><Relationship Id="rId19" Type="http://schemas.openxmlformats.org/officeDocument/2006/relationships/image" Target="../media/image176.wmf"/><Relationship Id="rId31" Type="http://schemas.openxmlformats.org/officeDocument/2006/relationships/image" Target="../media/image182.wmf"/><Relationship Id="rId44" Type="http://schemas.openxmlformats.org/officeDocument/2006/relationships/oleObject" Target="../embeddings/oleObject166.bin"/><Relationship Id="rId4" Type="http://schemas.openxmlformats.org/officeDocument/2006/relationships/oleObject" Target="../embeddings/oleObject146.bin"/><Relationship Id="rId9" Type="http://schemas.openxmlformats.org/officeDocument/2006/relationships/image" Target="../media/image171.wmf"/><Relationship Id="rId14" Type="http://schemas.openxmlformats.org/officeDocument/2006/relationships/oleObject" Target="../embeddings/oleObject151.bin"/><Relationship Id="rId22" Type="http://schemas.openxmlformats.org/officeDocument/2006/relationships/oleObject" Target="../embeddings/oleObject155.bin"/><Relationship Id="rId27" Type="http://schemas.openxmlformats.org/officeDocument/2006/relationships/image" Target="../media/image180.wmf"/><Relationship Id="rId30" Type="http://schemas.openxmlformats.org/officeDocument/2006/relationships/oleObject" Target="../embeddings/oleObject159.bin"/><Relationship Id="rId35" Type="http://schemas.openxmlformats.org/officeDocument/2006/relationships/image" Target="../media/image184.wmf"/><Relationship Id="rId43" Type="http://schemas.openxmlformats.org/officeDocument/2006/relationships/image" Target="../media/image188.wmf"/><Relationship Id="rId8" Type="http://schemas.openxmlformats.org/officeDocument/2006/relationships/oleObject" Target="../embeddings/oleObject148.bin"/><Relationship Id="rId3" Type="http://schemas.openxmlformats.org/officeDocument/2006/relationships/image" Target="../media/image168.wmf"/><Relationship Id="rId12" Type="http://schemas.openxmlformats.org/officeDocument/2006/relationships/oleObject" Target="../embeddings/oleObject150.bin"/><Relationship Id="rId17" Type="http://schemas.openxmlformats.org/officeDocument/2006/relationships/image" Target="../media/image175.wmf"/><Relationship Id="rId25" Type="http://schemas.openxmlformats.org/officeDocument/2006/relationships/image" Target="../media/image179.wmf"/><Relationship Id="rId33" Type="http://schemas.openxmlformats.org/officeDocument/2006/relationships/image" Target="../media/image183.wmf"/><Relationship Id="rId38" Type="http://schemas.openxmlformats.org/officeDocument/2006/relationships/oleObject" Target="../embeddings/oleObject163.bin"/><Relationship Id="rId20" Type="http://schemas.openxmlformats.org/officeDocument/2006/relationships/oleObject" Target="../embeddings/oleObject154.bin"/><Relationship Id="rId41" Type="http://schemas.openxmlformats.org/officeDocument/2006/relationships/image" Target="../media/image187.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image" Target="../media/image195.wmf"/><Relationship Id="rId3" Type="http://schemas.openxmlformats.org/officeDocument/2006/relationships/image" Target="../media/image190.wmf"/><Relationship Id="rId7" Type="http://schemas.openxmlformats.org/officeDocument/2006/relationships/image" Target="../media/image192.wmf"/><Relationship Id="rId12" Type="http://schemas.openxmlformats.org/officeDocument/2006/relationships/oleObject" Target="../embeddings/oleObject172.bin"/><Relationship Id="rId2" Type="http://schemas.openxmlformats.org/officeDocument/2006/relationships/oleObject" Target="../embeddings/oleObject167.bin"/><Relationship Id="rId1" Type="http://schemas.openxmlformats.org/officeDocument/2006/relationships/slideLayout" Target="../slideLayouts/slideLayout21.xml"/><Relationship Id="rId6" Type="http://schemas.openxmlformats.org/officeDocument/2006/relationships/oleObject" Target="../embeddings/oleObject169.bin"/><Relationship Id="rId11" Type="http://schemas.openxmlformats.org/officeDocument/2006/relationships/image" Target="../media/image194.wmf"/><Relationship Id="rId5" Type="http://schemas.openxmlformats.org/officeDocument/2006/relationships/image" Target="../media/image191.wmf"/><Relationship Id="rId15" Type="http://schemas.openxmlformats.org/officeDocument/2006/relationships/image" Target="../media/image196.wmf"/><Relationship Id="rId10" Type="http://schemas.openxmlformats.org/officeDocument/2006/relationships/oleObject" Target="../embeddings/oleObject171.bin"/><Relationship Id="rId4" Type="http://schemas.openxmlformats.org/officeDocument/2006/relationships/oleObject" Target="../embeddings/oleObject168.bin"/><Relationship Id="rId9" Type="http://schemas.openxmlformats.org/officeDocument/2006/relationships/image" Target="../media/image193.wmf"/><Relationship Id="rId14" Type="http://schemas.openxmlformats.org/officeDocument/2006/relationships/oleObject" Target="../embeddings/oleObject173.bin"/></Relationships>
</file>

<file path=ppt/slides/_rels/slide49.xml.rels><?xml version="1.0" encoding="UTF-8" standalone="yes"?>
<Relationships xmlns="http://schemas.openxmlformats.org/package/2006/relationships"><Relationship Id="rId3" Type="http://schemas.openxmlformats.org/officeDocument/2006/relationships/image" Target="../media/image197.wmf"/><Relationship Id="rId2" Type="http://schemas.openxmlformats.org/officeDocument/2006/relationships/oleObject" Target="../embeddings/oleObject174.bin"/><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3" Type="http://schemas.openxmlformats.org/officeDocument/2006/relationships/image" Target="../media/image198.wmf"/><Relationship Id="rId7" Type="http://schemas.openxmlformats.org/officeDocument/2006/relationships/image" Target="../media/image200.wmf"/><Relationship Id="rId2" Type="http://schemas.openxmlformats.org/officeDocument/2006/relationships/oleObject" Target="../embeddings/oleObject175.bin"/><Relationship Id="rId1" Type="http://schemas.openxmlformats.org/officeDocument/2006/relationships/slideLayout" Target="../slideLayouts/slideLayout21.xml"/><Relationship Id="rId6" Type="http://schemas.openxmlformats.org/officeDocument/2006/relationships/oleObject" Target="../embeddings/oleObject177.bin"/><Relationship Id="rId5" Type="http://schemas.openxmlformats.org/officeDocument/2006/relationships/image" Target="../media/image199.wmf"/><Relationship Id="rId4" Type="http://schemas.openxmlformats.org/officeDocument/2006/relationships/oleObject" Target="../embeddings/oleObject176.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3" Type="http://schemas.openxmlformats.org/officeDocument/2006/relationships/image" Target="../media/image201.wmf"/><Relationship Id="rId2" Type="http://schemas.openxmlformats.org/officeDocument/2006/relationships/oleObject" Target="../embeddings/oleObject178.bin"/><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8" Type="http://schemas.openxmlformats.org/officeDocument/2006/relationships/image" Target="../media/image204.wmf"/><Relationship Id="rId3" Type="http://schemas.openxmlformats.org/officeDocument/2006/relationships/oleObject" Target="../embeddings/oleObject179.bin"/><Relationship Id="rId7" Type="http://schemas.openxmlformats.org/officeDocument/2006/relationships/oleObject" Target="../embeddings/oleObject181.bin"/><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203.wmf"/><Relationship Id="rId5" Type="http://schemas.openxmlformats.org/officeDocument/2006/relationships/oleObject" Target="../embeddings/oleObject180.bin"/><Relationship Id="rId4" Type="http://schemas.openxmlformats.org/officeDocument/2006/relationships/image" Target="../media/image202.wmf"/></Relationships>
</file>

<file path=ppt/slides/_rels/slide55.xml.rels><?xml version="1.0" encoding="UTF-8" standalone="yes"?>
<Relationships xmlns="http://schemas.openxmlformats.org/package/2006/relationships"><Relationship Id="rId3" Type="http://schemas.openxmlformats.org/officeDocument/2006/relationships/image" Target="../media/image205.wmf"/><Relationship Id="rId7" Type="http://schemas.openxmlformats.org/officeDocument/2006/relationships/image" Target="../media/image207.wmf"/><Relationship Id="rId2" Type="http://schemas.openxmlformats.org/officeDocument/2006/relationships/oleObject" Target="../embeddings/oleObject182.bin"/><Relationship Id="rId1" Type="http://schemas.openxmlformats.org/officeDocument/2006/relationships/slideLayout" Target="../slideLayouts/slideLayout21.xml"/><Relationship Id="rId6" Type="http://schemas.openxmlformats.org/officeDocument/2006/relationships/oleObject" Target="../embeddings/oleObject184.bin"/><Relationship Id="rId5" Type="http://schemas.openxmlformats.org/officeDocument/2006/relationships/image" Target="../media/image206.wmf"/><Relationship Id="rId4" Type="http://schemas.openxmlformats.org/officeDocument/2006/relationships/oleObject" Target="../embeddings/oleObject183.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88.bin"/><Relationship Id="rId13" Type="http://schemas.openxmlformats.org/officeDocument/2006/relationships/image" Target="../media/image213.wmf"/><Relationship Id="rId18" Type="http://schemas.openxmlformats.org/officeDocument/2006/relationships/oleObject" Target="../embeddings/oleObject193.bin"/><Relationship Id="rId3" Type="http://schemas.openxmlformats.org/officeDocument/2006/relationships/image" Target="../media/image208.wmf"/><Relationship Id="rId21" Type="http://schemas.openxmlformats.org/officeDocument/2006/relationships/image" Target="../media/image217.wmf"/><Relationship Id="rId7" Type="http://schemas.openxmlformats.org/officeDocument/2006/relationships/image" Target="../media/image210.wmf"/><Relationship Id="rId12" Type="http://schemas.openxmlformats.org/officeDocument/2006/relationships/oleObject" Target="../embeddings/oleObject190.bin"/><Relationship Id="rId17" Type="http://schemas.openxmlformats.org/officeDocument/2006/relationships/image" Target="../media/image215.wmf"/><Relationship Id="rId2" Type="http://schemas.openxmlformats.org/officeDocument/2006/relationships/oleObject" Target="../embeddings/oleObject185.bin"/><Relationship Id="rId16" Type="http://schemas.openxmlformats.org/officeDocument/2006/relationships/oleObject" Target="../embeddings/oleObject192.bin"/><Relationship Id="rId20" Type="http://schemas.openxmlformats.org/officeDocument/2006/relationships/oleObject" Target="../embeddings/oleObject194.bin"/><Relationship Id="rId1" Type="http://schemas.openxmlformats.org/officeDocument/2006/relationships/slideLayout" Target="../slideLayouts/slideLayout21.xml"/><Relationship Id="rId6" Type="http://schemas.openxmlformats.org/officeDocument/2006/relationships/oleObject" Target="../embeddings/oleObject187.bin"/><Relationship Id="rId11" Type="http://schemas.openxmlformats.org/officeDocument/2006/relationships/image" Target="../media/image212.wmf"/><Relationship Id="rId5" Type="http://schemas.openxmlformats.org/officeDocument/2006/relationships/image" Target="../media/image209.wmf"/><Relationship Id="rId15" Type="http://schemas.openxmlformats.org/officeDocument/2006/relationships/image" Target="../media/image214.wmf"/><Relationship Id="rId23" Type="http://schemas.openxmlformats.org/officeDocument/2006/relationships/image" Target="../media/image218.wmf"/><Relationship Id="rId10" Type="http://schemas.openxmlformats.org/officeDocument/2006/relationships/oleObject" Target="../embeddings/oleObject189.bin"/><Relationship Id="rId19" Type="http://schemas.openxmlformats.org/officeDocument/2006/relationships/image" Target="../media/image216.wmf"/><Relationship Id="rId4" Type="http://schemas.openxmlformats.org/officeDocument/2006/relationships/oleObject" Target="../embeddings/oleObject186.bin"/><Relationship Id="rId9" Type="http://schemas.openxmlformats.org/officeDocument/2006/relationships/image" Target="../media/image211.wmf"/><Relationship Id="rId14" Type="http://schemas.openxmlformats.org/officeDocument/2006/relationships/oleObject" Target="../embeddings/oleObject191.bin"/><Relationship Id="rId22" Type="http://schemas.openxmlformats.org/officeDocument/2006/relationships/oleObject" Target="../embeddings/oleObject195.bin"/></Relationships>
</file>

<file path=ppt/slides/_rels/slide57.xml.rels><?xml version="1.0" encoding="UTF-8" standalone="yes"?>
<Relationships xmlns="http://schemas.openxmlformats.org/package/2006/relationships"><Relationship Id="rId3" Type="http://schemas.openxmlformats.org/officeDocument/2006/relationships/image" Target="../media/image219.wmf"/><Relationship Id="rId2" Type="http://schemas.openxmlformats.org/officeDocument/2006/relationships/oleObject" Target="../embeddings/oleObject196.bin"/><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3" Type="http://schemas.openxmlformats.org/officeDocument/2006/relationships/image" Target="../media/image220.wmf"/><Relationship Id="rId2" Type="http://schemas.openxmlformats.org/officeDocument/2006/relationships/oleObject" Target="../embeddings/oleObject197.bin"/><Relationship Id="rId1" Type="http://schemas.openxmlformats.org/officeDocument/2006/relationships/slideLayout" Target="../slideLayouts/slideLayout21.xml"/><Relationship Id="rId5" Type="http://schemas.openxmlformats.org/officeDocument/2006/relationships/image" Target="../media/image221.wmf"/><Relationship Id="rId4" Type="http://schemas.openxmlformats.org/officeDocument/2006/relationships/oleObject" Target="../embeddings/oleObject198.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02.bin"/><Relationship Id="rId13" Type="http://schemas.openxmlformats.org/officeDocument/2006/relationships/image" Target="../media/image227.wmf"/><Relationship Id="rId3" Type="http://schemas.openxmlformats.org/officeDocument/2006/relationships/image" Target="../media/image222.wmf"/><Relationship Id="rId7" Type="http://schemas.openxmlformats.org/officeDocument/2006/relationships/image" Target="../media/image224.wmf"/><Relationship Id="rId12" Type="http://schemas.openxmlformats.org/officeDocument/2006/relationships/oleObject" Target="../embeddings/oleObject204.bin"/><Relationship Id="rId2" Type="http://schemas.openxmlformats.org/officeDocument/2006/relationships/oleObject" Target="../embeddings/oleObject199.bin"/><Relationship Id="rId1" Type="http://schemas.openxmlformats.org/officeDocument/2006/relationships/slideLayout" Target="../slideLayouts/slideLayout21.xml"/><Relationship Id="rId6" Type="http://schemas.openxmlformats.org/officeDocument/2006/relationships/oleObject" Target="../embeddings/oleObject201.bin"/><Relationship Id="rId11" Type="http://schemas.openxmlformats.org/officeDocument/2006/relationships/image" Target="../media/image226.wmf"/><Relationship Id="rId5" Type="http://schemas.openxmlformats.org/officeDocument/2006/relationships/image" Target="../media/image223.wmf"/><Relationship Id="rId15" Type="http://schemas.openxmlformats.org/officeDocument/2006/relationships/image" Target="../media/image228.wmf"/><Relationship Id="rId10" Type="http://schemas.openxmlformats.org/officeDocument/2006/relationships/oleObject" Target="../embeddings/oleObject203.bin"/><Relationship Id="rId4" Type="http://schemas.openxmlformats.org/officeDocument/2006/relationships/oleObject" Target="../embeddings/oleObject200.bin"/><Relationship Id="rId9" Type="http://schemas.openxmlformats.org/officeDocument/2006/relationships/image" Target="../media/image225.wmf"/><Relationship Id="rId14" Type="http://schemas.openxmlformats.org/officeDocument/2006/relationships/oleObject" Target="../embeddings/oleObject205.bin"/></Relationships>
</file>

<file path=ppt/slides/_rels/slide60.xml.rels><?xml version="1.0" encoding="UTF-8" standalone="yes"?>
<Relationships xmlns="http://schemas.openxmlformats.org/package/2006/relationships"><Relationship Id="rId3" Type="http://schemas.openxmlformats.org/officeDocument/2006/relationships/image" Target="../media/image229.wmf"/><Relationship Id="rId7" Type="http://schemas.openxmlformats.org/officeDocument/2006/relationships/image" Target="../media/image231.wmf"/><Relationship Id="rId2" Type="http://schemas.openxmlformats.org/officeDocument/2006/relationships/oleObject" Target="../embeddings/oleObject206.bin"/><Relationship Id="rId1" Type="http://schemas.openxmlformats.org/officeDocument/2006/relationships/slideLayout" Target="../slideLayouts/slideLayout20.xml"/><Relationship Id="rId6" Type="http://schemas.openxmlformats.org/officeDocument/2006/relationships/oleObject" Target="../embeddings/oleObject208.bin"/><Relationship Id="rId5" Type="http://schemas.openxmlformats.org/officeDocument/2006/relationships/image" Target="../media/image230.wmf"/><Relationship Id="rId4" Type="http://schemas.openxmlformats.org/officeDocument/2006/relationships/oleObject" Target="../embeddings/oleObject207.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image" Target="../media/image232.wmf"/><Relationship Id="rId2" Type="http://schemas.openxmlformats.org/officeDocument/2006/relationships/oleObject" Target="../embeddings/oleObject209.bin"/><Relationship Id="rId1" Type="http://schemas.openxmlformats.org/officeDocument/2006/relationships/slideLayout" Target="../slideLayouts/slideLayout20.xml"/><Relationship Id="rId5" Type="http://schemas.openxmlformats.org/officeDocument/2006/relationships/image" Target="../media/image233.wmf"/><Relationship Id="rId4" Type="http://schemas.openxmlformats.org/officeDocument/2006/relationships/oleObject" Target="../embeddings/oleObject210.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11.bin"/><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234.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215.bin"/><Relationship Id="rId13" Type="http://schemas.openxmlformats.org/officeDocument/2006/relationships/image" Target="../media/image240.wmf"/><Relationship Id="rId3" Type="http://schemas.openxmlformats.org/officeDocument/2006/relationships/image" Target="../media/image235.wmf"/><Relationship Id="rId7" Type="http://schemas.openxmlformats.org/officeDocument/2006/relationships/image" Target="../media/image237.wmf"/><Relationship Id="rId12" Type="http://schemas.openxmlformats.org/officeDocument/2006/relationships/oleObject" Target="../embeddings/oleObject217.bin"/><Relationship Id="rId2" Type="http://schemas.openxmlformats.org/officeDocument/2006/relationships/oleObject" Target="../embeddings/oleObject212.bin"/><Relationship Id="rId1" Type="http://schemas.openxmlformats.org/officeDocument/2006/relationships/slideLayout" Target="../slideLayouts/slideLayout21.xml"/><Relationship Id="rId6" Type="http://schemas.openxmlformats.org/officeDocument/2006/relationships/oleObject" Target="../embeddings/oleObject214.bin"/><Relationship Id="rId11" Type="http://schemas.openxmlformats.org/officeDocument/2006/relationships/image" Target="../media/image239.wmf"/><Relationship Id="rId5" Type="http://schemas.openxmlformats.org/officeDocument/2006/relationships/image" Target="../media/image236.wmf"/><Relationship Id="rId15" Type="http://schemas.openxmlformats.org/officeDocument/2006/relationships/image" Target="../media/image241.wmf"/><Relationship Id="rId10" Type="http://schemas.openxmlformats.org/officeDocument/2006/relationships/oleObject" Target="../embeddings/oleObject216.bin"/><Relationship Id="rId4" Type="http://schemas.openxmlformats.org/officeDocument/2006/relationships/oleObject" Target="../embeddings/oleObject213.bin"/><Relationship Id="rId9" Type="http://schemas.openxmlformats.org/officeDocument/2006/relationships/image" Target="../media/image238.wmf"/><Relationship Id="rId14" Type="http://schemas.openxmlformats.org/officeDocument/2006/relationships/oleObject" Target="../embeddings/oleObject218.bin"/></Relationships>
</file>

<file path=ppt/slides/_rels/slide65.xml.rels><?xml version="1.0" encoding="UTF-8" standalone="yes"?>
<Relationships xmlns="http://schemas.openxmlformats.org/package/2006/relationships"><Relationship Id="rId3" Type="http://schemas.openxmlformats.org/officeDocument/2006/relationships/image" Target="../media/image242.wmf"/><Relationship Id="rId2" Type="http://schemas.openxmlformats.org/officeDocument/2006/relationships/oleObject" Target="../embeddings/oleObject219.bin"/><Relationship Id="rId1" Type="http://schemas.openxmlformats.org/officeDocument/2006/relationships/slideLayout" Target="../slideLayouts/slideLayout21.xml"/><Relationship Id="rId5" Type="http://schemas.openxmlformats.org/officeDocument/2006/relationships/image" Target="../media/image243.wmf"/><Relationship Id="rId4" Type="http://schemas.openxmlformats.org/officeDocument/2006/relationships/oleObject" Target="../embeddings/oleObject220.bin"/></Relationships>
</file>

<file path=ppt/slides/_rels/slide66.xml.rels><?xml version="1.0" encoding="UTF-8" standalone="yes"?>
<Relationships xmlns="http://schemas.openxmlformats.org/package/2006/relationships"><Relationship Id="rId117" Type="http://schemas.openxmlformats.org/officeDocument/2006/relationships/image" Target="../media/image301.wmf"/><Relationship Id="rId21" Type="http://schemas.openxmlformats.org/officeDocument/2006/relationships/image" Target="../media/image253.wmf"/><Relationship Id="rId63" Type="http://schemas.openxmlformats.org/officeDocument/2006/relationships/image" Target="../media/image274.wmf"/><Relationship Id="rId159" Type="http://schemas.openxmlformats.org/officeDocument/2006/relationships/oleObject" Target="../embeddings/oleObject299.bin"/><Relationship Id="rId170" Type="http://schemas.openxmlformats.org/officeDocument/2006/relationships/image" Target="../media/image328.wmf"/><Relationship Id="rId226" Type="http://schemas.openxmlformats.org/officeDocument/2006/relationships/image" Target="../media/image356.wmf"/><Relationship Id="rId107" Type="http://schemas.openxmlformats.org/officeDocument/2006/relationships/image" Target="../media/image296.wmf"/><Relationship Id="rId268" Type="http://schemas.openxmlformats.org/officeDocument/2006/relationships/slide" Target="slide97.xml"/><Relationship Id="rId11" Type="http://schemas.openxmlformats.org/officeDocument/2006/relationships/image" Target="../media/image248.wmf"/><Relationship Id="rId32" Type="http://schemas.openxmlformats.org/officeDocument/2006/relationships/oleObject" Target="../embeddings/oleObject236.bin"/><Relationship Id="rId53" Type="http://schemas.openxmlformats.org/officeDocument/2006/relationships/image" Target="../media/image269.wmf"/><Relationship Id="rId74" Type="http://schemas.openxmlformats.org/officeDocument/2006/relationships/oleObject" Target="../embeddings/oleObject257.bin"/><Relationship Id="rId128" Type="http://schemas.openxmlformats.org/officeDocument/2006/relationships/oleObject" Target="../embeddings/oleObject284.bin"/><Relationship Id="rId149" Type="http://schemas.openxmlformats.org/officeDocument/2006/relationships/oleObject" Target="../embeddings/oleObject294.bin"/><Relationship Id="rId5" Type="http://schemas.openxmlformats.org/officeDocument/2006/relationships/image" Target="../media/image245.wmf"/><Relationship Id="rId95" Type="http://schemas.openxmlformats.org/officeDocument/2006/relationships/image" Target="../media/image290.wmf"/><Relationship Id="rId160" Type="http://schemas.openxmlformats.org/officeDocument/2006/relationships/image" Target="../media/image323.wmf"/><Relationship Id="rId181" Type="http://schemas.openxmlformats.org/officeDocument/2006/relationships/oleObject" Target="../embeddings/oleObject310.bin"/><Relationship Id="rId216" Type="http://schemas.openxmlformats.org/officeDocument/2006/relationships/image" Target="../media/image351.wmf"/><Relationship Id="rId237" Type="http://schemas.openxmlformats.org/officeDocument/2006/relationships/oleObject" Target="../embeddings/oleObject338.bin"/><Relationship Id="rId258" Type="http://schemas.openxmlformats.org/officeDocument/2006/relationships/image" Target="../media/image372.wmf"/><Relationship Id="rId22" Type="http://schemas.openxmlformats.org/officeDocument/2006/relationships/oleObject" Target="../embeddings/oleObject231.bin"/><Relationship Id="rId43" Type="http://schemas.openxmlformats.org/officeDocument/2006/relationships/image" Target="../media/image264.wmf"/><Relationship Id="rId64" Type="http://schemas.openxmlformats.org/officeDocument/2006/relationships/oleObject" Target="../embeddings/oleObject252.bin"/><Relationship Id="rId118" Type="http://schemas.openxmlformats.org/officeDocument/2006/relationships/oleObject" Target="../embeddings/oleObject279.bin"/><Relationship Id="rId139" Type="http://schemas.openxmlformats.org/officeDocument/2006/relationships/oleObject" Target="../embeddings/oleObject289.bin"/><Relationship Id="rId85" Type="http://schemas.openxmlformats.org/officeDocument/2006/relationships/image" Target="../media/image285.wmf"/><Relationship Id="rId150" Type="http://schemas.openxmlformats.org/officeDocument/2006/relationships/image" Target="../media/image318.wmf"/><Relationship Id="rId171" Type="http://schemas.openxmlformats.org/officeDocument/2006/relationships/oleObject" Target="../embeddings/oleObject305.bin"/><Relationship Id="rId192" Type="http://schemas.openxmlformats.org/officeDocument/2006/relationships/image" Target="../media/image339.wmf"/><Relationship Id="rId206" Type="http://schemas.openxmlformats.org/officeDocument/2006/relationships/image" Target="../media/image346.wmf"/><Relationship Id="rId227" Type="http://schemas.openxmlformats.org/officeDocument/2006/relationships/oleObject" Target="../embeddings/oleObject333.bin"/><Relationship Id="rId248" Type="http://schemas.openxmlformats.org/officeDocument/2006/relationships/image" Target="../media/image367.wmf"/><Relationship Id="rId12" Type="http://schemas.openxmlformats.org/officeDocument/2006/relationships/oleObject" Target="../embeddings/oleObject226.bin"/><Relationship Id="rId33" Type="http://schemas.openxmlformats.org/officeDocument/2006/relationships/image" Target="../media/image259.wmf"/><Relationship Id="rId108" Type="http://schemas.openxmlformats.org/officeDocument/2006/relationships/oleObject" Target="../embeddings/oleObject274.bin"/><Relationship Id="rId129" Type="http://schemas.openxmlformats.org/officeDocument/2006/relationships/image" Target="../media/image307.wmf"/><Relationship Id="rId54" Type="http://schemas.openxmlformats.org/officeDocument/2006/relationships/oleObject" Target="../embeddings/oleObject247.bin"/><Relationship Id="rId75" Type="http://schemas.openxmlformats.org/officeDocument/2006/relationships/image" Target="../media/image280.wmf"/><Relationship Id="rId96" Type="http://schemas.openxmlformats.org/officeDocument/2006/relationships/oleObject" Target="../embeddings/oleObject268.bin"/><Relationship Id="rId140" Type="http://schemas.openxmlformats.org/officeDocument/2006/relationships/image" Target="../media/image313.wmf"/><Relationship Id="rId161" Type="http://schemas.openxmlformats.org/officeDocument/2006/relationships/oleObject" Target="../embeddings/oleObject300.bin"/><Relationship Id="rId182" Type="http://schemas.openxmlformats.org/officeDocument/2006/relationships/image" Target="../media/image334.wmf"/><Relationship Id="rId217" Type="http://schemas.openxmlformats.org/officeDocument/2006/relationships/oleObject" Target="../embeddings/oleObject328.bin"/><Relationship Id="rId6" Type="http://schemas.openxmlformats.org/officeDocument/2006/relationships/oleObject" Target="../embeddings/oleObject223.bin"/><Relationship Id="rId238" Type="http://schemas.openxmlformats.org/officeDocument/2006/relationships/image" Target="../media/image362.wmf"/><Relationship Id="rId259" Type="http://schemas.openxmlformats.org/officeDocument/2006/relationships/oleObject" Target="../embeddings/oleObject349.bin"/><Relationship Id="rId23" Type="http://schemas.openxmlformats.org/officeDocument/2006/relationships/image" Target="../media/image254.wmf"/><Relationship Id="rId119" Type="http://schemas.openxmlformats.org/officeDocument/2006/relationships/image" Target="../media/image302.wmf"/><Relationship Id="rId44" Type="http://schemas.openxmlformats.org/officeDocument/2006/relationships/oleObject" Target="../embeddings/oleObject242.bin"/><Relationship Id="rId65" Type="http://schemas.openxmlformats.org/officeDocument/2006/relationships/image" Target="../media/image275.wmf"/><Relationship Id="rId86" Type="http://schemas.openxmlformats.org/officeDocument/2006/relationships/oleObject" Target="../embeddings/oleObject263.bin"/><Relationship Id="rId130" Type="http://schemas.openxmlformats.org/officeDocument/2006/relationships/oleObject" Target="../embeddings/oleObject285.bin"/><Relationship Id="rId151" Type="http://schemas.openxmlformats.org/officeDocument/2006/relationships/oleObject" Target="../embeddings/oleObject295.bin"/><Relationship Id="rId172" Type="http://schemas.openxmlformats.org/officeDocument/2006/relationships/image" Target="../media/image329.wmf"/><Relationship Id="rId193" Type="http://schemas.openxmlformats.org/officeDocument/2006/relationships/oleObject" Target="../embeddings/oleObject316.bin"/><Relationship Id="rId207" Type="http://schemas.openxmlformats.org/officeDocument/2006/relationships/oleObject" Target="../embeddings/oleObject323.bin"/><Relationship Id="rId228" Type="http://schemas.openxmlformats.org/officeDocument/2006/relationships/image" Target="../media/image357.wmf"/><Relationship Id="rId249" Type="http://schemas.openxmlformats.org/officeDocument/2006/relationships/oleObject" Target="../embeddings/oleObject344.bin"/><Relationship Id="rId13" Type="http://schemas.openxmlformats.org/officeDocument/2006/relationships/image" Target="../media/image249.wmf"/><Relationship Id="rId109" Type="http://schemas.openxmlformats.org/officeDocument/2006/relationships/image" Target="../media/image297.wmf"/><Relationship Id="rId260" Type="http://schemas.openxmlformats.org/officeDocument/2006/relationships/image" Target="../media/image373.wmf"/><Relationship Id="rId34" Type="http://schemas.openxmlformats.org/officeDocument/2006/relationships/oleObject" Target="../embeddings/oleObject237.bin"/><Relationship Id="rId55" Type="http://schemas.openxmlformats.org/officeDocument/2006/relationships/image" Target="../media/image270.wmf"/><Relationship Id="rId76" Type="http://schemas.openxmlformats.org/officeDocument/2006/relationships/oleObject" Target="../embeddings/oleObject258.bin"/><Relationship Id="rId97" Type="http://schemas.openxmlformats.org/officeDocument/2006/relationships/image" Target="../media/image291.wmf"/><Relationship Id="rId120" Type="http://schemas.openxmlformats.org/officeDocument/2006/relationships/oleObject" Target="../embeddings/oleObject280.bin"/><Relationship Id="rId141" Type="http://schemas.openxmlformats.org/officeDocument/2006/relationships/oleObject" Target="../embeddings/oleObject290.bin"/><Relationship Id="rId7" Type="http://schemas.openxmlformats.org/officeDocument/2006/relationships/image" Target="../media/image246.wmf"/><Relationship Id="rId162" Type="http://schemas.openxmlformats.org/officeDocument/2006/relationships/image" Target="../media/image324.wmf"/><Relationship Id="rId183" Type="http://schemas.openxmlformats.org/officeDocument/2006/relationships/oleObject" Target="../embeddings/oleObject311.bin"/><Relationship Id="rId218" Type="http://schemas.openxmlformats.org/officeDocument/2006/relationships/image" Target="../media/image352.wmf"/><Relationship Id="rId239" Type="http://schemas.openxmlformats.org/officeDocument/2006/relationships/oleObject" Target="../embeddings/oleObject339.bin"/><Relationship Id="rId250" Type="http://schemas.openxmlformats.org/officeDocument/2006/relationships/image" Target="../media/image368.wmf"/><Relationship Id="rId24" Type="http://schemas.openxmlformats.org/officeDocument/2006/relationships/oleObject" Target="../embeddings/oleObject232.bin"/><Relationship Id="rId45" Type="http://schemas.openxmlformats.org/officeDocument/2006/relationships/image" Target="../media/image265.wmf"/><Relationship Id="rId66" Type="http://schemas.openxmlformats.org/officeDocument/2006/relationships/oleObject" Target="../embeddings/oleObject253.bin"/><Relationship Id="rId87" Type="http://schemas.openxmlformats.org/officeDocument/2006/relationships/image" Target="../media/image286.wmf"/><Relationship Id="rId110" Type="http://schemas.openxmlformats.org/officeDocument/2006/relationships/oleObject" Target="../embeddings/oleObject275.bin"/><Relationship Id="rId131" Type="http://schemas.openxmlformats.org/officeDocument/2006/relationships/image" Target="../media/image308.wmf"/><Relationship Id="rId152" Type="http://schemas.openxmlformats.org/officeDocument/2006/relationships/image" Target="../media/image319.wmf"/><Relationship Id="rId173" Type="http://schemas.openxmlformats.org/officeDocument/2006/relationships/oleObject" Target="../embeddings/oleObject306.bin"/><Relationship Id="rId194" Type="http://schemas.openxmlformats.org/officeDocument/2006/relationships/image" Target="../media/image340.wmf"/><Relationship Id="rId208" Type="http://schemas.openxmlformats.org/officeDocument/2006/relationships/image" Target="../media/image347.wmf"/><Relationship Id="rId229" Type="http://schemas.openxmlformats.org/officeDocument/2006/relationships/oleObject" Target="../embeddings/oleObject334.bin"/><Relationship Id="rId240" Type="http://schemas.openxmlformats.org/officeDocument/2006/relationships/image" Target="../media/image363.wmf"/><Relationship Id="rId261" Type="http://schemas.openxmlformats.org/officeDocument/2006/relationships/oleObject" Target="../embeddings/oleObject350.bin"/><Relationship Id="rId14" Type="http://schemas.openxmlformats.org/officeDocument/2006/relationships/oleObject" Target="../embeddings/oleObject227.bin"/><Relationship Id="rId35" Type="http://schemas.openxmlformats.org/officeDocument/2006/relationships/image" Target="../media/image260.wmf"/><Relationship Id="rId56" Type="http://schemas.openxmlformats.org/officeDocument/2006/relationships/oleObject" Target="../embeddings/oleObject248.bin"/><Relationship Id="rId77" Type="http://schemas.openxmlformats.org/officeDocument/2006/relationships/image" Target="../media/image281.wmf"/><Relationship Id="rId100" Type="http://schemas.openxmlformats.org/officeDocument/2006/relationships/oleObject" Target="../embeddings/oleObject270.bin"/><Relationship Id="rId8" Type="http://schemas.openxmlformats.org/officeDocument/2006/relationships/oleObject" Target="../embeddings/oleObject224.bin"/><Relationship Id="rId98" Type="http://schemas.openxmlformats.org/officeDocument/2006/relationships/oleObject" Target="../embeddings/oleObject269.bin"/><Relationship Id="rId121" Type="http://schemas.openxmlformats.org/officeDocument/2006/relationships/image" Target="../media/image303.wmf"/><Relationship Id="rId142" Type="http://schemas.openxmlformats.org/officeDocument/2006/relationships/image" Target="../media/image314.wmf"/><Relationship Id="rId163" Type="http://schemas.openxmlformats.org/officeDocument/2006/relationships/oleObject" Target="../embeddings/oleObject301.bin"/><Relationship Id="rId184" Type="http://schemas.openxmlformats.org/officeDocument/2006/relationships/image" Target="../media/image335.wmf"/><Relationship Id="rId219" Type="http://schemas.openxmlformats.org/officeDocument/2006/relationships/oleObject" Target="../embeddings/oleObject329.bin"/><Relationship Id="rId230" Type="http://schemas.openxmlformats.org/officeDocument/2006/relationships/image" Target="../media/image358.wmf"/><Relationship Id="rId251" Type="http://schemas.openxmlformats.org/officeDocument/2006/relationships/oleObject" Target="../embeddings/oleObject345.bin"/><Relationship Id="rId25" Type="http://schemas.openxmlformats.org/officeDocument/2006/relationships/image" Target="../media/image255.wmf"/><Relationship Id="rId46" Type="http://schemas.openxmlformats.org/officeDocument/2006/relationships/oleObject" Target="../embeddings/oleObject243.bin"/><Relationship Id="rId67" Type="http://schemas.openxmlformats.org/officeDocument/2006/relationships/image" Target="../media/image276.wmf"/><Relationship Id="rId88" Type="http://schemas.openxmlformats.org/officeDocument/2006/relationships/oleObject" Target="../embeddings/oleObject264.bin"/><Relationship Id="rId111" Type="http://schemas.openxmlformats.org/officeDocument/2006/relationships/image" Target="../media/image298.wmf"/><Relationship Id="rId132" Type="http://schemas.openxmlformats.org/officeDocument/2006/relationships/oleObject" Target="../embeddings/oleObject286.bin"/><Relationship Id="rId153" Type="http://schemas.openxmlformats.org/officeDocument/2006/relationships/oleObject" Target="../embeddings/oleObject296.bin"/><Relationship Id="rId174" Type="http://schemas.openxmlformats.org/officeDocument/2006/relationships/image" Target="../media/image330.wmf"/><Relationship Id="rId195" Type="http://schemas.openxmlformats.org/officeDocument/2006/relationships/oleObject" Target="../embeddings/oleObject317.bin"/><Relationship Id="rId209" Type="http://schemas.openxmlformats.org/officeDocument/2006/relationships/oleObject" Target="../embeddings/oleObject324.bin"/><Relationship Id="rId220" Type="http://schemas.openxmlformats.org/officeDocument/2006/relationships/image" Target="../media/image353.wmf"/><Relationship Id="rId241" Type="http://schemas.openxmlformats.org/officeDocument/2006/relationships/oleObject" Target="../embeddings/oleObject340.bin"/><Relationship Id="rId15" Type="http://schemas.openxmlformats.org/officeDocument/2006/relationships/image" Target="../media/image250.wmf"/><Relationship Id="rId36" Type="http://schemas.openxmlformats.org/officeDocument/2006/relationships/oleObject" Target="../embeddings/oleObject238.bin"/><Relationship Id="rId57" Type="http://schemas.openxmlformats.org/officeDocument/2006/relationships/image" Target="../media/image271.wmf"/><Relationship Id="rId262" Type="http://schemas.openxmlformats.org/officeDocument/2006/relationships/image" Target="../media/image374.wmf"/><Relationship Id="rId78" Type="http://schemas.openxmlformats.org/officeDocument/2006/relationships/oleObject" Target="../embeddings/oleObject259.bin"/><Relationship Id="rId99" Type="http://schemas.openxmlformats.org/officeDocument/2006/relationships/image" Target="../media/image292.wmf"/><Relationship Id="rId101" Type="http://schemas.openxmlformats.org/officeDocument/2006/relationships/image" Target="../media/image293.wmf"/><Relationship Id="rId122" Type="http://schemas.openxmlformats.org/officeDocument/2006/relationships/oleObject" Target="../embeddings/oleObject281.bin"/><Relationship Id="rId143" Type="http://schemas.openxmlformats.org/officeDocument/2006/relationships/oleObject" Target="../embeddings/oleObject291.bin"/><Relationship Id="rId164" Type="http://schemas.openxmlformats.org/officeDocument/2006/relationships/image" Target="../media/image325.wmf"/><Relationship Id="rId185" Type="http://schemas.openxmlformats.org/officeDocument/2006/relationships/oleObject" Target="../embeddings/oleObject312.bin"/><Relationship Id="rId9" Type="http://schemas.openxmlformats.org/officeDocument/2006/relationships/image" Target="../media/image247.wmf"/><Relationship Id="rId210" Type="http://schemas.openxmlformats.org/officeDocument/2006/relationships/image" Target="../media/image348.wmf"/><Relationship Id="rId26" Type="http://schemas.openxmlformats.org/officeDocument/2006/relationships/oleObject" Target="../embeddings/oleObject233.bin"/><Relationship Id="rId231" Type="http://schemas.openxmlformats.org/officeDocument/2006/relationships/oleObject" Target="../embeddings/oleObject335.bin"/><Relationship Id="rId252" Type="http://schemas.openxmlformats.org/officeDocument/2006/relationships/image" Target="../media/image369.wmf"/><Relationship Id="rId47" Type="http://schemas.openxmlformats.org/officeDocument/2006/relationships/image" Target="../media/image266.wmf"/><Relationship Id="rId68" Type="http://schemas.openxmlformats.org/officeDocument/2006/relationships/oleObject" Target="../embeddings/oleObject254.bin"/><Relationship Id="rId89" Type="http://schemas.openxmlformats.org/officeDocument/2006/relationships/image" Target="../media/image287.wmf"/><Relationship Id="rId112" Type="http://schemas.openxmlformats.org/officeDocument/2006/relationships/oleObject" Target="../embeddings/oleObject276.bin"/><Relationship Id="rId133" Type="http://schemas.openxmlformats.org/officeDocument/2006/relationships/image" Target="../media/image309.wmf"/><Relationship Id="rId154" Type="http://schemas.openxmlformats.org/officeDocument/2006/relationships/image" Target="../media/image320.wmf"/><Relationship Id="rId175" Type="http://schemas.openxmlformats.org/officeDocument/2006/relationships/oleObject" Target="../embeddings/oleObject307.bin"/><Relationship Id="rId196" Type="http://schemas.openxmlformats.org/officeDocument/2006/relationships/image" Target="../media/image341.wmf"/><Relationship Id="rId200" Type="http://schemas.openxmlformats.org/officeDocument/2006/relationships/image" Target="../media/image343.wmf"/><Relationship Id="rId16" Type="http://schemas.openxmlformats.org/officeDocument/2006/relationships/oleObject" Target="../embeddings/oleObject228.bin"/><Relationship Id="rId221" Type="http://schemas.openxmlformats.org/officeDocument/2006/relationships/oleObject" Target="../embeddings/oleObject330.bin"/><Relationship Id="rId242" Type="http://schemas.openxmlformats.org/officeDocument/2006/relationships/image" Target="../media/image364.wmf"/><Relationship Id="rId263" Type="http://schemas.openxmlformats.org/officeDocument/2006/relationships/oleObject" Target="../embeddings/oleObject351.bin"/><Relationship Id="rId37" Type="http://schemas.openxmlformats.org/officeDocument/2006/relationships/image" Target="../media/image261.wmf"/><Relationship Id="rId58" Type="http://schemas.openxmlformats.org/officeDocument/2006/relationships/oleObject" Target="../embeddings/oleObject249.bin"/><Relationship Id="rId79" Type="http://schemas.openxmlformats.org/officeDocument/2006/relationships/image" Target="../media/image282.wmf"/><Relationship Id="rId102" Type="http://schemas.openxmlformats.org/officeDocument/2006/relationships/oleObject" Target="../embeddings/oleObject271.bin"/><Relationship Id="rId123" Type="http://schemas.openxmlformats.org/officeDocument/2006/relationships/image" Target="../media/image304.wmf"/><Relationship Id="rId144" Type="http://schemas.openxmlformats.org/officeDocument/2006/relationships/image" Target="../media/image315.wmf"/><Relationship Id="rId90" Type="http://schemas.openxmlformats.org/officeDocument/2006/relationships/oleObject" Target="../embeddings/oleObject265.bin"/><Relationship Id="rId165" Type="http://schemas.openxmlformats.org/officeDocument/2006/relationships/oleObject" Target="../embeddings/oleObject302.bin"/><Relationship Id="rId186" Type="http://schemas.openxmlformats.org/officeDocument/2006/relationships/image" Target="../media/image336.wmf"/><Relationship Id="rId211" Type="http://schemas.openxmlformats.org/officeDocument/2006/relationships/oleObject" Target="../embeddings/oleObject325.bin"/><Relationship Id="rId232" Type="http://schemas.openxmlformats.org/officeDocument/2006/relationships/image" Target="../media/image359.wmf"/><Relationship Id="rId253" Type="http://schemas.openxmlformats.org/officeDocument/2006/relationships/oleObject" Target="../embeddings/oleObject346.bin"/><Relationship Id="rId27" Type="http://schemas.openxmlformats.org/officeDocument/2006/relationships/image" Target="../media/image256.wmf"/><Relationship Id="rId48" Type="http://schemas.openxmlformats.org/officeDocument/2006/relationships/oleObject" Target="../embeddings/oleObject244.bin"/><Relationship Id="rId69" Type="http://schemas.openxmlformats.org/officeDocument/2006/relationships/image" Target="../media/image277.wmf"/><Relationship Id="rId113" Type="http://schemas.openxmlformats.org/officeDocument/2006/relationships/image" Target="../media/image299.wmf"/><Relationship Id="rId134" Type="http://schemas.openxmlformats.org/officeDocument/2006/relationships/image" Target="../media/image310.wmf"/><Relationship Id="rId80" Type="http://schemas.openxmlformats.org/officeDocument/2006/relationships/oleObject" Target="../embeddings/oleObject260.bin"/><Relationship Id="rId155" Type="http://schemas.openxmlformats.org/officeDocument/2006/relationships/oleObject" Target="../embeddings/oleObject297.bin"/><Relationship Id="rId176" Type="http://schemas.openxmlformats.org/officeDocument/2006/relationships/image" Target="../media/image331.wmf"/><Relationship Id="rId197" Type="http://schemas.openxmlformats.org/officeDocument/2006/relationships/oleObject" Target="../embeddings/oleObject318.bin"/><Relationship Id="rId201" Type="http://schemas.openxmlformats.org/officeDocument/2006/relationships/oleObject" Target="../embeddings/oleObject320.bin"/><Relationship Id="rId222" Type="http://schemas.openxmlformats.org/officeDocument/2006/relationships/image" Target="../media/image354.wmf"/><Relationship Id="rId243" Type="http://schemas.openxmlformats.org/officeDocument/2006/relationships/oleObject" Target="../embeddings/oleObject341.bin"/><Relationship Id="rId264" Type="http://schemas.openxmlformats.org/officeDocument/2006/relationships/image" Target="../media/image375.wmf"/><Relationship Id="rId17" Type="http://schemas.openxmlformats.org/officeDocument/2006/relationships/image" Target="../media/image251.wmf"/><Relationship Id="rId38" Type="http://schemas.openxmlformats.org/officeDocument/2006/relationships/oleObject" Target="../embeddings/oleObject239.bin"/><Relationship Id="rId59" Type="http://schemas.openxmlformats.org/officeDocument/2006/relationships/image" Target="../media/image272.wmf"/><Relationship Id="rId103" Type="http://schemas.openxmlformats.org/officeDocument/2006/relationships/image" Target="../media/image294.wmf"/><Relationship Id="rId124" Type="http://schemas.openxmlformats.org/officeDocument/2006/relationships/oleObject" Target="../embeddings/oleObject282.bin"/><Relationship Id="rId70" Type="http://schemas.openxmlformats.org/officeDocument/2006/relationships/oleObject" Target="../embeddings/oleObject255.bin"/><Relationship Id="rId91" Type="http://schemas.openxmlformats.org/officeDocument/2006/relationships/image" Target="../media/image288.wmf"/><Relationship Id="rId145" Type="http://schemas.openxmlformats.org/officeDocument/2006/relationships/oleObject" Target="../embeddings/oleObject292.bin"/><Relationship Id="rId166" Type="http://schemas.openxmlformats.org/officeDocument/2006/relationships/image" Target="../media/image326.wmf"/><Relationship Id="rId187" Type="http://schemas.openxmlformats.org/officeDocument/2006/relationships/oleObject" Target="../embeddings/oleObject313.bin"/><Relationship Id="rId1" Type="http://schemas.openxmlformats.org/officeDocument/2006/relationships/slideLayout" Target="../slideLayouts/slideLayout21.xml"/><Relationship Id="rId212" Type="http://schemas.openxmlformats.org/officeDocument/2006/relationships/image" Target="../media/image349.wmf"/><Relationship Id="rId233" Type="http://schemas.openxmlformats.org/officeDocument/2006/relationships/oleObject" Target="../embeddings/oleObject336.bin"/><Relationship Id="rId254" Type="http://schemas.openxmlformats.org/officeDocument/2006/relationships/image" Target="../media/image370.wmf"/><Relationship Id="rId28" Type="http://schemas.openxmlformats.org/officeDocument/2006/relationships/oleObject" Target="../embeddings/oleObject234.bin"/><Relationship Id="rId49" Type="http://schemas.openxmlformats.org/officeDocument/2006/relationships/image" Target="../media/image267.wmf"/><Relationship Id="rId114" Type="http://schemas.openxmlformats.org/officeDocument/2006/relationships/oleObject" Target="../embeddings/oleObject277.bin"/><Relationship Id="rId60" Type="http://schemas.openxmlformats.org/officeDocument/2006/relationships/oleObject" Target="../embeddings/oleObject250.bin"/><Relationship Id="rId81" Type="http://schemas.openxmlformats.org/officeDocument/2006/relationships/image" Target="../media/image283.wmf"/><Relationship Id="rId135" Type="http://schemas.openxmlformats.org/officeDocument/2006/relationships/oleObject" Target="../embeddings/oleObject287.bin"/><Relationship Id="rId156" Type="http://schemas.openxmlformats.org/officeDocument/2006/relationships/image" Target="../media/image321.wmf"/><Relationship Id="rId177" Type="http://schemas.openxmlformats.org/officeDocument/2006/relationships/oleObject" Target="../embeddings/oleObject308.bin"/><Relationship Id="rId198" Type="http://schemas.openxmlformats.org/officeDocument/2006/relationships/image" Target="../media/image342.wmf"/><Relationship Id="rId202" Type="http://schemas.openxmlformats.org/officeDocument/2006/relationships/image" Target="../media/image344.wmf"/><Relationship Id="rId223" Type="http://schemas.openxmlformats.org/officeDocument/2006/relationships/oleObject" Target="../embeddings/oleObject331.bin"/><Relationship Id="rId244" Type="http://schemas.openxmlformats.org/officeDocument/2006/relationships/image" Target="../media/image365.wmf"/><Relationship Id="rId18" Type="http://schemas.openxmlformats.org/officeDocument/2006/relationships/oleObject" Target="../embeddings/oleObject229.bin"/><Relationship Id="rId39" Type="http://schemas.openxmlformats.org/officeDocument/2006/relationships/image" Target="../media/image262.wmf"/><Relationship Id="rId265" Type="http://schemas.openxmlformats.org/officeDocument/2006/relationships/oleObject" Target="../embeddings/oleObject352.bin"/><Relationship Id="rId50" Type="http://schemas.openxmlformats.org/officeDocument/2006/relationships/oleObject" Target="../embeddings/oleObject245.bin"/><Relationship Id="rId104" Type="http://schemas.openxmlformats.org/officeDocument/2006/relationships/oleObject" Target="../embeddings/oleObject272.bin"/><Relationship Id="rId125" Type="http://schemas.openxmlformats.org/officeDocument/2006/relationships/image" Target="../media/image305.wmf"/><Relationship Id="rId146" Type="http://schemas.openxmlformats.org/officeDocument/2006/relationships/image" Target="../media/image316.wmf"/><Relationship Id="rId167" Type="http://schemas.openxmlformats.org/officeDocument/2006/relationships/oleObject" Target="../embeddings/oleObject303.bin"/><Relationship Id="rId188" Type="http://schemas.openxmlformats.org/officeDocument/2006/relationships/image" Target="../media/image337.wmf"/><Relationship Id="rId71" Type="http://schemas.openxmlformats.org/officeDocument/2006/relationships/image" Target="../media/image278.wmf"/><Relationship Id="rId92" Type="http://schemas.openxmlformats.org/officeDocument/2006/relationships/oleObject" Target="../embeddings/oleObject266.bin"/><Relationship Id="rId213" Type="http://schemas.openxmlformats.org/officeDocument/2006/relationships/oleObject" Target="../embeddings/oleObject326.bin"/><Relationship Id="rId234" Type="http://schemas.openxmlformats.org/officeDocument/2006/relationships/image" Target="../media/image360.wmf"/><Relationship Id="rId2" Type="http://schemas.openxmlformats.org/officeDocument/2006/relationships/oleObject" Target="../embeddings/oleObject221.bin"/><Relationship Id="rId29" Type="http://schemas.openxmlformats.org/officeDocument/2006/relationships/image" Target="../media/image257.wmf"/><Relationship Id="rId255" Type="http://schemas.openxmlformats.org/officeDocument/2006/relationships/oleObject" Target="../embeddings/oleObject347.bin"/><Relationship Id="rId40" Type="http://schemas.openxmlformats.org/officeDocument/2006/relationships/oleObject" Target="../embeddings/oleObject240.bin"/><Relationship Id="rId115" Type="http://schemas.openxmlformats.org/officeDocument/2006/relationships/image" Target="../media/image300.wmf"/><Relationship Id="rId136" Type="http://schemas.openxmlformats.org/officeDocument/2006/relationships/image" Target="../media/image311.wmf"/><Relationship Id="rId157" Type="http://schemas.openxmlformats.org/officeDocument/2006/relationships/oleObject" Target="../embeddings/oleObject298.bin"/><Relationship Id="rId178" Type="http://schemas.openxmlformats.org/officeDocument/2006/relationships/image" Target="../media/image332.wmf"/><Relationship Id="rId61" Type="http://schemas.openxmlformats.org/officeDocument/2006/relationships/image" Target="../media/image273.wmf"/><Relationship Id="rId82" Type="http://schemas.openxmlformats.org/officeDocument/2006/relationships/oleObject" Target="../embeddings/oleObject261.bin"/><Relationship Id="rId199" Type="http://schemas.openxmlformats.org/officeDocument/2006/relationships/oleObject" Target="../embeddings/oleObject319.bin"/><Relationship Id="rId203" Type="http://schemas.openxmlformats.org/officeDocument/2006/relationships/oleObject" Target="../embeddings/oleObject321.bin"/><Relationship Id="rId19" Type="http://schemas.openxmlformats.org/officeDocument/2006/relationships/image" Target="../media/image252.wmf"/><Relationship Id="rId224" Type="http://schemas.openxmlformats.org/officeDocument/2006/relationships/image" Target="../media/image355.wmf"/><Relationship Id="rId245" Type="http://schemas.openxmlformats.org/officeDocument/2006/relationships/oleObject" Target="../embeddings/oleObject342.bin"/><Relationship Id="rId266" Type="http://schemas.openxmlformats.org/officeDocument/2006/relationships/image" Target="../media/image376.wmf"/><Relationship Id="rId30" Type="http://schemas.openxmlformats.org/officeDocument/2006/relationships/oleObject" Target="../embeddings/oleObject235.bin"/><Relationship Id="rId105" Type="http://schemas.openxmlformats.org/officeDocument/2006/relationships/image" Target="../media/image295.wmf"/><Relationship Id="rId126" Type="http://schemas.openxmlformats.org/officeDocument/2006/relationships/oleObject" Target="../embeddings/oleObject283.bin"/><Relationship Id="rId147" Type="http://schemas.openxmlformats.org/officeDocument/2006/relationships/oleObject" Target="../embeddings/oleObject293.bin"/><Relationship Id="rId168" Type="http://schemas.openxmlformats.org/officeDocument/2006/relationships/image" Target="../media/image327.wmf"/><Relationship Id="rId51" Type="http://schemas.openxmlformats.org/officeDocument/2006/relationships/image" Target="../media/image268.wmf"/><Relationship Id="rId72" Type="http://schemas.openxmlformats.org/officeDocument/2006/relationships/oleObject" Target="../embeddings/oleObject256.bin"/><Relationship Id="rId93" Type="http://schemas.openxmlformats.org/officeDocument/2006/relationships/image" Target="../media/image289.wmf"/><Relationship Id="rId189" Type="http://schemas.openxmlformats.org/officeDocument/2006/relationships/oleObject" Target="../embeddings/oleObject314.bin"/><Relationship Id="rId3" Type="http://schemas.openxmlformats.org/officeDocument/2006/relationships/image" Target="../media/image244.wmf"/><Relationship Id="rId214" Type="http://schemas.openxmlformats.org/officeDocument/2006/relationships/image" Target="../media/image350.wmf"/><Relationship Id="rId235" Type="http://schemas.openxmlformats.org/officeDocument/2006/relationships/oleObject" Target="../embeddings/oleObject337.bin"/><Relationship Id="rId256" Type="http://schemas.openxmlformats.org/officeDocument/2006/relationships/image" Target="../media/image371.wmf"/><Relationship Id="rId116" Type="http://schemas.openxmlformats.org/officeDocument/2006/relationships/oleObject" Target="../embeddings/oleObject278.bin"/><Relationship Id="rId137" Type="http://schemas.openxmlformats.org/officeDocument/2006/relationships/oleObject" Target="../embeddings/oleObject288.bin"/><Relationship Id="rId158" Type="http://schemas.openxmlformats.org/officeDocument/2006/relationships/image" Target="../media/image322.wmf"/><Relationship Id="rId20" Type="http://schemas.openxmlformats.org/officeDocument/2006/relationships/oleObject" Target="../embeddings/oleObject230.bin"/><Relationship Id="rId41" Type="http://schemas.openxmlformats.org/officeDocument/2006/relationships/image" Target="../media/image263.wmf"/><Relationship Id="rId62" Type="http://schemas.openxmlformats.org/officeDocument/2006/relationships/oleObject" Target="../embeddings/oleObject251.bin"/><Relationship Id="rId83" Type="http://schemas.openxmlformats.org/officeDocument/2006/relationships/image" Target="../media/image284.wmf"/><Relationship Id="rId179" Type="http://schemas.openxmlformats.org/officeDocument/2006/relationships/oleObject" Target="../embeddings/oleObject309.bin"/><Relationship Id="rId190" Type="http://schemas.openxmlformats.org/officeDocument/2006/relationships/image" Target="../media/image338.wmf"/><Relationship Id="rId204" Type="http://schemas.openxmlformats.org/officeDocument/2006/relationships/image" Target="../media/image345.wmf"/><Relationship Id="rId225" Type="http://schemas.openxmlformats.org/officeDocument/2006/relationships/oleObject" Target="../embeddings/oleObject332.bin"/><Relationship Id="rId246" Type="http://schemas.openxmlformats.org/officeDocument/2006/relationships/image" Target="../media/image366.wmf"/><Relationship Id="rId267" Type="http://schemas.openxmlformats.org/officeDocument/2006/relationships/image" Target="../media/image377.png"/><Relationship Id="rId106" Type="http://schemas.openxmlformats.org/officeDocument/2006/relationships/oleObject" Target="../embeddings/oleObject273.bin"/><Relationship Id="rId127" Type="http://schemas.openxmlformats.org/officeDocument/2006/relationships/image" Target="../media/image306.wmf"/><Relationship Id="rId10" Type="http://schemas.openxmlformats.org/officeDocument/2006/relationships/oleObject" Target="../embeddings/oleObject225.bin"/><Relationship Id="rId31" Type="http://schemas.openxmlformats.org/officeDocument/2006/relationships/image" Target="../media/image258.wmf"/><Relationship Id="rId52" Type="http://schemas.openxmlformats.org/officeDocument/2006/relationships/oleObject" Target="../embeddings/oleObject246.bin"/><Relationship Id="rId73" Type="http://schemas.openxmlformats.org/officeDocument/2006/relationships/image" Target="../media/image279.wmf"/><Relationship Id="rId94" Type="http://schemas.openxmlformats.org/officeDocument/2006/relationships/oleObject" Target="../embeddings/oleObject267.bin"/><Relationship Id="rId148" Type="http://schemas.openxmlformats.org/officeDocument/2006/relationships/image" Target="../media/image317.wmf"/><Relationship Id="rId169" Type="http://schemas.openxmlformats.org/officeDocument/2006/relationships/oleObject" Target="../embeddings/oleObject304.bin"/><Relationship Id="rId4" Type="http://schemas.openxmlformats.org/officeDocument/2006/relationships/oleObject" Target="../embeddings/oleObject222.bin"/><Relationship Id="rId180" Type="http://schemas.openxmlformats.org/officeDocument/2006/relationships/image" Target="../media/image333.wmf"/><Relationship Id="rId215" Type="http://schemas.openxmlformats.org/officeDocument/2006/relationships/oleObject" Target="../embeddings/oleObject327.bin"/><Relationship Id="rId236" Type="http://schemas.openxmlformats.org/officeDocument/2006/relationships/image" Target="../media/image361.wmf"/><Relationship Id="rId257" Type="http://schemas.openxmlformats.org/officeDocument/2006/relationships/oleObject" Target="../embeddings/oleObject348.bin"/><Relationship Id="rId42" Type="http://schemas.openxmlformats.org/officeDocument/2006/relationships/oleObject" Target="../embeddings/oleObject241.bin"/><Relationship Id="rId84" Type="http://schemas.openxmlformats.org/officeDocument/2006/relationships/oleObject" Target="../embeddings/oleObject262.bin"/><Relationship Id="rId138" Type="http://schemas.openxmlformats.org/officeDocument/2006/relationships/image" Target="../media/image312.wmf"/><Relationship Id="rId191" Type="http://schemas.openxmlformats.org/officeDocument/2006/relationships/oleObject" Target="../embeddings/oleObject315.bin"/><Relationship Id="rId205" Type="http://schemas.openxmlformats.org/officeDocument/2006/relationships/oleObject" Target="../embeddings/oleObject322.bin"/><Relationship Id="rId247" Type="http://schemas.openxmlformats.org/officeDocument/2006/relationships/oleObject" Target="../embeddings/oleObject343.bin"/></Relationships>
</file>

<file path=ppt/slides/_rels/slide67.xml.rels><?xml version="1.0" encoding="UTF-8" standalone="yes"?>
<Relationships xmlns="http://schemas.openxmlformats.org/package/2006/relationships"><Relationship Id="rId2" Type="http://schemas.openxmlformats.org/officeDocument/2006/relationships/image" Target="../media/image378.png"/><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356.bin"/><Relationship Id="rId3" Type="http://schemas.openxmlformats.org/officeDocument/2006/relationships/image" Target="../media/image379.wmf"/><Relationship Id="rId7" Type="http://schemas.openxmlformats.org/officeDocument/2006/relationships/image" Target="../media/image381.wmf"/><Relationship Id="rId2" Type="http://schemas.openxmlformats.org/officeDocument/2006/relationships/oleObject" Target="../embeddings/oleObject353.bin"/><Relationship Id="rId1" Type="http://schemas.openxmlformats.org/officeDocument/2006/relationships/slideLayout" Target="../slideLayouts/slideLayout21.xml"/><Relationship Id="rId6" Type="http://schemas.openxmlformats.org/officeDocument/2006/relationships/oleObject" Target="../embeddings/oleObject355.bin"/><Relationship Id="rId11" Type="http://schemas.openxmlformats.org/officeDocument/2006/relationships/image" Target="../media/image383.wmf"/><Relationship Id="rId5" Type="http://schemas.openxmlformats.org/officeDocument/2006/relationships/image" Target="../media/image380.wmf"/><Relationship Id="rId10" Type="http://schemas.openxmlformats.org/officeDocument/2006/relationships/oleObject" Target="../embeddings/oleObject357.bin"/><Relationship Id="rId4" Type="http://schemas.openxmlformats.org/officeDocument/2006/relationships/oleObject" Target="../embeddings/oleObject354.bin"/><Relationship Id="rId9" Type="http://schemas.openxmlformats.org/officeDocument/2006/relationships/image" Target="../media/image382.wmf"/></Relationships>
</file>

<file path=ppt/slides/_rels/slide69.xml.rels><?xml version="1.0" encoding="UTF-8" standalone="yes"?>
<Relationships xmlns="http://schemas.openxmlformats.org/package/2006/relationships"><Relationship Id="rId3" Type="http://schemas.openxmlformats.org/officeDocument/2006/relationships/image" Target="../media/image384.wmf"/><Relationship Id="rId2" Type="http://schemas.openxmlformats.org/officeDocument/2006/relationships/oleObject" Target="../embeddings/oleObject358.bin"/><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3" Type="http://schemas.openxmlformats.org/officeDocument/2006/relationships/image" Target="../media/image385.wmf"/><Relationship Id="rId2" Type="http://schemas.openxmlformats.org/officeDocument/2006/relationships/oleObject" Target="../embeddings/oleObject359.bin"/><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9.xml"/></Relationships>
</file>

<file path=ppt/slides/_rels/slide85.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9.xml"/></Relationships>
</file>

<file path=ppt/slides/_rels/slide86.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9.xml"/></Relationships>
</file>

<file path=ppt/slides/_rels/slide87.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29.xml"/></Relationships>
</file>

<file path=ppt/slides/_rels/slide88.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29.xml"/></Relationships>
</file>

<file path=ppt/slides/_rels/slide89.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9.xml"/></Relationships>
</file>

<file path=ppt/slides/_rels/slide90.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9.xml"/></Relationships>
</file>

<file path=ppt/slides/_rels/slide91.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29.xml"/></Relationships>
</file>

<file path=ppt/slides/_rels/slide92.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29.xml"/></Relationships>
</file>

<file path=ppt/slides/_rels/slide9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29.xml"/></Relationships>
</file>

<file path=ppt/slides/_rels/slide94.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29.xml"/></Relationships>
</file>

<file path=ppt/slides/_rels/slide95.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29.xml"/></Relationships>
</file>

<file path=ppt/slides/_rels/slide96.xml.rels><?xml version="1.0" encoding="UTF-8" standalone="yes"?>
<Relationships xmlns="http://schemas.openxmlformats.org/package/2006/relationships"><Relationship Id="rId2" Type="http://schemas.openxmlformats.org/officeDocument/2006/relationships/slide" Target="slide44.xml"/><Relationship Id="rId1" Type="http://schemas.openxmlformats.org/officeDocument/2006/relationships/slideLayout" Target="../slideLayouts/slideLayout29.xml"/></Relationships>
</file>

<file path=ppt/slides/_rels/slide97.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24FE50-6B4A-5263-6376-3D1234935845}"/>
              </a:ext>
            </a:extLst>
          </p:cNvPr>
          <p:cNvSpPr>
            <a:spLocks noGrp="1"/>
          </p:cNvSpPr>
          <p:nvPr>
            <p:ph type="ctrTitle"/>
          </p:nvPr>
        </p:nvSpPr>
        <p:spPr/>
        <p:txBody>
          <a:bodyPr/>
          <a:lstStyle/>
          <a:p>
            <a:r>
              <a:rPr lang="en-US" noProof="0" dirty="0"/>
              <a:t>Chapter 8</a:t>
            </a:r>
            <a:endParaRPr lang="en-IN" dirty="0"/>
          </a:p>
        </p:txBody>
      </p:sp>
      <p:sp>
        <p:nvSpPr>
          <p:cNvPr id="8" name="Subtitle 7">
            <a:extLst>
              <a:ext uri="{FF2B5EF4-FFF2-40B4-BE49-F238E27FC236}">
                <a16:creationId xmlns:a16="http://schemas.microsoft.com/office/drawing/2014/main" id="{082C392C-971E-32B3-D291-271201953891}"/>
              </a:ext>
            </a:extLst>
          </p:cNvPr>
          <p:cNvSpPr>
            <a:spLocks noGrp="1"/>
          </p:cNvSpPr>
          <p:nvPr>
            <p:ph type="subTitle" idx="1"/>
          </p:nvPr>
        </p:nvSpPr>
        <p:spPr/>
        <p:txBody>
          <a:bodyPr/>
          <a:lstStyle/>
          <a:p>
            <a:r>
              <a:rPr lang="en-US" sz="2200" dirty="0"/>
              <a:t>Sampling Distributions and Estimation</a:t>
            </a:r>
            <a:endParaRPr lang="en-IN" sz="2200" dirty="0"/>
          </a:p>
        </p:txBody>
      </p:sp>
      <p:pic>
        <p:nvPicPr>
          <p:cNvPr id="4" name="Picture 3" descr="The cover page of the book, Applied Statistics in Business and Economics. By, David P Doane and Lori E Seward.">
            <a:extLst>
              <a:ext uri="{FF2B5EF4-FFF2-40B4-BE49-F238E27FC236}">
                <a16:creationId xmlns:a16="http://schemas.microsoft.com/office/drawing/2014/main" id="{0DE171F9-ED88-3DCC-407A-34CC7E33E254}"/>
              </a:ext>
            </a:extLst>
          </p:cNvPr>
          <p:cNvPicPr>
            <a:picLocks noChangeAspect="1"/>
          </p:cNvPicPr>
          <p:nvPr/>
        </p:nvPicPr>
        <p:blipFill>
          <a:blip r:embed="rId3"/>
          <a:stretch>
            <a:fillRect/>
          </a:stretch>
        </p:blipFill>
        <p:spPr>
          <a:xfrm>
            <a:off x="4860462" y="901903"/>
            <a:ext cx="3855516" cy="5242284"/>
          </a:xfrm>
          <a:prstGeom prst="rect">
            <a:avLst/>
          </a:prstGeom>
        </p:spPr>
      </p:pic>
      <p:sp>
        <p:nvSpPr>
          <p:cNvPr id="2" name="Content Placeholder 3">
            <a:extLst>
              <a:ext uri="{FF2B5EF4-FFF2-40B4-BE49-F238E27FC236}">
                <a16:creationId xmlns:a16="http://schemas.microsoft.com/office/drawing/2014/main" id="{42B796E9-022D-DD29-514E-232A567E275B}"/>
              </a:ext>
            </a:extLst>
          </p:cNvPr>
          <p:cNvSpPr>
            <a:spLocks noGrp="1"/>
          </p:cNvSpPr>
          <p:nvPr>
            <p:ph sz="quarter" idx="11"/>
          </p:nvPr>
        </p:nvSpPr>
        <p:spPr>
          <a:xfrm>
            <a:off x="202224" y="6540156"/>
            <a:ext cx="8739552" cy="242481"/>
          </a:xfrm>
        </p:spPr>
        <p:txBody>
          <a:bodyPr/>
          <a:lstStyle/>
          <a:p>
            <a:pPr algn="ctr"/>
            <a:r>
              <a:rPr lang="en-US" sz="1200" dirty="0">
                <a:solidFill>
                  <a:schemeClr val="tx1"/>
                </a:solidFill>
              </a:rPr>
              <a:t>© McGraw Hill LLC. All rights reserved. No reproduction or distribution without the prior written consent of McGraw Hill LLC.</a:t>
            </a:r>
            <a:endParaRPr lang="en-US" sz="1200" dirty="0"/>
          </a:p>
        </p:txBody>
      </p:sp>
    </p:spTree>
    <p:extLst>
      <p:ext uri="{BB962C8B-B14F-4D97-AF65-F5344CB8AC3E}">
        <p14:creationId xmlns:p14="http://schemas.microsoft.com/office/powerpoint/2010/main" val="237613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858420" cy="903231"/>
          </a:xfrm>
        </p:spPr>
        <p:txBody>
          <a:bodyPr>
            <a:normAutofit/>
          </a:bodyPr>
          <a:lstStyle/>
          <a:p>
            <a:r>
              <a:rPr lang="en-IN" sz="3600" dirty="0"/>
              <a:t>Chapter Learning Objectives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2066566"/>
          </a:xfrm>
        </p:spPr>
        <p:txBody>
          <a:bodyPr vert="vert" rIns="0"/>
          <a:lstStyle/>
          <a:p>
            <a:pPr marL="1025525" indent="-1025525"/>
            <a:r>
              <a:rPr lang="en-IN" b="1" dirty="0"/>
              <a:t>Chapter 8</a:t>
            </a:r>
          </a:p>
        </p:txBody>
      </p:sp>
      <p:sp>
        <p:nvSpPr>
          <p:cNvPr id="7" name="Content Placeholder 6"/>
          <p:cNvSpPr>
            <a:spLocks noGrp="1"/>
          </p:cNvSpPr>
          <p:nvPr>
            <p:ph sz="quarter" idx="14"/>
          </p:nvPr>
        </p:nvSpPr>
        <p:spPr>
          <a:xfrm>
            <a:off x="342900" y="1260475"/>
            <a:ext cx="8210550" cy="5330448"/>
          </a:xfrm>
        </p:spPr>
        <p:txBody>
          <a:bodyPr/>
          <a:lstStyle/>
          <a:p>
            <a:pPr marL="914400" indent="-914400">
              <a:tabLst>
                <a:tab pos="1025525" algn="l"/>
              </a:tabLst>
            </a:pPr>
            <a:r>
              <a:rPr lang="en-US" sz="2000" b="1" dirty="0"/>
              <a:t>L</a:t>
            </a:r>
            <a:r>
              <a:rPr lang="en-US" sz="100" b="1" dirty="0"/>
              <a:t> </a:t>
            </a:r>
            <a:r>
              <a:rPr lang="en-US" sz="2000" b="1" dirty="0"/>
              <a:t>O 8.1:</a:t>
            </a:r>
            <a:r>
              <a:rPr lang="en-US" sz="2000" dirty="0"/>
              <a:t> Define a sampling distribution.</a:t>
            </a:r>
          </a:p>
          <a:p>
            <a:pPr marL="914400" indent="-914400">
              <a:tabLst>
                <a:tab pos="1025525" algn="l"/>
              </a:tabLst>
            </a:pPr>
            <a:r>
              <a:rPr lang="en-US" sz="2000" b="1" dirty="0"/>
              <a:t>L</a:t>
            </a:r>
            <a:r>
              <a:rPr lang="en-US" sz="100" b="1" dirty="0"/>
              <a:t> </a:t>
            </a:r>
            <a:r>
              <a:rPr lang="en-US" sz="2000" b="1" dirty="0"/>
              <a:t>O 8.2:</a:t>
            </a:r>
            <a:r>
              <a:rPr lang="en-US" sz="2000" dirty="0"/>
              <a:t> Explain the desirable properties of estimators.</a:t>
            </a:r>
          </a:p>
          <a:p>
            <a:pPr marL="914400" indent="-914400">
              <a:tabLst>
                <a:tab pos="1025525" algn="l"/>
              </a:tabLst>
            </a:pPr>
            <a:r>
              <a:rPr lang="en-US" sz="2000" b="1" dirty="0"/>
              <a:t>L</a:t>
            </a:r>
            <a:r>
              <a:rPr lang="en-US" sz="100" b="1" dirty="0"/>
              <a:t> </a:t>
            </a:r>
            <a:r>
              <a:rPr lang="en-US" sz="2000" b="1" dirty="0"/>
              <a:t>O 8.3:</a:t>
            </a:r>
            <a:r>
              <a:rPr lang="en-US" sz="2000" dirty="0"/>
              <a:t> State and apply the Central Limit Theorem for a mean.</a:t>
            </a:r>
          </a:p>
          <a:p>
            <a:pPr marL="914400" indent="-914400">
              <a:tabLst>
                <a:tab pos="1025525" algn="l"/>
              </a:tabLst>
            </a:pPr>
            <a:r>
              <a:rPr lang="en-US" sz="2000" b="1" dirty="0"/>
              <a:t>L</a:t>
            </a:r>
            <a:r>
              <a:rPr lang="en-US" sz="100" b="1" dirty="0"/>
              <a:t> </a:t>
            </a:r>
            <a:r>
              <a:rPr lang="en-US" sz="2000" b="1" dirty="0"/>
              <a:t>O 8.4:</a:t>
            </a:r>
            <a:r>
              <a:rPr lang="en-US" sz="2000" dirty="0"/>
              <a:t> Explain how sample size affects the standard error.</a:t>
            </a:r>
          </a:p>
          <a:p>
            <a:pPr marL="914400" indent="-914400">
              <a:tabLst>
                <a:tab pos="1025525" algn="l"/>
              </a:tabLst>
            </a:pPr>
            <a:r>
              <a:rPr lang="en-US" sz="2000" b="1" dirty="0"/>
              <a:t>L</a:t>
            </a:r>
            <a:r>
              <a:rPr lang="en-US" sz="100" b="1" dirty="0"/>
              <a:t> </a:t>
            </a:r>
            <a:r>
              <a:rPr lang="en-US" sz="2000" b="1" dirty="0"/>
              <a:t>O 8.5:</a:t>
            </a:r>
            <a:r>
              <a:rPr lang="en-US" sz="2000" dirty="0"/>
              <a:t> Construct a confidence interval for a population mean using </a:t>
            </a:r>
            <a:r>
              <a:rPr lang="en-US" sz="2000" i="1" dirty="0"/>
              <a:t>z</a:t>
            </a:r>
            <a:r>
              <a:rPr lang="en-US" sz="2000" dirty="0"/>
              <a:t>.</a:t>
            </a:r>
          </a:p>
          <a:p>
            <a:pPr marL="914400" indent="-914400">
              <a:tabLst>
                <a:tab pos="0" algn="l"/>
              </a:tabLst>
            </a:pPr>
            <a:r>
              <a:rPr lang="en-US" sz="2000" b="1" dirty="0"/>
              <a:t>L</a:t>
            </a:r>
            <a:r>
              <a:rPr lang="en-US" sz="100" b="1" dirty="0"/>
              <a:t> </a:t>
            </a:r>
            <a:r>
              <a:rPr lang="en-US" sz="2000" b="1" dirty="0"/>
              <a:t>O 8.6:</a:t>
            </a:r>
            <a:r>
              <a:rPr lang="en-US" sz="2000" dirty="0"/>
              <a:t> Know when and how to use Student’s </a:t>
            </a:r>
            <a:r>
              <a:rPr lang="en-US" sz="2000" i="1" dirty="0"/>
              <a:t>t</a:t>
            </a:r>
            <a:r>
              <a:rPr lang="en-US" sz="2000" dirty="0"/>
              <a:t> instead of </a:t>
            </a:r>
            <a:r>
              <a:rPr lang="en-US" sz="2000" i="1" dirty="0"/>
              <a:t>z</a:t>
            </a:r>
            <a:r>
              <a:rPr lang="en-US" sz="2000" dirty="0"/>
              <a:t> to estimate a mean.</a:t>
            </a:r>
          </a:p>
          <a:p>
            <a:pPr marL="914400" indent="-914400">
              <a:tabLst>
                <a:tab pos="1025525" algn="l"/>
              </a:tabLst>
            </a:pPr>
            <a:r>
              <a:rPr lang="en-US" sz="2000" b="1" dirty="0"/>
              <a:t>L</a:t>
            </a:r>
            <a:r>
              <a:rPr lang="en-US" sz="100" b="1" dirty="0"/>
              <a:t> </a:t>
            </a:r>
            <a:r>
              <a:rPr lang="en-US" sz="2000" b="1" dirty="0"/>
              <a:t>O 8.7:</a:t>
            </a:r>
            <a:r>
              <a:rPr lang="en-US" sz="2000" dirty="0"/>
              <a:t> Construct a confidence interval for a population proportion.</a:t>
            </a:r>
          </a:p>
          <a:p>
            <a:pPr marL="914400" indent="-914400">
              <a:tabLst>
                <a:tab pos="1484313" algn="l"/>
              </a:tabLst>
            </a:pPr>
            <a:r>
              <a:rPr lang="en-US" sz="2000" b="1" dirty="0"/>
              <a:t>L</a:t>
            </a:r>
            <a:r>
              <a:rPr lang="en-US" sz="100" b="1" dirty="0"/>
              <a:t> </a:t>
            </a:r>
            <a:r>
              <a:rPr lang="en-US" sz="2000" b="1" dirty="0"/>
              <a:t>O 8.8:</a:t>
            </a:r>
            <a:r>
              <a:rPr lang="en-US" sz="2000" dirty="0"/>
              <a:t> Know how to modify confidence intervals when the population is finite.</a:t>
            </a:r>
          </a:p>
          <a:p>
            <a:pPr marL="914400" indent="-914400">
              <a:tabLst>
                <a:tab pos="1025525" algn="l"/>
              </a:tabLst>
            </a:pPr>
            <a:r>
              <a:rPr lang="en-US" sz="2000" b="1" dirty="0"/>
              <a:t>L</a:t>
            </a:r>
            <a:r>
              <a:rPr lang="en-US" sz="100" b="1" dirty="0"/>
              <a:t> </a:t>
            </a:r>
            <a:r>
              <a:rPr lang="en-US" sz="2000" b="1" dirty="0"/>
              <a:t>O 8.9:</a:t>
            </a:r>
            <a:r>
              <a:rPr lang="en-US" sz="2000" dirty="0"/>
              <a:t> Calculate sample size to estimate a mean.</a:t>
            </a:r>
          </a:p>
          <a:p>
            <a:pPr marL="914400" indent="-914400">
              <a:tabLst>
                <a:tab pos="1025525" algn="l"/>
              </a:tabLst>
            </a:pPr>
            <a:r>
              <a:rPr lang="en-US" sz="2000" b="1" dirty="0"/>
              <a:t>L</a:t>
            </a:r>
            <a:r>
              <a:rPr lang="en-US" sz="100" b="1" dirty="0"/>
              <a:t> </a:t>
            </a:r>
            <a:r>
              <a:rPr lang="en-US" sz="2000" b="1" dirty="0"/>
              <a:t>O 8.10:</a:t>
            </a:r>
            <a:r>
              <a:rPr lang="en-US" sz="2000" dirty="0"/>
              <a:t> Calculate sample size to estimate a proportion.</a:t>
            </a:r>
          </a:p>
          <a:p>
            <a:pPr marL="914400" indent="-914400">
              <a:tabLst>
                <a:tab pos="1025525" algn="l"/>
              </a:tabLst>
            </a:pPr>
            <a:r>
              <a:rPr lang="en-US" sz="2000" b="1" dirty="0"/>
              <a:t>L</a:t>
            </a:r>
            <a:r>
              <a:rPr lang="en-US" sz="100" b="1" dirty="0"/>
              <a:t> </a:t>
            </a:r>
            <a:r>
              <a:rPr lang="en-US" sz="2000" b="1" dirty="0"/>
              <a:t>O 8.11:</a:t>
            </a:r>
            <a:r>
              <a:rPr lang="en-US" sz="2000" dirty="0"/>
              <a:t> Construct a confidence interval for a variance (optional).</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4506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980968" cy="903231"/>
          </a:xfrm>
        </p:spPr>
        <p:txBody>
          <a:bodyPr>
            <a:normAutofit/>
          </a:bodyPr>
          <a:lstStyle/>
          <a:p>
            <a:r>
              <a:rPr lang="en-IN" sz="3600" dirty="0"/>
              <a:t>Sampling Distributions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46059" y="75615"/>
            <a:ext cx="427656" cy="1536369"/>
          </a:xfrm>
        </p:spPr>
        <p:txBody>
          <a:bodyPr vert="vert" rIns="0"/>
          <a:lstStyle/>
          <a:p>
            <a:r>
              <a:rPr lang="en-IN" b="1" dirty="0"/>
              <a:t>L</a:t>
            </a:r>
            <a:r>
              <a:rPr lang="en-IN" sz="100" b="1" dirty="0"/>
              <a:t> </a:t>
            </a:r>
            <a:r>
              <a:rPr lang="en-IN" b="1" dirty="0"/>
              <a:t>O 8.1</a:t>
            </a:r>
          </a:p>
        </p:txBody>
      </p:sp>
      <p:sp>
        <p:nvSpPr>
          <p:cNvPr id="7" name="Content Placeholder 6"/>
          <p:cNvSpPr>
            <a:spLocks noGrp="1"/>
          </p:cNvSpPr>
          <p:nvPr>
            <p:ph sz="quarter" idx="14"/>
          </p:nvPr>
        </p:nvSpPr>
        <p:spPr>
          <a:xfrm>
            <a:off x="342900" y="1260475"/>
            <a:ext cx="8210550" cy="5292725"/>
          </a:xfrm>
        </p:spPr>
        <p:txBody>
          <a:bodyPr/>
          <a:lstStyle/>
          <a:p>
            <a:pPr marL="292608" indent="-292608">
              <a:buFont typeface="Arial" panose="020B0604020202020204" pitchFamily="34" charset="0"/>
              <a:buChar char="•"/>
            </a:pPr>
            <a:r>
              <a:rPr lang="en-US" dirty="0"/>
              <a:t>The value of a </a:t>
            </a:r>
            <a:r>
              <a:rPr lang="en-US" b="1" i="1" dirty="0"/>
              <a:t>sample statistic</a:t>
            </a:r>
            <a:r>
              <a:rPr lang="en-US" dirty="0"/>
              <a:t>, calculated from a </a:t>
            </a:r>
            <a:r>
              <a:rPr lang="en-US" i="1" dirty="0"/>
              <a:t>random sample</a:t>
            </a:r>
            <a:r>
              <a:rPr lang="en-US" dirty="0"/>
              <a:t>, will vary depending on which population items happen to be included in the sample.</a:t>
            </a:r>
          </a:p>
          <a:p>
            <a:pPr marL="292608" indent="-292608">
              <a:buFont typeface="Arial" panose="020B0604020202020204" pitchFamily="34" charset="0"/>
              <a:buChar char="•"/>
            </a:pPr>
            <a:r>
              <a:rPr lang="en-US" dirty="0"/>
              <a:t>Some samples may represent the population well, while other samples could differ greatly from the population (particularly if the sample size is small).</a:t>
            </a:r>
          </a:p>
          <a:p>
            <a:pPr marL="292608" indent="-292608">
              <a:buFont typeface="Arial" panose="020B0604020202020204" pitchFamily="34" charset="0"/>
              <a:buChar char="•"/>
            </a:pPr>
            <a:r>
              <a:rPr lang="en-US" dirty="0"/>
              <a:t>This </a:t>
            </a:r>
            <a:r>
              <a:rPr lang="en-US" b="1" i="1" dirty="0"/>
              <a:t>sampling variation</a:t>
            </a:r>
            <a:r>
              <a:rPr lang="en-US" dirty="0"/>
              <a:t> can easily be illustrated by selecting random samples from a large population.</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1385834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018675" cy="903231"/>
          </a:xfrm>
        </p:spPr>
        <p:txBody>
          <a:bodyPr>
            <a:normAutofit/>
          </a:bodyPr>
          <a:lstStyle/>
          <a:p>
            <a:r>
              <a:rPr lang="en-IN" sz="3600" dirty="0"/>
              <a:t>Sampling and Estimation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17993" y="567720"/>
            <a:ext cx="1541763" cy="452502"/>
          </a:xfrm>
        </p:spPr>
        <p:txBody>
          <a:bodyPr rIns="0"/>
          <a:lstStyle/>
          <a:p>
            <a:r>
              <a:rPr lang="en-IN" b="1" dirty="0"/>
              <a:t>L</a:t>
            </a:r>
            <a:r>
              <a:rPr lang="en-IN" sz="100" b="1" dirty="0"/>
              <a:t> </a:t>
            </a:r>
            <a:r>
              <a:rPr lang="en-IN" b="1" dirty="0"/>
              <a:t>O 8.1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8094930" cy="2093079"/>
          </a:xfrm>
        </p:spPr>
        <p:txBody>
          <a:bodyPr/>
          <a:lstStyle/>
          <a:p>
            <a:pPr marL="292608" indent="-292608">
              <a:buFont typeface="Arial" panose="020B0604020202020204" pitchFamily="34" charset="0"/>
              <a:buChar char="•"/>
            </a:pPr>
            <a:r>
              <a:rPr lang="en-US" dirty="0"/>
              <a:t>Consider sampling from a large population of G</a:t>
            </a:r>
            <a:r>
              <a:rPr lang="en-US" sz="100" dirty="0"/>
              <a:t> </a:t>
            </a:r>
            <a:r>
              <a:rPr lang="en-US" dirty="0"/>
              <a:t>M</a:t>
            </a:r>
            <a:r>
              <a:rPr lang="en-US" sz="100" dirty="0"/>
              <a:t> </a:t>
            </a:r>
            <a:r>
              <a:rPr lang="en-US" dirty="0"/>
              <a:t>A</a:t>
            </a:r>
            <a:r>
              <a:rPr lang="en-US" sz="100" dirty="0"/>
              <a:t> </a:t>
            </a:r>
            <a:r>
              <a:rPr lang="en-US" dirty="0"/>
              <a:t>T scores for M</a:t>
            </a:r>
            <a:r>
              <a:rPr lang="en-US" sz="100" dirty="0"/>
              <a:t> </a:t>
            </a:r>
            <a:r>
              <a:rPr lang="en-US" dirty="0"/>
              <a:t>B</a:t>
            </a:r>
            <a:r>
              <a:rPr lang="en-US" sz="100" dirty="0"/>
              <a:t> </a:t>
            </a:r>
            <a:r>
              <a:rPr lang="en-US" dirty="0"/>
              <a:t>A applicants. The population parameters </a:t>
            </a:r>
            <a:r>
              <a:rPr lang="en-IN" dirty="0"/>
              <a:t>are </a:t>
            </a:r>
            <a:r>
              <a:rPr lang="el-GR" i="1" dirty="0"/>
              <a:t>μ</a:t>
            </a:r>
            <a:r>
              <a:rPr lang="en-US" dirty="0"/>
              <a:t> = 520.78 and </a:t>
            </a:r>
            <a:r>
              <a:rPr lang="el-GR" i="1" dirty="0"/>
              <a:t>σ</a:t>
            </a:r>
            <a:r>
              <a:rPr lang="en-US" dirty="0"/>
              <a:t> = 86.80.</a:t>
            </a:r>
          </a:p>
          <a:p>
            <a:pPr marL="292608" indent="-292608">
              <a:buFont typeface="Arial" panose="020B0604020202020204" pitchFamily="34" charset="0"/>
              <a:buChar char="•"/>
            </a:pPr>
            <a:r>
              <a:rPr lang="en-US" dirty="0"/>
              <a:t>The figure below shows a dot plot of the entire population.</a:t>
            </a:r>
            <a:endParaRPr lang="en-IN" dirty="0"/>
          </a:p>
        </p:txBody>
      </p:sp>
      <p:pic>
        <p:nvPicPr>
          <p:cNvPr id="24" name="Picture 23" descr="A histogram plots the population of 2,637 G M A T scores.">
            <a:extLst>
              <a:ext uri="{FF2B5EF4-FFF2-40B4-BE49-F238E27FC236}">
                <a16:creationId xmlns:a16="http://schemas.microsoft.com/office/drawing/2014/main" id="{8268C9D4-3368-CBA5-F5CA-2A90564B3057}"/>
              </a:ext>
            </a:extLst>
          </p:cNvPr>
          <p:cNvPicPr>
            <a:picLocks noChangeAspect="1"/>
          </p:cNvPicPr>
          <p:nvPr/>
        </p:nvPicPr>
        <p:blipFill>
          <a:blip r:embed="rId2"/>
          <a:stretch>
            <a:fillRect/>
          </a:stretch>
        </p:blipFill>
        <p:spPr>
          <a:xfrm>
            <a:off x="3005752" y="3676192"/>
            <a:ext cx="2897111" cy="2438612"/>
          </a:xfrm>
          <a:prstGeom prst="rect">
            <a:avLst/>
          </a:prstGeom>
        </p:spPr>
      </p:pic>
      <p:sp>
        <p:nvSpPr>
          <p:cNvPr id="7" name="Text Placeholder 14">
            <a:extLst>
              <a:ext uri="{FF2B5EF4-FFF2-40B4-BE49-F238E27FC236}">
                <a16:creationId xmlns:a16="http://schemas.microsoft.com/office/drawing/2014/main" id="{0D5DA0E2-E9BC-E1C9-7B1A-1DA5E5B0CACC}"/>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a:t>
            </a:fld>
            <a:endParaRPr lang="en-US"/>
          </a:p>
        </p:txBody>
      </p:sp>
    </p:spTree>
    <p:extLst>
      <p:ext uri="{BB962C8B-B14F-4D97-AF65-F5344CB8AC3E}">
        <p14:creationId xmlns:p14="http://schemas.microsoft.com/office/powerpoint/2010/main" val="2079490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Sampling and Estimation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075572" y="610141"/>
            <a:ext cx="1626605" cy="452502"/>
          </a:xfrm>
        </p:spPr>
        <p:txBody>
          <a:bodyPr rIns="0"/>
          <a:lstStyle/>
          <a:p>
            <a:r>
              <a:rPr lang="en-IN" b="1" dirty="0"/>
              <a:t>L</a:t>
            </a:r>
            <a:r>
              <a:rPr lang="en-IN" sz="100" b="1" dirty="0"/>
              <a:t> </a:t>
            </a:r>
            <a:r>
              <a:rPr lang="en-IN" b="1" dirty="0"/>
              <a:t>O 8.1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3824654" cy="4056112"/>
          </a:xfrm>
        </p:spPr>
        <p:txBody>
          <a:bodyPr/>
          <a:lstStyle/>
          <a:p>
            <a:pPr marL="292608" indent="-292608">
              <a:buFont typeface="Arial" panose="020B0604020202020204" pitchFamily="34" charset="0"/>
              <a:buChar char="•"/>
            </a:pPr>
            <a:r>
              <a:rPr lang="en-US" sz="2000" dirty="0"/>
              <a:t>This figure shows several random samples of </a:t>
            </a:r>
            <a:r>
              <a:rPr lang="en-US" sz="2000" i="1" dirty="0"/>
              <a:t>n</a:t>
            </a:r>
            <a:r>
              <a:rPr lang="en-US" sz="2000" dirty="0"/>
              <a:t> = 5 from this population.</a:t>
            </a:r>
          </a:p>
          <a:p>
            <a:pPr marL="292608" indent="-292608">
              <a:buFont typeface="Arial" panose="020B0604020202020204" pitchFamily="34" charset="0"/>
              <a:buChar char="•"/>
            </a:pPr>
            <a:r>
              <a:rPr lang="en-US" sz="2000" dirty="0"/>
              <a:t>The </a:t>
            </a:r>
            <a:r>
              <a:rPr lang="en-US" sz="2000" i="1" dirty="0"/>
              <a:t>individual items</a:t>
            </a:r>
            <a:r>
              <a:rPr lang="en-US" sz="2000" dirty="0"/>
              <a:t> that happen to be included in the samples vary.</a:t>
            </a:r>
          </a:p>
          <a:p>
            <a:pPr marL="292608" indent="-292608">
              <a:buFont typeface="Arial" panose="020B0604020202020204" pitchFamily="34" charset="0"/>
              <a:buChar char="•"/>
            </a:pPr>
            <a:r>
              <a:rPr lang="en-US" sz="2000" dirty="0"/>
              <a:t>While sampling variation is inevitable, there is a tendency for the sample </a:t>
            </a:r>
            <a:r>
              <a:rPr lang="en-US" sz="2000" i="1" dirty="0"/>
              <a:t>means</a:t>
            </a:r>
            <a:r>
              <a:rPr lang="en-US" sz="2000" dirty="0"/>
              <a:t> to be close to the </a:t>
            </a:r>
            <a:r>
              <a:rPr lang="en-IN" sz="2000" dirty="0"/>
              <a:t>population mean (</a:t>
            </a:r>
            <a:r>
              <a:rPr lang="el-GR" sz="2000" i="1" dirty="0"/>
              <a:t>μ</a:t>
            </a:r>
            <a:r>
              <a:rPr lang="en-US" sz="2000" dirty="0"/>
              <a:t> = 520.78) shown as a dashed line.</a:t>
            </a:r>
            <a:endParaRPr lang="en-IN" sz="2000" dirty="0"/>
          </a:p>
        </p:txBody>
      </p:sp>
      <p:pic>
        <p:nvPicPr>
          <p:cNvPr id="7" name="Picture 6" descr="A dot plot of 8 samples of n = 5 from the population.">
            <a:extLst>
              <a:ext uri="{FF2B5EF4-FFF2-40B4-BE49-F238E27FC236}">
                <a16:creationId xmlns:a16="http://schemas.microsoft.com/office/drawing/2014/main" id="{C6580CCD-3DD1-634D-C779-ABCE094B4F31}"/>
              </a:ext>
            </a:extLst>
          </p:cNvPr>
          <p:cNvPicPr>
            <a:picLocks noChangeAspect="1"/>
          </p:cNvPicPr>
          <p:nvPr/>
        </p:nvPicPr>
        <p:blipFill>
          <a:blip r:embed="rId2"/>
          <a:stretch>
            <a:fillRect/>
          </a:stretch>
        </p:blipFill>
        <p:spPr>
          <a:xfrm>
            <a:off x="4500357" y="1536305"/>
            <a:ext cx="4162266" cy="3785390"/>
          </a:xfrm>
          <a:prstGeom prst="rect">
            <a:avLst/>
          </a:prstGeom>
        </p:spPr>
      </p:pic>
      <p:sp>
        <p:nvSpPr>
          <p:cNvPr id="8" name="Text Placeholder 14">
            <a:extLst>
              <a:ext uri="{FF2B5EF4-FFF2-40B4-BE49-F238E27FC236}">
                <a16:creationId xmlns:a16="http://schemas.microsoft.com/office/drawing/2014/main" id="{3E36D03E-0070-27F6-9337-5EA523FD00C9}"/>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a:t>
            </a:fld>
            <a:endParaRPr lang="en-US"/>
          </a:p>
        </p:txBody>
      </p:sp>
    </p:spTree>
    <p:extLst>
      <p:ext uri="{BB962C8B-B14F-4D97-AF65-F5344CB8AC3E}">
        <p14:creationId xmlns:p14="http://schemas.microsoft.com/office/powerpoint/2010/main" val="489868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Sampling and Estimation </a:t>
            </a:r>
            <a:r>
              <a:rPr lang="en-IN" sz="1000" b="0" dirty="0"/>
              <a:t>3</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4" y="500520"/>
            <a:ext cx="1407362" cy="452502"/>
          </a:xfrm>
        </p:spPr>
        <p:txBody>
          <a:bodyPr rIns="0"/>
          <a:lstStyle/>
          <a:p>
            <a:r>
              <a:rPr lang="en-IN" b="1" dirty="0"/>
              <a:t>L</a:t>
            </a:r>
            <a:r>
              <a:rPr lang="en-IN" sz="100" b="1" dirty="0"/>
              <a:t> </a:t>
            </a:r>
            <a:r>
              <a:rPr lang="en-IN" b="1" dirty="0"/>
              <a:t>O 8.1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8221678" cy="5275894"/>
          </a:xfrm>
        </p:spPr>
        <p:txBody>
          <a:bodyPr/>
          <a:lstStyle/>
          <a:p>
            <a:r>
              <a:rPr lang="en-US" dirty="0"/>
              <a:t>In larger samples, the sample means would tend to be even closer to </a:t>
            </a:r>
            <a:r>
              <a:rPr lang="el-GR" sz="2400" i="1" dirty="0"/>
              <a:t>μ</a:t>
            </a:r>
            <a:r>
              <a:rPr lang="en-US" sz="2400" i="1" dirty="0"/>
              <a:t>.</a:t>
            </a:r>
          </a:p>
          <a:p>
            <a:r>
              <a:rPr lang="en-US" dirty="0"/>
              <a:t>A probability distribution that describes the values of a sample statistic calculated from all possible sample of size </a:t>
            </a:r>
            <a:r>
              <a:rPr lang="en-US" i="1" dirty="0"/>
              <a:t>n</a:t>
            </a:r>
            <a:r>
              <a:rPr lang="en-US" dirty="0"/>
              <a:t> is called a </a:t>
            </a:r>
            <a:r>
              <a:rPr lang="en-US" b="1" dirty="0"/>
              <a:t>sampling distribution</a:t>
            </a:r>
            <a:r>
              <a:rPr lang="en-US" dirty="0"/>
              <a:t>.</a:t>
            </a:r>
          </a:p>
          <a:p>
            <a:r>
              <a:rPr lang="en-US" dirty="0"/>
              <a:t>This chapter explains how to use the sampling distribution of a statistic to estimate unknown population parameters, taking into account four factors.</a:t>
            </a:r>
          </a:p>
          <a:p>
            <a:pPr marL="292608" indent="-292608">
              <a:buFont typeface="Arial" panose="020B0604020202020204" pitchFamily="34" charset="0"/>
              <a:buChar char="•"/>
            </a:pPr>
            <a:r>
              <a:rPr lang="en-US" dirty="0"/>
              <a:t>Sample variation (uncontrollable).</a:t>
            </a:r>
          </a:p>
          <a:p>
            <a:pPr marL="292608" indent="-292608">
              <a:buFont typeface="Arial" panose="020B0604020202020204" pitchFamily="34" charset="0"/>
              <a:buChar char="•"/>
            </a:pPr>
            <a:r>
              <a:rPr lang="en-US" dirty="0"/>
              <a:t>Population variation (uncontrollable).</a:t>
            </a:r>
          </a:p>
          <a:p>
            <a:pPr marL="292608" indent="-292608">
              <a:buFont typeface="Arial" panose="020B0604020202020204" pitchFamily="34" charset="0"/>
              <a:buChar char="•"/>
            </a:pPr>
            <a:r>
              <a:rPr lang="en-US" dirty="0"/>
              <a:t>Sample size (controllable).</a:t>
            </a:r>
          </a:p>
          <a:p>
            <a:pPr marL="292608" indent="-292608">
              <a:buFont typeface="Arial" panose="020B0604020202020204" pitchFamily="34" charset="0"/>
              <a:buChar char="•"/>
            </a:pPr>
            <a:r>
              <a:rPr lang="en-US" dirty="0"/>
              <a:t>Desired confidence in the estimate (controllable).</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a:t>
            </a:fld>
            <a:endParaRPr lang="en-US"/>
          </a:p>
        </p:txBody>
      </p:sp>
    </p:spTree>
    <p:extLst>
      <p:ext uri="{BB962C8B-B14F-4D97-AF65-F5344CB8AC3E}">
        <p14:creationId xmlns:p14="http://schemas.microsoft.com/office/powerpoint/2010/main" val="840089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Estimators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0669" y="505044"/>
            <a:ext cx="1416412" cy="452502"/>
          </a:xfrm>
        </p:spPr>
        <p:txBody>
          <a:bodyPr rIns="0"/>
          <a:lstStyle/>
          <a:p>
            <a:r>
              <a:rPr lang="en-IN" b="1" dirty="0"/>
              <a:t>L</a:t>
            </a:r>
            <a:r>
              <a:rPr lang="en-IN" sz="100" b="1" dirty="0"/>
              <a:t> </a:t>
            </a:r>
            <a:r>
              <a:rPr lang="en-IN" b="1" dirty="0"/>
              <a:t>O 8.2</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194518" cy="2787670"/>
          </a:xfrm>
        </p:spPr>
        <p:txBody>
          <a:bodyPr/>
          <a:lstStyle/>
          <a:p>
            <a:pPr marL="292608" indent="-292608">
              <a:buFont typeface="Arial" panose="020B0604020202020204" pitchFamily="34" charset="0"/>
              <a:buChar char="•"/>
            </a:pPr>
            <a:r>
              <a:rPr lang="en-US" sz="2200" dirty="0"/>
              <a:t>An </a:t>
            </a:r>
            <a:r>
              <a:rPr lang="en-US" sz="2200" b="1" dirty="0"/>
              <a:t>estimator</a:t>
            </a:r>
            <a:r>
              <a:rPr lang="en-US" sz="2200" dirty="0"/>
              <a:t> is a statistic calculated from a sample to estimate the value of a population </a:t>
            </a:r>
            <a:r>
              <a:rPr lang="en-US" sz="2200" b="1" dirty="0"/>
              <a:t>parameter</a:t>
            </a:r>
            <a:r>
              <a:rPr lang="en-US" sz="2200" dirty="0"/>
              <a:t>.</a:t>
            </a:r>
          </a:p>
          <a:p>
            <a:pPr marL="292608" indent="-292608">
              <a:buFont typeface="Arial" panose="020B0604020202020204" pitchFamily="34" charset="0"/>
              <a:buChar char="•"/>
            </a:pPr>
            <a:r>
              <a:rPr lang="en-US" sz="2200" dirty="0"/>
              <a:t>An </a:t>
            </a:r>
            <a:r>
              <a:rPr lang="en-US" sz="2200" b="1" dirty="0"/>
              <a:t>estimate</a:t>
            </a:r>
            <a:r>
              <a:rPr lang="en-US" sz="2200" dirty="0"/>
              <a:t> is the value of the estimator in a particular sample.</a:t>
            </a:r>
          </a:p>
          <a:p>
            <a:pPr marL="292608" indent="-292608">
              <a:buFont typeface="Arial" panose="020B0604020202020204" pitchFamily="34" charset="0"/>
              <a:buChar char="•"/>
            </a:pPr>
            <a:r>
              <a:rPr lang="en-US" sz="2200" dirty="0"/>
              <a:t>We usually denote a population parameter by a lowercase </a:t>
            </a:r>
            <a:r>
              <a:rPr lang="en-IN" sz="2200" dirty="0"/>
              <a:t>Greek letter (For example, </a:t>
            </a:r>
            <a:r>
              <a:rPr lang="el-GR" sz="2200" i="1" dirty="0"/>
              <a:t>μ</a:t>
            </a:r>
            <a:r>
              <a:rPr lang="en-US" sz="2200" dirty="0"/>
              <a:t>, </a:t>
            </a:r>
            <a:r>
              <a:rPr lang="el-GR" sz="2200" i="1" dirty="0"/>
              <a:t>σ</a:t>
            </a:r>
            <a:r>
              <a:rPr lang="en-US" sz="2200" dirty="0"/>
              <a:t>, or </a:t>
            </a:r>
            <a:r>
              <a:rPr lang="el-GR" sz="2200" i="1" dirty="0"/>
              <a:t>π</a:t>
            </a:r>
            <a:r>
              <a:rPr lang="en-US" sz="2200" dirty="0"/>
              <a:t>). The corresponding sample estimator is usually a Roman letter</a:t>
            </a:r>
          </a:p>
        </p:txBody>
      </p:sp>
      <p:graphicFrame>
        <p:nvGraphicFramePr>
          <p:cNvPr id="8" name="Object 7">
            <a:extLst>
              <a:ext uri="{FF2B5EF4-FFF2-40B4-BE49-F238E27FC236}">
                <a16:creationId xmlns:a16="http://schemas.microsoft.com/office/drawing/2014/main" id="{BB81ECEF-E57C-7C54-2309-5EAAC8770095}"/>
              </a:ext>
            </a:extLst>
          </p:cNvPr>
          <p:cNvGraphicFramePr>
            <a:graphicFrameLocks noChangeAspect="1"/>
          </p:cNvGraphicFramePr>
          <p:nvPr>
            <p:extLst>
              <p:ext uri="{D42A27DB-BD31-4B8C-83A1-F6EECF244321}">
                <p14:modId xmlns:p14="http://schemas.microsoft.com/office/powerpoint/2010/main" val="1670745445"/>
              </p:ext>
            </p:extLst>
          </p:nvPr>
        </p:nvGraphicFramePr>
        <p:xfrm>
          <a:off x="699950" y="3985759"/>
          <a:ext cx="3044825" cy="347662"/>
        </p:xfrm>
        <a:graphic>
          <a:graphicData uri="http://schemas.openxmlformats.org/presentationml/2006/ole">
            <mc:AlternateContent xmlns:mc="http://schemas.openxmlformats.org/markup-compatibility/2006">
              <mc:Choice xmlns:v="urn:schemas-microsoft-com:vml" Requires="v">
                <p:oleObj name="Equation" r:id="rId2" imgW="2755800" imgH="317160" progId="Equation.DSMT4">
                  <p:embed/>
                </p:oleObj>
              </mc:Choice>
              <mc:Fallback>
                <p:oleObj name="Equation" r:id="rId2" imgW="2755800" imgH="317160" progId="Equation.DSMT4">
                  <p:embed/>
                  <p:pic>
                    <p:nvPicPr>
                      <p:cNvPr id="23" name="Object 22">
                        <a:extLst>
                          <a:ext uri="{FF2B5EF4-FFF2-40B4-BE49-F238E27FC236}">
                            <a16:creationId xmlns:a16="http://schemas.microsoft.com/office/drawing/2014/main" id="{805F6899-414D-6BBE-4551-B9D238211FE0}"/>
                          </a:ext>
                        </a:extLst>
                      </p:cNvPr>
                      <p:cNvPicPr>
                        <a:picLocks noChangeAspect="1" noChangeArrowheads="1"/>
                      </p:cNvPicPr>
                      <p:nvPr/>
                    </p:nvPicPr>
                    <p:blipFill>
                      <a:blip r:embed="rId3"/>
                      <a:srcRect/>
                      <a:stretch>
                        <a:fillRect/>
                      </a:stretch>
                    </p:blipFill>
                    <p:spPr bwMode="auto">
                      <a:xfrm>
                        <a:off x="699950" y="3985759"/>
                        <a:ext cx="3044825" cy="34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4" name="Picture 23" descr="A diagram describes the interaction between the population parameters and the sample estimators.">
            <a:extLst>
              <a:ext uri="{FF2B5EF4-FFF2-40B4-BE49-F238E27FC236}">
                <a16:creationId xmlns:a16="http://schemas.microsoft.com/office/drawing/2014/main" id="{7F463154-592C-3E1F-1EE7-5134AE45046C}"/>
              </a:ext>
            </a:extLst>
          </p:cNvPr>
          <p:cNvPicPr>
            <a:picLocks noChangeAspect="1"/>
          </p:cNvPicPr>
          <p:nvPr/>
        </p:nvPicPr>
        <p:blipFill>
          <a:blip r:embed="rId4"/>
          <a:stretch>
            <a:fillRect/>
          </a:stretch>
        </p:blipFill>
        <p:spPr>
          <a:xfrm>
            <a:off x="3744775" y="4354036"/>
            <a:ext cx="4655531" cy="1864228"/>
          </a:xfrm>
          <a:prstGeom prst="rect">
            <a:avLst/>
          </a:prstGeom>
        </p:spPr>
      </p:pic>
      <p:sp>
        <p:nvSpPr>
          <p:cNvPr id="9" name="Text Placeholder 14">
            <a:extLst>
              <a:ext uri="{FF2B5EF4-FFF2-40B4-BE49-F238E27FC236}">
                <a16:creationId xmlns:a16="http://schemas.microsoft.com/office/drawing/2014/main" id="{033D1D0B-38F4-ED24-02E0-303CE6CAB3E7}"/>
              </a:ext>
            </a:extLst>
          </p:cNvPr>
          <p:cNvSpPr>
            <a:spLocks noGrp="1"/>
          </p:cNvSpPr>
          <p:nvPr>
            <p:ph type="body" sz="quarter" idx="12"/>
          </p:nvPr>
        </p:nvSpPr>
        <p:spPr>
          <a:xfrm>
            <a:off x="2971558" y="6324600"/>
            <a:ext cx="3200885" cy="190500"/>
          </a:xfrm>
        </p:spPr>
        <p:txBody>
          <a:bodyPr/>
          <a:lstStyle/>
          <a:p>
            <a:r>
              <a:rPr lang="en-US" sz="1200" dirty="0">
                <a:hlinkClick r:id="rId5"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a:t>
            </a:fld>
            <a:endParaRPr lang="en-US"/>
          </a:p>
        </p:txBody>
      </p:sp>
    </p:spTree>
    <p:extLst>
      <p:ext uri="{BB962C8B-B14F-4D97-AF65-F5344CB8AC3E}">
        <p14:creationId xmlns:p14="http://schemas.microsoft.com/office/powerpoint/2010/main" val="384359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Estimators </a:t>
            </a:r>
            <a:r>
              <a:rPr lang="en-IN" sz="1000" b="0" dirty="0"/>
              <a:t>2</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4135" y="72258"/>
            <a:ext cx="449580" cy="1372938"/>
          </a:xfrm>
        </p:spPr>
        <p:txBody>
          <a:bodyPr vert="vert" rIns="0"/>
          <a:lstStyle/>
          <a:p>
            <a:r>
              <a:rPr lang="en-IN" b="1" dirty="0"/>
              <a:t>L</a:t>
            </a:r>
            <a:r>
              <a:rPr lang="en-IN" sz="100" b="1" dirty="0"/>
              <a:t> </a:t>
            </a:r>
            <a:r>
              <a:rPr lang="en-IN" b="1" dirty="0"/>
              <a:t>O 8.2</a:t>
            </a:r>
          </a:p>
        </p:txBody>
      </p:sp>
      <p:graphicFrame>
        <p:nvGraphicFramePr>
          <p:cNvPr id="4" name="Table 4">
            <a:extLst>
              <a:ext uri="{FF2B5EF4-FFF2-40B4-BE49-F238E27FC236}">
                <a16:creationId xmlns:a16="http://schemas.microsoft.com/office/drawing/2014/main" id="{608CCF9D-508C-C6E7-7B4D-4C2B3848EB76}"/>
              </a:ext>
            </a:extLst>
          </p:cNvPr>
          <p:cNvGraphicFramePr>
            <a:graphicFrameLocks noGrp="1"/>
          </p:cNvGraphicFramePr>
          <p:nvPr>
            <p:extLst>
              <p:ext uri="{D42A27DB-BD31-4B8C-83A1-F6EECF244321}">
                <p14:modId xmlns:p14="http://schemas.microsoft.com/office/powerpoint/2010/main" val="2950173385"/>
              </p:ext>
            </p:extLst>
          </p:nvPr>
        </p:nvGraphicFramePr>
        <p:xfrm>
          <a:off x="419100" y="1362547"/>
          <a:ext cx="7461584" cy="3707394"/>
        </p:xfrm>
        <a:graphic>
          <a:graphicData uri="http://schemas.openxmlformats.org/drawingml/2006/table">
            <a:tbl>
              <a:tblPr firstRow="1" bandRow="1">
                <a:tableStyleId>{5C22544A-7EE6-4342-B048-85BDC9FD1C3A}</a:tableStyleId>
              </a:tblPr>
              <a:tblGrid>
                <a:gridCol w="2305993">
                  <a:extLst>
                    <a:ext uri="{9D8B030D-6E8A-4147-A177-3AD203B41FA5}">
                      <a16:colId xmlns:a16="http://schemas.microsoft.com/office/drawing/2014/main" val="1088213191"/>
                    </a:ext>
                  </a:extLst>
                </a:gridCol>
                <a:gridCol w="3730028">
                  <a:extLst>
                    <a:ext uri="{9D8B030D-6E8A-4147-A177-3AD203B41FA5}">
                      <a16:colId xmlns:a16="http://schemas.microsoft.com/office/drawing/2014/main" val="941328170"/>
                    </a:ext>
                  </a:extLst>
                </a:gridCol>
                <a:gridCol w="1425563">
                  <a:extLst>
                    <a:ext uri="{9D8B030D-6E8A-4147-A177-3AD203B41FA5}">
                      <a16:colId xmlns:a16="http://schemas.microsoft.com/office/drawing/2014/main" val="3242552570"/>
                    </a:ext>
                  </a:extLst>
                </a:gridCol>
              </a:tblGrid>
              <a:tr h="31928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868876266"/>
                  </a:ext>
                </a:extLst>
              </a:tr>
              <a:tr h="951519">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7948323"/>
                  </a:ext>
                </a:extLst>
              </a:tr>
              <a:tr h="814812">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783065734"/>
                  </a:ext>
                </a:extLst>
              </a:tr>
              <a:tr h="1575303">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95212525"/>
                  </a:ext>
                </a:extLst>
              </a:tr>
            </a:tbl>
          </a:graphicData>
        </a:graphic>
      </p:graphicFrame>
      <p:graphicFrame>
        <p:nvGraphicFramePr>
          <p:cNvPr id="5" name="Object 4">
            <a:extLst>
              <a:ext uri="{FF2B5EF4-FFF2-40B4-BE49-F238E27FC236}">
                <a16:creationId xmlns:a16="http://schemas.microsoft.com/office/drawing/2014/main" id="{9A74A673-B7BB-C7A1-6FCD-475A008FFC04}"/>
              </a:ext>
            </a:extLst>
          </p:cNvPr>
          <p:cNvGraphicFramePr>
            <a:graphicFrameLocks noChangeAspect="1"/>
          </p:cNvGraphicFramePr>
          <p:nvPr>
            <p:extLst>
              <p:ext uri="{D42A27DB-BD31-4B8C-83A1-F6EECF244321}">
                <p14:modId xmlns:p14="http://schemas.microsoft.com/office/powerpoint/2010/main" val="1979701510"/>
              </p:ext>
            </p:extLst>
          </p:nvPr>
        </p:nvGraphicFramePr>
        <p:xfrm>
          <a:off x="569913" y="1430338"/>
          <a:ext cx="914400" cy="200025"/>
        </p:xfrm>
        <a:graphic>
          <a:graphicData uri="http://schemas.openxmlformats.org/presentationml/2006/ole">
            <mc:AlternateContent xmlns:mc="http://schemas.openxmlformats.org/markup-compatibility/2006">
              <mc:Choice xmlns:v="urn:schemas-microsoft-com:vml" Requires="v">
                <p:oleObj name="Equation" r:id="rId2" imgW="914400" imgH="203040" progId="Equation.DSMT4">
                  <p:embed/>
                </p:oleObj>
              </mc:Choice>
              <mc:Fallback>
                <p:oleObj name="Equation" r:id="rId2" imgW="914400" imgH="203040" progId="Equation.DSMT4">
                  <p:embed/>
                  <p:pic>
                    <p:nvPicPr>
                      <p:cNvPr id="23" name="Object 22">
                        <a:extLst>
                          <a:ext uri="{FF2B5EF4-FFF2-40B4-BE49-F238E27FC236}">
                            <a16:creationId xmlns:a16="http://schemas.microsoft.com/office/drawing/2014/main" id="{805F6899-414D-6BBE-4551-B9D238211FE0}"/>
                          </a:ext>
                        </a:extLst>
                      </p:cNvPr>
                      <p:cNvPicPr>
                        <a:picLocks noChangeAspect="1" noChangeArrowheads="1"/>
                      </p:cNvPicPr>
                      <p:nvPr/>
                    </p:nvPicPr>
                    <p:blipFill>
                      <a:blip r:embed="rId3"/>
                      <a:srcRect/>
                      <a:stretch>
                        <a:fillRect/>
                      </a:stretch>
                    </p:blipFill>
                    <p:spPr bwMode="auto">
                      <a:xfrm>
                        <a:off x="569913" y="1430338"/>
                        <a:ext cx="914400"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a:extLst>
              <a:ext uri="{FF2B5EF4-FFF2-40B4-BE49-F238E27FC236}">
                <a16:creationId xmlns:a16="http://schemas.microsoft.com/office/drawing/2014/main" id="{20F62017-93CB-B6C0-0292-583CBA88FF90}"/>
              </a:ext>
            </a:extLst>
          </p:cNvPr>
          <p:cNvGraphicFramePr>
            <a:graphicFrameLocks noChangeAspect="1"/>
          </p:cNvGraphicFramePr>
          <p:nvPr>
            <p:extLst>
              <p:ext uri="{D42A27DB-BD31-4B8C-83A1-F6EECF244321}">
                <p14:modId xmlns:p14="http://schemas.microsoft.com/office/powerpoint/2010/main" val="3761462960"/>
              </p:ext>
            </p:extLst>
          </p:nvPr>
        </p:nvGraphicFramePr>
        <p:xfrm>
          <a:off x="2855239" y="1423988"/>
          <a:ext cx="800100" cy="200025"/>
        </p:xfrm>
        <a:graphic>
          <a:graphicData uri="http://schemas.openxmlformats.org/presentationml/2006/ole">
            <mc:AlternateContent xmlns:mc="http://schemas.openxmlformats.org/markup-compatibility/2006">
              <mc:Choice xmlns:v="urn:schemas-microsoft-com:vml" Requires="v">
                <p:oleObj name="Equation" r:id="rId4" imgW="799920" imgH="203040" progId="Equation.DSMT4">
                  <p:embed/>
                </p:oleObj>
              </mc:Choice>
              <mc:Fallback>
                <p:oleObj name="Equation" r:id="rId4" imgW="799920" imgH="203040" progId="Equation.DSMT4">
                  <p:embed/>
                  <p:pic>
                    <p:nvPicPr>
                      <p:cNvPr id="5" name="Object 4">
                        <a:extLst>
                          <a:ext uri="{FF2B5EF4-FFF2-40B4-BE49-F238E27FC236}">
                            <a16:creationId xmlns:a16="http://schemas.microsoft.com/office/drawing/2014/main" id="{9A74A673-B7BB-C7A1-6FCD-475A008FFC04}"/>
                          </a:ext>
                        </a:extLst>
                      </p:cNvPr>
                      <p:cNvPicPr>
                        <a:picLocks noChangeAspect="1" noChangeArrowheads="1"/>
                      </p:cNvPicPr>
                      <p:nvPr/>
                    </p:nvPicPr>
                    <p:blipFill>
                      <a:blip r:embed="rId5"/>
                      <a:srcRect/>
                      <a:stretch>
                        <a:fillRect/>
                      </a:stretch>
                    </p:blipFill>
                    <p:spPr bwMode="auto">
                      <a:xfrm>
                        <a:off x="2855239" y="1423988"/>
                        <a:ext cx="800100"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a:extLst>
              <a:ext uri="{FF2B5EF4-FFF2-40B4-BE49-F238E27FC236}">
                <a16:creationId xmlns:a16="http://schemas.microsoft.com/office/drawing/2014/main" id="{42C59369-9C0B-FDD7-D629-71E1E4E7EC9D}"/>
              </a:ext>
            </a:extLst>
          </p:cNvPr>
          <p:cNvGraphicFramePr>
            <a:graphicFrameLocks noChangeAspect="1"/>
          </p:cNvGraphicFramePr>
          <p:nvPr>
            <p:extLst>
              <p:ext uri="{D42A27DB-BD31-4B8C-83A1-F6EECF244321}">
                <p14:modId xmlns:p14="http://schemas.microsoft.com/office/powerpoint/2010/main" val="543956377"/>
              </p:ext>
            </p:extLst>
          </p:nvPr>
        </p:nvGraphicFramePr>
        <p:xfrm>
          <a:off x="6580572" y="1430448"/>
          <a:ext cx="977900" cy="200025"/>
        </p:xfrm>
        <a:graphic>
          <a:graphicData uri="http://schemas.openxmlformats.org/presentationml/2006/ole">
            <mc:AlternateContent xmlns:mc="http://schemas.openxmlformats.org/markup-compatibility/2006">
              <mc:Choice xmlns:v="urn:schemas-microsoft-com:vml" Requires="v">
                <p:oleObj name="Equation" r:id="rId6" imgW="977760" imgH="203040" progId="Equation.DSMT4">
                  <p:embed/>
                </p:oleObj>
              </mc:Choice>
              <mc:Fallback>
                <p:oleObj name="Equation" r:id="rId6" imgW="977760" imgH="203040" progId="Equation.DSMT4">
                  <p:embed/>
                  <p:pic>
                    <p:nvPicPr>
                      <p:cNvPr id="8" name="Object 7">
                        <a:extLst>
                          <a:ext uri="{FF2B5EF4-FFF2-40B4-BE49-F238E27FC236}">
                            <a16:creationId xmlns:a16="http://schemas.microsoft.com/office/drawing/2014/main" id="{20F62017-93CB-B6C0-0292-583CBA88FF90}"/>
                          </a:ext>
                        </a:extLst>
                      </p:cNvPr>
                      <p:cNvPicPr>
                        <a:picLocks noChangeAspect="1" noChangeArrowheads="1"/>
                      </p:cNvPicPr>
                      <p:nvPr/>
                    </p:nvPicPr>
                    <p:blipFill>
                      <a:blip r:embed="rId7"/>
                      <a:srcRect/>
                      <a:stretch>
                        <a:fillRect/>
                      </a:stretch>
                    </p:blipFill>
                    <p:spPr bwMode="auto">
                      <a:xfrm>
                        <a:off x="6580572" y="1430448"/>
                        <a:ext cx="977900"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a:extLst>
              <a:ext uri="{FF2B5EF4-FFF2-40B4-BE49-F238E27FC236}">
                <a16:creationId xmlns:a16="http://schemas.microsoft.com/office/drawing/2014/main" id="{47579AA6-67D6-0297-9C88-CD67E3D0C937}"/>
              </a:ext>
            </a:extLst>
          </p:cNvPr>
          <p:cNvGraphicFramePr>
            <a:graphicFrameLocks noChangeAspect="1"/>
          </p:cNvGraphicFramePr>
          <p:nvPr>
            <p:extLst>
              <p:ext uri="{D42A27DB-BD31-4B8C-83A1-F6EECF244321}">
                <p14:modId xmlns:p14="http://schemas.microsoft.com/office/powerpoint/2010/main" val="1973869402"/>
              </p:ext>
            </p:extLst>
          </p:nvPr>
        </p:nvGraphicFramePr>
        <p:xfrm>
          <a:off x="541338" y="1871663"/>
          <a:ext cx="1130300" cy="250825"/>
        </p:xfrm>
        <a:graphic>
          <a:graphicData uri="http://schemas.openxmlformats.org/presentationml/2006/ole">
            <mc:AlternateContent xmlns:mc="http://schemas.openxmlformats.org/markup-compatibility/2006">
              <mc:Choice xmlns:v="urn:schemas-microsoft-com:vml" Requires="v">
                <p:oleObj name="Equation" r:id="rId8" imgW="1130040" imgH="253800" progId="Equation.DSMT4">
                  <p:embed/>
                </p:oleObj>
              </mc:Choice>
              <mc:Fallback>
                <p:oleObj name="Equation" r:id="rId8" imgW="1130040" imgH="253800" progId="Equation.DSMT4">
                  <p:embed/>
                  <p:pic>
                    <p:nvPicPr>
                      <p:cNvPr id="5" name="Object 4">
                        <a:extLst>
                          <a:ext uri="{FF2B5EF4-FFF2-40B4-BE49-F238E27FC236}">
                            <a16:creationId xmlns:a16="http://schemas.microsoft.com/office/drawing/2014/main" id="{9A74A673-B7BB-C7A1-6FCD-475A008FFC04}"/>
                          </a:ext>
                        </a:extLst>
                      </p:cNvPr>
                      <p:cNvPicPr>
                        <a:picLocks noChangeAspect="1" noChangeArrowheads="1"/>
                      </p:cNvPicPr>
                      <p:nvPr/>
                    </p:nvPicPr>
                    <p:blipFill>
                      <a:blip r:embed="rId9"/>
                      <a:srcRect/>
                      <a:stretch>
                        <a:fillRect/>
                      </a:stretch>
                    </p:blipFill>
                    <p:spPr bwMode="auto">
                      <a:xfrm>
                        <a:off x="541338" y="1871663"/>
                        <a:ext cx="1130300" cy="25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a:extLst>
              <a:ext uri="{FF2B5EF4-FFF2-40B4-BE49-F238E27FC236}">
                <a16:creationId xmlns:a16="http://schemas.microsoft.com/office/drawing/2014/main" id="{98E76A56-1719-3FBA-B240-BFC218C0E483}"/>
              </a:ext>
            </a:extLst>
          </p:cNvPr>
          <p:cNvGraphicFramePr>
            <a:graphicFrameLocks noChangeAspect="1"/>
          </p:cNvGraphicFramePr>
          <p:nvPr>
            <p:extLst>
              <p:ext uri="{D42A27DB-BD31-4B8C-83A1-F6EECF244321}">
                <p14:modId xmlns:p14="http://schemas.microsoft.com/office/powerpoint/2010/main" val="1817668430"/>
              </p:ext>
            </p:extLst>
          </p:nvPr>
        </p:nvGraphicFramePr>
        <p:xfrm>
          <a:off x="2755900" y="1739900"/>
          <a:ext cx="3263900" cy="552450"/>
        </p:xfrm>
        <a:graphic>
          <a:graphicData uri="http://schemas.openxmlformats.org/presentationml/2006/ole">
            <mc:AlternateContent xmlns:mc="http://schemas.openxmlformats.org/markup-compatibility/2006">
              <mc:Choice xmlns:v="urn:schemas-microsoft-com:vml" Requires="v">
                <p:oleObj name="Equation" r:id="rId10" imgW="3263760" imgH="558720" progId="Equation.DSMT4">
                  <p:embed/>
                </p:oleObj>
              </mc:Choice>
              <mc:Fallback>
                <p:oleObj name="Equation" r:id="rId10" imgW="3263760" imgH="558720" progId="Equation.DSMT4">
                  <p:embed/>
                  <p:pic>
                    <p:nvPicPr>
                      <p:cNvPr id="10" name="Object 9">
                        <a:extLst>
                          <a:ext uri="{FF2B5EF4-FFF2-40B4-BE49-F238E27FC236}">
                            <a16:creationId xmlns:a16="http://schemas.microsoft.com/office/drawing/2014/main" id="{47579AA6-67D6-0297-9C88-CD67E3D0C937}"/>
                          </a:ext>
                        </a:extLst>
                      </p:cNvPr>
                      <p:cNvPicPr>
                        <a:picLocks noChangeAspect="1" noChangeArrowheads="1"/>
                      </p:cNvPicPr>
                      <p:nvPr/>
                    </p:nvPicPr>
                    <p:blipFill>
                      <a:blip r:embed="rId11"/>
                      <a:srcRect/>
                      <a:stretch>
                        <a:fillRect/>
                      </a:stretch>
                    </p:blipFill>
                    <p:spPr bwMode="auto">
                      <a:xfrm>
                        <a:off x="2755900" y="1739900"/>
                        <a:ext cx="3263900"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a:extLst>
              <a:ext uri="{FF2B5EF4-FFF2-40B4-BE49-F238E27FC236}">
                <a16:creationId xmlns:a16="http://schemas.microsoft.com/office/drawing/2014/main" id="{CAFB619F-B2F6-49E0-A5B2-F1A833B975B8}"/>
              </a:ext>
            </a:extLst>
          </p:cNvPr>
          <p:cNvGraphicFramePr>
            <a:graphicFrameLocks noChangeAspect="1"/>
          </p:cNvGraphicFramePr>
          <p:nvPr>
            <p:extLst>
              <p:ext uri="{D42A27DB-BD31-4B8C-83A1-F6EECF244321}">
                <p14:modId xmlns:p14="http://schemas.microsoft.com/office/powerpoint/2010/main" val="297259221"/>
              </p:ext>
            </p:extLst>
          </p:nvPr>
        </p:nvGraphicFramePr>
        <p:xfrm>
          <a:off x="2755900" y="2359896"/>
          <a:ext cx="1968500" cy="254000"/>
        </p:xfrm>
        <a:graphic>
          <a:graphicData uri="http://schemas.openxmlformats.org/presentationml/2006/ole">
            <mc:AlternateContent xmlns:mc="http://schemas.openxmlformats.org/markup-compatibility/2006">
              <mc:Choice xmlns:v="urn:schemas-microsoft-com:vml" Requires="v">
                <p:oleObj name="Equation" r:id="rId12" imgW="1968480" imgH="253800" progId="Equation.DSMT4">
                  <p:embed/>
                </p:oleObj>
              </mc:Choice>
              <mc:Fallback>
                <p:oleObj name="Equation" r:id="rId12" imgW="1968480" imgH="253800" progId="Equation.DSMT4">
                  <p:embed/>
                  <p:pic>
                    <p:nvPicPr>
                      <p:cNvPr id="0" name=""/>
                      <p:cNvPicPr/>
                      <p:nvPr/>
                    </p:nvPicPr>
                    <p:blipFill>
                      <a:blip r:embed="rId13"/>
                      <a:stretch>
                        <a:fillRect/>
                      </a:stretch>
                    </p:blipFill>
                    <p:spPr>
                      <a:xfrm>
                        <a:off x="2755900" y="2359896"/>
                        <a:ext cx="1968500" cy="2540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857F9857-E267-6817-C060-72A695F4EB56}"/>
              </a:ext>
            </a:extLst>
          </p:cNvPr>
          <p:cNvGraphicFramePr>
            <a:graphicFrameLocks noChangeAspect="1"/>
          </p:cNvGraphicFramePr>
          <p:nvPr>
            <p:extLst>
              <p:ext uri="{D42A27DB-BD31-4B8C-83A1-F6EECF244321}">
                <p14:modId xmlns:p14="http://schemas.microsoft.com/office/powerpoint/2010/main" val="3974936979"/>
              </p:ext>
            </p:extLst>
          </p:nvPr>
        </p:nvGraphicFramePr>
        <p:xfrm>
          <a:off x="6964382" y="1888648"/>
          <a:ext cx="195580" cy="220028"/>
        </p:xfrm>
        <a:graphic>
          <a:graphicData uri="http://schemas.openxmlformats.org/presentationml/2006/ole">
            <mc:AlternateContent xmlns:mc="http://schemas.openxmlformats.org/markup-compatibility/2006">
              <mc:Choice xmlns:v="urn:schemas-microsoft-com:vml" Requires="v">
                <p:oleObj name="Equation" r:id="rId14" imgW="177480" imgH="203040" progId="Equation.DSMT4">
                  <p:embed/>
                </p:oleObj>
              </mc:Choice>
              <mc:Fallback>
                <p:oleObj name="Equation" r:id="rId14" imgW="177480" imgH="203040" progId="Equation.DSMT4">
                  <p:embed/>
                  <p:pic>
                    <p:nvPicPr>
                      <p:cNvPr id="10" name="Object 9">
                        <a:extLst>
                          <a:ext uri="{FF2B5EF4-FFF2-40B4-BE49-F238E27FC236}">
                            <a16:creationId xmlns:a16="http://schemas.microsoft.com/office/drawing/2014/main" id="{47579AA6-67D6-0297-9C88-CD67E3D0C937}"/>
                          </a:ext>
                        </a:extLst>
                      </p:cNvPr>
                      <p:cNvPicPr>
                        <a:picLocks noChangeAspect="1" noChangeArrowheads="1"/>
                      </p:cNvPicPr>
                      <p:nvPr/>
                    </p:nvPicPr>
                    <p:blipFill>
                      <a:blip r:embed="rId15"/>
                      <a:srcRect/>
                      <a:stretch>
                        <a:fillRect/>
                      </a:stretch>
                    </p:blipFill>
                    <p:spPr bwMode="auto">
                      <a:xfrm>
                        <a:off x="6964382" y="1888648"/>
                        <a:ext cx="195580" cy="2200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a:extLst>
              <a:ext uri="{FF2B5EF4-FFF2-40B4-BE49-F238E27FC236}">
                <a16:creationId xmlns:a16="http://schemas.microsoft.com/office/drawing/2014/main" id="{6A9A86BE-8CAA-0595-0B98-EAF2981E37F0}"/>
              </a:ext>
            </a:extLst>
          </p:cNvPr>
          <p:cNvGraphicFramePr>
            <a:graphicFrameLocks noChangeAspect="1"/>
          </p:cNvGraphicFramePr>
          <p:nvPr>
            <p:extLst>
              <p:ext uri="{D42A27DB-BD31-4B8C-83A1-F6EECF244321}">
                <p14:modId xmlns:p14="http://schemas.microsoft.com/office/powerpoint/2010/main" val="1723357340"/>
              </p:ext>
            </p:extLst>
          </p:nvPr>
        </p:nvGraphicFramePr>
        <p:xfrm>
          <a:off x="509588" y="2733675"/>
          <a:ext cx="1549400" cy="250825"/>
        </p:xfrm>
        <a:graphic>
          <a:graphicData uri="http://schemas.openxmlformats.org/presentationml/2006/ole">
            <mc:AlternateContent xmlns:mc="http://schemas.openxmlformats.org/markup-compatibility/2006">
              <mc:Choice xmlns:v="urn:schemas-microsoft-com:vml" Requires="v">
                <p:oleObj name="Equation" r:id="rId16" imgW="1549080" imgH="253800" progId="Equation.DSMT4">
                  <p:embed/>
                </p:oleObj>
              </mc:Choice>
              <mc:Fallback>
                <p:oleObj name="Equation" r:id="rId16" imgW="1549080" imgH="253800" progId="Equation.DSMT4">
                  <p:embed/>
                  <p:pic>
                    <p:nvPicPr>
                      <p:cNvPr id="10" name="Object 9">
                        <a:extLst>
                          <a:ext uri="{FF2B5EF4-FFF2-40B4-BE49-F238E27FC236}">
                            <a16:creationId xmlns:a16="http://schemas.microsoft.com/office/drawing/2014/main" id="{47579AA6-67D6-0297-9C88-CD67E3D0C937}"/>
                          </a:ext>
                        </a:extLst>
                      </p:cNvPr>
                      <p:cNvPicPr>
                        <a:picLocks noChangeAspect="1" noChangeArrowheads="1"/>
                      </p:cNvPicPr>
                      <p:nvPr/>
                    </p:nvPicPr>
                    <p:blipFill>
                      <a:blip r:embed="rId17"/>
                      <a:srcRect/>
                      <a:stretch>
                        <a:fillRect/>
                      </a:stretch>
                    </p:blipFill>
                    <p:spPr bwMode="auto">
                      <a:xfrm>
                        <a:off x="509588" y="2733675"/>
                        <a:ext cx="1549400" cy="25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a:extLst>
              <a:ext uri="{FF2B5EF4-FFF2-40B4-BE49-F238E27FC236}">
                <a16:creationId xmlns:a16="http://schemas.microsoft.com/office/drawing/2014/main" id="{ABD23D11-63E5-EFE2-1600-5CAD390189DF}"/>
              </a:ext>
            </a:extLst>
          </p:cNvPr>
          <p:cNvGraphicFramePr>
            <a:graphicFrameLocks noChangeAspect="1"/>
          </p:cNvGraphicFramePr>
          <p:nvPr>
            <p:extLst>
              <p:ext uri="{D42A27DB-BD31-4B8C-83A1-F6EECF244321}">
                <p14:modId xmlns:p14="http://schemas.microsoft.com/office/powerpoint/2010/main" val="1785071639"/>
              </p:ext>
            </p:extLst>
          </p:nvPr>
        </p:nvGraphicFramePr>
        <p:xfrm>
          <a:off x="2784181" y="2801938"/>
          <a:ext cx="3632200" cy="250825"/>
        </p:xfrm>
        <a:graphic>
          <a:graphicData uri="http://schemas.openxmlformats.org/presentationml/2006/ole">
            <mc:AlternateContent xmlns:mc="http://schemas.openxmlformats.org/markup-compatibility/2006">
              <mc:Choice xmlns:v="urn:schemas-microsoft-com:vml" Requires="v">
                <p:oleObj name="Equation" r:id="rId18" imgW="3632040" imgH="253800" progId="Equation.DSMT4">
                  <p:embed/>
                </p:oleObj>
              </mc:Choice>
              <mc:Fallback>
                <p:oleObj name="Equation" r:id="rId18" imgW="3632040" imgH="253800" progId="Equation.DSMT4">
                  <p:embed/>
                  <p:pic>
                    <p:nvPicPr>
                      <p:cNvPr id="11" name="Object 10">
                        <a:extLst>
                          <a:ext uri="{FF2B5EF4-FFF2-40B4-BE49-F238E27FC236}">
                            <a16:creationId xmlns:a16="http://schemas.microsoft.com/office/drawing/2014/main" id="{98E76A56-1719-3FBA-B240-BFC218C0E483}"/>
                          </a:ext>
                        </a:extLst>
                      </p:cNvPr>
                      <p:cNvPicPr>
                        <a:picLocks noChangeAspect="1" noChangeArrowheads="1"/>
                      </p:cNvPicPr>
                      <p:nvPr/>
                    </p:nvPicPr>
                    <p:blipFill>
                      <a:blip r:embed="rId19"/>
                      <a:srcRect/>
                      <a:stretch>
                        <a:fillRect/>
                      </a:stretch>
                    </p:blipFill>
                    <p:spPr bwMode="auto">
                      <a:xfrm>
                        <a:off x="2784181" y="2801938"/>
                        <a:ext cx="3632200" cy="25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a:extLst>
              <a:ext uri="{FF2B5EF4-FFF2-40B4-BE49-F238E27FC236}">
                <a16:creationId xmlns:a16="http://schemas.microsoft.com/office/drawing/2014/main" id="{D0ED2360-5A94-407D-8A95-11022359858C}"/>
              </a:ext>
            </a:extLst>
          </p:cNvPr>
          <p:cNvGraphicFramePr>
            <a:graphicFrameLocks noChangeAspect="1"/>
          </p:cNvGraphicFramePr>
          <p:nvPr>
            <p:extLst>
              <p:ext uri="{D42A27DB-BD31-4B8C-83A1-F6EECF244321}">
                <p14:modId xmlns:p14="http://schemas.microsoft.com/office/powerpoint/2010/main" val="1302430830"/>
              </p:ext>
            </p:extLst>
          </p:nvPr>
        </p:nvGraphicFramePr>
        <p:xfrm>
          <a:off x="2784181" y="3141064"/>
          <a:ext cx="3086100" cy="254000"/>
        </p:xfrm>
        <a:graphic>
          <a:graphicData uri="http://schemas.openxmlformats.org/presentationml/2006/ole">
            <mc:AlternateContent xmlns:mc="http://schemas.openxmlformats.org/markup-compatibility/2006">
              <mc:Choice xmlns:v="urn:schemas-microsoft-com:vml" Requires="v">
                <p:oleObj name="Equation" r:id="rId20" imgW="3085920" imgH="253800" progId="Equation.DSMT4">
                  <p:embed/>
                </p:oleObj>
              </mc:Choice>
              <mc:Fallback>
                <p:oleObj name="Equation" r:id="rId20" imgW="3085920" imgH="253800" progId="Equation.DSMT4">
                  <p:embed/>
                  <p:pic>
                    <p:nvPicPr>
                      <p:cNvPr id="0" name=""/>
                      <p:cNvPicPr/>
                      <p:nvPr/>
                    </p:nvPicPr>
                    <p:blipFill>
                      <a:blip r:embed="rId21"/>
                      <a:stretch>
                        <a:fillRect/>
                      </a:stretch>
                    </p:blipFill>
                    <p:spPr>
                      <a:xfrm>
                        <a:off x="2784181" y="3141064"/>
                        <a:ext cx="3086100" cy="2540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AF141961-F2A2-AC6A-06C3-68025D2A0BF4}"/>
              </a:ext>
            </a:extLst>
          </p:cNvPr>
          <p:cNvGraphicFramePr>
            <a:graphicFrameLocks noChangeAspect="1"/>
          </p:cNvGraphicFramePr>
          <p:nvPr>
            <p:extLst>
              <p:ext uri="{D42A27DB-BD31-4B8C-83A1-F6EECF244321}">
                <p14:modId xmlns:p14="http://schemas.microsoft.com/office/powerpoint/2010/main" val="597474425"/>
              </p:ext>
            </p:extLst>
          </p:nvPr>
        </p:nvGraphicFramePr>
        <p:xfrm>
          <a:off x="6964382" y="2801923"/>
          <a:ext cx="195580" cy="178118"/>
        </p:xfrm>
        <a:graphic>
          <a:graphicData uri="http://schemas.openxmlformats.org/presentationml/2006/ole">
            <mc:AlternateContent xmlns:mc="http://schemas.openxmlformats.org/markup-compatibility/2006">
              <mc:Choice xmlns:v="urn:schemas-microsoft-com:vml" Requires="v">
                <p:oleObj name="Equation" r:id="rId22" imgW="177480" imgH="164880" progId="Equation.DSMT4">
                  <p:embed/>
                </p:oleObj>
              </mc:Choice>
              <mc:Fallback>
                <p:oleObj name="Equation" r:id="rId22" imgW="177480" imgH="164880" progId="Equation.DSMT4">
                  <p:embed/>
                  <p:pic>
                    <p:nvPicPr>
                      <p:cNvPr id="12" name="Object 11">
                        <a:extLst>
                          <a:ext uri="{FF2B5EF4-FFF2-40B4-BE49-F238E27FC236}">
                            <a16:creationId xmlns:a16="http://schemas.microsoft.com/office/drawing/2014/main" id="{857F9857-E267-6817-C060-72A695F4EB56}"/>
                          </a:ext>
                        </a:extLst>
                      </p:cNvPr>
                      <p:cNvPicPr>
                        <a:picLocks noChangeAspect="1" noChangeArrowheads="1"/>
                      </p:cNvPicPr>
                      <p:nvPr/>
                    </p:nvPicPr>
                    <p:blipFill>
                      <a:blip r:embed="rId23"/>
                      <a:srcRect/>
                      <a:stretch>
                        <a:fillRect/>
                      </a:stretch>
                    </p:blipFill>
                    <p:spPr bwMode="auto">
                      <a:xfrm>
                        <a:off x="6964382" y="2801923"/>
                        <a:ext cx="195580" cy="1781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a:extLst>
              <a:ext uri="{FF2B5EF4-FFF2-40B4-BE49-F238E27FC236}">
                <a16:creationId xmlns:a16="http://schemas.microsoft.com/office/drawing/2014/main" id="{7FB9A4D7-642A-EDEF-9FF8-BCBA592CE1EB}"/>
              </a:ext>
            </a:extLst>
          </p:cNvPr>
          <p:cNvGraphicFramePr>
            <a:graphicFrameLocks noChangeAspect="1"/>
          </p:cNvGraphicFramePr>
          <p:nvPr>
            <p:extLst>
              <p:ext uri="{D42A27DB-BD31-4B8C-83A1-F6EECF244321}">
                <p14:modId xmlns:p14="http://schemas.microsoft.com/office/powerpoint/2010/main" val="1645252811"/>
              </p:ext>
            </p:extLst>
          </p:nvPr>
        </p:nvGraphicFramePr>
        <p:xfrm>
          <a:off x="479523" y="3987800"/>
          <a:ext cx="2184400" cy="250825"/>
        </p:xfrm>
        <a:graphic>
          <a:graphicData uri="http://schemas.openxmlformats.org/presentationml/2006/ole">
            <mc:AlternateContent xmlns:mc="http://schemas.openxmlformats.org/markup-compatibility/2006">
              <mc:Choice xmlns:v="urn:schemas-microsoft-com:vml" Requires="v">
                <p:oleObj name="Equation" r:id="rId24" imgW="2184120" imgH="253800" progId="Equation.DSMT4">
                  <p:embed/>
                </p:oleObj>
              </mc:Choice>
              <mc:Fallback>
                <p:oleObj name="Equation" r:id="rId24" imgW="2184120" imgH="253800" progId="Equation.DSMT4">
                  <p:embed/>
                  <p:pic>
                    <p:nvPicPr>
                      <p:cNvPr id="13" name="Object 12">
                        <a:extLst>
                          <a:ext uri="{FF2B5EF4-FFF2-40B4-BE49-F238E27FC236}">
                            <a16:creationId xmlns:a16="http://schemas.microsoft.com/office/drawing/2014/main" id="{6A9A86BE-8CAA-0595-0B98-EAF2981E37F0}"/>
                          </a:ext>
                        </a:extLst>
                      </p:cNvPr>
                      <p:cNvPicPr>
                        <a:picLocks noChangeAspect="1" noChangeArrowheads="1"/>
                      </p:cNvPicPr>
                      <p:nvPr/>
                    </p:nvPicPr>
                    <p:blipFill>
                      <a:blip r:embed="rId25"/>
                      <a:srcRect/>
                      <a:stretch>
                        <a:fillRect/>
                      </a:stretch>
                    </p:blipFill>
                    <p:spPr bwMode="auto">
                      <a:xfrm>
                        <a:off x="479523" y="3987800"/>
                        <a:ext cx="2184400" cy="25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a:extLst>
              <a:ext uri="{FF2B5EF4-FFF2-40B4-BE49-F238E27FC236}">
                <a16:creationId xmlns:a16="http://schemas.microsoft.com/office/drawing/2014/main" id="{704FBD86-9398-C57A-A342-6F23DDB724C0}"/>
              </a:ext>
            </a:extLst>
          </p:cNvPr>
          <p:cNvGraphicFramePr>
            <a:graphicFrameLocks noChangeAspect="1"/>
          </p:cNvGraphicFramePr>
          <p:nvPr>
            <p:extLst>
              <p:ext uri="{D42A27DB-BD31-4B8C-83A1-F6EECF244321}">
                <p14:modId xmlns:p14="http://schemas.microsoft.com/office/powerpoint/2010/main" val="750472635"/>
              </p:ext>
            </p:extLst>
          </p:nvPr>
        </p:nvGraphicFramePr>
        <p:xfrm>
          <a:off x="2808288" y="3633788"/>
          <a:ext cx="3327400" cy="854075"/>
        </p:xfrm>
        <a:graphic>
          <a:graphicData uri="http://schemas.openxmlformats.org/presentationml/2006/ole">
            <mc:AlternateContent xmlns:mc="http://schemas.openxmlformats.org/markup-compatibility/2006">
              <mc:Choice xmlns:v="urn:schemas-microsoft-com:vml" Requires="v">
                <p:oleObj name="Equation" r:id="rId26" imgW="3327120" imgH="863280" progId="Equation.DSMT4">
                  <p:embed/>
                </p:oleObj>
              </mc:Choice>
              <mc:Fallback>
                <p:oleObj name="Equation" r:id="rId26" imgW="3327120" imgH="863280" progId="Equation.DSMT4">
                  <p:embed/>
                  <p:pic>
                    <p:nvPicPr>
                      <p:cNvPr id="14" name="Object 13">
                        <a:extLst>
                          <a:ext uri="{FF2B5EF4-FFF2-40B4-BE49-F238E27FC236}">
                            <a16:creationId xmlns:a16="http://schemas.microsoft.com/office/drawing/2014/main" id="{ABD23D11-63E5-EFE2-1600-5CAD390189DF}"/>
                          </a:ext>
                        </a:extLst>
                      </p:cNvPr>
                      <p:cNvPicPr>
                        <a:picLocks noChangeAspect="1" noChangeArrowheads="1"/>
                      </p:cNvPicPr>
                      <p:nvPr/>
                    </p:nvPicPr>
                    <p:blipFill>
                      <a:blip r:embed="rId27"/>
                      <a:srcRect/>
                      <a:stretch>
                        <a:fillRect/>
                      </a:stretch>
                    </p:blipFill>
                    <p:spPr bwMode="auto">
                      <a:xfrm>
                        <a:off x="2808288" y="3633788"/>
                        <a:ext cx="3327400" cy="85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a:extLst>
              <a:ext uri="{FF2B5EF4-FFF2-40B4-BE49-F238E27FC236}">
                <a16:creationId xmlns:a16="http://schemas.microsoft.com/office/drawing/2014/main" id="{258A0E42-1F15-4E34-A8E5-665D1752EB41}"/>
              </a:ext>
            </a:extLst>
          </p:cNvPr>
          <p:cNvGraphicFramePr>
            <a:graphicFrameLocks noChangeAspect="1"/>
          </p:cNvGraphicFramePr>
          <p:nvPr>
            <p:extLst>
              <p:ext uri="{D42A27DB-BD31-4B8C-83A1-F6EECF244321}">
                <p14:modId xmlns:p14="http://schemas.microsoft.com/office/powerpoint/2010/main" val="361579618"/>
              </p:ext>
            </p:extLst>
          </p:nvPr>
        </p:nvGraphicFramePr>
        <p:xfrm>
          <a:off x="2787650" y="4675188"/>
          <a:ext cx="2451100" cy="254000"/>
        </p:xfrm>
        <a:graphic>
          <a:graphicData uri="http://schemas.openxmlformats.org/presentationml/2006/ole">
            <mc:AlternateContent xmlns:mc="http://schemas.openxmlformats.org/markup-compatibility/2006">
              <mc:Choice xmlns:v="urn:schemas-microsoft-com:vml" Requires="v">
                <p:oleObj name="Equation" r:id="rId28" imgW="2450880" imgH="253800" progId="Equation.DSMT4">
                  <p:embed/>
                </p:oleObj>
              </mc:Choice>
              <mc:Fallback>
                <p:oleObj name="Equation" r:id="rId28" imgW="2450880" imgH="253800" progId="Equation.DSMT4">
                  <p:embed/>
                  <p:pic>
                    <p:nvPicPr>
                      <p:cNvPr id="0" name=""/>
                      <p:cNvPicPr/>
                      <p:nvPr/>
                    </p:nvPicPr>
                    <p:blipFill>
                      <a:blip r:embed="rId29"/>
                      <a:stretch>
                        <a:fillRect/>
                      </a:stretch>
                    </p:blipFill>
                    <p:spPr>
                      <a:xfrm>
                        <a:off x="2787650" y="4675188"/>
                        <a:ext cx="2451100" cy="2540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9667DCD3-52D6-3FE1-2606-5F6636D5BB67}"/>
              </a:ext>
            </a:extLst>
          </p:cNvPr>
          <p:cNvGraphicFramePr>
            <a:graphicFrameLocks noChangeAspect="1"/>
          </p:cNvGraphicFramePr>
          <p:nvPr>
            <p:extLst>
              <p:ext uri="{D42A27DB-BD31-4B8C-83A1-F6EECF244321}">
                <p14:modId xmlns:p14="http://schemas.microsoft.com/office/powerpoint/2010/main" val="2821075909"/>
              </p:ext>
            </p:extLst>
          </p:nvPr>
        </p:nvGraphicFramePr>
        <p:xfrm>
          <a:off x="6964382" y="4097937"/>
          <a:ext cx="195580" cy="178118"/>
        </p:xfrm>
        <a:graphic>
          <a:graphicData uri="http://schemas.openxmlformats.org/presentationml/2006/ole">
            <mc:AlternateContent xmlns:mc="http://schemas.openxmlformats.org/markup-compatibility/2006">
              <mc:Choice xmlns:v="urn:schemas-microsoft-com:vml" Requires="v">
                <p:oleObj name="Equation" r:id="rId30" imgW="177480" imgH="164880" progId="Equation.DSMT4">
                  <p:embed/>
                </p:oleObj>
              </mc:Choice>
              <mc:Fallback>
                <p:oleObj name="Equation" r:id="rId30" imgW="177480" imgH="164880" progId="Equation.DSMT4">
                  <p:embed/>
                  <p:pic>
                    <p:nvPicPr>
                      <p:cNvPr id="15" name="Object 14">
                        <a:extLst>
                          <a:ext uri="{FF2B5EF4-FFF2-40B4-BE49-F238E27FC236}">
                            <a16:creationId xmlns:a16="http://schemas.microsoft.com/office/drawing/2014/main" id="{AF141961-F2A2-AC6A-06C3-68025D2A0BF4}"/>
                          </a:ext>
                        </a:extLst>
                      </p:cNvPr>
                      <p:cNvPicPr>
                        <a:picLocks noChangeAspect="1" noChangeArrowheads="1"/>
                      </p:cNvPicPr>
                      <p:nvPr/>
                    </p:nvPicPr>
                    <p:blipFill>
                      <a:blip r:embed="rId31"/>
                      <a:srcRect/>
                      <a:stretch>
                        <a:fillRect/>
                      </a:stretch>
                    </p:blipFill>
                    <p:spPr bwMode="auto">
                      <a:xfrm>
                        <a:off x="6964382" y="4097937"/>
                        <a:ext cx="195580" cy="1781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198452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Sampling Error</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00318" y="585395"/>
            <a:ext cx="1577114" cy="452502"/>
          </a:xfrm>
        </p:spPr>
        <p:txBody>
          <a:bodyPr rIns="0"/>
          <a:lstStyle/>
          <a:p>
            <a:r>
              <a:rPr lang="en-IN" b="1" dirty="0"/>
              <a:t>L</a:t>
            </a:r>
            <a:r>
              <a:rPr lang="en-IN" sz="100" b="1" dirty="0"/>
              <a:t> </a:t>
            </a:r>
            <a:r>
              <a:rPr lang="en-IN" b="1" dirty="0"/>
              <a:t>O 8.2</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8004395" cy="903231"/>
          </a:xfrm>
        </p:spPr>
        <p:txBody>
          <a:bodyPr/>
          <a:lstStyle/>
          <a:p>
            <a:pPr marL="292608" indent="-292608">
              <a:buFont typeface="Arial" panose="020B0604020202020204" pitchFamily="34" charset="0"/>
              <a:buChar char="•"/>
            </a:pPr>
            <a:r>
              <a:rPr lang="en-US" dirty="0"/>
              <a:t>The </a:t>
            </a:r>
            <a:r>
              <a:rPr lang="en-US" b="1" dirty="0"/>
              <a:t>sampling error</a:t>
            </a:r>
            <a:r>
              <a:rPr lang="en-US" dirty="0"/>
              <a:t> is the difference between the statistic and the corresponding population </a:t>
            </a:r>
            <a:r>
              <a:rPr lang="en-US" b="1" dirty="0"/>
              <a:t>parameter</a:t>
            </a:r>
            <a:r>
              <a:rPr lang="en-US" dirty="0"/>
              <a:t>.</a:t>
            </a:r>
            <a:endParaRPr lang="en-IN" dirty="0"/>
          </a:p>
        </p:txBody>
      </p:sp>
      <p:graphicFrame>
        <p:nvGraphicFramePr>
          <p:cNvPr id="23" name="Object 22">
            <a:extLst>
              <a:ext uri="{FF2B5EF4-FFF2-40B4-BE49-F238E27FC236}">
                <a16:creationId xmlns:a16="http://schemas.microsoft.com/office/drawing/2014/main" id="{3FD245B4-6489-C5F8-AD81-7D5EC76615F4}"/>
              </a:ext>
            </a:extLst>
          </p:cNvPr>
          <p:cNvGraphicFramePr>
            <a:graphicFrameLocks noChangeAspect="1"/>
          </p:cNvGraphicFramePr>
          <p:nvPr>
            <p:extLst>
              <p:ext uri="{D42A27DB-BD31-4B8C-83A1-F6EECF244321}">
                <p14:modId xmlns:p14="http://schemas.microsoft.com/office/powerpoint/2010/main" val="4024014993"/>
              </p:ext>
            </p:extLst>
          </p:nvPr>
        </p:nvGraphicFramePr>
        <p:xfrm>
          <a:off x="3319922" y="2599369"/>
          <a:ext cx="2504156" cy="315594"/>
        </p:xfrm>
        <a:graphic>
          <a:graphicData uri="http://schemas.openxmlformats.org/presentationml/2006/ole">
            <mc:AlternateContent xmlns:mc="http://schemas.openxmlformats.org/markup-compatibility/2006">
              <mc:Choice xmlns:v="urn:schemas-microsoft-com:vml" Requires="v">
                <p:oleObj name="Equation" r:id="rId2" imgW="3085920" imgH="393480" progId="Equation.DSMT4">
                  <p:embed/>
                </p:oleObj>
              </mc:Choice>
              <mc:Fallback>
                <p:oleObj name="Equation" r:id="rId2" imgW="3085920" imgH="393480" progId="Equation.DSMT4">
                  <p:embed/>
                  <p:pic>
                    <p:nvPicPr>
                      <p:cNvPr id="13" name="Object 12">
                        <a:extLst>
                          <a:ext uri="{FF2B5EF4-FFF2-40B4-BE49-F238E27FC236}">
                            <a16:creationId xmlns:a16="http://schemas.microsoft.com/office/drawing/2014/main" id="{6A9A86BE-8CAA-0595-0B98-EAF2981E37F0}"/>
                          </a:ext>
                        </a:extLst>
                      </p:cNvPr>
                      <p:cNvPicPr>
                        <a:picLocks noChangeAspect="1" noChangeArrowheads="1"/>
                      </p:cNvPicPr>
                      <p:nvPr/>
                    </p:nvPicPr>
                    <p:blipFill>
                      <a:blip r:embed="rId3"/>
                      <a:srcRect/>
                      <a:stretch>
                        <a:fillRect/>
                      </a:stretch>
                    </p:blipFill>
                    <p:spPr bwMode="auto">
                      <a:xfrm>
                        <a:off x="3319922" y="2599369"/>
                        <a:ext cx="2504156" cy="3155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449626"/>
            <a:ext cx="8113037" cy="493412"/>
          </a:xfrm>
        </p:spPr>
        <p:txBody>
          <a:bodyPr/>
          <a:lstStyle/>
          <a:p>
            <a:pPr marL="292608" indent="-292608">
              <a:buFont typeface="Arial" panose="020B0604020202020204" pitchFamily="34" charset="0"/>
              <a:buChar char="•"/>
            </a:pPr>
            <a:r>
              <a:rPr lang="en-US" dirty="0"/>
              <a:t>Sampling error exists because different samples</a:t>
            </a:r>
            <a:endParaRPr lang="en-IN" dirty="0"/>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1" y="4000910"/>
            <a:ext cx="4229100" cy="501948"/>
          </a:xfrm>
        </p:spPr>
        <p:txBody>
          <a:bodyPr tIns="0" rIns="0"/>
          <a:lstStyle/>
          <a:p>
            <a:pPr marL="292608"/>
            <a:r>
              <a:rPr lang="en-IN" dirty="0"/>
              <a:t>will yield different values for</a:t>
            </a:r>
          </a:p>
        </p:txBody>
      </p:sp>
      <p:graphicFrame>
        <p:nvGraphicFramePr>
          <p:cNvPr id="24" name="Object 23">
            <a:extLst>
              <a:ext uri="{FF2B5EF4-FFF2-40B4-BE49-F238E27FC236}">
                <a16:creationId xmlns:a16="http://schemas.microsoft.com/office/drawing/2014/main" id="{204CEAA3-DA97-3275-2B81-211BA763670D}"/>
              </a:ext>
            </a:extLst>
          </p:cNvPr>
          <p:cNvGraphicFramePr>
            <a:graphicFrameLocks noChangeAspect="1"/>
          </p:cNvGraphicFramePr>
          <p:nvPr>
            <p:extLst>
              <p:ext uri="{D42A27DB-BD31-4B8C-83A1-F6EECF244321}">
                <p14:modId xmlns:p14="http://schemas.microsoft.com/office/powerpoint/2010/main" val="1599620161"/>
              </p:ext>
            </p:extLst>
          </p:nvPr>
        </p:nvGraphicFramePr>
        <p:xfrm>
          <a:off x="4559176" y="4037190"/>
          <a:ext cx="310926" cy="370845"/>
        </p:xfrm>
        <a:graphic>
          <a:graphicData uri="http://schemas.openxmlformats.org/presentationml/2006/ole">
            <mc:AlternateContent xmlns:mc="http://schemas.openxmlformats.org/markup-compatibility/2006">
              <mc:Choice xmlns:v="urn:schemas-microsoft-com:vml" Requires="v">
                <p:oleObj name="Equation" r:id="rId4" imgW="304560" imgH="368280" progId="Equation.DSMT4">
                  <p:embed/>
                </p:oleObj>
              </mc:Choice>
              <mc:Fallback>
                <p:oleObj name="Equation" r:id="rId4" imgW="304560" imgH="368280" progId="Equation.DSMT4">
                  <p:embed/>
                  <p:pic>
                    <p:nvPicPr>
                      <p:cNvPr id="23" name="Object 22">
                        <a:extLst>
                          <a:ext uri="{FF2B5EF4-FFF2-40B4-BE49-F238E27FC236}">
                            <a16:creationId xmlns:a16="http://schemas.microsoft.com/office/drawing/2014/main" id="{3FD245B4-6489-C5F8-AD81-7D5EC76615F4}"/>
                          </a:ext>
                        </a:extLst>
                      </p:cNvPr>
                      <p:cNvPicPr>
                        <a:picLocks noChangeAspect="1" noChangeArrowheads="1"/>
                      </p:cNvPicPr>
                      <p:nvPr/>
                    </p:nvPicPr>
                    <p:blipFill>
                      <a:blip r:embed="rId5"/>
                      <a:srcRect/>
                      <a:stretch>
                        <a:fillRect/>
                      </a:stretch>
                    </p:blipFill>
                    <p:spPr bwMode="auto">
                      <a:xfrm>
                        <a:off x="4559176" y="4037190"/>
                        <a:ext cx="310926" cy="3708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4976729" y="3990848"/>
            <a:ext cx="2483495" cy="465732"/>
          </a:xfrm>
        </p:spPr>
        <p:txBody>
          <a:bodyPr lIns="0" tIns="0" rIns="0"/>
          <a:lstStyle/>
          <a:p>
            <a:r>
              <a:rPr lang="en-IN" dirty="0"/>
              <a:t>depending on</a:t>
            </a:r>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900" y="4523023"/>
            <a:ext cx="8113037" cy="927462"/>
          </a:xfrm>
        </p:spPr>
        <p:txBody>
          <a:bodyPr tIns="0"/>
          <a:lstStyle/>
          <a:p>
            <a:pPr marL="292608"/>
            <a:r>
              <a:rPr lang="en-US" dirty="0"/>
              <a:t>which population items happen to be included in the sample.</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9</a:t>
            </a:fld>
            <a:endParaRPr lang="en-US"/>
          </a:p>
        </p:txBody>
      </p:sp>
    </p:spTree>
    <p:extLst>
      <p:ext uri="{BB962C8B-B14F-4D97-AF65-F5344CB8AC3E}">
        <p14:creationId xmlns:p14="http://schemas.microsoft.com/office/powerpoint/2010/main" val="1680296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Properties of Estimators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8.2</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103983" cy="1206012"/>
          </a:xfrm>
        </p:spPr>
        <p:txBody>
          <a:bodyPr/>
          <a:lstStyle/>
          <a:p>
            <a:pPr marL="292608" indent="-292608">
              <a:buFont typeface="Arial" panose="020B0604020202020204" pitchFamily="34" charset="0"/>
              <a:buChar char="•"/>
            </a:pPr>
            <a:r>
              <a:rPr lang="en-US" dirty="0"/>
              <a:t>The </a:t>
            </a:r>
            <a:r>
              <a:rPr lang="en-US" b="1" dirty="0"/>
              <a:t>bias</a:t>
            </a:r>
            <a:r>
              <a:rPr lang="en-US" dirty="0"/>
              <a:t> is the difference between the expected value (that is, the average value) of the estimator and the true parameter. For the mean:</a:t>
            </a:r>
            <a:endParaRPr lang="en-IN" dirty="0"/>
          </a:p>
        </p:txBody>
      </p:sp>
      <p:graphicFrame>
        <p:nvGraphicFramePr>
          <p:cNvPr id="23" name="Object 22">
            <a:extLst>
              <a:ext uri="{FF2B5EF4-FFF2-40B4-BE49-F238E27FC236}">
                <a16:creationId xmlns:a16="http://schemas.microsoft.com/office/drawing/2014/main" id="{C5F27D22-6DC2-4793-E7CF-17C3FB702AB7}"/>
              </a:ext>
            </a:extLst>
          </p:cNvPr>
          <p:cNvGraphicFramePr>
            <a:graphicFrameLocks noChangeAspect="1"/>
          </p:cNvGraphicFramePr>
          <p:nvPr>
            <p:extLst>
              <p:ext uri="{D42A27DB-BD31-4B8C-83A1-F6EECF244321}">
                <p14:modId xmlns:p14="http://schemas.microsoft.com/office/powerpoint/2010/main" val="884110476"/>
              </p:ext>
            </p:extLst>
          </p:nvPr>
        </p:nvGraphicFramePr>
        <p:xfrm>
          <a:off x="2790825" y="2678113"/>
          <a:ext cx="2095500" cy="477837"/>
        </p:xfrm>
        <a:graphic>
          <a:graphicData uri="http://schemas.openxmlformats.org/presentationml/2006/ole">
            <mc:AlternateContent xmlns:mc="http://schemas.openxmlformats.org/markup-compatibility/2006">
              <mc:Choice xmlns:v="urn:schemas-microsoft-com:vml" Requires="v">
                <p:oleObj name="Equation" r:id="rId2" imgW="2095200" imgH="482400" progId="Equation.DSMT4">
                  <p:embed/>
                </p:oleObj>
              </mc:Choice>
              <mc:Fallback>
                <p:oleObj name="Equation" r:id="rId2" imgW="2095200" imgH="482400" progId="Equation.DSMT4">
                  <p:embed/>
                  <p:pic>
                    <p:nvPicPr>
                      <p:cNvPr id="23" name="Object 22">
                        <a:extLst>
                          <a:ext uri="{FF2B5EF4-FFF2-40B4-BE49-F238E27FC236}">
                            <a16:creationId xmlns:a16="http://schemas.microsoft.com/office/drawing/2014/main" id="{3FD245B4-6489-C5F8-AD81-7D5EC76615F4}"/>
                          </a:ext>
                        </a:extLst>
                      </p:cNvPr>
                      <p:cNvPicPr>
                        <a:picLocks noChangeAspect="1" noChangeArrowheads="1"/>
                      </p:cNvPicPr>
                      <p:nvPr/>
                    </p:nvPicPr>
                    <p:blipFill>
                      <a:blip r:embed="rId3"/>
                      <a:srcRect/>
                      <a:stretch>
                        <a:fillRect/>
                      </a:stretch>
                    </p:blipFill>
                    <p:spPr bwMode="auto">
                      <a:xfrm>
                        <a:off x="2790825" y="2678113"/>
                        <a:ext cx="2095500" cy="477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56857" y="3243751"/>
            <a:ext cx="8062866" cy="459116"/>
          </a:xfrm>
        </p:spPr>
        <p:txBody>
          <a:bodyPr/>
          <a:lstStyle/>
          <a:p>
            <a:pPr marL="292608" indent="-292608">
              <a:buFont typeface="Arial" panose="020B0604020202020204" pitchFamily="34" charset="0"/>
              <a:buChar char="•"/>
            </a:pPr>
            <a:r>
              <a:rPr lang="en-US" dirty="0"/>
              <a:t>An estimator is </a:t>
            </a:r>
            <a:r>
              <a:rPr lang="en-US" i="1" dirty="0"/>
              <a:t>unbiased</a:t>
            </a:r>
            <a:r>
              <a:rPr lang="en-US" dirty="0"/>
              <a:t> if its expected value is the</a:t>
            </a:r>
            <a:endParaRPr lang="en-IN" dirty="0"/>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1" y="3772562"/>
            <a:ext cx="5306462" cy="419193"/>
          </a:xfrm>
        </p:spPr>
        <p:txBody>
          <a:bodyPr tIns="0"/>
          <a:lstStyle/>
          <a:p>
            <a:pPr marL="292608"/>
            <a:r>
              <a:rPr lang="en-US" dirty="0"/>
              <a:t>parameter being estimated. We say</a:t>
            </a:r>
            <a:endParaRPr lang="en-IN" dirty="0"/>
          </a:p>
        </p:txBody>
      </p:sp>
      <p:graphicFrame>
        <p:nvGraphicFramePr>
          <p:cNvPr id="11" name="Object 10">
            <a:extLst>
              <a:ext uri="{FF2B5EF4-FFF2-40B4-BE49-F238E27FC236}">
                <a16:creationId xmlns:a16="http://schemas.microsoft.com/office/drawing/2014/main" id="{E428A9C7-2982-9255-3FD8-1AD496F15DC4}"/>
              </a:ext>
            </a:extLst>
          </p:cNvPr>
          <p:cNvGraphicFramePr>
            <a:graphicFrameLocks noChangeAspect="1"/>
          </p:cNvGraphicFramePr>
          <p:nvPr>
            <p:extLst>
              <p:ext uri="{D42A27DB-BD31-4B8C-83A1-F6EECF244321}">
                <p14:modId xmlns:p14="http://schemas.microsoft.com/office/powerpoint/2010/main" val="1071090508"/>
              </p:ext>
            </p:extLst>
          </p:nvPr>
        </p:nvGraphicFramePr>
        <p:xfrm>
          <a:off x="5633303" y="3810882"/>
          <a:ext cx="304800" cy="317500"/>
        </p:xfrm>
        <a:graphic>
          <a:graphicData uri="http://schemas.openxmlformats.org/presentationml/2006/ole">
            <mc:AlternateContent xmlns:mc="http://schemas.openxmlformats.org/markup-compatibility/2006">
              <mc:Choice xmlns:v="urn:schemas-microsoft-com:vml" Requires="v">
                <p:oleObj name="Equation" r:id="rId4" imgW="304560" imgH="317160" progId="Equation.DSMT4">
                  <p:embed/>
                </p:oleObj>
              </mc:Choice>
              <mc:Fallback>
                <p:oleObj name="Equation" r:id="rId4" imgW="304560" imgH="317160" progId="Equation.DSMT4">
                  <p:embed/>
                  <p:pic>
                    <p:nvPicPr>
                      <p:cNvPr id="0" name=""/>
                      <p:cNvPicPr/>
                      <p:nvPr/>
                    </p:nvPicPr>
                    <p:blipFill>
                      <a:blip r:embed="rId5"/>
                      <a:stretch>
                        <a:fillRect/>
                      </a:stretch>
                    </p:blipFill>
                    <p:spPr>
                      <a:xfrm>
                        <a:off x="5633303" y="3810882"/>
                        <a:ext cx="304800" cy="3175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6061443" y="3787936"/>
            <a:ext cx="2060418" cy="394642"/>
          </a:xfrm>
        </p:spPr>
        <p:txBody>
          <a:bodyPr lIns="0" tIns="0"/>
          <a:lstStyle/>
          <a:p>
            <a:r>
              <a:rPr lang="en-IN" dirty="0"/>
              <a:t>is an unbiased</a:t>
            </a:r>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56857" y="4261450"/>
            <a:ext cx="3538135" cy="478570"/>
          </a:xfrm>
        </p:spPr>
        <p:txBody>
          <a:bodyPr/>
          <a:lstStyle/>
          <a:p>
            <a:pPr marL="292608"/>
            <a:r>
              <a:rPr lang="en-IN" dirty="0"/>
              <a:t>estimate of </a:t>
            </a:r>
            <a:r>
              <a:rPr lang="el-GR" i="1" dirty="0"/>
              <a:t>μ</a:t>
            </a:r>
            <a:r>
              <a:rPr lang="en-US" i="1" dirty="0"/>
              <a:t> </a:t>
            </a:r>
            <a:r>
              <a:rPr lang="en-IN" dirty="0"/>
              <a:t>because</a:t>
            </a:r>
          </a:p>
        </p:txBody>
      </p:sp>
      <p:graphicFrame>
        <p:nvGraphicFramePr>
          <p:cNvPr id="26" name="Object 25">
            <a:extLst>
              <a:ext uri="{FF2B5EF4-FFF2-40B4-BE49-F238E27FC236}">
                <a16:creationId xmlns:a16="http://schemas.microsoft.com/office/drawing/2014/main" id="{71F1D952-3F57-517C-F656-278E015356E4}"/>
              </a:ext>
            </a:extLst>
          </p:cNvPr>
          <p:cNvGraphicFramePr>
            <a:graphicFrameLocks noChangeAspect="1"/>
          </p:cNvGraphicFramePr>
          <p:nvPr>
            <p:extLst>
              <p:ext uri="{D42A27DB-BD31-4B8C-83A1-F6EECF244321}">
                <p14:modId xmlns:p14="http://schemas.microsoft.com/office/powerpoint/2010/main" val="2297954761"/>
              </p:ext>
            </p:extLst>
          </p:nvPr>
        </p:nvGraphicFramePr>
        <p:xfrm>
          <a:off x="3838575" y="4262183"/>
          <a:ext cx="1346200" cy="477837"/>
        </p:xfrm>
        <a:graphic>
          <a:graphicData uri="http://schemas.openxmlformats.org/presentationml/2006/ole">
            <mc:AlternateContent xmlns:mc="http://schemas.openxmlformats.org/markup-compatibility/2006">
              <mc:Choice xmlns:v="urn:schemas-microsoft-com:vml" Requires="v">
                <p:oleObj name="Equation" r:id="rId6" imgW="1346040" imgH="482400" progId="Equation.DSMT4">
                  <p:embed/>
                </p:oleObj>
              </mc:Choice>
              <mc:Fallback>
                <p:oleObj name="Equation" r:id="rId6" imgW="1346040" imgH="482400" progId="Equation.DSMT4">
                  <p:embed/>
                  <p:pic>
                    <p:nvPicPr>
                      <p:cNvPr id="23" name="Object 22">
                        <a:extLst>
                          <a:ext uri="{FF2B5EF4-FFF2-40B4-BE49-F238E27FC236}">
                            <a16:creationId xmlns:a16="http://schemas.microsoft.com/office/drawing/2014/main" id="{C5F27D22-6DC2-4793-E7CF-17C3FB702AB7}"/>
                          </a:ext>
                        </a:extLst>
                      </p:cNvPr>
                      <p:cNvPicPr>
                        <a:picLocks noChangeAspect="1" noChangeArrowheads="1"/>
                      </p:cNvPicPr>
                      <p:nvPr/>
                    </p:nvPicPr>
                    <p:blipFill>
                      <a:blip r:embed="rId7"/>
                      <a:srcRect/>
                      <a:stretch>
                        <a:fillRect/>
                      </a:stretch>
                    </p:blipFill>
                    <p:spPr bwMode="auto">
                      <a:xfrm>
                        <a:off x="3838575" y="4262183"/>
                        <a:ext cx="1346200" cy="477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353714" y="4892058"/>
            <a:ext cx="8185464" cy="1237138"/>
          </a:xfrm>
        </p:spPr>
        <p:txBody>
          <a:bodyPr/>
          <a:lstStyle/>
          <a:p>
            <a:pPr marL="292608" indent="-292608">
              <a:buFont typeface="Arial" panose="020B0604020202020204" pitchFamily="34" charset="0"/>
              <a:buChar char="•"/>
            </a:pPr>
            <a:r>
              <a:rPr lang="en-US" dirty="0"/>
              <a:t>There can be sampling error in a particular sample, but an </a:t>
            </a:r>
            <a:r>
              <a:rPr lang="en-US" b="1" dirty="0"/>
              <a:t>unbiased estimator</a:t>
            </a:r>
            <a:r>
              <a:rPr lang="en-US" dirty="0"/>
              <a:t> neither overstates nor understates the true parameter </a:t>
            </a:r>
            <a:r>
              <a:rPr lang="en-US" i="1" dirty="0"/>
              <a:t>on average</a:t>
            </a:r>
            <a:r>
              <a:rPr lang="en-US" dirty="0"/>
              <a:t>.</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10</a:t>
            </a:fld>
            <a:endParaRPr lang="en-US"/>
          </a:p>
        </p:txBody>
      </p:sp>
    </p:spTree>
    <p:extLst>
      <p:ext uri="{BB962C8B-B14F-4D97-AF65-F5344CB8AC3E}">
        <p14:creationId xmlns:p14="http://schemas.microsoft.com/office/powerpoint/2010/main" val="4246711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Properties of Estimators </a:t>
            </a:r>
            <a:r>
              <a:rPr lang="en-IN" sz="1000" b="0" dirty="0"/>
              <a:t>2</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4135" y="72257"/>
            <a:ext cx="449580" cy="1409151"/>
          </a:xfrm>
        </p:spPr>
        <p:txBody>
          <a:bodyPr vert="vert" rIns="0"/>
          <a:lstStyle/>
          <a:p>
            <a:r>
              <a:rPr lang="en-IN" b="1" dirty="0"/>
              <a:t>L</a:t>
            </a:r>
            <a:r>
              <a:rPr lang="en-IN" sz="100" b="1" dirty="0"/>
              <a:t> </a:t>
            </a:r>
            <a:r>
              <a:rPr lang="en-IN" b="1" dirty="0"/>
              <a:t>O 8.2</a:t>
            </a:r>
          </a:p>
        </p:txBody>
      </p:sp>
      <p:sp>
        <p:nvSpPr>
          <p:cNvPr id="7" name="Content Placeholder 6"/>
          <p:cNvSpPr>
            <a:spLocks noGrp="1"/>
          </p:cNvSpPr>
          <p:nvPr>
            <p:ph sz="quarter" idx="14"/>
          </p:nvPr>
        </p:nvSpPr>
        <p:spPr>
          <a:xfrm>
            <a:off x="342900" y="1260475"/>
            <a:ext cx="8210550" cy="3039921"/>
          </a:xfrm>
        </p:spPr>
        <p:txBody>
          <a:bodyPr/>
          <a:lstStyle/>
          <a:p>
            <a:pPr marL="292608" indent="-292608">
              <a:buFont typeface="Arial" panose="020B0604020202020204" pitchFamily="34" charset="0"/>
              <a:buChar char="•"/>
            </a:pPr>
            <a:r>
              <a:rPr lang="en-US" dirty="0"/>
              <a:t>An expert whose rifle sights are correctly aligned will produce a target pattern like the one on the left.</a:t>
            </a:r>
          </a:p>
          <a:p>
            <a:pPr marL="292608" indent="-292608">
              <a:buFont typeface="Arial" panose="020B0604020202020204" pitchFamily="34" charset="0"/>
              <a:buChar char="•"/>
            </a:pPr>
            <a:r>
              <a:rPr lang="en-US" dirty="0"/>
              <a:t>The same expert shooting a rifle with misaligned sights might produce the pattern on the right.</a:t>
            </a:r>
          </a:p>
          <a:p>
            <a:pPr marL="292608" indent="-292608">
              <a:buFont typeface="Arial" panose="020B0604020202020204" pitchFamily="34" charset="0"/>
              <a:buChar char="•"/>
            </a:pPr>
            <a:r>
              <a:rPr lang="en-US" dirty="0"/>
              <a:t>Both targets show sampling variation, but the unbiased estimator is correctly </a:t>
            </a:r>
            <a:r>
              <a:rPr lang="en-US" i="1" dirty="0"/>
              <a:t>aimed</a:t>
            </a:r>
            <a:r>
              <a:rPr lang="en-US" dirty="0"/>
              <a:t>.</a:t>
            </a:r>
          </a:p>
          <a:p>
            <a:pPr marL="292608" indent="-292608">
              <a:buFont typeface="Arial" panose="020B0604020202020204" pitchFamily="34" charset="0"/>
              <a:buChar char="•"/>
            </a:pPr>
            <a:r>
              <a:rPr lang="en-US" dirty="0"/>
              <a:t>An unbiased estimator avoids </a:t>
            </a:r>
            <a:r>
              <a:rPr lang="en-US" i="1" dirty="0"/>
              <a:t>systematic </a:t>
            </a:r>
            <a:r>
              <a:rPr lang="en-US" dirty="0"/>
              <a:t>error.</a:t>
            </a:r>
          </a:p>
        </p:txBody>
      </p:sp>
      <p:pic>
        <p:nvPicPr>
          <p:cNvPr id="4" name="Picture 3" descr="2 images show the unbiased estimator and biased estimator.">
            <a:extLst>
              <a:ext uri="{FF2B5EF4-FFF2-40B4-BE49-F238E27FC236}">
                <a16:creationId xmlns:a16="http://schemas.microsoft.com/office/drawing/2014/main" id="{F424353E-7383-DEAC-7D24-052F83FBEB8A}"/>
              </a:ext>
            </a:extLst>
          </p:cNvPr>
          <p:cNvPicPr>
            <a:picLocks noChangeAspect="1"/>
          </p:cNvPicPr>
          <p:nvPr/>
        </p:nvPicPr>
        <p:blipFill>
          <a:blip r:embed="rId2"/>
          <a:stretch>
            <a:fillRect/>
          </a:stretch>
        </p:blipFill>
        <p:spPr>
          <a:xfrm>
            <a:off x="2738311" y="4407313"/>
            <a:ext cx="3431993" cy="1828424"/>
          </a:xfrm>
          <a:prstGeom prst="rect">
            <a:avLst/>
          </a:prstGeom>
        </p:spPr>
      </p:pic>
      <p:sp>
        <p:nvSpPr>
          <p:cNvPr id="8" name="Text Placeholder 14">
            <a:extLst>
              <a:ext uri="{FF2B5EF4-FFF2-40B4-BE49-F238E27FC236}">
                <a16:creationId xmlns:a16="http://schemas.microsoft.com/office/drawing/2014/main" id="{B6F76C75-0BB5-B4FE-D615-48DA95C3B6F2}"/>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2961943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Efficiency </a:t>
            </a:r>
            <a:r>
              <a:rPr lang="en-IN" sz="1000" b="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4135" y="72257"/>
            <a:ext cx="449580" cy="1409151"/>
          </a:xfrm>
        </p:spPr>
        <p:txBody>
          <a:bodyPr vert="vert" rIns="0"/>
          <a:lstStyle/>
          <a:p>
            <a:r>
              <a:rPr lang="en-IN" b="1" dirty="0"/>
              <a:t>L</a:t>
            </a:r>
            <a:r>
              <a:rPr lang="en-IN" sz="100" b="1" dirty="0"/>
              <a:t> </a:t>
            </a:r>
            <a:r>
              <a:rPr lang="en-IN" b="1" dirty="0"/>
              <a:t>O 8.2</a:t>
            </a:r>
          </a:p>
        </p:txBody>
      </p:sp>
      <p:sp>
        <p:nvSpPr>
          <p:cNvPr id="7" name="Content Placeholder 6"/>
          <p:cNvSpPr>
            <a:spLocks noGrp="1"/>
          </p:cNvSpPr>
          <p:nvPr>
            <p:ph sz="quarter" idx="14"/>
          </p:nvPr>
        </p:nvSpPr>
        <p:spPr>
          <a:xfrm>
            <a:off x="342900" y="1260475"/>
            <a:ext cx="8210550" cy="3112349"/>
          </a:xfrm>
        </p:spPr>
        <p:txBody>
          <a:bodyPr/>
          <a:lstStyle/>
          <a:p>
            <a:pPr marL="292608" indent="-292608">
              <a:buFont typeface="Arial" panose="020B0604020202020204" pitchFamily="34" charset="0"/>
              <a:buChar char="•"/>
            </a:pPr>
            <a:r>
              <a:rPr lang="en-US" sz="2000" b="1" dirty="0"/>
              <a:t>Efficiency</a:t>
            </a:r>
            <a:r>
              <a:rPr lang="en-US" sz="2000" dirty="0"/>
              <a:t> refers to the variance of the estimator’s sampling distribution.</a:t>
            </a:r>
          </a:p>
          <a:p>
            <a:pPr marL="292608" indent="-292608">
              <a:buFont typeface="Arial" panose="020B0604020202020204" pitchFamily="34" charset="0"/>
              <a:buChar char="•"/>
            </a:pPr>
            <a:r>
              <a:rPr lang="en-US" sz="2000" dirty="0"/>
              <a:t>Smaller variance means a more efficient estimator. Among all unbiased estimators, we prefer the </a:t>
            </a:r>
            <a:r>
              <a:rPr lang="en-US" sz="2000" b="1" dirty="0"/>
              <a:t>minimum variance estimator</a:t>
            </a:r>
            <a:r>
              <a:rPr lang="en-US" sz="2000" dirty="0"/>
              <a:t>, referred to as M</a:t>
            </a:r>
            <a:r>
              <a:rPr lang="en-US" sz="100" dirty="0"/>
              <a:t> </a:t>
            </a:r>
            <a:r>
              <a:rPr lang="en-US" sz="2000" dirty="0"/>
              <a:t>V</a:t>
            </a:r>
            <a:r>
              <a:rPr lang="en-US" sz="100" dirty="0"/>
              <a:t> </a:t>
            </a:r>
            <a:r>
              <a:rPr lang="en-US" sz="2000" dirty="0"/>
              <a:t>U</a:t>
            </a:r>
            <a:r>
              <a:rPr lang="en-US" sz="100" dirty="0"/>
              <a:t> </a:t>
            </a:r>
            <a:r>
              <a:rPr lang="en-US" sz="2000" dirty="0"/>
              <a:t>E (minimum variance unbiased estimator).</a:t>
            </a:r>
          </a:p>
          <a:p>
            <a:pPr marL="292608" indent="-292608">
              <a:buFont typeface="Arial" panose="020B0604020202020204" pitchFamily="34" charset="0"/>
              <a:buChar char="•"/>
            </a:pPr>
            <a:r>
              <a:rPr lang="en-US" sz="2000" dirty="0"/>
              <a:t>The figure shows two unbiased estimators. Both patterns are centered on the bull’s-eye, but the estimator on the left has less variation. A more efficient estimator is closer </a:t>
            </a:r>
            <a:r>
              <a:rPr lang="en-US" sz="2000" i="1" dirty="0"/>
              <a:t>on</a:t>
            </a:r>
            <a:r>
              <a:rPr lang="en-US" sz="2000" dirty="0"/>
              <a:t> </a:t>
            </a:r>
            <a:r>
              <a:rPr lang="en-US" sz="2000" i="1" dirty="0"/>
              <a:t>average</a:t>
            </a:r>
            <a:r>
              <a:rPr lang="en-US" sz="2000" dirty="0"/>
              <a:t> to the true value of the parameter.</a:t>
            </a:r>
          </a:p>
        </p:txBody>
      </p:sp>
      <p:pic>
        <p:nvPicPr>
          <p:cNvPr id="8" name="Picture 7" descr="Image of dart board showing more and less efficient estimators.">
            <a:extLst>
              <a:ext uri="{FF2B5EF4-FFF2-40B4-BE49-F238E27FC236}">
                <a16:creationId xmlns:a16="http://schemas.microsoft.com/office/drawing/2014/main" id="{7C49974A-C6DB-713F-A663-1F9BE994C2D5}"/>
              </a:ext>
            </a:extLst>
          </p:cNvPr>
          <p:cNvPicPr>
            <a:picLocks noChangeAspect="1"/>
          </p:cNvPicPr>
          <p:nvPr/>
        </p:nvPicPr>
        <p:blipFill>
          <a:blip r:embed="rId2"/>
          <a:stretch>
            <a:fillRect/>
          </a:stretch>
        </p:blipFill>
        <p:spPr>
          <a:xfrm>
            <a:off x="2726215" y="4460903"/>
            <a:ext cx="3401863" cy="1798476"/>
          </a:xfrm>
          <a:prstGeom prst="rect">
            <a:avLst/>
          </a:prstGeom>
        </p:spPr>
      </p:pic>
      <p:sp>
        <p:nvSpPr>
          <p:cNvPr id="4" name="Text Placeholder 14">
            <a:extLst>
              <a:ext uri="{FF2B5EF4-FFF2-40B4-BE49-F238E27FC236}">
                <a16:creationId xmlns:a16="http://schemas.microsoft.com/office/drawing/2014/main" id="{D385A4B5-5701-C6FE-2B33-86F835D7C58A}"/>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2622063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Efficiency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8.2</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094930" cy="1314654"/>
          </a:xfrm>
        </p:spPr>
        <p:txBody>
          <a:bodyPr/>
          <a:lstStyle/>
          <a:p>
            <a:pPr marL="292608" indent="-292608">
              <a:buFont typeface="Arial" panose="020B0604020202020204" pitchFamily="34" charset="0"/>
              <a:buChar char="•"/>
            </a:pPr>
            <a:r>
              <a:rPr lang="en-US" dirty="0"/>
              <a:t>You cannot assess efficiency from one sample, but it can be studied either mathematically or by simulation.</a:t>
            </a:r>
          </a:p>
          <a:p>
            <a:pPr marL="292608" indent="-292608">
              <a:buFont typeface="Arial" panose="020B0604020202020204" pitchFamily="34" charset="0"/>
              <a:buChar char="•"/>
            </a:pPr>
            <a:r>
              <a:rPr lang="en-US" dirty="0"/>
              <a:t>Statisticians have proved that, for a normal distribution,</a:t>
            </a:r>
            <a:endParaRPr lang="en-IN" dirty="0"/>
          </a:p>
        </p:txBody>
      </p:sp>
      <p:graphicFrame>
        <p:nvGraphicFramePr>
          <p:cNvPr id="23" name="Object 22">
            <a:extLst>
              <a:ext uri="{FF2B5EF4-FFF2-40B4-BE49-F238E27FC236}">
                <a16:creationId xmlns:a16="http://schemas.microsoft.com/office/drawing/2014/main" id="{E22E060C-54AF-C3D6-E04A-944C689F6DDA}"/>
              </a:ext>
            </a:extLst>
          </p:cNvPr>
          <p:cNvGraphicFramePr>
            <a:graphicFrameLocks noChangeAspect="1"/>
          </p:cNvGraphicFramePr>
          <p:nvPr>
            <p:extLst>
              <p:ext uri="{D42A27DB-BD31-4B8C-83A1-F6EECF244321}">
                <p14:modId xmlns:p14="http://schemas.microsoft.com/office/powerpoint/2010/main" val="804971050"/>
              </p:ext>
            </p:extLst>
          </p:nvPr>
        </p:nvGraphicFramePr>
        <p:xfrm>
          <a:off x="679450" y="2676699"/>
          <a:ext cx="1054100" cy="339725"/>
        </p:xfrm>
        <a:graphic>
          <a:graphicData uri="http://schemas.openxmlformats.org/presentationml/2006/ole">
            <mc:AlternateContent xmlns:mc="http://schemas.openxmlformats.org/markup-compatibility/2006">
              <mc:Choice xmlns:v="urn:schemas-microsoft-com:vml" Requires="v">
                <p:oleObj name="Equation" r:id="rId2" imgW="1054080" imgH="342720" progId="Equation.DSMT4">
                  <p:embed/>
                </p:oleObj>
              </mc:Choice>
              <mc:Fallback>
                <p:oleObj name="Equation" r:id="rId2" imgW="1054080" imgH="342720" progId="Equation.DSMT4">
                  <p:embed/>
                  <p:pic>
                    <p:nvPicPr>
                      <p:cNvPr id="23" name="Object 22">
                        <a:extLst>
                          <a:ext uri="{FF2B5EF4-FFF2-40B4-BE49-F238E27FC236}">
                            <a16:creationId xmlns:a16="http://schemas.microsoft.com/office/drawing/2014/main" id="{C5F27D22-6DC2-4793-E7CF-17C3FB702AB7}"/>
                          </a:ext>
                        </a:extLst>
                      </p:cNvPr>
                      <p:cNvPicPr>
                        <a:picLocks noChangeAspect="1" noChangeArrowheads="1"/>
                      </p:cNvPicPr>
                      <p:nvPr/>
                    </p:nvPicPr>
                    <p:blipFill>
                      <a:blip r:embed="rId3"/>
                      <a:srcRect/>
                      <a:stretch>
                        <a:fillRect/>
                      </a:stretch>
                    </p:blipFill>
                    <p:spPr bwMode="auto">
                      <a:xfrm>
                        <a:off x="679450" y="2676699"/>
                        <a:ext cx="10541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1898726" y="2678505"/>
            <a:ext cx="4980538" cy="412813"/>
          </a:xfrm>
        </p:spPr>
        <p:txBody>
          <a:bodyPr lIns="0" tIns="0" rIns="0"/>
          <a:lstStyle/>
          <a:p>
            <a:r>
              <a:rPr lang="en-US" dirty="0"/>
              <a:t>are minimum variance estimators of</a:t>
            </a:r>
            <a:endParaRPr lang="en-IN" dirty="0"/>
          </a:p>
        </p:txBody>
      </p:sp>
      <p:graphicFrame>
        <p:nvGraphicFramePr>
          <p:cNvPr id="24" name="Object 23">
            <a:extLst>
              <a:ext uri="{FF2B5EF4-FFF2-40B4-BE49-F238E27FC236}">
                <a16:creationId xmlns:a16="http://schemas.microsoft.com/office/drawing/2014/main" id="{B81782B6-9A6C-E767-C061-CD2E82EF366B}"/>
              </a:ext>
            </a:extLst>
          </p:cNvPr>
          <p:cNvGraphicFramePr>
            <a:graphicFrameLocks noChangeAspect="1"/>
          </p:cNvGraphicFramePr>
          <p:nvPr>
            <p:extLst>
              <p:ext uri="{D42A27DB-BD31-4B8C-83A1-F6EECF244321}">
                <p14:modId xmlns:p14="http://schemas.microsoft.com/office/powerpoint/2010/main" val="3034812119"/>
              </p:ext>
            </p:extLst>
          </p:nvPr>
        </p:nvGraphicFramePr>
        <p:xfrm>
          <a:off x="6885553" y="2677765"/>
          <a:ext cx="1282700" cy="388937"/>
        </p:xfrm>
        <a:graphic>
          <a:graphicData uri="http://schemas.openxmlformats.org/presentationml/2006/ole">
            <mc:AlternateContent xmlns:mc="http://schemas.openxmlformats.org/markup-compatibility/2006">
              <mc:Choice xmlns:v="urn:schemas-microsoft-com:vml" Requires="v">
                <p:oleObj name="Equation" r:id="rId4" imgW="1282680" imgH="393480" progId="Equation.DSMT4">
                  <p:embed/>
                </p:oleObj>
              </mc:Choice>
              <mc:Fallback>
                <p:oleObj name="Equation" r:id="rId4" imgW="1282680" imgH="393480" progId="Equation.DSMT4">
                  <p:embed/>
                  <p:pic>
                    <p:nvPicPr>
                      <p:cNvPr id="23" name="Object 22">
                        <a:extLst>
                          <a:ext uri="{FF2B5EF4-FFF2-40B4-BE49-F238E27FC236}">
                            <a16:creationId xmlns:a16="http://schemas.microsoft.com/office/drawing/2014/main" id="{E22E060C-54AF-C3D6-E04A-944C689F6DDA}"/>
                          </a:ext>
                        </a:extLst>
                      </p:cNvPr>
                      <p:cNvPicPr>
                        <a:picLocks noChangeAspect="1" noChangeArrowheads="1"/>
                      </p:cNvPicPr>
                      <p:nvPr/>
                    </p:nvPicPr>
                    <p:blipFill>
                      <a:blip r:embed="rId5"/>
                      <a:srcRect/>
                      <a:stretch>
                        <a:fillRect/>
                      </a:stretch>
                    </p:blipFill>
                    <p:spPr bwMode="auto">
                      <a:xfrm>
                        <a:off x="6885553" y="2677765"/>
                        <a:ext cx="1282700" cy="388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3116707"/>
            <a:ext cx="8094930" cy="1701478"/>
          </a:xfrm>
        </p:spPr>
        <p:txBody>
          <a:bodyPr/>
          <a:lstStyle/>
          <a:p>
            <a:pPr marL="292608"/>
            <a:r>
              <a:rPr lang="en-US" dirty="0"/>
              <a:t>respectively (that is, no other estimators can have smaller variance).</a:t>
            </a:r>
          </a:p>
          <a:p>
            <a:pPr marL="292608" indent="-292608">
              <a:buFont typeface="Arial" panose="020B0604020202020204" pitchFamily="34" charset="0"/>
              <a:buChar char="•"/>
            </a:pPr>
            <a:r>
              <a:rPr lang="en-US" dirty="0"/>
              <a:t>Similarly, the sample proportion </a:t>
            </a:r>
            <a:r>
              <a:rPr lang="en-US" i="1" dirty="0"/>
              <a:t>p</a:t>
            </a:r>
            <a:r>
              <a:rPr lang="en-US" dirty="0"/>
              <a:t> is an M</a:t>
            </a:r>
            <a:r>
              <a:rPr lang="en-US" sz="100" dirty="0"/>
              <a:t> </a:t>
            </a:r>
            <a:r>
              <a:rPr lang="en-US" dirty="0"/>
              <a:t>V</a:t>
            </a:r>
            <a:r>
              <a:rPr lang="en-US" sz="100" dirty="0"/>
              <a:t> </a:t>
            </a:r>
            <a:r>
              <a:rPr lang="en-US" dirty="0"/>
              <a:t>U</a:t>
            </a:r>
            <a:r>
              <a:rPr lang="en-US" sz="100" dirty="0"/>
              <a:t> </a:t>
            </a:r>
            <a:r>
              <a:rPr lang="en-US" dirty="0"/>
              <a:t>E of the </a:t>
            </a:r>
            <a:r>
              <a:rPr lang="en-IN" dirty="0"/>
              <a:t>population proportion </a:t>
            </a:r>
            <a:r>
              <a:rPr lang="el-GR" i="1" dirty="0"/>
              <a:t>π</a:t>
            </a:r>
            <a:r>
              <a:rPr lang="en-US" dirty="0"/>
              <a:t>.</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13</a:t>
            </a:fld>
            <a:endParaRPr lang="en-US"/>
          </a:p>
        </p:txBody>
      </p:sp>
    </p:spTree>
    <p:extLst>
      <p:ext uri="{BB962C8B-B14F-4D97-AF65-F5344CB8AC3E}">
        <p14:creationId xmlns:p14="http://schemas.microsoft.com/office/powerpoint/2010/main" val="3670859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Consistency</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8.2</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158304" cy="2768844"/>
          </a:xfrm>
        </p:spPr>
        <p:txBody>
          <a:bodyPr/>
          <a:lstStyle/>
          <a:p>
            <a:pPr marL="292608" indent="-292608">
              <a:buFont typeface="Arial" panose="020B0604020202020204" pitchFamily="34" charset="0"/>
              <a:buChar char="•"/>
            </a:pPr>
            <a:r>
              <a:rPr lang="en-US" sz="2200" dirty="0"/>
              <a:t>A </a:t>
            </a:r>
            <a:r>
              <a:rPr lang="en-US" sz="2200" b="1" dirty="0"/>
              <a:t>consistent estimator</a:t>
            </a:r>
            <a:r>
              <a:rPr lang="en-US" sz="2200" dirty="0"/>
              <a:t> converges toward the parameter being estimated as the sample size increases.</a:t>
            </a:r>
          </a:p>
          <a:p>
            <a:pPr marL="292608" indent="-292608">
              <a:buFont typeface="Arial" panose="020B0604020202020204" pitchFamily="34" charset="0"/>
              <a:buChar char="•"/>
            </a:pPr>
            <a:r>
              <a:rPr lang="en-US" sz="2200" dirty="0"/>
              <a:t>That is, the sampling distribution variation decreases around the true parameter value, as illustrated.</a:t>
            </a:r>
          </a:p>
          <a:p>
            <a:pPr marL="292608" indent="-292608">
              <a:buFont typeface="Arial" panose="020B0604020202020204" pitchFamily="34" charset="0"/>
              <a:buChar char="•"/>
            </a:pPr>
            <a:r>
              <a:rPr lang="en-US" sz="2200" dirty="0"/>
              <a:t>The figure illustrates the importance of a large sample because in a large sample your estimated mean is likely to be </a:t>
            </a:r>
            <a:r>
              <a:rPr lang="en-IN" sz="2200" dirty="0"/>
              <a:t>closer to </a:t>
            </a:r>
            <a:r>
              <a:rPr lang="el-GR" sz="2200" i="1" dirty="0"/>
              <a:t>μ</a:t>
            </a:r>
            <a:r>
              <a:rPr lang="en-US" sz="2200" dirty="0"/>
              <a:t>.</a:t>
            </a:r>
            <a:endParaRPr lang="en-IN" sz="2200" dirty="0"/>
          </a:p>
        </p:txBody>
      </p:sp>
      <p:pic>
        <p:nvPicPr>
          <p:cNvPr id="23" name="Picture 22" descr="Three overlapping normal curves of sample size n = 5, n = 20, and n = 80. The curves become more narrow as n increases.">
            <a:extLst>
              <a:ext uri="{FF2B5EF4-FFF2-40B4-BE49-F238E27FC236}">
                <a16:creationId xmlns:a16="http://schemas.microsoft.com/office/drawing/2014/main" id="{AFF1B8E9-12C6-F7D2-507C-9966EAEDA707}"/>
              </a:ext>
            </a:extLst>
          </p:cNvPr>
          <p:cNvPicPr>
            <a:picLocks noChangeAspect="1"/>
          </p:cNvPicPr>
          <p:nvPr/>
        </p:nvPicPr>
        <p:blipFill>
          <a:blip r:embed="rId2"/>
          <a:stretch>
            <a:fillRect/>
          </a:stretch>
        </p:blipFill>
        <p:spPr>
          <a:xfrm>
            <a:off x="2733713" y="4204291"/>
            <a:ext cx="3676574" cy="2370567"/>
          </a:xfrm>
          <a:prstGeom prst="rect">
            <a:avLst/>
          </a:prstGeom>
        </p:spPr>
      </p:pic>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14</a:t>
            </a:fld>
            <a:endParaRPr lang="en-US"/>
          </a:p>
        </p:txBody>
      </p:sp>
    </p:spTree>
    <p:extLst>
      <p:ext uri="{BB962C8B-B14F-4D97-AF65-F5344CB8AC3E}">
        <p14:creationId xmlns:p14="http://schemas.microsoft.com/office/powerpoint/2010/main" val="871805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Central Limit Theorem</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8.3</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4152546" cy="508895"/>
          </a:xfrm>
        </p:spPr>
        <p:txBody>
          <a:bodyPr/>
          <a:lstStyle/>
          <a:p>
            <a:pPr marL="292608" indent="-292608">
              <a:buFont typeface="Arial" panose="020B0604020202020204" pitchFamily="34" charset="0"/>
              <a:buChar char="•"/>
            </a:pPr>
            <a:r>
              <a:rPr lang="en-IN" dirty="0"/>
              <a:t>Consider the sample mean</a:t>
            </a:r>
          </a:p>
        </p:txBody>
      </p:sp>
      <p:graphicFrame>
        <p:nvGraphicFramePr>
          <p:cNvPr id="23" name="Object 22">
            <a:extLst>
              <a:ext uri="{FF2B5EF4-FFF2-40B4-BE49-F238E27FC236}">
                <a16:creationId xmlns:a16="http://schemas.microsoft.com/office/drawing/2014/main" id="{8B3D1959-F74C-64BE-E9A1-19C727F140D2}"/>
              </a:ext>
            </a:extLst>
          </p:cNvPr>
          <p:cNvGraphicFramePr>
            <a:graphicFrameLocks noChangeAspect="1"/>
          </p:cNvGraphicFramePr>
          <p:nvPr>
            <p:extLst>
              <p:ext uri="{D42A27DB-BD31-4B8C-83A1-F6EECF244321}">
                <p14:modId xmlns:p14="http://schemas.microsoft.com/office/powerpoint/2010/main" val="1912064825"/>
              </p:ext>
            </p:extLst>
          </p:nvPr>
        </p:nvGraphicFramePr>
        <p:xfrm>
          <a:off x="4439836" y="1339746"/>
          <a:ext cx="264329" cy="303421"/>
        </p:xfrm>
        <a:graphic>
          <a:graphicData uri="http://schemas.openxmlformats.org/presentationml/2006/ole">
            <mc:AlternateContent xmlns:mc="http://schemas.openxmlformats.org/markup-compatibility/2006">
              <mc:Choice xmlns:v="urn:schemas-microsoft-com:vml" Requires="v">
                <p:oleObj name="Equation" r:id="rId3" imgW="342720" imgH="393480" progId="Equation.DSMT4">
                  <p:embed/>
                </p:oleObj>
              </mc:Choice>
              <mc:Fallback>
                <p:oleObj name="Equation" r:id="rId3" imgW="342720" imgH="393480" progId="Equation.DSMT4">
                  <p:embed/>
                  <p:pic>
                    <p:nvPicPr>
                      <p:cNvPr id="24" name="Object 23">
                        <a:extLst>
                          <a:ext uri="{FF2B5EF4-FFF2-40B4-BE49-F238E27FC236}">
                            <a16:creationId xmlns:a16="http://schemas.microsoft.com/office/drawing/2014/main" id="{204CEAA3-DA97-3275-2B81-211BA763670D}"/>
                          </a:ext>
                        </a:extLst>
                      </p:cNvPr>
                      <p:cNvPicPr>
                        <a:picLocks noChangeAspect="1" noChangeArrowheads="1"/>
                      </p:cNvPicPr>
                      <p:nvPr/>
                    </p:nvPicPr>
                    <p:blipFill>
                      <a:blip r:embed="rId4"/>
                      <a:srcRect/>
                      <a:stretch>
                        <a:fillRect/>
                      </a:stretch>
                    </p:blipFill>
                    <p:spPr bwMode="auto">
                      <a:xfrm>
                        <a:off x="4439836" y="1339746"/>
                        <a:ext cx="264329" cy="3034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4806710" y="1265584"/>
            <a:ext cx="2979830" cy="522475"/>
          </a:xfrm>
        </p:spPr>
        <p:txBody>
          <a:bodyPr lIns="0"/>
          <a:lstStyle/>
          <a:p>
            <a:r>
              <a:rPr lang="en-IN" dirty="0"/>
              <a:t>used to estimate the</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1" y="1853809"/>
            <a:ext cx="3552091" cy="472932"/>
          </a:xfrm>
        </p:spPr>
        <p:txBody>
          <a:bodyPr tIns="0"/>
          <a:lstStyle/>
          <a:p>
            <a:pPr marL="292608"/>
            <a:r>
              <a:rPr lang="en-IN" dirty="0"/>
              <a:t>population mean </a:t>
            </a:r>
            <a:r>
              <a:rPr lang="el-GR" sz="2400" i="1" dirty="0"/>
              <a:t>μ</a:t>
            </a:r>
            <a:r>
              <a:rPr lang="en-US" sz="2400" dirty="0"/>
              <a:t>.</a:t>
            </a:r>
            <a:endParaRPr lang="en-IN"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2435389"/>
            <a:ext cx="8438961" cy="530308"/>
          </a:xfrm>
        </p:spPr>
        <p:txBody>
          <a:bodyPr/>
          <a:lstStyle/>
          <a:p>
            <a:pPr marL="292608" indent="-292608">
              <a:buFont typeface="Arial" panose="020B0604020202020204" pitchFamily="34" charset="0"/>
              <a:buChar char="•"/>
            </a:pPr>
            <a:r>
              <a:rPr lang="en-US" dirty="0"/>
              <a:t>Our objective is to use the sampling distribution of</a:t>
            </a:r>
            <a:endParaRPr lang="en-IN" dirty="0"/>
          </a:p>
        </p:txBody>
      </p:sp>
      <p:graphicFrame>
        <p:nvGraphicFramePr>
          <p:cNvPr id="25" name="Object 24">
            <a:extLst>
              <a:ext uri="{FF2B5EF4-FFF2-40B4-BE49-F238E27FC236}">
                <a16:creationId xmlns:a16="http://schemas.microsoft.com/office/drawing/2014/main" id="{3BCA34FC-F992-283F-702A-0FD09F9D9486}"/>
              </a:ext>
            </a:extLst>
          </p:cNvPr>
          <p:cNvGraphicFramePr>
            <a:graphicFrameLocks noChangeAspect="1"/>
          </p:cNvGraphicFramePr>
          <p:nvPr>
            <p:extLst>
              <p:ext uri="{D42A27DB-BD31-4B8C-83A1-F6EECF244321}">
                <p14:modId xmlns:p14="http://schemas.microsoft.com/office/powerpoint/2010/main" val="641263817"/>
              </p:ext>
            </p:extLst>
          </p:nvPr>
        </p:nvGraphicFramePr>
        <p:xfrm>
          <a:off x="784469" y="3114197"/>
          <a:ext cx="280988" cy="319087"/>
        </p:xfrm>
        <a:graphic>
          <a:graphicData uri="http://schemas.openxmlformats.org/presentationml/2006/ole">
            <mc:AlternateContent xmlns:mc="http://schemas.openxmlformats.org/markup-compatibility/2006">
              <mc:Choice xmlns:v="urn:schemas-microsoft-com:vml" Requires="v">
                <p:oleObj name="Equation" r:id="rId5" imgW="342720" imgH="393480" progId="Equation.DSMT4">
                  <p:embed/>
                </p:oleObj>
              </mc:Choice>
              <mc:Fallback>
                <p:oleObj name="Equation" r:id="rId5" imgW="342720" imgH="393480" progId="Equation.DSMT4">
                  <p:embed/>
                  <p:pic>
                    <p:nvPicPr>
                      <p:cNvPr id="23" name="Object 22">
                        <a:extLst>
                          <a:ext uri="{FF2B5EF4-FFF2-40B4-BE49-F238E27FC236}">
                            <a16:creationId xmlns:a16="http://schemas.microsoft.com/office/drawing/2014/main" id="{8B3D1959-F74C-64BE-E9A1-19C727F140D2}"/>
                          </a:ext>
                        </a:extLst>
                      </p:cNvPr>
                      <p:cNvPicPr>
                        <a:picLocks noChangeAspect="1" noChangeArrowheads="1"/>
                      </p:cNvPicPr>
                      <p:nvPr/>
                    </p:nvPicPr>
                    <p:blipFill>
                      <a:blip r:embed="rId6"/>
                      <a:srcRect/>
                      <a:stretch>
                        <a:fillRect/>
                      </a:stretch>
                    </p:blipFill>
                    <p:spPr bwMode="auto">
                      <a:xfrm>
                        <a:off x="784469" y="3114197"/>
                        <a:ext cx="280988"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1126698" y="3040190"/>
            <a:ext cx="7551725" cy="557466"/>
          </a:xfrm>
        </p:spPr>
        <p:txBody>
          <a:bodyPr/>
          <a:lstStyle/>
          <a:p>
            <a:r>
              <a:rPr lang="en-US" dirty="0"/>
              <a:t>​to say something about the population that we</a:t>
            </a:r>
            <a:endParaRPr lang="en-IN" dirty="0"/>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342901" y="3627707"/>
            <a:ext cx="2581368" cy="548411"/>
          </a:xfrm>
        </p:spPr>
        <p:txBody>
          <a:bodyPr/>
          <a:lstStyle/>
          <a:p>
            <a:pPr marL="292608"/>
            <a:r>
              <a:rPr lang="en-IN" dirty="0"/>
              <a:t>are studying.</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15</a:t>
            </a:fld>
            <a:endParaRPr lang="en-US"/>
          </a:p>
        </p:txBody>
      </p:sp>
    </p:spTree>
    <p:extLst>
      <p:ext uri="{BB962C8B-B14F-4D97-AF65-F5344CB8AC3E}">
        <p14:creationId xmlns:p14="http://schemas.microsoft.com/office/powerpoint/2010/main" val="1183890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03985" cy="903231"/>
          </a:xfrm>
        </p:spPr>
        <p:txBody>
          <a:bodyPr>
            <a:normAutofit/>
          </a:bodyPr>
          <a:lstStyle/>
          <a:p>
            <a:r>
              <a:rPr lang="en-US" sz="3600" dirty="0"/>
              <a:t>Standard Error of the Mean </a:t>
            </a:r>
            <a:r>
              <a:rPr lang="en-US" sz="1000" b="0" dirty="0"/>
              <a:t>1</a:t>
            </a:r>
            <a:endParaRPr lang="en-IN" sz="1000" b="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8.4</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7959128" cy="825767"/>
          </a:xfrm>
        </p:spPr>
        <p:txBody>
          <a:bodyPr/>
          <a:lstStyle/>
          <a:p>
            <a:pPr marL="292608" indent="-292608">
              <a:buFont typeface="Arial" panose="020B0604020202020204" pitchFamily="34" charset="0"/>
              <a:buChar char="•"/>
            </a:pPr>
            <a:r>
              <a:rPr lang="en-US" dirty="0"/>
              <a:t>To describe the sampling distribution, we need to know the mean, variance, and shape of the distribution.</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2261212"/>
            <a:ext cx="417591" cy="459117"/>
          </a:xfrm>
        </p:spPr>
        <p:txBody>
          <a:bodyPr/>
          <a:lstStyle/>
          <a:p>
            <a:pPr marL="292608" indent="-292608">
              <a:buFont typeface="Arial" panose="020B0604020202020204" pitchFamily="34" charset="0"/>
              <a:buChar char="•"/>
            </a:pPr>
            <a:r>
              <a:rPr lang="en-IN" dirty="0"/>
              <a:t> </a:t>
            </a:r>
            <a:endParaRPr lang="en-IN" sz="100" dirty="0"/>
          </a:p>
        </p:txBody>
      </p:sp>
      <p:graphicFrame>
        <p:nvGraphicFramePr>
          <p:cNvPr id="23" name="Object 22">
            <a:extLst>
              <a:ext uri="{FF2B5EF4-FFF2-40B4-BE49-F238E27FC236}">
                <a16:creationId xmlns:a16="http://schemas.microsoft.com/office/drawing/2014/main" id="{4D6EA134-4E25-CA2C-126E-329F7262203E}"/>
              </a:ext>
            </a:extLst>
          </p:cNvPr>
          <p:cNvGraphicFramePr>
            <a:graphicFrameLocks noChangeAspect="1"/>
          </p:cNvGraphicFramePr>
          <p:nvPr>
            <p:extLst>
              <p:ext uri="{D42A27DB-BD31-4B8C-83A1-F6EECF244321}">
                <p14:modId xmlns:p14="http://schemas.microsoft.com/office/powerpoint/2010/main" val="1175889789"/>
              </p:ext>
            </p:extLst>
          </p:nvPr>
        </p:nvGraphicFramePr>
        <p:xfrm>
          <a:off x="714375" y="2287588"/>
          <a:ext cx="311150" cy="352425"/>
        </p:xfrm>
        <a:graphic>
          <a:graphicData uri="http://schemas.openxmlformats.org/presentationml/2006/ole">
            <mc:AlternateContent xmlns:mc="http://schemas.openxmlformats.org/markup-compatibility/2006">
              <mc:Choice xmlns:v="urn:schemas-microsoft-com:vml" Requires="v">
                <p:oleObj name="Equation" r:id="rId3" imgW="342720" imgH="393480" progId="Equation.DSMT4">
                  <p:embed/>
                </p:oleObj>
              </mc:Choice>
              <mc:Fallback>
                <p:oleObj name="Equation" r:id="rId3" imgW="342720" imgH="393480" progId="Equation.DSMT4">
                  <p:embed/>
                  <p:pic>
                    <p:nvPicPr>
                      <p:cNvPr id="23" name="Object 22">
                        <a:extLst>
                          <a:ext uri="{FF2B5EF4-FFF2-40B4-BE49-F238E27FC236}">
                            <a16:creationId xmlns:a16="http://schemas.microsoft.com/office/drawing/2014/main" id="{8B3D1959-F74C-64BE-E9A1-19C727F140D2}"/>
                          </a:ext>
                        </a:extLst>
                      </p:cNvPr>
                      <p:cNvPicPr>
                        <a:picLocks noChangeAspect="1" noChangeArrowheads="1"/>
                      </p:cNvPicPr>
                      <p:nvPr/>
                    </p:nvPicPr>
                    <p:blipFill>
                      <a:blip r:embed="rId4"/>
                      <a:srcRect/>
                      <a:stretch>
                        <a:fillRect/>
                      </a:stretch>
                    </p:blipFill>
                    <p:spPr bwMode="auto">
                      <a:xfrm>
                        <a:off x="714375" y="2287588"/>
                        <a:ext cx="31115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1076819" y="2261212"/>
            <a:ext cx="7271065" cy="445774"/>
          </a:xfrm>
        </p:spPr>
        <p:txBody>
          <a:bodyPr/>
          <a:lstStyle/>
          <a:p>
            <a:r>
              <a:rPr lang="en-US" dirty="0"/>
              <a:t>is a </a:t>
            </a:r>
            <a:r>
              <a:rPr lang="en-US" i="1" dirty="0"/>
              <a:t>random variable</a:t>
            </a:r>
            <a:r>
              <a:rPr lang="en-US" dirty="0"/>
              <a:t> whose value will change</a:t>
            </a:r>
            <a:endParaRPr lang="en-IN"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2748926"/>
            <a:ext cx="8103985" cy="468150"/>
          </a:xfrm>
        </p:spPr>
        <p:txBody>
          <a:bodyPr/>
          <a:lstStyle/>
          <a:p>
            <a:pPr marL="292608"/>
            <a:r>
              <a:rPr lang="en-US" dirty="0"/>
              <a:t>whenever we take a different sample.</a:t>
            </a:r>
            <a:endParaRPr lang="en-IN" dirty="0"/>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900" y="3307144"/>
            <a:ext cx="8103985" cy="2441806"/>
          </a:xfrm>
        </p:spPr>
        <p:txBody>
          <a:bodyPr/>
          <a:lstStyle/>
          <a:p>
            <a:pPr marL="292608" indent="-292608">
              <a:buFont typeface="Arial" panose="020B0604020202020204" pitchFamily="34" charset="0"/>
              <a:buChar char="•"/>
            </a:pPr>
            <a:r>
              <a:rPr lang="en-US" dirty="0"/>
              <a:t>As long as our samples are </a:t>
            </a:r>
            <a:r>
              <a:rPr lang="en-US" i="1" dirty="0"/>
              <a:t>random samples</a:t>
            </a:r>
            <a:r>
              <a:rPr lang="en-US" dirty="0"/>
              <a:t>, the only type of error we will have in our estimating process is </a:t>
            </a:r>
            <a:r>
              <a:rPr lang="en-US" i="1" dirty="0"/>
              <a:t>sampling error</a:t>
            </a:r>
            <a:r>
              <a:rPr lang="en-US" dirty="0"/>
              <a:t>.</a:t>
            </a:r>
          </a:p>
          <a:p>
            <a:pPr marL="292608" indent="-292608">
              <a:buFont typeface="Arial" panose="020B0604020202020204" pitchFamily="34" charset="0"/>
              <a:buChar char="•"/>
            </a:pPr>
            <a:r>
              <a:rPr lang="en-US" dirty="0"/>
              <a:t>The sampling error of the sample mean is described by its standard deviation. This value has a special name, the </a:t>
            </a:r>
            <a:r>
              <a:rPr lang="en-US" b="1" dirty="0"/>
              <a:t>standard error of the mean</a:t>
            </a:r>
            <a:r>
              <a:rPr lang="en-US" dirty="0"/>
              <a:t>.</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16</a:t>
            </a:fld>
            <a:endParaRPr lang="en-US"/>
          </a:p>
        </p:txBody>
      </p:sp>
    </p:spTree>
    <p:extLst>
      <p:ext uri="{BB962C8B-B14F-4D97-AF65-F5344CB8AC3E}">
        <p14:creationId xmlns:p14="http://schemas.microsoft.com/office/powerpoint/2010/main" val="1832042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7535008" cy="903231"/>
          </a:xfrm>
        </p:spPr>
        <p:txBody>
          <a:bodyPr>
            <a:normAutofit/>
          </a:bodyPr>
          <a:lstStyle/>
          <a:p>
            <a:r>
              <a:rPr lang="en-US" sz="3600" dirty="0"/>
              <a:t>Standard Error of the Mean </a:t>
            </a:r>
            <a:r>
              <a:rPr lang="en-US"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06507" y="663792"/>
            <a:ext cx="1389185" cy="446582"/>
          </a:xfrm>
        </p:spPr>
        <p:txBody>
          <a:bodyPr rIns="0"/>
          <a:lstStyle/>
          <a:p>
            <a:r>
              <a:rPr lang="en-IN" b="1" dirty="0"/>
              <a:t>L</a:t>
            </a:r>
            <a:r>
              <a:rPr lang="en-IN" sz="100" b="1" dirty="0"/>
              <a:t> </a:t>
            </a:r>
            <a:r>
              <a:rPr lang="en-IN" b="1" dirty="0"/>
              <a:t>O 8.4</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344978"/>
            <a:ext cx="8053754" cy="820274"/>
          </a:xfrm>
        </p:spPr>
        <p:txBody>
          <a:bodyPr/>
          <a:lstStyle/>
          <a:p>
            <a:pPr marL="292608" indent="-292608">
              <a:buFont typeface="Arial" panose="020B0604020202020204" pitchFamily="34" charset="0"/>
              <a:buChar char="•"/>
            </a:pPr>
            <a:r>
              <a:rPr lang="en-US" dirty="0"/>
              <a:t>Standard error of the mean decreases as the sample size increases.</a:t>
            </a:r>
            <a:endParaRPr lang="en-IN" dirty="0"/>
          </a:p>
        </p:txBody>
      </p:sp>
      <p:graphicFrame>
        <p:nvGraphicFramePr>
          <p:cNvPr id="23" name="Object 22">
            <a:extLst>
              <a:ext uri="{FF2B5EF4-FFF2-40B4-BE49-F238E27FC236}">
                <a16:creationId xmlns:a16="http://schemas.microsoft.com/office/drawing/2014/main" id="{B4DCA335-E058-8B8B-3D74-8C614B71D5AC}"/>
              </a:ext>
            </a:extLst>
          </p:cNvPr>
          <p:cNvGraphicFramePr>
            <a:graphicFrameLocks noChangeAspect="1"/>
          </p:cNvGraphicFramePr>
          <p:nvPr>
            <p:extLst>
              <p:ext uri="{D42A27DB-BD31-4B8C-83A1-F6EECF244321}">
                <p14:modId xmlns:p14="http://schemas.microsoft.com/office/powerpoint/2010/main" val="411044960"/>
              </p:ext>
            </p:extLst>
          </p:nvPr>
        </p:nvGraphicFramePr>
        <p:xfrm>
          <a:off x="2359025" y="2362677"/>
          <a:ext cx="1117600" cy="763588"/>
        </p:xfrm>
        <a:graphic>
          <a:graphicData uri="http://schemas.openxmlformats.org/presentationml/2006/ole">
            <mc:AlternateContent xmlns:mc="http://schemas.openxmlformats.org/markup-compatibility/2006">
              <mc:Choice xmlns:v="urn:schemas-microsoft-com:vml" Requires="v">
                <p:oleObj name="Equation" r:id="rId2" imgW="1117440" imgH="774360" progId="Equation.DSMT4">
                  <p:embed/>
                </p:oleObj>
              </mc:Choice>
              <mc:Fallback>
                <p:oleObj name="Equation" r:id="rId2" imgW="1117440" imgH="774360" progId="Equation.DSMT4">
                  <p:embed/>
                  <p:pic>
                    <p:nvPicPr>
                      <p:cNvPr id="23" name="Object 22">
                        <a:extLst>
                          <a:ext uri="{FF2B5EF4-FFF2-40B4-BE49-F238E27FC236}">
                            <a16:creationId xmlns:a16="http://schemas.microsoft.com/office/drawing/2014/main" id="{4D6EA134-4E25-CA2C-126E-329F7262203E}"/>
                          </a:ext>
                        </a:extLst>
                      </p:cNvPr>
                      <p:cNvPicPr>
                        <a:picLocks noChangeAspect="1" noChangeArrowheads="1"/>
                      </p:cNvPicPr>
                      <p:nvPr/>
                    </p:nvPicPr>
                    <p:blipFill>
                      <a:blip r:embed="rId3"/>
                      <a:srcRect/>
                      <a:stretch>
                        <a:fillRect/>
                      </a:stretch>
                    </p:blipFill>
                    <p:spPr bwMode="auto">
                      <a:xfrm>
                        <a:off x="2359025" y="2362677"/>
                        <a:ext cx="1117600" cy="763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BE365A89-DDAA-4DD3-8E51-6F61148F941E}"/>
              </a:ext>
            </a:extLst>
          </p:cNvPr>
          <p:cNvSpPr>
            <a:spLocks noGrp="1"/>
          </p:cNvSpPr>
          <p:nvPr>
            <p:ph sz="quarter" idx="16"/>
          </p:nvPr>
        </p:nvSpPr>
        <p:spPr>
          <a:xfrm>
            <a:off x="3705225" y="2520008"/>
            <a:ext cx="4020771" cy="448925"/>
          </a:xfrm>
        </p:spPr>
        <p:txBody>
          <a:bodyPr/>
          <a:lstStyle/>
          <a:p>
            <a:r>
              <a:rPr lang="en-US" dirty="0"/>
              <a:t>(standard error of the mean)</a:t>
            </a:r>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899" y="3247393"/>
            <a:ext cx="8458200" cy="1578310"/>
          </a:xfrm>
        </p:spPr>
        <p:txBody>
          <a:bodyPr/>
          <a:lstStyle/>
          <a:p>
            <a:pPr marL="292608" indent="-292608">
              <a:buFont typeface="Arial" panose="020B0604020202020204" pitchFamily="34" charset="0"/>
              <a:buChar char="•"/>
            </a:pPr>
            <a:r>
              <a:rPr lang="en-US" dirty="0"/>
              <a:t>If the average spending by a salon customer for a facial </a:t>
            </a:r>
            <a:r>
              <a:rPr lang="en-IN" dirty="0"/>
              <a:t>treatment is </a:t>
            </a:r>
            <a:r>
              <a:rPr lang="el-GR" i="1" dirty="0"/>
              <a:t>μ</a:t>
            </a:r>
            <a:r>
              <a:rPr lang="en-US" dirty="0"/>
              <a:t> = $80.00 </a:t>
            </a:r>
            <a:r>
              <a:rPr lang="en-IN" dirty="0"/>
              <a:t>with standard deviation </a:t>
            </a:r>
            <a:r>
              <a:rPr lang="el-GR" i="1" dirty="0"/>
              <a:t>σ</a:t>
            </a:r>
            <a:r>
              <a:rPr lang="en-US" dirty="0"/>
              <a:t> = $10.00, then the standard error of the mean for a random sample of 20 facial treatments is much smaller than $10:</a:t>
            </a:r>
            <a:endParaRPr lang="en-IN" dirty="0"/>
          </a:p>
        </p:txBody>
      </p:sp>
      <p:graphicFrame>
        <p:nvGraphicFramePr>
          <p:cNvPr id="26" name="Object 25">
            <a:extLst>
              <a:ext uri="{FF2B5EF4-FFF2-40B4-BE49-F238E27FC236}">
                <a16:creationId xmlns:a16="http://schemas.microsoft.com/office/drawing/2014/main" id="{E9C19D76-B148-69A1-482C-35F5DBC65F72}"/>
              </a:ext>
            </a:extLst>
          </p:cNvPr>
          <p:cNvGraphicFramePr>
            <a:graphicFrameLocks noChangeAspect="1"/>
          </p:cNvGraphicFramePr>
          <p:nvPr>
            <p:extLst>
              <p:ext uri="{D42A27DB-BD31-4B8C-83A1-F6EECF244321}">
                <p14:modId xmlns:p14="http://schemas.microsoft.com/office/powerpoint/2010/main" val="1965515033"/>
              </p:ext>
            </p:extLst>
          </p:nvPr>
        </p:nvGraphicFramePr>
        <p:xfrm>
          <a:off x="2359025" y="5067959"/>
          <a:ext cx="2692400" cy="763587"/>
        </p:xfrm>
        <a:graphic>
          <a:graphicData uri="http://schemas.openxmlformats.org/presentationml/2006/ole">
            <mc:AlternateContent xmlns:mc="http://schemas.openxmlformats.org/markup-compatibility/2006">
              <mc:Choice xmlns:v="urn:schemas-microsoft-com:vml" Requires="v">
                <p:oleObj name="Equation" r:id="rId4" imgW="2692080" imgH="774360" progId="Equation.DSMT4">
                  <p:embed/>
                </p:oleObj>
              </mc:Choice>
              <mc:Fallback>
                <p:oleObj name="Equation" r:id="rId4" imgW="2692080" imgH="774360" progId="Equation.DSMT4">
                  <p:embed/>
                  <p:pic>
                    <p:nvPicPr>
                      <p:cNvPr id="23" name="Object 22">
                        <a:extLst>
                          <a:ext uri="{FF2B5EF4-FFF2-40B4-BE49-F238E27FC236}">
                            <a16:creationId xmlns:a16="http://schemas.microsoft.com/office/drawing/2014/main" id="{B4DCA335-E058-8B8B-3D74-8C614B71D5AC}"/>
                          </a:ext>
                        </a:extLst>
                      </p:cNvPr>
                      <p:cNvPicPr>
                        <a:picLocks noChangeAspect="1" noChangeArrowheads="1"/>
                      </p:cNvPicPr>
                      <p:nvPr/>
                    </p:nvPicPr>
                    <p:blipFill>
                      <a:blip r:embed="rId5"/>
                      <a:srcRect/>
                      <a:stretch>
                        <a:fillRect/>
                      </a:stretch>
                    </p:blipFill>
                    <p:spPr bwMode="auto">
                      <a:xfrm>
                        <a:off x="2359025" y="5067959"/>
                        <a:ext cx="2692400"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749380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US" sz="3600" dirty="0"/>
              <a:t>Standard Error of the Mean </a:t>
            </a:r>
            <a:r>
              <a:rPr lang="en-US" sz="1000" b="0" dirty="0"/>
              <a:t>3</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8.4</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13860" cy="799404"/>
          </a:xfrm>
        </p:spPr>
        <p:txBody>
          <a:bodyPr/>
          <a:lstStyle/>
          <a:p>
            <a:pPr marL="292608" indent="-292608">
              <a:buFont typeface="Arial" panose="020B0604020202020204" pitchFamily="34" charset="0"/>
              <a:buChar char="•"/>
            </a:pPr>
            <a:r>
              <a:rPr lang="en-US" dirty="0"/>
              <a:t>If the population is normal, the sample mean has a </a:t>
            </a:r>
            <a:r>
              <a:rPr lang="en-IN" dirty="0"/>
              <a:t>normal distribution </a:t>
            </a:r>
            <a:r>
              <a:rPr lang="en-IN" dirty="0" err="1"/>
              <a:t>centered</a:t>
            </a:r>
            <a:r>
              <a:rPr lang="en-IN" dirty="0"/>
              <a:t> at </a:t>
            </a:r>
            <a:r>
              <a:rPr lang="el-GR" sz="2400" i="1" dirty="0"/>
              <a:t>μ</a:t>
            </a:r>
            <a:r>
              <a:rPr lang="en-US" sz="2400" dirty="0"/>
              <a:t>, </a:t>
            </a:r>
            <a:r>
              <a:rPr lang="en-IN" dirty="0"/>
              <a:t>with a standard error</a:t>
            </a:r>
          </a:p>
        </p:txBody>
      </p:sp>
      <p:graphicFrame>
        <p:nvGraphicFramePr>
          <p:cNvPr id="24" name="Object 23">
            <a:extLst>
              <a:ext uri="{FF2B5EF4-FFF2-40B4-BE49-F238E27FC236}">
                <a16:creationId xmlns:a16="http://schemas.microsoft.com/office/drawing/2014/main" id="{37EAF1C8-307E-F7B3-A546-527483B1464D}"/>
              </a:ext>
            </a:extLst>
          </p:cNvPr>
          <p:cNvGraphicFramePr>
            <a:graphicFrameLocks noChangeAspect="1"/>
          </p:cNvGraphicFramePr>
          <p:nvPr>
            <p:extLst>
              <p:ext uri="{D42A27DB-BD31-4B8C-83A1-F6EECF244321}">
                <p14:modId xmlns:p14="http://schemas.microsoft.com/office/powerpoint/2010/main" val="3605032475"/>
              </p:ext>
            </p:extLst>
          </p:nvPr>
        </p:nvGraphicFramePr>
        <p:xfrm>
          <a:off x="715539" y="2104502"/>
          <a:ext cx="800100" cy="390525"/>
        </p:xfrm>
        <a:graphic>
          <a:graphicData uri="http://schemas.openxmlformats.org/presentationml/2006/ole">
            <mc:AlternateContent xmlns:mc="http://schemas.openxmlformats.org/markup-compatibility/2006">
              <mc:Choice xmlns:v="urn:schemas-microsoft-com:vml" Requires="v">
                <p:oleObj name="Equation" r:id="rId2" imgW="799920" imgH="393480" progId="Equation.DSMT4">
                  <p:embed/>
                </p:oleObj>
              </mc:Choice>
              <mc:Fallback>
                <p:oleObj name="Equation" r:id="rId2" imgW="799920" imgH="393480" progId="Equation.DSMT4">
                  <p:embed/>
                  <p:pic>
                    <p:nvPicPr>
                      <p:cNvPr id="23" name="Object 22">
                        <a:extLst>
                          <a:ext uri="{FF2B5EF4-FFF2-40B4-BE49-F238E27FC236}">
                            <a16:creationId xmlns:a16="http://schemas.microsoft.com/office/drawing/2014/main" id="{037B8629-AC2F-8C67-BBF9-6174E3A4FCA9}"/>
                          </a:ext>
                        </a:extLst>
                      </p:cNvPr>
                      <p:cNvPicPr>
                        <a:picLocks noChangeAspect="1" noChangeArrowheads="1"/>
                      </p:cNvPicPr>
                      <p:nvPr/>
                    </p:nvPicPr>
                    <p:blipFill>
                      <a:blip r:embed="rId3"/>
                      <a:srcRect/>
                      <a:stretch>
                        <a:fillRect/>
                      </a:stretch>
                    </p:blipFill>
                    <p:spPr bwMode="auto">
                      <a:xfrm>
                        <a:off x="715539" y="2104502"/>
                        <a:ext cx="8001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1515639" y="2104502"/>
            <a:ext cx="6863660" cy="431955"/>
          </a:xfrm>
        </p:spPr>
        <p:txBody>
          <a:bodyPr/>
          <a:lstStyle/>
          <a:p>
            <a:r>
              <a:rPr lang="en-US" dirty="0"/>
              <a:t>As the sample size </a:t>
            </a:r>
            <a:r>
              <a:rPr lang="en-US" i="1" dirty="0"/>
              <a:t>n</a:t>
            </a:r>
            <a:r>
              <a:rPr lang="en-US" dirty="0"/>
              <a:t> increases, the distribution</a:t>
            </a:r>
            <a:endParaRPr lang="en-IN" dirty="0"/>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900" y="2563201"/>
            <a:ext cx="8131144" cy="447659"/>
          </a:xfrm>
        </p:spPr>
        <p:txBody>
          <a:bodyPr/>
          <a:lstStyle/>
          <a:p>
            <a:pPr marL="292608"/>
            <a:r>
              <a:rPr lang="en-US" dirty="0"/>
              <a:t>of the sample means converges to the population mean</a:t>
            </a:r>
            <a:endParaRPr lang="en-IN" dirty="0"/>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715539" y="3051056"/>
            <a:ext cx="5142053" cy="445883"/>
          </a:xfrm>
        </p:spPr>
        <p:txBody>
          <a:bodyPr lIns="0"/>
          <a:lstStyle/>
          <a:p>
            <a:r>
              <a:rPr lang="el-GR" sz="2400" i="1" dirty="0"/>
              <a:t>μ </a:t>
            </a:r>
            <a:r>
              <a:rPr lang="en-US" dirty="0"/>
              <a:t>as the standard error of the mean,</a:t>
            </a:r>
            <a:endParaRPr lang="en-IN" dirty="0"/>
          </a:p>
        </p:txBody>
      </p:sp>
      <p:graphicFrame>
        <p:nvGraphicFramePr>
          <p:cNvPr id="26" name="Object 25">
            <a:extLst>
              <a:ext uri="{FF2B5EF4-FFF2-40B4-BE49-F238E27FC236}">
                <a16:creationId xmlns:a16="http://schemas.microsoft.com/office/drawing/2014/main" id="{E6DDBE9D-A6F8-F92E-657E-A2F12EBE92C2}"/>
              </a:ext>
            </a:extLst>
          </p:cNvPr>
          <p:cNvGraphicFramePr>
            <a:graphicFrameLocks noChangeAspect="1"/>
          </p:cNvGraphicFramePr>
          <p:nvPr>
            <p:extLst>
              <p:ext uri="{D42A27DB-BD31-4B8C-83A1-F6EECF244321}">
                <p14:modId xmlns:p14="http://schemas.microsoft.com/office/powerpoint/2010/main" val="3186154527"/>
              </p:ext>
            </p:extLst>
          </p:nvPr>
        </p:nvGraphicFramePr>
        <p:xfrm>
          <a:off x="5593963" y="3071529"/>
          <a:ext cx="825500" cy="415925"/>
        </p:xfrm>
        <a:graphic>
          <a:graphicData uri="http://schemas.openxmlformats.org/presentationml/2006/ole">
            <mc:AlternateContent xmlns:mc="http://schemas.openxmlformats.org/markup-compatibility/2006">
              <mc:Choice xmlns:v="urn:schemas-microsoft-com:vml" Requires="v">
                <p:oleObj name="Equation" r:id="rId4" imgW="825480" imgH="419040" progId="Equation.DSMT4">
                  <p:embed/>
                </p:oleObj>
              </mc:Choice>
              <mc:Fallback>
                <p:oleObj name="Equation" r:id="rId4" imgW="825480" imgH="419040" progId="Equation.DSMT4">
                  <p:embed/>
                  <p:pic>
                    <p:nvPicPr>
                      <p:cNvPr id="24" name="Object 23">
                        <a:extLst>
                          <a:ext uri="{FF2B5EF4-FFF2-40B4-BE49-F238E27FC236}">
                            <a16:creationId xmlns:a16="http://schemas.microsoft.com/office/drawing/2014/main" id="{37EAF1C8-307E-F7B3-A546-527483B1464D}"/>
                          </a:ext>
                        </a:extLst>
                      </p:cNvPr>
                      <p:cNvPicPr>
                        <a:picLocks noChangeAspect="1" noChangeArrowheads="1"/>
                      </p:cNvPicPr>
                      <p:nvPr/>
                    </p:nvPicPr>
                    <p:blipFill>
                      <a:blip r:embed="rId5"/>
                      <a:srcRect/>
                      <a:stretch>
                        <a:fillRect/>
                      </a:stretch>
                    </p:blipFill>
                    <p:spPr bwMode="auto">
                      <a:xfrm>
                        <a:off x="5593963" y="3071529"/>
                        <a:ext cx="825500"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6518179" y="3083181"/>
            <a:ext cx="1910282" cy="386688"/>
          </a:xfrm>
        </p:spPr>
        <p:txBody>
          <a:bodyPr lIns="0" tIns="0"/>
          <a:lstStyle/>
          <a:p>
            <a:r>
              <a:rPr lang="en-IN" dirty="0"/>
              <a:t>gets smaller.</a:t>
            </a:r>
          </a:p>
        </p:txBody>
      </p:sp>
      <p:pic>
        <p:nvPicPr>
          <p:cNvPr id="27" name="Picture 26" descr="Two normal curves: The population and distribution of sample means.">
            <a:extLst>
              <a:ext uri="{FF2B5EF4-FFF2-40B4-BE49-F238E27FC236}">
                <a16:creationId xmlns:a16="http://schemas.microsoft.com/office/drawing/2014/main" id="{05E733A6-9004-B9AD-8355-4365FB4AC0B4}"/>
              </a:ext>
            </a:extLst>
          </p:cNvPr>
          <p:cNvPicPr>
            <a:picLocks noChangeAspect="1"/>
          </p:cNvPicPr>
          <p:nvPr/>
        </p:nvPicPr>
        <p:blipFill>
          <a:blip r:embed="rId6"/>
          <a:stretch>
            <a:fillRect/>
          </a:stretch>
        </p:blipFill>
        <p:spPr>
          <a:xfrm>
            <a:off x="2649654" y="3839134"/>
            <a:ext cx="3868525" cy="2133785"/>
          </a:xfrm>
          <a:prstGeom prst="rect">
            <a:avLst/>
          </a:prstGeom>
        </p:spPr>
      </p:pic>
      <p:sp>
        <p:nvSpPr>
          <p:cNvPr id="11" name="Text Placeholder 14">
            <a:extLst>
              <a:ext uri="{FF2B5EF4-FFF2-40B4-BE49-F238E27FC236}">
                <a16:creationId xmlns:a16="http://schemas.microsoft.com/office/drawing/2014/main" id="{32360D6D-5903-E320-4185-BE668DF17D62}"/>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343340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Central Limit Theorem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8.3</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838574" cy="2231760"/>
          </a:xfrm>
        </p:spPr>
        <p:txBody>
          <a:bodyPr/>
          <a:lstStyle/>
          <a:p>
            <a:pPr marL="292608" indent="-292608">
              <a:buFont typeface="Arial" panose="020B0604020202020204" pitchFamily="34" charset="0"/>
              <a:buChar char="•"/>
            </a:pPr>
            <a:r>
              <a:rPr lang="en-US" sz="2200" dirty="0"/>
              <a:t>However, the population may not have a normal distribution, or we may simply not know </a:t>
            </a:r>
            <a:r>
              <a:rPr lang="en-US" sz="2200" i="1" dirty="0"/>
              <a:t>what</a:t>
            </a:r>
            <a:r>
              <a:rPr lang="en-US" sz="2200" dirty="0"/>
              <a:t> the population distribution looks like.</a:t>
            </a:r>
          </a:p>
          <a:p>
            <a:pPr marL="292608" indent="-292608">
              <a:buFont typeface="Arial" panose="020B0604020202020204" pitchFamily="34" charset="0"/>
              <a:buChar char="•"/>
            </a:pPr>
            <a:r>
              <a:rPr lang="en-US" sz="2200" dirty="0"/>
              <a:t>What can we do in these circumstances? We can rely on one of the most fundamental laws of statistics, the </a:t>
            </a:r>
            <a:r>
              <a:rPr lang="en-US" sz="2200" i="1" dirty="0"/>
              <a:t>Central Limit Theorem</a:t>
            </a:r>
            <a:r>
              <a:rPr lang="en-US" sz="2200" dirty="0"/>
              <a:t>.</a:t>
            </a:r>
            <a:endParaRPr lang="en-IN" sz="2200"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695485"/>
            <a:ext cx="5078954" cy="445773"/>
          </a:xfrm>
        </p:spPr>
        <p:txBody>
          <a:bodyPr/>
          <a:lstStyle/>
          <a:p>
            <a:r>
              <a:rPr lang="en-IN" sz="2200" b="1" dirty="0">
                <a:solidFill>
                  <a:schemeClr val="tx1"/>
                </a:solidFill>
              </a:rPr>
              <a:t>Central Limit Theorem for a Mean.</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4240785"/>
            <a:ext cx="8438961" cy="778053"/>
          </a:xfrm>
        </p:spPr>
        <p:txBody>
          <a:bodyPr/>
          <a:lstStyle/>
          <a:p>
            <a:r>
              <a:rPr lang="en-IN" sz="2200" dirty="0"/>
              <a:t>If a random sample of size </a:t>
            </a:r>
            <a:r>
              <a:rPr lang="en-IN" sz="2200" i="1" dirty="0"/>
              <a:t>n</a:t>
            </a:r>
            <a:r>
              <a:rPr lang="en-IN" sz="2200" dirty="0"/>
              <a:t> is drawn from a population with mean </a:t>
            </a:r>
            <a:r>
              <a:rPr lang="el-GR" sz="2200" i="1" dirty="0"/>
              <a:t>μ</a:t>
            </a:r>
            <a:r>
              <a:rPr lang="en-US" sz="2200" dirty="0"/>
              <a:t> </a:t>
            </a:r>
            <a:r>
              <a:rPr lang="en-IN" sz="2200" dirty="0"/>
              <a:t>and standard deviation </a:t>
            </a:r>
            <a:r>
              <a:rPr lang="el-GR" sz="2200" i="1" dirty="0"/>
              <a:t>σ</a:t>
            </a:r>
            <a:r>
              <a:rPr lang="en-US" sz="2200" dirty="0"/>
              <a:t>, </a:t>
            </a:r>
            <a:r>
              <a:rPr lang="en-IN" sz="2200" dirty="0"/>
              <a:t>the distribution of the sample mean</a:t>
            </a:r>
          </a:p>
        </p:txBody>
      </p:sp>
      <p:graphicFrame>
        <p:nvGraphicFramePr>
          <p:cNvPr id="25" name="Object 24">
            <a:extLst>
              <a:ext uri="{FF2B5EF4-FFF2-40B4-BE49-F238E27FC236}">
                <a16:creationId xmlns:a16="http://schemas.microsoft.com/office/drawing/2014/main" id="{11724F5A-7442-2471-2C01-1C19A0958A68}"/>
              </a:ext>
            </a:extLst>
          </p:cNvPr>
          <p:cNvGraphicFramePr>
            <a:graphicFrameLocks noChangeAspect="1"/>
          </p:cNvGraphicFramePr>
          <p:nvPr>
            <p:extLst>
              <p:ext uri="{D42A27DB-BD31-4B8C-83A1-F6EECF244321}">
                <p14:modId xmlns:p14="http://schemas.microsoft.com/office/powerpoint/2010/main" val="2378969551"/>
              </p:ext>
            </p:extLst>
          </p:nvPr>
        </p:nvGraphicFramePr>
        <p:xfrm>
          <a:off x="393452" y="5097049"/>
          <a:ext cx="279400" cy="290513"/>
        </p:xfrm>
        <a:graphic>
          <a:graphicData uri="http://schemas.openxmlformats.org/presentationml/2006/ole">
            <mc:AlternateContent xmlns:mc="http://schemas.openxmlformats.org/markup-compatibility/2006">
              <mc:Choice xmlns:v="urn:schemas-microsoft-com:vml" Requires="v">
                <p:oleObj name="Equation" r:id="rId2" imgW="279360" imgH="291960" progId="Equation.DSMT4">
                  <p:embed/>
                </p:oleObj>
              </mc:Choice>
              <mc:Fallback>
                <p:oleObj name="Equation" r:id="rId2" imgW="279360" imgH="291960" progId="Equation.DSMT4">
                  <p:embed/>
                  <p:pic>
                    <p:nvPicPr>
                      <p:cNvPr id="24" name="Object 23">
                        <a:extLst>
                          <a:ext uri="{FF2B5EF4-FFF2-40B4-BE49-F238E27FC236}">
                            <a16:creationId xmlns:a16="http://schemas.microsoft.com/office/drawing/2014/main" id="{41BEE5C5-C5EA-4A7B-71A3-1780CE7DADF7}"/>
                          </a:ext>
                        </a:extLst>
                      </p:cNvPr>
                      <p:cNvPicPr>
                        <a:picLocks noChangeAspect="1" noChangeArrowheads="1"/>
                      </p:cNvPicPr>
                      <p:nvPr/>
                    </p:nvPicPr>
                    <p:blipFill>
                      <a:blip r:embed="rId3"/>
                      <a:srcRect/>
                      <a:stretch>
                        <a:fillRect/>
                      </a:stretch>
                    </p:blipFill>
                    <p:spPr bwMode="auto">
                      <a:xfrm>
                        <a:off x="393452" y="5097049"/>
                        <a:ext cx="279400" cy="290513"/>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711897" y="5030265"/>
            <a:ext cx="7950726" cy="405364"/>
          </a:xfrm>
        </p:spPr>
        <p:txBody>
          <a:bodyPr/>
          <a:lstStyle/>
          <a:p>
            <a:r>
              <a:rPr lang="en-IN" sz="2200" dirty="0"/>
              <a:t>approaches a normal distribution with mean </a:t>
            </a:r>
            <a:r>
              <a:rPr lang="el-GR" sz="2200" i="1" dirty="0"/>
              <a:t>μ</a:t>
            </a:r>
            <a:r>
              <a:rPr lang="en-US" sz="2200" i="1" dirty="0"/>
              <a:t> </a:t>
            </a:r>
            <a:r>
              <a:rPr lang="en-IN" sz="2200" dirty="0"/>
              <a:t>and standard</a:t>
            </a:r>
          </a:p>
        </p:txBody>
      </p:sp>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342900" y="5461507"/>
            <a:ext cx="1322937" cy="417051"/>
          </a:xfrm>
        </p:spPr>
        <p:txBody>
          <a:bodyPr/>
          <a:lstStyle/>
          <a:p>
            <a:r>
              <a:rPr lang="en-IN" sz="2200" dirty="0"/>
              <a:t>deviation</a:t>
            </a:r>
          </a:p>
        </p:txBody>
      </p:sp>
      <p:graphicFrame>
        <p:nvGraphicFramePr>
          <p:cNvPr id="27" name="Object 26">
            <a:extLst>
              <a:ext uri="{FF2B5EF4-FFF2-40B4-BE49-F238E27FC236}">
                <a16:creationId xmlns:a16="http://schemas.microsoft.com/office/drawing/2014/main" id="{D6EEA43A-4C8F-E978-EB4E-AE18CD42A4D4}"/>
              </a:ext>
            </a:extLst>
          </p:cNvPr>
          <p:cNvGraphicFramePr>
            <a:graphicFrameLocks noChangeAspect="1"/>
          </p:cNvGraphicFramePr>
          <p:nvPr>
            <p:extLst>
              <p:ext uri="{D42A27DB-BD31-4B8C-83A1-F6EECF244321}">
                <p14:modId xmlns:p14="http://schemas.microsoft.com/office/powerpoint/2010/main" val="310285671"/>
              </p:ext>
            </p:extLst>
          </p:nvPr>
        </p:nvGraphicFramePr>
        <p:xfrm>
          <a:off x="1665837" y="5473745"/>
          <a:ext cx="1270000" cy="404813"/>
        </p:xfrm>
        <a:graphic>
          <a:graphicData uri="http://schemas.openxmlformats.org/presentationml/2006/ole">
            <mc:AlternateContent xmlns:mc="http://schemas.openxmlformats.org/markup-compatibility/2006">
              <mc:Choice xmlns:v="urn:schemas-microsoft-com:vml" Requires="v">
                <p:oleObj name="Equation" r:id="rId4" imgW="1269720" imgH="406080" progId="Equation.DSMT4">
                  <p:embed/>
                </p:oleObj>
              </mc:Choice>
              <mc:Fallback>
                <p:oleObj name="Equation" r:id="rId4" imgW="1269720" imgH="406080" progId="Equation.DSMT4">
                  <p:embed/>
                  <p:pic>
                    <p:nvPicPr>
                      <p:cNvPr id="26" name="Object 25">
                        <a:extLst>
                          <a:ext uri="{FF2B5EF4-FFF2-40B4-BE49-F238E27FC236}">
                            <a16:creationId xmlns:a16="http://schemas.microsoft.com/office/drawing/2014/main" id="{5DFD6A25-85EB-7736-2842-F82E8788317A}"/>
                          </a:ext>
                        </a:extLst>
                      </p:cNvPr>
                      <p:cNvPicPr>
                        <a:picLocks noChangeAspect="1" noChangeArrowheads="1"/>
                      </p:cNvPicPr>
                      <p:nvPr/>
                    </p:nvPicPr>
                    <p:blipFill>
                      <a:blip r:embed="rId5"/>
                      <a:srcRect/>
                      <a:stretch>
                        <a:fillRect/>
                      </a:stretch>
                    </p:blipFill>
                    <p:spPr bwMode="auto">
                      <a:xfrm>
                        <a:off x="1665837" y="5473745"/>
                        <a:ext cx="1270000"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Content Placeholder 11">
            <a:extLst>
              <a:ext uri="{FF2B5EF4-FFF2-40B4-BE49-F238E27FC236}">
                <a16:creationId xmlns:a16="http://schemas.microsoft.com/office/drawing/2014/main" id="{A7E6DC27-5814-3C67-2ABE-FFAE94392D25}"/>
              </a:ext>
            </a:extLst>
          </p:cNvPr>
          <p:cNvSpPr>
            <a:spLocks noGrp="1"/>
          </p:cNvSpPr>
          <p:nvPr>
            <p:ph sz="quarter" idx="22"/>
          </p:nvPr>
        </p:nvSpPr>
        <p:spPr>
          <a:xfrm>
            <a:off x="2988774" y="5522080"/>
            <a:ext cx="3766241" cy="367063"/>
          </a:xfrm>
        </p:spPr>
        <p:txBody>
          <a:bodyPr lIns="0" tIns="0"/>
          <a:lstStyle/>
          <a:p>
            <a:r>
              <a:rPr lang="en-IN" sz="2200" dirty="0"/>
              <a:t>as the sample size increases.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1924195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Central Limit Theorem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8.3</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001000" cy="409307"/>
          </a:xfrm>
        </p:spPr>
        <p:txBody>
          <a:bodyPr/>
          <a:lstStyle/>
          <a:p>
            <a:pPr marL="292608" indent="-292608">
              <a:buFont typeface="Arial" panose="020B0604020202020204" pitchFamily="34" charset="0"/>
              <a:buChar char="•"/>
            </a:pPr>
            <a:r>
              <a:rPr lang="en-US" sz="2000" dirty="0"/>
              <a:t>The </a:t>
            </a:r>
            <a:r>
              <a:rPr lang="en-US" sz="2000" b="1" dirty="0"/>
              <a:t>Central Limit Theorem</a:t>
            </a:r>
            <a:r>
              <a:rPr lang="en-US" sz="2000" dirty="0"/>
              <a:t> (C</a:t>
            </a:r>
            <a:r>
              <a:rPr lang="en-US" sz="100" dirty="0"/>
              <a:t> </a:t>
            </a:r>
            <a:r>
              <a:rPr lang="en-US" sz="2000" dirty="0"/>
              <a:t>L</a:t>
            </a:r>
            <a:r>
              <a:rPr lang="en-US" sz="100" dirty="0"/>
              <a:t> </a:t>
            </a:r>
            <a:r>
              <a:rPr lang="en-US" sz="2000" dirty="0"/>
              <a:t>T) is a powerful result that allows</a:t>
            </a:r>
            <a:endParaRPr lang="en-IN" sz="2000"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1679782"/>
            <a:ext cx="7071888" cy="366419"/>
          </a:xfrm>
        </p:spPr>
        <p:txBody>
          <a:bodyPr/>
          <a:lstStyle/>
          <a:p>
            <a:pPr marL="292608"/>
            <a:r>
              <a:rPr lang="en-US" sz="2000" dirty="0"/>
              <a:t>us to approximate the shape of the sampling distribution of</a:t>
            </a:r>
            <a:endParaRPr lang="en-IN" sz="2000" dirty="0"/>
          </a:p>
        </p:txBody>
      </p:sp>
      <p:graphicFrame>
        <p:nvGraphicFramePr>
          <p:cNvPr id="23" name="Object 22">
            <a:extLst>
              <a:ext uri="{FF2B5EF4-FFF2-40B4-BE49-F238E27FC236}">
                <a16:creationId xmlns:a16="http://schemas.microsoft.com/office/drawing/2014/main" id="{BEAB3C66-FCF6-29CA-96A4-1C791D555294}"/>
              </a:ext>
            </a:extLst>
          </p:cNvPr>
          <p:cNvGraphicFramePr>
            <a:graphicFrameLocks noChangeAspect="1"/>
          </p:cNvGraphicFramePr>
          <p:nvPr>
            <p:extLst>
              <p:ext uri="{D42A27DB-BD31-4B8C-83A1-F6EECF244321}">
                <p14:modId xmlns:p14="http://schemas.microsoft.com/office/powerpoint/2010/main" val="4172417212"/>
              </p:ext>
            </p:extLst>
          </p:nvPr>
        </p:nvGraphicFramePr>
        <p:xfrm>
          <a:off x="7401766" y="1704777"/>
          <a:ext cx="254000" cy="277813"/>
        </p:xfrm>
        <a:graphic>
          <a:graphicData uri="http://schemas.openxmlformats.org/presentationml/2006/ole">
            <mc:AlternateContent xmlns:mc="http://schemas.openxmlformats.org/markup-compatibility/2006">
              <mc:Choice xmlns:v="urn:schemas-microsoft-com:vml" Requires="v">
                <p:oleObj name="Equation" r:id="rId2" imgW="253800" imgH="279360" progId="Equation.DSMT4">
                  <p:embed/>
                </p:oleObj>
              </mc:Choice>
              <mc:Fallback>
                <p:oleObj name="Equation" r:id="rId2" imgW="253800" imgH="279360" progId="Equation.DSMT4">
                  <p:embed/>
                  <p:pic>
                    <p:nvPicPr>
                      <p:cNvPr id="25" name="Object 24">
                        <a:extLst>
                          <a:ext uri="{FF2B5EF4-FFF2-40B4-BE49-F238E27FC236}">
                            <a16:creationId xmlns:a16="http://schemas.microsoft.com/office/drawing/2014/main" id="{11724F5A-7442-2471-2C01-1C19A0958A68}"/>
                          </a:ext>
                        </a:extLst>
                      </p:cNvPr>
                      <p:cNvPicPr>
                        <a:picLocks noChangeAspect="1" noChangeArrowheads="1"/>
                      </p:cNvPicPr>
                      <p:nvPr/>
                    </p:nvPicPr>
                    <p:blipFill>
                      <a:blip r:embed="rId3"/>
                      <a:srcRect/>
                      <a:stretch>
                        <a:fillRect/>
                      </a:stretch>
                    </p:blipFill>
                    <p:spPr bwMode="auto">
                      <a:xfrm>
                        <a:off x="7401766" y="1704777"/>
                        <a:ext cx="254000" cy="277813"/>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899" y="2096741"/>
            <a:ext cx="8176411" cy="356865"/>
          </a:xfrm>
        </p:spPr>
        <p:txBody>
          <a:bodyPr lIns="91440" tIns="0"/>
          <a:lstStyle/>
          <a:p>
            <a:pPr marL="292608"/>
            <a:r>
              <a:rPr lang="en-US" sz="2000" dirty="0"/>
              <a:t>when we don’t know what the population distribution looks like.</a:t>
            </a:r>
            <a:endParaRPr lang="en-IN" sz="2000"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2585765"/>
            <a:ext cx="8191500" cy="972249"/>
          </a:xfrm>
        </p:spPr>
        <p:txBody>
          <a:bodyPr tIns="0"/>
          <a:lstStyle/>
          <a:p>
            <a:pPr marL="292608" indent="-292608">
              <a:buFont typeface="Arial" panose="020B0604020202020204" pitchFamily="34" charset="0"/>
              <a:buChar char="•"/>
            </a:pPr>
            <a:r>
              <a:rPr lang="en-US" sz="2000" dirty="0"/>
              <a:t>Even if your population is </a:t>
            </a:r>
            <a:r>
              <a:rPr lang="en-US" sz="2000" i="1" dirty="0"/>
              <a:t>not </a:t>
            </a:r>
            <a:r>
              <a:rPr lang="en-US" sz="2000" dirty="0"/>
              <a:t>normal, by the C</a:t>
            </a:r>
            <a:r>
              <a:rPr lang="en-US" sz="100" dirty="0"/>
              <a:t> </a:t>
            </a:r>
            <a:r>
              <a:rPr lang="en-US" sz="2000" dirty="0"/>
              <a:t>L</a:t>
            </a:r>
            <a:r>
              <a:rPr lang="en-US" sz="100" dirty="0"/>
              <a:t> </a:t>
            </a:r>
            <a:r>
              <a:rPr lang="en-US" sz="2000" dirty="0"/>
              <a:t>T, if the sample size is large enough, the sample mean will have approximately a normal distribution.</a:t>
            </a:r>
            <a:endParaRPr lang="en-IN" sz="2000" dirty="0"/>
          </a:p>
        </p:txBody>
      </p:sp>
      <p:pic>
        <p:nvPicPr>
          <p:cNvPr id="24" name="Picture 23" descr="A diagram shows the sampling distribution of the x-bar.">
            <a:extLst>
              <a:ext uri="{FF2B5EF4-FFF2-40B4-BE49-F238E27FC236}">
                <a16:creationId xmlns:a16="http://schemas.microsoft.com/office/drawing/2014/main" id="{D3EDA28B-5183-B1C1-F794-AABD459B966B}"/>
              </a:ext>
            </a:extLst>
          </p:cNvPr>
          <p:cNvPicPr>
            <a:picLocks noChangeAspect="1"/>
          </p:cNvPicPr>
          <p:nvPr/>
        </p:nvPicPr>
        <p:blipFill>
          <a:blip r:embed="rId4"/>
          <a:stretch>
            <a:fillRect/>
          </a:stretch>
        </p:blipFill>
        <p:spPr>
          <a:xfrm>
            <a:off x="2687687" y="3697605"/>
            <a:ext cx="3931587" cy="2411244"/>
          </a:xfrm>
          <a:prstGeom prst="rect">
            <a:avLst/>
          </a:prstGeom>
        </p:spPr>
      </p:pic>
      <p:sp>
        <p:nvSpPr>
          <p:cNvPr id="9" name="Text Placeholder 14">
            <a:extLst>
              <a:ext uri="{FF2B5EF4-FFF2-40B4-BE49-F238E27FC236}">
                <a16:creationId xmlns:a16="http://schemas.microsoft.com/office/drawing/2014/main" id="{58BF4DF9-2B5F-B895-6364-F438A8940685}"/>
              </a:ext>
            </a:extLst>
          </p:cNvPr>
          <p:cNvSpPr>
            <a:spLocks noGrp="1"/>
          </p:cNvSpPr>
          <p:nvPr>
            <p:ph type="body" sz="quarter" idx="12"/>
          </p:nvPr>
        </p:nvSpPr>
        <p:spPr>
          <a:xfrm>
            <a:off x="2971558" y="6324600"/>
            <a:ext cx="3200885" cy="190500"/>
          </a:xfrm>
        </p:spPr>
        <p:txBody>
          <a:bodyPr/>
          <a:lstStyle/>
          <a:p>
            <a:r>
              <a:rPr lang="en-US" sz="1200" dirty="0">
                <a:hlinkClick r:id="rId5"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154117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Central Limit Theorem </a:t>
            </a:r>
            <a:r>
              <a:rPr lang="en-IN" sz="1000" b="0" dirty="0"/>
              <a:t>3</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4135" y="72258"/>
            <a:ext cx="449580" cy="1400098"/>
          </a:xfrm>
        </p:spPr>
        <p:txBody>
          <a:bodyPr vert="vert" rIns="0"/>
          <a:lstStyle/>
          <a:p>
            <a:r>
              <a:rPr lang="en-IN" b="1" dirty="0"/>
              <a:t>L</a:t>
            </a:r>
            <a:r>
              <a:rPr lang="en-IN" sz="100" b="1" dirty="0"/>
              <a:t> </a:t>
            </a:r>
            <a:r>
              <a:rPr lang="en-IN" b="1" dirty="0"/>
              <a:t>O 8.3</a:t>
            </a:r>
          </a:p>
        </p:txBody>
      </p:sp>
      <p:sp>
        <p:nvSpPr>
          <p:cNvPr id="7" name="Content Placeholder 6"/>
          <p:cNvSpPr>
            <a:spLocks noGrp="1"/>
          </p:cNvSpPr>
          <p:nvPr>
            <p:ph sz="quarter" idx="14"/>
          </p:nvPr>
        </p:nvSpPr>
        <p:spPr>
          <a:xfrm>
            <a:off x="342900" y="1217691"/>
            <a:ext cx="3094891" cy="4422618"/>
          </a:xfrm>
        </p:spPr>
        <p:txBody>
          <a:bodyPr/>
          <a:lstStyle/>
          <a:p>
            <a:r>
              <a:rPr lang="en-US" dirty="0"/>
              <a:t>A rule of thumb often used is that </a:t>
            </a:r>
            <a:r>
              <a:rPr lang="en-US" i="1" dirty="0"/>
              <a:t>n</a:t>
            </a:r>
            <a:r>
              <a:rPr lang="en-US" dirty="0"/>
              <a:t> ≥ 30 is required to assume a normal distribution for the sample mean, but a much smaller </a:t>
            </a:r>
            <a:r>
              <a:rPr lang="en-US" i="1" dirty="0"/>
              <a:t>n</a:t>
            </a:r>
            <a:r>
              <a:rPr lang="en-US" dirty="0"/>
              <a:t> can suffice for symmetric populations.</a:t>
            </a:r>
          </a:p>
        </p:txBody>
      </p:sp>
      <p:pic>
        <p:nvPicPr>
          <p:cNvPr id="4" name="Picture 3" descr="Illustration of the Central Limit Theorem.">
            <a:extLst>
              <a:ext uri="{FF2B5EF4-FFF2-40B4-BE49-F238E27FC236}">
                <a16:creationId xmlns:a16="http://schemas.microsoft.com/office/drawing/2014/main" id="{4EE84459-CFB8-242F-A701-6EB731D8961C}"/>
              </a:ext>
            </a:extLst>
          </p:cNvPr>
          <p:cNvPicPr>
            <a:picLocks noChangeAspect="1"/>
          </p:cNvPicPr>
          <p:nvPr/>
        </p:nvPicPr>
        <p:blipFill>
          <a:blip r:embed="rId2"/>
          <a:stretch>
            <a:fillRect/>
          </a:stretch>
        </p:blipFill>
        <p:spPr>
          <a:xfrm>
            <a:off x="3654815" y="1508115"/>
            <a:ext cx="4389500" cy="4500346"/>
          </a:xfrm>
          <a:prstGeom prst="rect">
            <a:avLst/>
          </a:prstGeom>
        </p:spPr>
      </p:pic>
      <p:sp>
        <p:nvSpPr>
          <p:cNvPr id="8" name="Text Placeholder 14">
            <a:extLst>
              <a:ext uri="{FF2B5EF4-FFF2-40B4-BE49-F238E27FC236}">
                <a16:creationId xmlns:a16="http://schemas.microsoft.com/office/drawing/2014/main" id="{F86E1EEC-5CE4-FAF2-12A7-420881AB916D}"/>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19269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001000" cy="903231"/>
          </a:xfrm>
        </p:spPr>
        <p:txBody>
          <a:bodyPr>
            <a:normAutofit/>
          </a:bodyPr>
          <a:lstStyle/>
          <a:p>
            <a:r>
              <a:rPr lang="en-IN" sz="3600" dirty="0"/>
              <a:t>Range of Sample Means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088923" y="523688"/>
            <a:ext cx="1424354" cy="518648"/>
          </a:xfrm>
        </p:spPr>
        <p:txBody>
          <a:bodyPr rIns="0"/>
          <a:lstStyle/>
          <a:p>
            <a:r>
              <a:rPr lang="en-IN" b="1" dirty="0"/>
              <a:t>L</a:t>
            </a:r>
            <a:r>
              <a:rPr lang="en-IN" sz="100" b="1" dirty="0"/>
              <a:t> </a:t>
            </a:r>
            <a:r>
              <a:rPr lang="en-IN" b="1" dirty="0"/>
              <a:t>O 8.3</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1149"/>
            <a:ext cx="8124092" cy="1933811"/>
          </a:xfrm>
        </p:spPr>
        <p:txBody>
          <a:bodyPr/>
          <a:lstStyle/>
          <a:p>
            <a:pPr marL="292608" indent="-292608">
              <a:buFont typeface="Arial" panose="020B0604020202020204" pitchFamily="34" charset="0"/>
              <a:buChar char="•"/>
            </a:pPr>
            <a:r>
              <a:rPr lang="en-US" dirty="0"/>
              <a:t>The Central Limit Theorem permits us to define an interval within which the sample means are expected to fall. As long as the sample size </a:t>
            </a:r>
            <a:r>
              <a:rPr lang="en-US" i="1" dirty="0"/>
              <a:t>n</a:t>
            </a:r>
            <a:r>
              <a:rPr lang="en-US" dirty="0"/>
              <a:t> is large enough, we can use the normal distribution regardless of the population shape.</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361745"/>
            <a:ext cx="8458200" cy="498078"/>
          </a:xfrm>
        </p:spPr>
        <p:txBody>
          <a:bodyPr/>
          <a:lstStyle/>
          <a:p>
            <a:r>
              <a:rPr lang="en-IN" b="1" dirty="0">
                <a:solidFill>
                  <a:schemeClr val="tx1"/>
                </a:solidFill>
              </a:rPr>
              <a:t>Expected Range of Sample Means:</a:t>
            </a:r>
          </a:p>
        </p:txBody>
      </p:sp>
      <p:graphicFrame>
        <p:nvGraphicFramePr>
          <p:cNvPr id="23" name="Object 22">
            <a:extLst>
              <a:ext uri="{FF2B5EF4-FFF2-40B4-BE49-F238E27FC236}">
                <a16:creationId xmlns:a16="http://schemas.microsoft.com/office/drawing/2014/main" id="{1B842F50-E014-2E28-07B6-E5C02BC03653}"/>
              </a:ext>
            </a:extLst>
          </p:cNvPr>
          <p:cNvGraphicFramePr>
            <a:graphicFrameLocks noChangeAspect="1"/>
          </p:cNvGraphicFramePr>
          <p:nvPr>
            <p:extLst>
              <p:ext uri="{D42A27DB-BD31-4B8C-83A1-F6EECF244321}">
                <p14:modId xmlns:p14="http://schemas.microsoft.com/office/powerpoint/2010/main" val="2578438875"/>
              </p:ext>
            </p:extLst>
          </p:nvPr>
        </p:nvGraphicFramePr>
        <p:xfrm>
          <a:off x="708269" y="4355210"/>
          <a:ext cx="990600" cy="684213"/>
        </p:xfrm>
        <a:graphic>
          <a:graphicData uri="http://schemas.openxmlformats.org/presentationml/2006/ole">
            <mc:AlternateContent xmlns:mc="http://schemas.openxmlformats.org/markup-compatibility/2006">
              <mc:Choice xmlns:v="urn:schemas-microsoft-com:vml" Requires="v">
                <p:oleObj name="Equation" r:id="rId2" imgW="952200" imgH="660240" progId="Equation.DSMT4">
                  <p:embed/>
                </p:oleObj>
              </mc:Choice>
              <mc:Fallback>
                <p:oleObj name="Equation" r:id="rId2" imgW="952200" imgH="660240" progId="Equation.DSMT4">
                  <p:embed/>
                  <p:pic>
                    <p:nvPicPr>
                      <p:cNvPr id="23" name="Object 22">
                        <a:extLst>
                          <a:ext uri="{FF2B5EF4-FFF2-40B4-BE49-F238E27FC236}">
                            <a16:creationId xmlns:a16="http://schemas.microsoft.com/office/drawing/2014/main" id="{BEAB3C66-FCF6-29CA-96A4-1C791D555294}"/>
                          </a:ext>
                        </a:extLst>
                      </p:cNvPr>
                      <p:cNvPicPr>
                        <a:picLocks noChangeAspect="1" noChangeArrowheads="1"/>
                      </p:cNvPicPr>
                      <p:nvPr/>
                    </p:nvPicPr>
                    <p:blipFill>
                      <a:blip r:embed="rId3"/>
                      <a:srcRect/>
                      <a:stretch>
                        <a:fillRect/>
                      </a:stretch>
                    </p:blipFill>
                    <p:spPr bwMode="auto">
                      <a:xfrm>
                        <a:off x="708269" y="4355210"/>
                        <a:ext cx="990600" cy="684213"/>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026CD173-922F-4D05-B3CB-6F92D4C027A3}"/>
              </a:ext>
            </a:extLst>
          </p:cNvPr>
          <p:cNvSpPr>
            <a:spLocks noGrp="1"/>
          </p:cNvSpPr>
          <p:nvPr>
            <p:ph sz="quarter" idx="16"/>
          </p:nvPr>
        </p:nvSpPr>
        <p:spPr>
          <a:xfrm>
            <a:off x="1938766" y="4500100"/>
            <a:ext cx="958360" cy="462433"/>
          </a:xfrm>
        </p:spPr>
        <p:txBody>
          <a:bodyPr/>
          <a:lstStyle/>
          <a:p>
            <a:r>
              <a:rPr lang="en-US" sz="2200" dirty="0"/>
              <a:t>where</a:t>
            </a:r>
          </a:p>
        </p:txBody>
      </p:sp>
      <p:graphicFrame>
        <p:nvGraphicFramePr>
          <p:cNvPr id="10" name="Object 9">
            <a:extLst>
              <a:ext uri="{FF2B5EF4-FFF2-40B4-BE49-F238E27FC236}">
                <a16:creationId xmlns:a16="http://schemas.microsoft.com/office/drawing/2014/main" id="{FEADFDAD-0A8D-4D7D-AD6D-47921B877ADE}"/>
              </a:ext>
            </a:extLst>
          </p:cNvPr>
          <p:cNvGraphicFramePr>
            <a:graphicFrameLocks noChangeAspect="1"/>
          </p:cNvGraphicFramePr>
          <p:nvPr>
            <p:extLst>
              <p:ext uri="{D42A27DB-BD31-4B8C-83A1-F6EECF244321}">
                <p14:modId xmlns:p14="http://schemas.microsoft.com/office/powerpoint/2010/main" val="625595610"/>
              </p:ext>
            </p:extLst>
          </p:nvPr>
        </p:nvGraphicFramePr>
        <p:xfrm>
          <a:off x="3058745" y="4401116"/>
          <a:ext cx="406400" cy="660400"/>
        </p:xfrm>
        <a:graphic>
          <a:graphicData uri="http://schemas.openxmlformats.org/presentationml/2006/ole">
            <mc:AlternateContent xmlns:mc="http://schemas.openxmlformats.org/markup-compatibility/2006">
              <mc:Choice xmlns:v="urn:schemas-microsoft-com:vml" Requires="v">
                <p:oleObj name="Equation" r:id="rId4" imgW="406080" imgH="660240" progId="Equation.DSMT4">
                  <p:embed/>
                </p:oleObj>
              </mc:Choice>
              <mc:Fallback>
                <p:oleObj name="Equation" r:id="rId4" imgW="406080" imgH="660240" progId="Equation.DSMT4">
                  <p:embed/>
                  <p:pic>
                    <p:nvPicPr>
                      <p:cNvPr id="0" name=""/>
                      <p:cNvPicPr/>
                      <p:nvPr/>
                    </p:nvPicPr>
                    <p:blipFill>
                      <a:blip r:embed="rId5"/>
                      <a:stretch>
                        <a:fillRect/>
                      </a:stretch>
                    </p:blipFill>
                    <p:spPr>
                      <a:xfrm>
                        <a:off x="3058745" y="4401116"/>
                        <a:ext cx="406400" cy="6604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161FB51F-50DF-421D-9AAE-E190E77EA8F1}"/>
              </a:ext>
            </a:extLst>
          </p:cNvPr>
          <p:cNvSpPr>
            <a:spLocks noGrp="1"/>
          </p:cNvSpPr>
          <p:nvPr>
            <p:ph sz="quarter" idx="17"/>
          </p:nvPr>
        </p:nvSpPr>
        <p:spPr>
          <a:xfrm>
            <a:off x="3577363" y="4500100"/>
            <a:ext cx="4300543" cy="498078"/>
          </a:xfrm>
        </p:spPr>
        <p:txBody>
          <a:bodyPr/>
          <a:lstStyle/>
          <a:p>
            <a:r>
              <a:rPr lang="en-US" sz="2200" dirty="0"/>
              <a:t>is the standard error of the mean</a:t>
            </a:r>
          </a:p>
        </p:txBody>
      </p:sp>
      <p:sp>
        <p:nvSpPr>
          <p:cNvPr id="9" name="Content Placeholder 8">
            <a:extLst>
              <a:ext uri="{FF2B5EF4-FFF2-40B4-BE49-F238E27FC236}">
                <a16:creationId xmlns:a16="http://schemas.microsoft.com/office/drawing/2014/main" id="{753CAA3D-0857-4719-AF10-1EEF51F3080B}"/>
              </a:ext>
            </a:extLst>
          </p:cNvPr>
          <p:cNvSpPr>
            <a:spLocks noGrp="1"/>
          </p:cNvSpPr>
          <p:nvPr>
            <p:ph sz="quarter" idx="18"/>
          </p:nvPr>
        </p:nvSpPr>
        <p:spPr>
          <a:xfrm>
            <a:off x="7877906" y="4525593"/>
            <a:ext cx="817684" cy="472585"/>
          </a:xfrm>
        </p:spPr>
        <p:txBody>
          <a:bodyPr/>
          <a:lstStyle/>
          <a:p>
            <a:r>
              <a:rPr lang="en-US" sz="2200" b="1" dirty="0"/>
              <a:t>(8.5)</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22</a:t>
            </a:fld>
            <a:endParaRPr lang="en-US"/>
          </a:p>
        </p:txBody>
      </p:sp>
    </p:spTree>
    <p:extLst>
      <p:ext uri="{BB962C8B-B14F-4D97-AF65-F5344CB8AC3E}">
        <p14:creationId xmlns:p14="http://schemas.microsoft.com/office/powerpoint/2010/main" val="3630809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Range of Sample Means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8.3</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7833946" cy="1627085"/>
          </a:xfrm>
        </p:spPr>
        <p:txBody>
          <a:bodyPr/>
          <a:lstStyle/>
          <a:p>
            <a:pPr marL="292608" indent="-292608">
              <a:buFont typeface="Arial" panose="020B0604020202020204" pitchFamily="34" charset="0"/>
              <a:buChar char="•"/>
            </a:pPr>
            <a:r>
              <a:rPr lang="en-IN" dirty="0"/>
              <a:t>If we know </a:t>
            </a:r>
            <a:r>
              <a:rPr lang="el-GR" i="1" dirty="0"/>
              <a:t>μ</a:t>
            </a:r>
            <a:r>
              <a:rPr lang="en-US" dirty="0"/>
              <a:t> and </a:t>
            </a:r>
            <a:r>
              <a:rPr lang="el-GR" i="1" dirty="0"/>
              <a:t>σ</a:t>
            </a:r>
            <a:r>
              <a:rPr lang="en-US" dirty="0"/>
              <a:t>, the C</a:t>
            </a:r>
            <a:r>
              <a:rPr lang="en-US" sz="100" dirty="0"/>
              <a:t> </a:t>
            </a:r>
            <a:r>
              <a:rPr lang="en-US" dirty="0"/>
              <a:t>L</a:t>
            </a:r>
            <a:r>
              <a:rPr lang="en-US" sz="100" dirty="0"/>
              <a:t> </a:t>
            </a:r>
            <a:r>
              <a:rPr lang="en-US" dirty="0"/>
              <a:t>T allows us to predict the range of sample means for samples of size </a:t>
            </a:r>
            <a:r>
              <a:rPr lang="en-US" i="1" dirty="0"/>
              <a:t>n</a:t>
            </a:r>
            <a:r>
              <a:rPr lang="en-US" dirty="0"/>
              <a:t>, when the </a:t>
            </a:r>
            <a:r>
              <a:rPr lang="en-US" i="1" dirty="0"/>
              <a:t>z</a:t>
            </a:r>
            <a:r>
              <a:rPr lang="en-US" dirty="0"/>
              <a:t>-values for the standard normal distribution are used.</a:t>
            </a:r>
            <a:endParaRPr lang="en-IN"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1016079" y="3062530"/>
            <a:ext cx="1906509" cy="481215"/>
          </a:xfrm>
        </p:spPr>
        <p:txBody>
          <a:bodyPr/>
          <a:lstStyle/>
          <a:p>
            <a:r>
              <a:rPr lang="en-IN" dirty="0"/>
              <a:t>90% </a:t>
            </a:r>
            <a:r>
              <a:rPr lang="en-IN" i="1" dirty="0"/>
              <a:t>Interval</a:t>
            </a:r>
          </a:p>
        </p:txBody>
      </p:sp>
      <p:graphicFrame>
        <p:nvGraphicFramePr>
          <p:cNvPr id="24" name="Object 23">
            <a:extLst>
              <a:ext uri="{FF2B5EF4-FFF2-40B4-BE49-F238E27FC236}">
                <a16:creationId xmlns:a16="http://schemas.microsoft.com/office/drawing/2014/main" id="{DD7609CD-0B5E-C319-5756-AE6FA6DA08FF}"/>
              </a:ext>
            </a:extLst>
          </p:cNvPr>
          <p:cNvGraphicFramePr>
            <a:graphicFrameLocks noChangeAspect="1"/>
          </p:cNvGraphicFramePr>
          <p:nvPr>
            <p:extLst>
              <p:ext uri="{D42A27DB-BD31-4B8C-83A1-F6EECF244321}">
                <p14:modId xmlns:p14="http://schemas.microsoft.com/office/powerpoint/2010/main" val="2473044031"/>
              </p:ext>
            </p:extLst>
          </p:nvPr>
        </p:nvGraphicFramePr>
        <p:xfrm>
          <a:off x="1065291" y="3747164"/>
          <a:ext cx="1663700" cy="773113"/>
        </p:xfrm>
        <a:graphic>
          <a:graphicData uri="http://schemas.openxmlformats.org/presentationml/2006/ole">
            <mc:AlternateContent xmlns:mc="http://schemas.openxmlformats.org/markup-compatibility/2006">
              <mc:Choice xmlns:v="urn:schemas-microsoft-com:vml" Requires="v">
                <p:oleObj name="Equation" r:id="rId3" imgW="1663560" imgH="774360" progId="Equation.DSMT4">
                  <p:embed/>
                </p:oleObj>
              </mc:Choice>
              <mc:Fallback>
                <p:oleObj name="Equation" r:id="rId3" imgW="1663560" imgH="774360" progId="Equation.DSMT4">
                  <p:embed/>
                  <p:pic>
                    <p:nvPicPr>
                      <p:cNvPr id="23" name="Object 22">
                        <a:extLst>
                          <a:ext uri="{FF2B5EF4-FFF2-40B4-BE49-F238E27FC236}">
                            <a16:creationId xmlns:a16="http://schemas.microsoft.com/office/drawing/2014/main" id="{A07EE3E1-1364-F566-1857-5E19D93ED917}"/>
                          </a:ext>
                        </a:extLst>
                      </p:cNvPr>
                      <p:cNvPicPr>
                        <a:picLocks noChangeAspect="1" noChangeArrowheads="1"/>
                      </p:cNvPicPr>
                      <p:nvPr/>
                    </p:nvPicPr>
                    <p:blipFill>
                      <a:blip r:embed="rId4"/>
                      <a:srcRect/>
                      <a:stretch>
                        <a:fillRect/>
                      </a:stretch>
                    </p:blipFill>
                    <p:spPr bwMode="auto">
                      <a:xfrm>
                        <a:off x="1065291" y="3747164"/>
                        <a:ext cx="1663700" cy="773113"/>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348647" y="3062530"/>
            <a:ext cx="1965737" cy="439187"/>
          </a:xfrm>
        </p:spPr>
        <p:txBody>
          <a:bodyPr/>
          <a:lstStyle/>
          <a:p>
            <a:r>
              <a:rPr lang="en-IN" dirty="0"/>
              <a:t>95% </a:t>
            </a:r>
            <a:r>
              <a:rPr lang="en-IN" i="1" dirty="0"/>
              <a:t>Interval</a:t>
            </a:r>
            <a:endParaRPr lang="en-IN" dirty="0"/>
          </a:p>
        </p:txBody>
      </p:sp>
      <p:graphicFrame>
        <p:nvGraphicFramePr>
          <p:cNvPr id="25" name="Object 24">
            <a:extLst>
              <a:ext uri="{FF2B5EF4-FFF2-40B4-BE49-F238E27FC236}">
                <a16:creationId xmlns:a16="http://schemas.microsoft.com/office/drawing/2014/main" id="{D9FD5755-326E-4CF5-E52C-B820D75B6302}"/>
              </a:ext>
            </a:extLst>
          </p:cNvPr>
          <p:cNvGraphicFramePr>
            <a:graphicFrameLocks noChangeAspect="1"/>
          </p:cNvGraphicFramePr>
          <p:nvPr>
            <p:extLst>
              <p:ext uri="{D42A27DB-BD31-4B8C-83A1-F6EECF244321}">
                <p14:modId xmlns:p14="http://schemas.microsoft.com/office/powerpoint/2010/main" val="2238317018"/>
              </p:ext>
            </p:extLst>
          </p:nvPr>
        </p:nvGraphicFramePr>
        <p:xfrm>
          <a:off x="3351378" y="3747164"/>
          <a:ext cx="1676400" cy="773113"/>
        </p:xfrm>
        <a:graphic>
          <a:graphicData uri="http://schemas.openxmlformats.org/presentationml/2006/ole">
            <mc:AlternateContent xmlns:mc="http://schemas.openxmlformats.org/markup-compatibility/2006">
              <mc:Choice xmlns:v="urn:schemas-microsoft-com:vml" Requires="v">
                <p:oleObj name="Equation" r:id="rId5" imgW="1676160" imgH="774360" progId="Equation.DSMT4">
                  <p:embed/>
                </p:oleObj>
              </mc:Choice>
              <mc:Fallback>
                <p:oleObj name="Equation" r:id="rId5" imgW="1676160" imgH="774360" progId="Equation.DSMT4">
                  <p:embed/>
                  <p:pic>
                    <p:nvPicPr>
                      <p:cNvPr id="24" name="Object 23">
                        <a:extLst>
                          <a:ext uri="{FF2B5EF4-FFF2-40B4-BE49-F238E27FC236}">
                            <a16:creationId xmlns:a16="http://schemas.microsoft.com/office/drawing/2014/main" id="{DD7609CD-0B5E-C319-5756-AE6FA6DA08FF}"/>
                          </a:ext>
                        </a:extLst>
                      </p:cNvPr>
                      <p:cNvPicPr>
                        <a:picLocks noChangeAspect="1" noChangeArrowheads="1"/>
                      </p:cNvPicPr>
                      <p:nvPr/>
                    </p:nvPicPr>
                    <p:blipFill>
                      <a:blip r:embed="rId6"/>
                      <a:srcRect/>
                      <a:stretch>
                        <a:fillRect/>
                      </a:stretch>
                    </p:blipFill>
                    <p:spPr bwMode="auto">
                      <a:xfrm>
                        <a:off x="3351378" y="3747164"/>
                        <a:ext cx="1676400" cy="773113"/>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5897578" y="3062530"/>
            <a:ext cx="2015151" cy="435350"/>
          </a:xfrm>
        </p:spPr>
        <p:txBody>
          <a:bodyPr/>
          <a:lstStyle/>
          <a:p>
            <a:r>
              <a:rPr lang="en-IN" dirty="0"/>
              <a:t>99% </a:t>
            </a:r>
            <a:r>
              <a:rPr lang="en-IN" i="1" dirty="0"/>
              <a:t>Interval</a:t>
            </a:r>
            <a:endParaRPr lang="en-IN" dirty="0"/>
          </a:p>
        </p:txBody>
      </p:sp>
      <p:graphicFrame>
        <p:nvGraphicFramePr>
          <p:cNvPr id="26" name="Object 25">
            <a:extLst>
              <a:ext uri="{FF2B5EF4-FFF2-40B4-BE49-F238E27FC236}">
                <a16:creationId xmlns:a16="http://schemas.microsoft.com/office/drawing/2014/main" id="{897F7F15-B775-AB8D-554A-99E8922D52C4}"/>
              </a:ext>
            </a:extLst>
          </p:cNvPr>
          <p:cNvGraphicFramePr>
            <a:graphicFrameLocks noChangeAspect="1"/>
          </p:cNvGraphicFramePr>
          <p:nvPr>
            <p:extLst>
              <p:ext uri="{D42A27DB-BD31-4B8C-83A1-F6EECF244321}">
                <p14:modId xmlns:p14="http://schemas.microsoft.com/office/powerpoint/2010/main" val="1151629864"/>
              </p:ext>
            </p:extLst>
          </p:nvPr>
        </p:nvGraphicFramePr>
        <p:xfrm>
          <a:off x="5946437" y="3744290"/>
          <a:ext cx="1701800" cy="773112"/>
        </p:xfrm>
        <a:graphic>
          <a:graphicData uri="http://schemas.openxmlformats.org/presentationml/2006/ole">
            <mc:AlternateContent xmlns:mc="http://schemas.openxmlformats.org/markup-compatibility/2006">
              <mc:Choice xmlns:v="urn:schemas-microsoft-com:vml" Requires="v">
                <p:oleObj name="Equation" r:id="rId7" imgW="1701720" imgH="774360" progId="Equation.DSMT4">
                  <p:embed/>
                </p:oleObj>
              </mc:Choice>
              <mc:Fallback>
                <p:oleObj name="Equation" r:id="rId7" imgW="1701720" imgH="774360" progId="Equation.DSMT4">
                  <p:embed/>
                  <p:pic>
                    <p:nvPicPr>
                      <p:cNvPr id="25" name="Object 24">
                        <a:extLst>
                          <a:ext uri="{FF2B5EF4-FFF2-40B4-BE49-F238E27FC236}">
                            <a16:creationId xmlns:a16="http://schemas.microsoft.com/office/drawing/2014/main" id="{D9FD5755-326E-4CF5-E52C-B820D75B6302}"/>
                          </a:ext>
                        </a:extLst>
                      </p:cNvPr>
                      <p:cNvPicPr>
                        <a:picLocks noChangeAspect="1" noChangeArrowheads="1"/>
                      </p:cNvPicPr>
                      <p:nvPr/>
                    </p:nvPicPr>
                    <p:blipFill>
                      <a:blip r:embed="rId8"/>
                      <a:srcRect/>
                      <a:stretch>
                        <a:fillRect/>
                      </a:stretch>
                    </p:blipFill>
                    <p:spPr bwMode="auto">
                      <a:xfrm>
                        <a:off x="5946437" y="3744290"/>
                        <a:ext cx="1701800" cy="773112"/>
                      </a:xfrm>
                      <a:prstGeom prst="rect">
                        <a:avLst/>
                      </a:prstGeom>
                      <a:no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1560399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7921869" cy="903231"/>
          </a:xfrm>
        </p:spPr>
        <p:txBody>
          <a:bodyPr>
            <a:normAutofit/>
          </a:bodyPr>
          <a:lstStyle/>
          <a:p>
            <a:r>
              <a:rPr lang="en-IN" sz="3600" dirty="0"/>
              <a:t>Example: Bottle Filling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38475" y="640673"/>
            <a:ext cx="1371600" cy="395727"/>
          </a:xfrm>
        </p:spPr>
        <p:txBody>
          <a:bodyPr rIns="0"/>
          <a:lstStyle/>
          <a:p>
            <a:r>
              <a:rPr lang="en-IN" b="1" dirty="0"/>
              <a:t>L</a:t>
            </a:r>
            <a:r>
              <a:rPr lang="en-IN" sz="100" b="1" dirty="0"/>
              <a:t> </a:t>
            </a:r>
            <a:r>
              <a:rPr lang="en-IN" b="1" dirty="0"/>
              <a:t>O 8.3</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30816"/>
            <a:ext cx="7921869" cy="673100"/>
          </a:xfrm>
        </p:spPr>
        <p:txBody>
          <a:bodyPr/>
          <a:lstStyle/>
          <a:p>
            <a:pPr marL="292608" indent="-292608">
              <a:buFont typeface="Arial" panose="020B0604020202020204" pitchFamily="34" charset="0"/>
              <a:buChar char="•"/>
            </a:pPr>
            <a:r>
              <a:rPr lang="en-US" sz="2000" dirty="0"/>
              <a:t>The amount of liquid in a half-liter (500 ml) bottle of Diet Coke is normally distributed with</a:t>
            </a:r>
            <a:endParaRPr lang="en-IN" sz="2000" dirty="0"/>
          </a:p>
        </p:txBody>
      </p:sp>
      <p:sp>
        <p:nvSpPr>
          <p:cNvPr id="9" name="Content Placeholder 8">
            <a:extLst>
              <a:ext uri="{FF2B5EF4-FFF2-40B4-BE49-F238E27FC236}">
                <a16:creationId xmlns:a16="http://schemas.microsoft.com/office/drawing/2014/main" id="{4D4D8042-359C-490A-BA70-1B7101C4FDB0}"/>
              </a:ext>
            </a:extLst>
          </p:cNvPr>
          <p:cNvSpPr>
            <a:spLocks noGrp="1"/>
          </p:cNvSpPr>
          <p:nvPr>
            <p:ph sz="quarter" idx="18"/>
          </p:nvPr>
        </p:nvSpPr>
        <p:spPr>
          <a:xfrm>
            <a:off x="1257301" y="2118165"/>
            <a:ext cx="1441938" cy="810532"/>
          </a:xfrm>
        </p:spPr>
        <p:txBody>
          <a:bodyPr/>
          <a:lstStyle/>
          <a:p>
            <a:r>
              <a:rPr lang="el-GR" sz="2000" i="1" dirty="0"/>
              <a:t>μ</a:t>
            </a:r>
            <a:r>
              <a:rPr lang="en-US" sz="2000" dirty="0"/>
              <a:t> = 505 ml.</a:t>
            </a:r>
          </a:p>
          <a:p>
            <a:r>
              <a:rPr lang="en-US" sz="2000" i="1" dirty="0"/>
              <a:t>σ</a:t>
            </a:r>
            <a:r>
              <a:rPr lang="en-US" sz="2000" dirty="0"/>
              <a:t> = 1.2 ml.</a:t>
            </a:r>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120661"/>
            <a:ext cx="6260123" cy="404824"/>
          </a:xfrm>
        </p:spPr>
        <p:txBody>
          <a:bodyPr rIns="0"/>
          <a:lstStyle/>
          <a:p>
            <a:pPr marL="292608" indent="-292608">
              <a:buFont typeface="Arial" panose="020B0604020202020204" pitchFamily="34" charset="0"/>
              <a:buChar char="•"/>
            </a:pPr>
            <a:r>
              <a:rPr lang="en-US" sz="2000" dirty="0"/>
              <a:t>Because the population is normal, the sample mean</a:t>
            </a:r>
            <a:endParaRPr lang="en-IN" sz="2000" dirty="0"/>
          </a:p>
        </p:txBody>
      </p:sp>
      <p:graphicFrame>
        <p:nvGraphicFramePr>
          <p:cNvPr id="25" name="Object 24">
            <a:extLst>
              <a:ext uri="{FF2B5EF4-FFF2-40B4-BE49-F238E27FC236}">
                <a16:creationId xmlns:a16="http://schemas.microsoft.com/office/drawing/2014/main" id="{6ECB66A8-8543-1D78-91C5-73178BCCCF11}"/>
              </a:ext>
            </a:extLst>
          </p:cNvPr>
          <p:cNvGraphicFramePr>
            <a:graphicFrameLocks noChangeAspect="1"/>
          </p:cNvGraphicFramePr>
          <p:nvPr>
            <p:extLst>
              <p:ext uri="{D42A27DB-BD31-4B8C-83A1-F6EECF244321}">
                <p14:modId xmlns:p14="http://schemas.microsoft.com/office/powerpoint/2010/main" val="1928916767"/>
              </p:ext>
            </p:extLst>
          </p:nvPr>
        </p:nvGraphicFramePr>
        <p:xfrm>
          <a:off x="6620607" y="3221880"/>
          <a:ext cx="209550" cy="251460"/>
        </p:xfrm>
        <a:graphic>
          <a:graphicData uri="http://schemas.openxmlformats.org/presentationml/2006/ole">
            <mc:AlternateContent xmlns:mc="http://schemas.openxmlformats.org/markup-compatibility/2006">
              <mc:Choice xmlns:v="urn:schemas-microsoft-com:vml" Requires="v">
                <p:oleObj name="Equation" r:id="rId3" imgW="190440" imgH="228600" progId="Equation.DSMT4">
                  <p:embed/>
                </p:oleObj>
              </mc:Choice>
              <mc:Fallback>
                <p:oleObj name="Equation" r:id="rId3" imgW="190440" imgH="228600" progId="Equation.DSMT4">
                  <p:embed/>
                  <p:pic>
                    <p:nvPicPr>
                      <p:cNvPr id="23" name="Object 22">
                        <a:extLst>
                          <a:ext uri="{FF2B5EF4-FFF2-40B4-BE49-F238E27FC236}">
                            <a16:creationId xmlns:a16="http://schemas.microsoft.com/office/drawing/2014/main" id="{A96D1934-D1EE-4BCA-7E9B-5162779824D3}"/>
                          </a:ext>
                        </a:extLst>
                      </p:cNvPr>
                      <p:cNvPicPr>
                        <a:picLocks noChangeAspect="1" noChangeArrowheads="1"/>
                      </p:cNvPicPr>
                      <p:nvPr/>
                    </p:nvPicPr>
                    <p:blipFill>
                      <a:blip r:embed="rId4"/>
                      <a:srcRect/>
                      <a:stretch>
                        <a:fillRect/>
                      </a:stretch>
                    </p:blipFill>
                    <p:spPr bwMode="auto">
                      <a:xfrm>
                        <a:off x="6620607" y="3221880"/>
                        <a:ext cx="209550" cy="251460"/>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6903779" y="3138245"/>
            <a:ext cx="1099038" cy="352679"/>
          </a:xfrm>
        </p:spPr>
        <p:txBody>
          <a:bodyPr lIns="0"/>
          <a:lstStyle/>
          <a:p>
            <a:r>
              <a:rPr lang="en-IN" sz="2000" dirty="0"/>
              <a:t>will be a</a:t>
            </a:r>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3616951"/>
            <a:ext cx="8519746" cy="2782415"/>
          </a:xfrm>
        </p:spPr>
        <p:txBody>
          <a:bodyPr tIns="0"/>
          <a:lstStyle/>
          <a:p>
            <a:pPr marL="292608"/>
            <a:r>
              <a:rPr lang="en-US" sz="2000" dirty="0"/>
              <a:t>normally distributed random variable for any sample size.</a:t>
            </a:r>
          </a:p>
          <a:p>
            <a:pPr marL="292608" indent="-292608">
              <a:buFont typeface="Arial" panose="020B0604020202020204" pitchFamily="34" charset="0"/>
              <a:buChar char="•"/>
            </a:pPr>
            <a:r>
              <a:rPr lang="en-US" sz="2000" dirty="0"/>
              <a:t>If we sample a single bottle (that is, </a:t>
            </a:r>
            <a:r>
              <a:rPr lang="en-US" sz="2000" i="1" dirty="0"/>
              <a:t>n</a:t>
            </a:r>
            <a:r>
              <a:rPr lang="en-US" sz="2000" dirty="0"/>
              <a:t> = 1) and measure its fill, the sample “mean” is just </a:t>
            </a:r>
            <a:r>
              <a:rPr lang="en-US" sz="2000" i="1" dirty="0"/>
              <a:t>X</a:t>
            </a:r>
            <a:r>
              <a:rPr lang="en-US" sz="2000" dirty="0"/>
              <a:t>, which should lie within the ranges shown in the table.</a:t>
            </a:r>
          </a:p>
          <a:p>
            <a:pPr marL="292608" indent="-292608">
              <a:buFont typeface="Arial" panose="020B0604020202020204" pitchFamily="34" charset="0"/>
              <a:buChar char="•"/>
            </a:pPr>
            <a:r>
              <a:rPr lang="en-US" sz="2000" dirty="0"/>
              <a:t>It appears that the company has set the mean far enough above 500 ml that essentially all bottles contain at least the advertised half-liter quantity. If we increase the sample size to </a:t>
            </a:r>
            <a:r>
              <a:rPr lang="en-US" sz="2000" i="1" dirty="0"/>
              <a:t>n</a:t>
            </a:r>
            <a:r>
              <a:rPr lang="en-US" sz="2000" dirty="0"/>
              <a:t> = 4 bottles, we expect the sample means to lie within a narrower range.</a:t>
            </a:r>
            <a:endParaRPr lang="en-IN" sz="2000"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24</a:t>
            </a:fld>
            <a:endParaRPr lang="en-US"/>
          </a:p>
        </p:txBody>
      </p:sp>
    </p:spTree>
    <p:extLst>
      <p:ext uri="{BB962C8B-B14F-4D97-AF65-F5344CB8AC3E}">
        <p14:creationId xmlns:p14="http://schemas.microsoft.com/office/powerpoint/2010/main" val="567387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Example: Bottle Filling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8.4</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5"/>
            <a:ext cx="2789599" cy="1022702"/>
          </a:xfrm>
        </p:spPr>
        <p:txBody>
          <a:bodyPr/>
          <a:lstStyle/>
          <a:p>
            <a:r>
              <a:rPr lang="en-US" sz="2000" dirty="0"/>
              <a:t>Expected 95 Percent Range of the Sample Means.</a:t>
            </a:r>
            <a:endParaRPr lang="en-IN" sz="2000" dirty="0"/>
          </a:p>
        </p:txBody>
      </p:sp>
      <p:graphicFrame>
        <p:nvGraphicFramePr>
          <p:cNvPr id="23" name="Table 23">
            <a:extLst>
              <a:ext uri="{FF2B5EF4-FFF2-40B4-BE49-F238E27FC236}">
                <a16:creationId xmlns:a16="http://schemas.microsoft.com/office/drawing/2014/main" id="{B8D3A62F-FBB5-C2F0-B84F-A168EE2C3C53}"/>
              </a:ext>
            </a:extLst>
          </p:cNvPr>
          <p:cNvGraphicFramePr>
            <a:graphicFrameLocks noGrp="1"/>
          </p:cNvGraphicFramePr>
          <p:nvPr>
            <p:extLst>
              <p:ext uri="{D42A27DB-BD31-4B8C-83A1-F6EECF244321}">
                <p14:modId xmlns:p14="http://schemas.microsoft.com/office/powerpoint/2010/main" val="2764921781"/>
              </p:ext>
            </p:extLst>
          </p:nvPr>
        </p:nvGraphicFramePr>
        <p:xfrm>
          <a:off x="3211871" y="1265584"/>
          <a:ext cx="3345340" cy="2264563"/>
        </p:xfrm>
        <a:graphic>
          <a:graphicData uri="http://schemas.openxmlformats.org/drawingml/2006/table">
            <a:tbl>
              <a:tblPr firstRow="1" bandRow="1">
                <a:tableStyleId>{5C22544A-7EE6-4342-B048-85BDC9FD1C3A}</a:tableStyleId>
              </a:tblPr>
              <a:tblGrid>
                <a:gridCol w="1793266">
                  <a:extLst>
                    <a:ext uri="{9D8B030D-6E8A-4147-A177-3AD203B41FA5}">
                      <a16:colId xmlns:a16="http://schemas.microsoft.com/office/drawing/2014/main" val="1807104975"/>
                    </a:ext>
                  </a:extLst>
                </a:gridCol>
                <a:gridCol w="1552074">
                  <a:extLst>
                    <a:ext uri="{9D8B030D-6E8A-4147-A177-3AD203B41FA5}">
                      <a16:colId xmlns:a16="http://schemas.microsoft.com/office/drawing/2014/main" val="260496720"/>
                    </a:ext>
                  </a:extLst>
                </a:gridCol>
              </a:tblGrid>
              <a:tr h="282559">
                <a:tc>
                  <a:txBody>
                    <a:bodyPr/>
                    <a:lstStyle/>
                    <a:p>
                      <a:endParaRPr lang="en-IN" dirty="0"/>
                    </a:p>
                  </a:txBody>
                  <a:tcPr/>
                </a:tc>
                <a:tc>
                  <a:txBody>
                    <a:bodyPr/>
                    <a:lstStyle/>
                    <a:p>
                      <a:endParaRPr lang="en-IN"/>
                    </a:p>
                  </a:txBody>
                  <a:tcPr/>
                </a:tc>
                <a:extLst>
                  <a:ext uri="{0D108BD9-81ED-4DB2-BD59-A6C34878D82A}">
                    <a16:rowId xmlns:a16="http://schemas.microsoft.com/office/drawing/2014/main" val="3096100716"/>
                  </a:ext>
                </a:extLst>
              </a:tr>
              <a:tr h="632022">
                <a:tc>
                  <a:txBody>
                    <a:bodyPr/>
                    <a:lstStyle/>
                    <a:p>
                      <a:endParaRPr lang="en-IN" dirty="0"/>
                    </a:p>
                  </a:txBody>
                  <a:tcPr/>
                </a:tc>
                <a:tc>
                  <a:txBody>
                    <a:bodyPr/>
                    <a:lstStyle/>
                    <a:p>
                      <a:endParaRPr lang="en-IN"/>
                    </a:p>
                  </a:txBody>
                  <a:tcPr/>
                </a:tc>
                <a:extLst>
                  <a:ext uri="{0D108BD9-81ED-4DB2-BD59-A6C34878D82A}">
                    <a16:rowId xmlns:a16="http://schemas.microsoft.com/office/drawing/2014/main" val="3968936444"/>
                  </a:ext>
                </a:extLst>
              </a:tr>
              <a:tr h="525101">
                <a:tc>
                  <a:txBody>
                    <a:bodyPr/>
                    <a:lstStyle/>
                    <a:p>
                      <a:endParaRPr lang="en-IN" dirty="0"/>
                    </a:p>
                  </a:txBody>
                  <a:tcPr/>
                </a:tc>
                <a:tc>
                  <a:txBody>
                    <a:bodyPr/>
                    <a:lstStyle/>
                    <a:p>
                      <a:endParaRPr lang="en-IN"/>
                    </a:p>
                  </a:txBody>
                  <a:tcPr/>
                </a:tc>
                <a:extLst>
                  <a:ext uri="{0D108BD9-81ED-4DB2-BD59-A6C34878D82A}">
                    <a16:rowId xmlns:a16="http://schemas.microsoft.com/office/drawing/2014/main" val="2090552613"/>
                  </a:ext>
                </a:extLst>
              </a:tr>
              <a:tr h="370840">
                <a:tc>
                  <a:txBody>
                    <a:bodyPr/>
                    <a:lstStyle/>
                    <a:p>
                      <a:endParaRPr lang="en-IN" dirty="0"/>
                    </a:p>
                  </a:txBody>
                  <a:tcPr/>
                </a:tc>
                <a:tc>
                  <a:txBody>
                    <a:bodyPr/>
                    <a:lstStyle/>
                    <a:p>
                      <a:endParaRPr lang="en-IN"/>
                    </a:p>
                  </a:txBody>
                  <a:tcPr/>
                </a:tc>
                <a:extLst>
                  <a:ext uri="{0D108BD9-81ED-4DB2-BD59-A6C34878D82A}">
                    <a16:rowId xmlns:a16="http://schemas.microsoft.com/office/drawing/2014/main" val="1767344062"/>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58840801"/>
                  </a:ext>
                </a:extLst>
              </a:tr>
            </a:tbl>
          </a:graphicData>
        </a:graphic>
      </p:graphicFrame>
      <p:graphicFrame>
        <p:nvGraphicFramePr>
          <p:cNvPr id="24" name="Object 23">
            <a:extLst>
              <a:ext uri="{FF2B5EF4-FFF2-40B4-BE49-F238E27FC236}">
                <a16:creationId xmlns:a16="http://schemas.microsoft.com/office/drawing/2014/main" id="{3609ECFE-F466-F2D4-7F07-D8C43F2FE62E}"/>
              </a:ext>
            </a:extLst>
          </p:cNvPr>
          <p:cNvGraphicFramePr>
            <a:graphicFrameLocks noChangeAspect="1"/>
          </p:cNvGraphicFramePr>
          <p:nvPr>
            <p:extLst>
              <p:ext uri="{D42A27DB-BD31-4B8C-83A1-F6EECF244321}">
                <p14:modId xmlns:p14="http://schemas.microsoft.com/office/powerpoint/2010/main" val="641229525"/>
              </p:ext>
            </p:extLst>
          </p:nvPr>
        </p:nvGraphicFramePr>
        <p:xfrm>
          <a:off x="3348453" y="1317625"/>
          <a:ext cx="495300" cy="227013"/>
        </p:xfrm>
        <a:graphic>
          <a:graphicData uri="http://schemas.openxmlformats.org/presentationml/2006/ole">
            <mc:AlternateContent xmlns:mc="http://schemas.openxmlformats.org/markup-compatibility/2006">
              <mc:Choice xmlns:v="urn:schemas-microsoft-com:vml" Requires="v">
                <p:oleObj name="Equation" r:id="rId2" imgW="495000" imgH="228600" progId="Equation.DSMT4">
                  <p:embed/>
                </p:oleObj>
              </mc:Choice>
              <mc:Fallback>
                <p:oleObj name="Equation" r:id="rId2" imgW="495000" imgH="228600" progId="Equation.DSMT4">
                  <p:embed/>
                  <p:pic>
                    <p:nvPicPr>
                      <p:cNvPr id="23" name="Object 22">
                        <a:extLst>
                          <a:ext uri="{FF2B5EF4-FFF2-40B4-BE49-F238E27FC236}">
                            <a16:creationId xmlns:a16="http://schemas.microsoft.com/office/drawing/2014/main" id="{A96D1934-D1EE-4BCA-7E9B-5162779824D3}"/>
                          </a:ext>
                        </a:extLst>
                      </p:cNvPr>
                      <p:cNvPicPr>
                        <a:picLocks noChangeAspect="1" noChangeArrowheads="1"/>
                      </p:cNvPicPr>
                      <p:nvPr/>
                    </p:nvPicPr>
                    <p:blipFill>
                      <a:blip r:embed="rId3"/>
                      <a:srcRect/>
                      <a:stretch>
                        <a:fillRect/>
                      </a:stretch>
                    </p:blipFill>
                    <p:spPr bwMode="auto">
                      <a:xfrm>
                        <a:off x="3348453" y="1317625"/>
                        <a:ext cx="495300" cy="227013"/>
                      </a:xfrm>
                      <a:prstGeom prst="rect">
                        <a:avLst/>
                      </a:prstGeom>
                      <a:noFill/>
                    </p:spPr>
                  </p:pic>
                </p:oleObj>
              </mc:Fallback>
            </mc:AlternateContent>
          </a:graphicData>
        </a:graphic>
      </p:graphicFrame>
      <p:graphicFrame>
        <p:nvGraphicFramePr>
          <p:cNvPr id="25" name="Object 24">
            <a:extLst>
              <a:ext uri="{FF2B5EF4-FFF2-40B4-BE49-F238E27FC236}">
                <a16:creationId xmlns:a16="http://schemas.microsoft.com/office/drawing/2014/main" id="{33EFC3A4-186E-72BC-1DB5-42BFD6EC9999}"/>
              </a:ext>
            </a:extLst>
          </p:cNvPr>
          <p:cNvGraphicFramePr>
            <a:graphicFrameLocks noChangeAspect="1"/>
          </p:cNvGraphicFramePr>
          <p:nvPr>
            <p:extLst>
              <p:ext uri="{D42A27DB-BD31-4B8C-83A1-F6EECF244321}">
                <p14:modId xmlns:p14="http://schemas.microsoft.com/office/powerpoint/2010/main" val="2013727182"/>
              </p:ext>
            </p:extLst>
          </p:nvPr>
        </p:nvGraphicFramePr>
        <p:xfrm>
          <a:off x="5130473" y="1334253"/>
          <a:ext cx="508000" cy="227012"/>
        </p:xfrm>
        <a:graphic>
          <a:graphicData uri="http://schemas.openxmlformats.org/presentationml/2006/ole">
            <mc:AlternateContent xmlns:mc="http://schemas.openxmlformats.org/markup-compatibility/2006">
              <mc:Choice xmlns:v="urn:schemas-microsoft-com:vml" Requires="v">
                <p:oleObj name="Equation" r:id="rId4" imgW="507960" imgH="228600" progId="Equation.DSMT4">
                  <p:embed/>
                </p:oleObj>
              </mc:Choice>
              <mc:Fallback>
                <p:oleObj name="Equation" r:id="rId4" imgW="507960" imgH="228600" progId="Equation.DSMT4">
                  <p:embed/>
                  <p:pic>
                    <p:nvPicPr>
                      <p:cNvPr id="24" name="Object 23">
                        <a:extLst>
                          <a:ext uri="{FF2B5EF4-FFF2-40B4-BE49-F238E27FC236}">
                            <a16:creationId xmlns:a16="http://schemas.microsoft.com/office/drawing/2014/main" id="{3609ECFE-F466-F2D4-7F07-D8C43F2FE62E}"/>
                          </a:ext>
                        </a:extLst>
                      </p:cNvPr>
                      <p:cNvPicPr>
                        <a:picLocks noChangeAspect="1" noChangeArrowheads="1"/>
                      </p:cNvPicPr>
                      <p:nvPr/>
                    </p:nvPicPr>
                    <p:blipFill>
                      <a:blip r:embed="rId5"/>
                      <a:srcRect/>
                      <a:stretch>
                        <a:fillRect/>
                      </a:stretch>
                    </p:blipFill>
                    <p:spPr bwMode="auto">
                      <a:xfrm>
                        <a:off x="5130473" y="1334253"/>
                        <a:ext cx="508000" cy="227012"/>
                      </a:xfrm>
                      <a:prstGeom prst="rect">
                        <a:avLst/>
                      </a:prstGeom>
                      <a:noFill/>
                    </p:spPr>
                  </p:pic>
                </p:oleObj>
              </mc:Fallback>
            </mc:AlternateContent>
          </a:graphicData>
        </a:graphic>
      </p:graphicFrame>
      <p:graphicFrame>
        <p:nvGraphicFramePr>
          <p:cNvPr id="26" name="Object 25">
            <a:extLst>
              <a:ext uri="{FF2B5EF4-FFF2-40B4-BE49-F238E27FC236}">
                <a16:creationId xmlns:a16="http://schemas.microsoft.com/office/drawing/2014/main" id="{FA63475E-9F06-30F7-EBAD-6D3A99E3010B}"/>
              </a:ext>
            </a:extLst>
          </p:cNvPr>
          <p:cNvGraphicFramePr>
            <a:graphicFrameLocks noChangeAspect="1"/>
          </p:cNvGraphicFramePr>
          <p:nvPr>
            <p:extLst>
              <p:ext uri="{D42A27DB-BD31-4B8C-83A1-F6EECF244321}">
                <p14:modId xmlns:p14="http://schemas.microsoft.com/office/powerpoint/2010/main" val="2510873332"/>
              </p:ext>
            </p:extLst>
          </p:nvPr>
        </p:nvGraphicFramePr>
        <p:xfrm>
          <a:off x="3342542" y="1673594"/>
          <a:ext cx="977900" cy="479425"/>
        </p:xfrm>
        <a:graphic>
          <a:graphicData uri="http://schemas.openxmlformats.org/presentationml/2006/ole">
            <mc:AlternateContent xmlns:mc="http://schemas.openxmlformats.org/markup-compatibility/2006">
              <mc:Choice xmlns:v="urn:schemas-microsoft-com:vml" Requires="v">
                <p:oleObj name="Equation" r:id="rId6" imgW="977760" imgH="482400" progId="Equation.DSMT4">
                  <p:embed/>
                </p:oleObj>
              </mc:Choice>
              <mc:Fallback>
                <p:oleObj name="Equation" r:id="rId6" imgW="977760" imgH="482400" progId="Equation.DSMT4">
                  <p:embed/>
                  <p:pic>
                    <p:nvPicPr>
                      <p:cNvPr id="24" name="Object 23">
                        <a:extLst>
                          <a:ext uri="{FF2B5EF4-FFF2-40B4-BE49-F238E27FC236}">
                            <a16:creationId xmlns:a16="http://schemas.microsoft.com/office/drawing/2014/main" id="{3609ECFE-F466-F2D4-7F07-D8C43F2FE62E}"/>
                          </a:ext>
                        </a:extLst>
                      </p:cNvPr>
                      <p:cNvPicPr>
                        <a:picLocks noChangeAspect="1" noChangeArrowheads="1"/>
                      </p:cNvPicPr>
                      <p:nvPr/>
                    </p:nvPicPr>
                    <p:blipFill>
                      <a:blip r:embed="rId7"/>
                      <a:srcRect/>
                      <a:stretch>
                        <a:fillRect/>
                      </a:stretch>
                    </p:blipFill>
                    <p:spPr bwMode="auto">
                      <a:xfrm>
                        <a:off x="3342542" y="1673594"/>
                        <a:ext cx="977900" cy="479425"/>
                      </a:xfrm>
                      <a:prstGeom prst="rect">
                        <a:avLst/>
                      </a:prstGeom>
                      <a:noFill/>
                    </p:spPr>
                  </p:pic>
                </p:oleObj>
              </mc:Fallback>
            </mc:AlternateContent>
          </a:graphicData>
        </a:graphic>
      </p:graphicFrame>
      <p:graphicFrame>
        <p:nvGraphicFramePr>
          <p:cNvPr id="27" name="Object 26">
            <a:extLst>
              <a:ext uri="{FF2B5EF4-FFF2-40B4-BE49-F238E27FC236}">
                <a16:creationId xmlns:a16="http://schemas.microsoft.com/office/drawing/2014/main" id="{5E991DB2-037F-ED46-5E2C-0FD0EA6F2D1C}"/>
              </a:ext>
            </a:extLst>
          </p:cNvPr>
          <p:cNvGraphicFramePr>
            <a:graphicFrameLocks noChangeAspect="1"/>
          </p:cNvGraphicFramePr>
          <p:nvPr>
            <p:extLst>
              <p:ext uri="{D42A27DB-BD31-4B8C-83A1-F6EECF244321}">
                <p14:modId xmlns:p14="http://schemas.microsoft.com/office/powerpoint/2010/main" val="1884775054"/>
              </p:ext>
            </p:extLst>
          </p:nvPr>
        </p:nvGraphicFramePr>
        <p:xfrm>
          <a:off x="5123610" y="1673595"/>
          <a:ext cx="977900" cy="479425"/>
        </p:xfrm>
        <a:graphic>
          <a:graphicData uri="http://schemas.openxmlformats.org/presentationml/2006/ole">
            <mc:AlternateContent xmlns:mc="http://schemas.openxmlformats.org/markup-compatibility/2006">
              <mc:Choice xmlns:v="urn:schemas-microsoft-com:vml" Requires="v">
                <p:oleObj name="Equation" r:id="rId8" imgW="977760" imgH="482400" progId="Equation.DSMT4">
                  <p:embed/>
                </p:oleObj>
              </mc:Choice>
              <mc:Fallback>
                <p:oleObj name="Equation" r:id="rId8" imgW="977760" imgH="482400" progId="Equation.DSMT4">
                  <p:embed/>
                  <p:pic>
                    <p:nvPicPr>
                      <p:cNvPr id="26" name="Object 25">
                        <a:extLst>
                          <a:ext uri="{FF2B5EF4-FFF2-40B4-BE49-F238E27FC236}">
                            <a16:creationId xmlns:a16="http://schemas.microsoft.com/office/drawing/2014/main" id="{FA63475E-9F06-30F7-EBAD-6D3A99E3010B}"/>
                          </a:ext>
                        </a:extLst>
                      </p:cNvPr>
                      <p:cNvPicPr>
                        <a:picLocks noChangeAspect="1" noChangeArrowheads="1"/>
                      </p:cNvPicPr>
                      <p:nvPr/>
                    </p:nvPicPr>
                    <p:blipFill>
                      <a:blip r:embed="rId9"/>
                      <a:srcRect/>
                      <a:stretch>
                        <a:fillRect/>
                      </a:stretch>
                    </p:blipFill>
                    <p:spPr bwMode="auto">
                      <a:xfrm>
                        <a:off x="5123610" y="1673595"/>
                        <a:ext cx="977900" cy="479425"/>
                      </a:xfrm>
                      <a:prstGeom prst="rect">
                        <a:avLst/>
                      </a:prstGeom>
                      <a:noFill/>
                    </p:spPr>
                  </p:pic>
                </p:oleObj>
              </mc:Fallback>
            </mc:AlternateContent>
          </a:graphicData>
        </a:graphic>
      </p:graphicFrame>
      <p:graphicFrame>
        <p:nvGraphicFramePr>
          <p:cNvPr id="28" name="Object 27">
            <a:extLst>
              <a:ext uri="{FF2B5EF4-FFF2-40B4-BE49-F238E27FC236}">
                <a16:creationId xmlns:a16="http://schemas.microsoft.com/office/drawing/2014/main" id="{F8EEDAE2-FD05-7720-28D1-C9F88DD5E682}"/>
              </a:ext>
            </a:extLst>
          </p:cNvPr>
          <p:cNvGraphicFramePr>
            <a:graphicFrameLocks noChangeAspect="1"/>
          </p:cNvGraphicFramePr>
          <p:nvPr>
            <p:extLst>
              <p:ext uri="{D42A27DB-BD31-4B8C-83A1-F6EECF244321}">
                <p14:modId xmlns:p14="http://schemas.microsoft.com/office/powerpoint/2010/main" val="3409066731"/>
              </p:ext>
            </p:extLst>
          </p:nvPr>
        </p:nvGraphicFramePr>
        <p:xfrm>
          <a:off x="3342542" y="2288286"/>
          <a:ext cx="1104900" cy="466725"/>
        </p:xfrm>
        <a:graphic>
          <a:graphicData uri="http://schemas.openxmlformats.org/presentationml/2006/ole">
            <mc:AlternateContent xmlns:mc="http://schemas.openxmlformats.org/markup-compatibility/2006">
              <mc:Choice xmlns:v="urn:schemas-microsoft-com:vml" Requires="v">
                <p:oleObj name="Equation" r:id="rId10" imgW="1104840" imgH="469800" progId="Equation.DSMT4">
                  <p:embed/>
                </p:oleObj>
              </mc:Choice>
              <mc:Fallback>
                <p:oleObj name="Equation" r:id="rId10" imgW="1104840" imgH="469800" progId="Equation.DSMT4">
                  <p:embed/>
                  <p:pic>
                    <p:nvPicPr>
                      <p:cNvPr id="26" name="Object 25">
                        <a:extLst>
                          <a:ext uri="{FF2B5EF4-FFF2-40B4-BE49-F238E27FC236}">
                            <a16:creationId xmlns:a16="http://schemas.microsoft.com/office/drawing/2014/main" id="{FA63475E-9F06-30F7-EBAD-6D3A99E3010B}"/>
                          </a:ext>
                        </a:extLst>
                      </p:cNvPr>
                      <p:cNvPicPr>
                        <a:picLocks noChangeAspect="1" noChangeArrowheads="1"/>
                      </p:cNvPicPr>
                      <p:nvPr/>
                    </p:nvPicPr>
                    <p:blipFill>
                      <a:blip r:embed="rId11"/>
                      <a:srcRect/>
                      <a:stretch>
                        <a:fillRect/>
                      </a:stretch>
                    </p:blipFill>
                    <p:spPr bwMode="auto">
                      <a:xfrm>
                        <a:off x="3342542" y="2288286"/>
                        <a:ext cx="1104900" cy="466725"/>
                      </a:xfrm>
                      <a:prstGeom prst="rect">
                        <a:avLst/>
                      </a:prstGeom>
                      <a:noFill/>
                    </p:spPr>
                  </p:pic>
                </p:oleObj>
              </mc:Fallback>
            </mc:AlternateContent>
          </a:graphicData>
        </a:graphic>
      </p:graphicFrame>
      <p:graphicFrame>
        <p:nvGraphicFramePr>
          <p:cNvPr id="29" name="Object 28">
            <a:extLst>
              <a:ext uri="{FF2B5EF4-FFF2-40B4-BE49-F238E27FC236}">
                <a16:creationId xmlns:a16="http://schemas.microsoft.com/office/drawing/2014/main" id="{6A4F0829-2517-6D6C-C59E-3D76DAD6E232}"/>
              </a:ext>
            </a:extLst>
          </p:cNvPr>
          <p:cNvGraphicFramePr>
            <a:graphicFrameLocks noChangeAspect="1"/>
          </p:cNvGraphicFramePr>
          <p:nvPr>
            <p:extLst>
              <p:ext uri="{D42A27DB-BD31-4B8C-83A1-F6EECF244321}">
                <p14:modId xmlns:p14="http://schemas.microsoft.com/office/powerpoint/2010/main" val="2456543454"/>
              </p:ext>
            </p:extLst>
          </p:nvPr>
        </p:nvGraphicFramePr>
        <p:xfrm>
          <a:off x="5125952" y="2288286"/>
          <a:ext cx="1117600" cy="466725"/>
        </p:xfrm>
        <a:graphic>
          <a:graphicData uri="http://schemas.openxmlformats.org/presentationml/2006/ole">
            <mc:AlternateContent xmlns:mc="http://schemas.openxmlformats.org/markup-compatibility/2006">
              <mc:Choice xmlns:v="urn:schemas-microsoft-com:vml" Requires="v">
                <p:oleObj name="Equation" r:id="rId12" imgW="1117440" imgH="469800" progId="Equation.DSMT4">
                  <p:embed/>
                </p:oleObj>
              </mc:Choice>
              <mc:Fallback>
                <p:oleObj name="Equation" r:id="rId12" imgW="1117440" imgH="469800" progId="Equation.DSMT4">
                  <p:embed/>
                  <p:pic>
                    <p:nvPicPr>
                      <p:cNvPr id="28" name="Object 27">
                        <a:extLst>
                          <a:ext uri="{FF2B5EF4-FFF2-40B4-BE49-F238E27FC236}">
                            <a16:creationId xmlns:a16="http://schemas.microsoft.com/office/drawing/2014/main" id="{F8EEDAE2-FD05-7720-28D1-C9F88DD5E682}"/>
                          </a:ext>
                        </a:extLst>
                      </p:cNvPr>
                      <p:cNvPicPr>
                        <a:picLocks noChangeAspect="1" noChangeArrowheads="1"/>
                      </p:cNvPicPr>
                      <p:nvPr/>
                    </p:nvPicPr>
                    <p:blipFill>
                      <a:blip r:embed="rId13"/>
                      <a:srcRect/>
                      <a:stretch>
                        <a:fillRect/>
                      </a:stretch>
                    </p:blipFill>
                    <p:spPr bwMode="auto">
                      <a:xfrm>
                        <a:off x="5125952" y="2288286"/>
                        <a:ext cx="1117600" cy="466725"/>
                      </a:xfrm>
                      <a:prstGeom prst="rect">
                        <a:avLst/>
                      </a:prstGeom>
                      <a:noFill/>
                    </p:spPr>
                  </p:pic>
                </p:oleObj>
              </mc:Fallback>
            </mc:AlternateContent>
          </a:graphicData>
        </a:graphic>
      </p:graphicFrame>
      <p:graphicFrame>
        <p:nvGraphicFramePr>
          <p:cNvPr id="30" name="Object 29">
            <a:extLst>
              <a:ext uri="{FF2B5EF4-FFF2-40B4-BE49-F238E27FC236}">
                <a16:creationId xmlns:a16="http://schemas.microsoft.com/office/drawing/2014/main" id="{7D2AD180-EC05-0093-32F7-07F5F3F4324A}"/>
              </a:ext>
            </a:extLst>
          </p:cNvPr>
          <p:cNvGraphicFramePr>
            <a:graphicFrameLocks noChangeAspect="1"/>
          </p:cNvGraphicFramePr>
          <p:nvPr>
            <p:extLst>
              <p:ext uri="{D42A27DB-BD31-4B8C-83A1-F6EECF244321}">
                <p14:modId xmlns:p14="http://schemas.microsoft.com/office/powerpoint/2010/main" val="4164926076"/>
              </p:ext>
            </p:extLst>
          </p:nvPr>
        </p:nvGraphicFramePr>
        <p:xfrm>
          <a:off x="3314700" y="2859088"/>
          <a:ext cx="876300" cy="188912"/>
        </p:xfrm>
        <a:graphic>
          <a:graphicData uri="http://schemas.openxmlformats.org/presentationml/2006/ole">
            <mc:AlternateContent xmlns:mc="http://schemas.openxmlformats.org/markup-compatibility/2006">
              <mc:Choice xmlns:v="urn:schemas-microsoft-com:vml" Requires="v">
                <p:oleObj name="Equation" r:id="rId14" imgW="876240" imgH="190440" progId="Equation.DSMT4">
                  <p:embed/>
                </p:oleObj>
              </mc:Choice>
              <mc:Fallback>
                <p:oleObj name="Equation" r:id="rId14" imgW="876240" imgH="190440" progId="Equation.DSMT4">
                  <p:embed/>
                  <p:pic>
                    <p:nvPicPr>
                      <p:cNvPr id="28" name="Object 27">
                        <a:extLst>
                          <a:ext uri="{FF2B5EF4-FFF2-40B4-BE49-F238E27FC236}">
                            <a16:creationId xmlns:a16="http://schemas.microsoft.com/office/drawing/2014/main" id="{F8EEDAE2-FD05-7720-28D1-C9F88DD5E682}"/>
                          </a:ext>
                        </a:extLst>
                      </p:cNvPr>
                      <p:cNvPicPr>
                        <a:picLocks noChangeAspect="1" noChangeArrowheads="1"/>
                      </p:cNvPicPr>
                      <p:nvPr/>
                    </p:nvPicPr>
                    <p:blipFill>
                      <a:blip r:embed="rId15"/>
                      <a:srcRect/>
                      <a:stretch>
                        <a:fillRect/>
                      </a:stretch>
                    </p:blipFill>
                    <p:spPr bwMode="auto">
                      <a:xfrm>
                        <a:off x="3314700" y="2859088"/>
                        <a:ext cx="876300" cy="188912"/>
                      </a:xfrm>
                      <a:prstGeom prst="rect">
                        <a:avLst/>
                      </a:prstGeom>
                      <a:noFill/>
                    </p:spPr>
                  </p:pic>
                </p:oleObj>
              </mc:Fallback>
            </mc:AlternateContent>
          </a:graphicData>
        </a:graphic>
      </p:graphicFrame>
      <p:graphicFrame>
        <p:nvGraphicFramePr>
          <p:cNvPr id="31" name="Object 30">
            <a:extLst>
              <a:ext uri="{FF2B5EF4-FFF2-40B4-BE49-F238E27FC236}">
                <a16:creationId xmlns:a16="http://schemas.microsoft.com/office/drawing/2014/main" id="{80044C22-767F-094A-3F75-15BAE8264F17}"/>
              </a:ext>
            </a:extLst>
          </p:cNvPr>
          <p:cNvGraphicFramePr>
            <a:graphicFrameLocks noChangeAspect="1"/>
          </p:cNvGraphicFramePr>
          <p:nvPr>
            <p:extLst>
              <p:ext uri="{D42A27DB-BD31-4B8C-83A1-F6EECF244321}">
                <p14:modId xmlns:p14="http://schemas.microsoft.com/office/powerpoint/2010/main" val="1805446315"/>
              </p:ext>
            </p:extLst>
          </p:nvPr>
        </p:nvGraphicFramePr>
        <p:xfrm>
          <a:off x="5101220" y="2876550"/>
          <a:ext cx="850900" cy="188913"/>
        </p:xfrm>
        <a:graphic>
          <a:graphicData uri="http://schemas.openxmlformats.org/presentationml/2006/ole">
            <mc:AlternateContent xmlns:mc="http://schemas.openxmlformats.org/markup-compatibility/2006">
              <mc:Choice xmlns:v="urn:schemas-microsoft-com:vml" Requires="v">
                <p:oleObj name="Equation" r:id="rId16" imgW="850680" imgH="190440" progId="Equation.DSMT4">
                  <p:embed/>
                </p:oleObj>
              </mc:Choice>
              <mc:Fallback>
                <p:oleObj name="Equation" r:id="rId16" imgW="850680" imgH="190440" progId="Equation.DSMT4">
                  <p:embed/>
                  <p:pic>
                    <p:nvPicPr>
                      <p:cNvPr id="30" name="Object 29">
                        <a:extLst>
                          <a:ext uri="{FF2B5EF4-FFF2-40B4-BE49-F238E27FC236}">
                            <a16:creationId xmlns:a16="http://schemas.microsoft.com/office/drawing/2014/main" id="{7D2AD180-EC05-0093-32F7-07F5F3F4324A}"/>
                          </a:ext>
                        </a:extLst>
                      </p:cNvPr>
                      <p:cNvPicPr>
                        <a:picLocks noChangeAspect="1" noChangeArrowheads="1"/>
                      </p:cNvPicPr>
                      <p:nvPr/>
                    </p:nvPicPr>
                    <p:blipFill>
                      <a:blip r:embed="rId17"/>
                      <a:srcRect/>
                      <a:stretch>
                        <a:fillRect/>
                      </a:stretch>
                    </p:blipFill>
                    <p:spPr bwMode="auto">
                      <a:xfrm>
                        <a:off x="5101220" y="2876550"/>
                        <a:ext cx="850900" cy="188913"/>
                      </a:xfrm>
                      <a:prstGeom prst="rect">
                        <a:avLst/>
                      </a:prstGeom>
                      <a:noFill/>
                    </p:spPr>
                  </p:pic>
                </p:oleObj>
              </mc:Fallback>
            </mc:AlternateContent>
          </a:graphicData>
        </a:graphic>
      </p:graphicFrame>
      <p:graphicFrame>
        <p:nvGraphicFramePr>
          <p:cNvPr id="32" name="Object 31">
            <a:extLst>
              <a:ext uri="{FF2B5EF4-FFF2-40B4-BE49-F238E27FC236}">
                <a16:creationId xmlns:a16="http://schemas.microsoft.com/office/drawing/2014/main" id="{113AA48E-8B70-1158-F85E-CE0520763B86}"/>
              </a:ext>
            </a:extLst>
          </p:cNvPr>
          <p:cNvGraphicFramePr>
            <a:graphicFrameLocks noChangeAspect="1"/>
          </p:cNvGraphicFramePr>
          <p:nvPr>
            <p:extLst>
              <p:ext uri="{D42A27DB-BD31-4B8C-83A1-F6EECF244321}">
                <p14:modId xmlns:p14="http://schemas.microsoft.com/office/powerpoint/2010/main" val="3972163466"/>
              </p:ext>
            </p:extLst>
          </p:nvPr>
        </p:nvGraphicFramePr>
        <p:xfrm>
          <a:off x="3297238" y="3208338"/>
          <a:ext cx="1041400" cy="265112"/>
        </p:xfrm>
        <a:graphic>
          <a:graphicData uri="http://schemas.openxmlformats.org/presentationml/2006/ole">
            <mc:AlternateContent xmlns:mc="http://schemas.openxmlformats.org/markup-compatibility/2006">
              <mc:Choice xmlns:v="urn:schemas-microsoft-com:vml" Requires="v">
                <p:oleObj name="Equation" r:id="rId18" imgW="1041120" imgH="266400" progId="Equation.DSMT4">
                  <p:embed/>
                </p:oleObj>
              </mc:Choice>
              <mc:Fallback>
                <p:oleObj name="Equation" r:id="rId18" imgW="1041120" imgH="266400" progId="Equation.DSMT4">
                  <p:embed/>
                  <p:pic>
                    <p:nvPicPr>
                      <p:cNvPr id="30" name="Object 29">
                        <a:extLst>
                          <a:ext uri="{FF2B5EF4-FFF2-40B4-BE49-F238E27FC236}">
                            <a16:creationId xmlns:a16="http://schemas.microsoft.com/office/drawing/2014/main" id="{7D2AD180-EC05-0093-32F7-07F5F3F4324A}"/>
                          </a:ext>
                        </a:extLst>
                      </p:cNvPr>
                      <p:cNvPicPr>
                        <a:picLocks noChangeAspect="1" noChangeArrowheads="1"/>
                      </p:cNvPicPr>
                      <p:nvPr/>
                    </p:nvPicPr>
                    <p:blipFill>
                      <a:blip r:embed="rId19"/>
                      <a:srcRect/>
                      <a:stretch>
                        <a:fillRect/>
                      </a:stretch>
                    </p:blipFill>
                    <p:spPr bwMode="auto">
                      <a:xfrm>
                        <a:off x="3297238" y="3208338"/>
                        <a:ext cx="1041400" cy="265112"/>
                      </a:xfrm>
                      <a:prstGeom prst="rect">
                        <a:avLst/>
                      </a:prstGeom>
                      <a:noFill/>
                    </p:spPr>
                  </p:pic>
                </p:oleObj>
              </mc:Fallback>
            </mc:AlternateContent>
          </a:graphicData>
        </a:graphic>
      </p:graphicFrame>
      <p:graphicFrame>
        <p:nvGraphicFramePr>
          <p:cNvPr id="33" name="Object 32">
            <a:extLst>
              <a:ext uri="{FF2B5EF4-FFF2-40B4-BE49-F238E27FC236}">
                <a16:creationId xmlns:a16="http://schemas.microsoft.com/office/drawing/2014/main" id="{1D8A8879-CE69-7E85-5073-CCFB2A5EEFCC}"/>
              </a:ext>
            </a:extLst>
          </p:cNvPr>
          <p:cNvGraphicFramePr>
            <a:graphicFrameLocks noChangeAspect="1"/>
          </p:cNvGraphicFramePr>
          <p:nvPr>
            <p:extLst>
              <p:ext uri="{D42A27DB-BD31-4B8C-83A1-F6EECF244321}">
                <p14:modId xmlns:p14="http://schemas.microsoft.com/office/powerpoint/2010/main" val="333320843"/>
              </p:ext>
            </p:extLst>
          </p:nvPr>
        </p:nvGraphicFramePr>
        <p:xfrm>
          <a:off x="5064125" y="3230563"/>
          <a:ext cx="1041400" cy="265112"/>
        </p:xfrm>
        <a:graphic>
          <a:graphicData uri="http://schemas.openxmlformats.org/presentationml/2006/ole">
            <mc:AlternateContent xmlns:mc="http://schemas.openxmlformats.org/markup-compatibility/2006">
              <mc:Choice xmlns:v="urn:schemas-microsoft-com:vml" Requires="v">
                <p:oleObj name="Equation" r:id="rId20" imgW="1041120" imgH="266400" progId="Equation.DSMT4">
                  <p:embed/>
                </p:oleObj>
              </mc:Choice>
              <mc:Fallback>
                <p:oleObj name="Equation" r:id="rId20" imgW="1041120" imgH="266400" progId="Equation.DSMT4">
                  <p:embed/>
                  <p:pic>
                    <p:nvPicPr>
                      <p:cNvPr id="32" name="Object 31">
                        <a:extLst>
                          <a:ext uri="{FF2B5EF4-FFF2-40B4-BE49-F238E27FC236}">
                            <a16:creationId xmlns:a16="http://schemas.microsoft.com/office/drawing/2014/main" id="{113AA48E-8B70-1158-F85E-CE0520763B86}"/>
                          </a:ext>
                        </a:extLst>
                      </p:cNvPr>
                      <p:cNvPicPr>
                        <a:picLocks noChangeAspect="1" noChangeArrowheads="1"/>
                      </p:cNvPicPr>
                      <p:nvPr/>
                    </p:nvPicPr>
                    <p:blipFill>
                      <a:blip r:embed="rId21"/>
                      <a:srcRect/>
                      <a:stretch>
                        <a:fillRect/>
                      </a:stretch>
                    </p:blipFill>
                    <p:spPr bwMode="auto">
                      <a:xfrm>
                        <a:off x="5064125" y="3230563"/>
                        <a:ext cx="1041400" cy="265112"/>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747719"/>
            <a:ext cx="8191500" cy="2783940"/>
          </a:xfrm>
        </p:spPr>
        <p:txBody>
          <a:bodyPr/>
          <a:lstStyle/>
          <a:p>
            <a:pPr marL="292608" indent="-292608">
              <a:buFont typeface="Arial" panose="020B0604020202020204" pitchFamily="34" charset="0"/>
              <a:buChar char="•"/>
            </a:pPr>
            <a:r>
              <a:rPr lang="en-US" sz="2000" dirty="0"/>
              <a:t>If this experiment were repeated a large number of times, we would expect that the sample means would lie within the limits shown above.</a:t>
            </a:r>
          </a:p>
          <a:p>
            <a:pPr marL="292608" indent="-292608">
              <a:buFont typeface="Arial" panose="020B0604020202020204" pitchFamily="34" charset="0"/>
              <a:buChar char="•"/>
            </a:pPr>
            <a:r>
              <a:rPr lang="en-US" sz="2000" dirty="0"/>
              <a:t>For example, if we took 1,000 samples and computed the mean for each sample, we would expect that approximately 950 of the sample means would lie within the 95 percent limits.</a:t>
            </a:r>
          </a:p>
          <a:p>
            <a:pPr marL="292608" indent="-292608">
              <a:buFont typeface="Arial" panose="020B0604020202020204" pitchFamily="34" charset="0"/>
              <a:buChar char="•"/>
            </a:pPr>
            <a:r>
              <a:rPr lang="en-US" sz="2000" dirty="0"/>
              <a:t>But we don’t really take 1,000 samples (except in a computer simulation). We actually take only </a:t>
            </a:r>
            <a:r>
              <a:rPr lang="en-US" sz="2000" i="1" dirty="0"/>
              <a:t>one</a:t>
            </a:r>
            <a:r>
              <a:rPr lang="en-US" sz="2000" dirty="0"/>
              <a:t> sample.</a:t>
            </a:r>
            <a:endParaRPr lang="en-IN" sz="2000"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25</a:t>
            </a:fld>
            <a:endParaRPr lang="en-US"/>
          </a:p>
        </p:txBody>
      </p:sp>
    </p:spTree>
    <p:extLst>
      <p:ext uri="{BB962C8B-B14F-4D97-AF65-F5344CB8AC3E}">
        <p14:creationId xmlns:p14="http://schemas.microsoft.com/office/powerpoint/2010/main" val="1562461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Confidence Intervals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4782" y="400931"/>
            <a:ext cx="1208185" cy="452502"/>
          </a:xfrm>
        </p:spPr>
        <p:txBody>
          <a:bodyPr rIns="0"/>
          <a:lstStyle/>
          <a:p>
            <a:r>
              <a:rPr lang="en-IN" b="1" dirty="0"/>
              <a:t>L</a:t>
            </a:r>
            <a:r>
              <a:rPr lang="en-IN" sz="100" b="1" dirty="0"/>
              <a:t> </a:t>
            </a:r>
            <a:r>
              <a:rPr lang="en-IN" b="1" dirty="0"/>
              <a:t>O 8.5</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1" y="1265584"/>
            <a:ext cx="2635690" cy="463628"/>
          </a:xfrm>
        </p:spPr>
        <p:txBody>
          <a:bodyPr/>
          <a:lstStyle/>
          <a:p>
            <a:pPr marL="292608" indent="-292608">
              <a:buFont typeface="Arial" panose="020B0604020202020204" pitchFamily="34" charset="0"/>
              <a:buChar char="•"/>
            </a:pPr>
            <a:r>
              <a:rPr lang="en-IN" dirty="0"/>
              <a:t>A sample mean</a:t>
            </a:r>
          </a:p>
        </p:txBody>
      </p:sp>
      <p:graphicFrame>
        <p:nvGraphicFramePr>
          <p:cNvPr id="23" name="Object 22">
            <a:extLst>
              <a:ext uri="{FF2B5EF4-FFF2-40B4-BE49-F238E27FC236}">
                <a16:creationId xmlns:a16="http://schemas.microsoft.com/office/drawing/2014/main" id="{FD92A983-6FC9-596D-29F0-CEF5F7F25F8B}"/>
              </a:ext>
            </a:extLst>
          </p:cNvPr>
          <p:cNvGraphicFramePr>
            <a:graphicFrameLocks noChangeAspect="1"/>
          </p:cNvGraphicFramePr>
          <p:nvPr>
            <p:extLst>
              <p:ext uri="{D42A27DB-BD31-4B8C-83A1-F6EECF244321}">
                <p14:modId xmlns:p14="http://schemas.microsoft.com/office/powerpoint/2010/main" val="1675568782"/>
              </p:ext>
            </p:extLst>
          </p:nvPr>
        </p:nvGraphicFramePr>
        <p:xfrm>
          <a:off x="2962671" y="1346233"/>
          <a:ext cx="237490" cy="293370"/>
        </p:xfrm>
        <a:graphic>
          <a:graphicData uri="http://schemas.openxmlformats.org/presentationml/2006/ole">
            <mc:AlternateContent xmlns:mc="http://schemas.openxmlformats.org/markup-compatibility/2006">
              <mc:Choice xmlns:v="urn:schemas-microsoft-com:vml" Requires="v">
                <p:oleObj name="Equation" r:id="rId2" imgW="215640" imgH="266400" progId="Equation.DSMT4">
                  <p:embed/>
                </p:oleObj>
              </mc:Choice>
              <mc:Fallback>
                <p:oleObj name="Equation" r:id="rId2" imgW="215640" imgH="266400" progId="Equation.DSMT4">
                  <p:embed/>
                  <p:pic>
                    <p:nvPicPr>
                      <p:cNvPr id="25" name="Object 24">
                        <a:extLst>
                          <a:ext uri="{FF2B5EF4-FFF2-40B4-BE49-F238E27FC236}">
                            <a16:creationId xmlns:a16="http://schemas.microsoft.com/office/drawing/2014/main" id="{6ECB66A8-8543-1D78-91C5-73178BCCCF11}"/>
                          </a:ext>
                        </a:extLst>
                      </p:cNvPr>
                      <p:cNvPicPr>
                        <a:picLocks noChangeAspect="1" noChangeArrowheads="1"/>
                      </p:cNvPicPr>
                      <p:nvPr/>
                    </p:nvPicPr>
                    <p:blipFill>
                      <a:blip r:embed="rId3"/>
                      <a:srcRect/>
                      <a:stretch>
                        <a:fillRect/>
                      </a:stretch>
                    </p:blipFill>
                    <p:spPr bwMode="auto">
                      <a:xfrm>
                        <a:off x="2962671" y="1346233"/>
                        <a:ext cx="237490" cy="293370"/>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292529" y="1263650"/>
            <a:ext cx="4629607" cy="465562"/>
          </a:xfrm>
        </p:spPr>
        <p:txBody>
          <a:bodyPr lIns="0"/>
          <a:lstStyle/>
          <a:p>
            <a:r>
              <a:rPr lang="en-US" dirty="0"/>
              <a:t>calculated from a random sample</a:t>
            </a:r>
            <a:endParaRPr lang="en-IN" dirty="0"/>
          </a:p>
        </p:txBody>
      </p:sp>
      <p:graphicFrame>
        <p:nvGraphicFramePr>
          <p:cNvPr id="24" name="Object 23">
            <a:extLst>
              <a:ext uri="{FF2B5EF4-FFF2-40B4-BE49-F238E27FC236}">
                <a16:creationId xmlns:a16="http://schemas.microsoft.com/office/drawing/2014/main" id="{AB2A499A-4579-675B-2746-E837D3F91449}"/>
              </a:ext>
            </a:extLst>
          </p:cNvPr>
          <p:cNvGraphicFramePr>
            <a:graphicFrameLocks noChangeAspect="1"/>
          </p:cNvGraphicFramePr>
          <p:nvPr>
            <p:extLst>
              <p:ext uri="{D42A27DB-BD31-4B8C-83A1-F6EECF244321}">
                <p14:modId xmlns:p14="http://schemas.microsoft.com/office/powerpoint/2010/main" val="537631479"/>
              </p:ext>
            </p:extLst>
          </p:nvPr>
        </p:nvGraphicFramePr>
        <p:xfrm>
          <a:off x="701675" y="1806575"/>
          <a:ext cx="1447800" cy="381000"/>
        </p:xfrm>
        <a:graphic>
          <a:graphicData uri="http://schemas.openxmlformats.org/presentationml/2006/ole">
            <mc:AlternateContent xmlns:mc="http://schemas.openxmlformats.org/markup-compatibility/2006">
              <mc:Choice xmlns:v="urn:schemas-microsoft-com:vml" Requires="v">
                <p:oleObj name="Equation" r:id="rId4" imgW="1447560" imgH="380880" progId="Equation.DSMT4">
                  <p:embed/>
                </p:oleObj>
              </mc:Choice>
              <mc:Fallback>
                <p:oleObj name="Equation" r:id="rId4" imgW="1447560" imgH="380880" progId="Equation.DSMT4">
                  <p:embed/>
                  <p:pic>
                    <p:nvPicPr>
                      <p:cNvPr id="23" name="Object 22">
                        <a:extLst>
                          <a:ext uri="{FF2B5EF4-FFF2-40B4-BE49-F238E27FC236}">
                            <a16:creationId xmlns:a16="http://schemas.microsoft.com/office/drawing/2014/main" id="{FD92A983-6FC9-596D-29F0-CEF5F7F25F8B}"/>
                          </a:ext>
                        </a:extLst>
                      </p:cNvPr>
                      <p:cNvPicPr>
                        <a:picLocks noChangeAspect="1" noChangeArrowheads="1"/>
                      </p:cNvPicPr>
                      <p:nvPr/>
                    </p:nvPicPr>
                    <p:blipFill>
                      <a:blip r:embed="rId5"/>
                      <a:srcRect/>
                      <a:stretch>
                        <a:fillRect/>
                      </a:stretch>
                    </p:blipFill>
                    <p:spPr bwMode="auto">
                      <a:xfrm>
                        <a:off x="701675" y="1806575"/>
                        <a:ext cx="1447800" cy="381000"/>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2248964" y="1749352"/>
            <a:ext cx="6420039" cy="476062"/>
          </a:xfrm>
        </p:spPr>
        <p:txBody>
          <a:bodyPr lIns="0"/>
          <a:lstStyle/>
          <a:p>
            <a:r>
              <a:rPr lang="en-US" dirty="0"/>
              <a:t>is a </a:t>
            </a:r>
            <a:r>
              <a:rPr lang="en-US" b="1" dirty="0"/>
              <a:t>point estimate</a:t>
            </a:r>
            <a:r>
              <a:rPr lang="en-US" dirty="0"/>
              <a:t> of the unknown population</a:t>
            </a:r>
            <a:endParaRPr lang="en-IN"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2317844"/>
            <a:ext cx="1812229" cy="377228"/>
          </a:xfrm>
        </p:spPr>
        <p:txBody>
          <a:bodyPr tIns="0"/>
          <a:lstStyle/>
          <a:p>
            <a:pPr marL="292608"/>
            <a:r>
              <a:rPr lang="en-IN" dirty="0"/>
              <a:t>mean </a:t>
            </a:r>
            <a:r>
              <a:rPr lang="el-GR" i="1" dirty="0"/>
              <a:t>μ</a:t>
            </a:r>
            <a:r>
              <a:rPr lang="en-US" dirty="0"/>
              <a:t>.</a:t>
            </a:r>
            <a:endParaRPr lang="en-IN" dirty="0"/>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24796" y="2836409"/>
            <a:ext cx="8547600" cy="440946"/>
          </a:xfrm>
        </p:spPr>
        <p:txBody>
          <a:bodyPr/>
          <a:lstStyle/>
          <a:p>
            <a:pPr marL="292608" indent="-292608">
              <a:buFont typeface="Arial" panose="020B0604020202020204" pitchFamily="34" charset="0"/>
              <a:buChar char="•"/>
            </a:pPr>
            <a:r>
              <a:rPr lang="en-US" dirty="0"/>
              <a:t>We construct a </a:t>
            </a:r>
            <a:r>
              <a:rPr lang="en-US" b="1" dirty="0"/>
              <a:t>confidence interval</a:t>
            </a:r>
            <a:r>
              <a:rPr lang="en-US" dirty="0"/>
              <a:t> for the unknown mean</a:t>
            </a:r>
            <a:endParaRPr lang="en-IN" dirty="0"/>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342901" y="3281358"/>
            <a:ext cx="7411914" cy="460938"/>
          </a:xfrm>
        </p:spPr>
        <p:txBody>
          <a:bodyPr lIns="0" rIns="0"/>
          <a:lstStyle/>
          <a:p>
            <a:pPr marL="342900"/>
            <a:r>
              <a:rPr lang="el-GR" i="1" dirty="0"/>
              <a:t>μ </a:t>
            </a:r>
            <a:r>
              <a:rPr lang="en-US" dirty="0"/>
              <a:t>by adding and subtracting a </a:t>
            </a:r>
            <a:r>
              <a:rPr lang="en-US" b="1" dirty="0"/>
              <a:t>margin of error</a:t>
            </a:r>
            <a:r>
              <a:rPr lang="en-US" dirty="0"/>
              <a:t> from</a:t>
            </a:r>
            <a:endParaRPr lang="en-IN" dirty="0"/>
          </a:p>
        </p:txBody>
      </p:sp>
      <p:graphicFrame>
        <p:nvGraphicFramePr>
          <p:cNvPr id="27" name="Object 26">
            <a:extLst>
              <a:ext uri="{FF2B5EF4-FFF2-40B4-BE49-F238E27FC236}">
                <a16:creationId xmlns:a16="http://schemas.microsoft.com/office/drawing/2014/main" id="{C143A6D9-D880-0546-B188-D5772167627B}"/>
              </a:ext>
            </a:extLst>
          </p:cNvPr>
          <p:cNvGraphicFramePr>
            <a:graphicFrameLocks noChangeAspect="1"/>
          </p:cNvGraphicFramePr>
          <p:nvPr>
            <p:extLst>
              <p:ext uri="{D42A27DB-BD31-4B8C-83A1-F6EECF244321}">
                <p14:modId xmlns:p14="http://schemas.microsoft.com/office/powerpoint/2010/main" val="1782171493"/>
              </p:ext>
            </p:extLst>
          </p:nvPr>
        </p:nvGraphicFramePr>
        <p:xfrm>
          <a:off x="7716518" y="3385330"/>
          <a:ext cx="292100" cy="317500"/>
        </p:xfrm>
        <a:graphic>
          <a:graphicData uri="http://schemas.openxmlformats.org/presentationml/2006/ole">
            <mc:AlternateContent xmlns:mc="http://schemas.openxmlformats.org/markup-compatibility/2006">
              <mc:Choice xmlns:v="urn:schemas-microsoft-com:vml" Requires="v">
                <p:oleObj name="Equation" r:id="rId6" imgW="291960" imgH="317160" progId="Equation.DSMT4">
                  <p:embed/>
                </p:oleObj>
              </mc:Choice>
              <mc:Fallback>
                <p:oleObj name="Equation" r:id="rId6" imgW="291960" imgH="317160" progId="Equation.DSMT4">
                  <p:embed/>
                  <p:pic>
                    <p:nvPicPr>
                      <p:cNvPr id="23" name="Object 22">
                        <a:extLst>
                          <a:ext uri="{FF2B5EF4-FFF2-40B4-BE49-F238E27FC236}">
                            <a16:creationId xmlns:a16="http://schemas.microsoft.com/office/drawing/2014/main" id="{FD92A983-6FC9-596D-29F0-CEF5F7F25F8B}"/>
                          </a:ext>
                        </a:extLst>
                      </p:cNvPr>
                      <p:cNvPicPr>
                        <a:picLocks noChangeAspect="1" noChangeArrowheads="1"/>
                      </p:cNvPicPr>
                      <p:nvPr/>
                    </p:nvPicPr>
                    <p:blipFill>
                      <a:blip r:embed="rId7"/>
                      <a:srcRect/>
                      <a:stretch>
                        <a:fillRect/>
                      </a:stretch>
                    </p:blipFill>
                    <p:spPr bwMode="auto">
                      <a:xfrm>
                        <a:off x="7716518" y="3385330"/>
                        <a:ext cx="292100" cy="317500"/>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342900" y="3772343"/>
            <a:ext cx="4962431" cy="419765"/>
          </a:xfrm>
        </p:spPr>
        <p:txBody>
          <a:bodyPr tIns="0"/>
          <a:lstStyle/>
          <a:p>
            <a:pPr marL="292608"/>
            <a:r>
              <a:rPr lang="en-US" dirty="0"/>
              <a:t>the mean of our random sample.</a:t>
            </a:r>
            <a:endParaRPr lang="en-IN" dirty="0"/>
          </a:p>
        </p:txBody>
      </p:sp>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342899" y="4490391"/>
            <a:ext cx="7214208" cy="461856"/>
          </a:xfrm>
        </p:spPr>
        <p:txBody>
          <a:bodyPr/>
          <a:lstStyle/>
          <a:p>
            <a:r>
              <a:rPr lang="en-IN" b="1" dirty="0">
                <a:solidFill>
                  <a:schemeClr val="tx1"/>
                </a:solidFill>
              </a:rPr>
              <a:t>Confidence Interval for a Mean </a:t>
            </a:r>
            <a:r>
              <a:rPr lang="el-GR" b="1" i="1" dirty="0"/>
              <a:t>μ</a:t>
            </a:r>
            <a:r>
              <a:rPr lang="en-US" b="1" i="1" dirty="0"/>
              <a:t> </a:t>
            </a:r>
            <a:r>
              <a:rPr lang="en-IN" b="1" dirty="0">
                <a:solidFill>
                  <a:schemeClr val="tx1"/>
                </a:solidFill>
              </a:rPr>
              <a:t>with known </a:t>
            </a:r>
            <a:r>
              <a:rPr lang="en-IN" b="1" i="1" dirty="0">
                <a:solidFill>
                  <a:schemeClr val="tx1"/>
                </a:solidFill>
              </a:rPr>
              <a:t>σ</a:t>
            </a:r>
            <a:r>
              <a:rPr lang="en-IN" b="1" dirty="0">
                <a:solidFill>
                  <a:schemeClr val="tx1"/>
                </a:solidFill>
              </a:rPr>
              <a:t>:</a:t>
            </a:r>
          </a:p>
        </p:txBody>
      </p:sp>
      <p:graphicFrame>
        <p:nvGraphicFramePr>
          <p:cNvPr id="30" name="Object 29">
            <a:extLst>
              <a:ext uri="{FF2B5EF4-FFF2-40B4-BE49-F238E27FC236}">
                <a16:creationId xmlns:a16="http://schemas.microsoft.com/office/drawing/2014/main" id="{346D6E07-3921-70FD-33F7-9A799BEB37AD}"/>
              </a:ext>
            </a:extLst>
          </p:cNvPr>
          <p:cNvGraphicFramePr>
            <a:graphicFrameLocks noChangeAspect="1"/>
          </p:cNvGraphicFramePr>
          <p:nvPr>
            <p:extLst>
              <p:ext uri="{D42A27DB-BD31-4B8C-83A1-F6EECF244321}">
                <p14:modId xmlns:p14="http://schemas.microsoft.com/office/powerpoint/2010/main" val="3176015066"/>
              </p:ext>
            </p:extLst>
          </p:nvPr>
        </p:nvGraphicFramePr>
        <p:xfrm>
          <a:off x="604075" y="5183346"/>
          <a:ext cx="1059128" cy="582044"/>
        </p:xfrm>
        <a:graphic>
          <a:graphicData uri="http://schemas.openxmlformats.org/presentationml/2006/ole">
            <mc:AlternateContent xmlns:mc="http://schemas.openxmlformats.org/markup-compatibility/2006">
              <mc:Choice xmlns:v="urn:schemas-microsoft-com:vml" Requires="v">
                <p:oleObj name="Equation" r:id="rId8" imgW="1409400" imgH="774360" progId="Equation.DSMT4">
                  <p:embed/>
                </p:oleObj>
              </mc:Choice>
              <mc:Fallback>
                <p:oleObj name="Equation" r:id="rId8" imgW="1409400" imgH="774360" progId="Equation.DSMT4">
                  <p:embed/>
                  <p:pic>
                    <p:nvPicPr>
                      <p:cNvPr id="24" name="Object 23">
                        <a:extLst>
                          <a:ext uri="{FF2B5EF4-FFF2-40B4-BE49-F238E27FC236}">
                            <a16:creationId xmlns:a16="http://schemas.microsoft.com/office/drawing/2014/main" id="{AB2A499A-4579-675B-2746-E837D3F91449}"/>
                          </a:ext>
                        </a:extLst>
                      </p:cNvPr>
                      <p:cNvPicPr>
                        <a:picLocks noChangeAspect="1" noChangeArrowheads="1"/>
                      </p:cNvPicPr>
                      <p:nvPr/>
                    </p:nvPicPr>
                    <p:blipFill>
                      <a:blip r:embed="rId9"/>
                      <a:srcRect/>
                      <a:stretch>
                        <a:fillRect/>
                      </a:stretch>
                    </p:blipFill>
                    <p:spPr bwMode="auto">
                      <a:xfrm>
                        <a:off x="604075" y="5183346"/>
                        <a:ext cx="1059128" cy="582044"/>
                      </a:xfrm>
                      <a:prstGeom prst="rect">
                        <a:avLst/>
                      </a:prstGeom>
                      <a:noFill/>
                    </p:spPr>
                  </p:pic>
                </p:oleObj>
              </mc:Fallback>
            </mc:AlternateContent>
          </a:graphicData>
        </a:graphic>
      </p:graphicFrame>
      <p:sp>
        <p:nvSpPr>
          <p:cNvPr id="13" name="Content Placeholder 12">
            <a:extLst>
              <a:ext uri="{FF2B5EF4-FFF2-40B4-BE49-F238E27FC236}">
                <a16:creationId xmlns:a16="http://schemas.microsoft.com/office/drawing/2014/main" id="{956568E8-0F4B-8B1F-9CDD-82CF3CA9EFEF}"/>
              </a:ext>
            </a:extLst>
          </p:cNvPr>
          <p:cNvSpPr>
            <a:spLocks noGrp="1"/>
          </p:cNvSpPr>
          <p:nvPr>
            <p:ph sz="quarter" idx="23"/>
          </p:nvPr>
        </p:nvSpPr>
        <p:spPr>
          <a:xfrm>
            <a:off x="1757771" y="5301139"/>
            <a:ext cx="806597" cy="346457"/>
          </a:xfrm>
        </p:spPr>
        <p:txBody>
          <a:bodyPr/>
          <a:lstStyle/>
          <a:p>
            <a:r>
              <a:rPr lang="en-IN" sz="1800" dirty="0"/>
              <a:t>where</a:t>
            </a:r>
          </a:p>
        </p:txBody>
      </p:sp>
      <p:graphicFrame>
        <p:nvGraphicFramePr>
          <p:cNvPr id="31" name="Object 30">
            <a:extLst>
              <a:ext uri="{FF2B5EF4-FFF2-40B4-BE49-F238E27FC236}">
                <a16:creationId xmlns:a16="http://schemas.microsoft.com/office/drawing/2014/main" id="{5F6787F4-6DE9-A155-188F-4572BDC72FF8}"/>
              </a:ext>
            </a:extLst>
          </p:cNvPr>
          <p:cNvGraphicFramePr>
            <a:graphicFrameLocks noChangeAspect="1"/>
          </p:cNvGraphicFramePr>
          <p:nvPr>
            <p:extLst>
              <p:ext uri="{D42A27DB-BD31-4B8C-83A1-F6EECF244321}">
                <p14:modId xmlns:p14="http://schemas.microsoft.com/office/powerpoint/2010/main" val="1495730372"/>
              </p:ext>
            </p:extLst>
          </p:nvPr>
        </p:nvGraphicFramePr>
        <p:xfrm>
          <a:off x="2699810" y="5257931"/>
          <a:ext cx="320948" cy="529131"/>
        </p:xfrm>
        <a:graphic>
          <a:graphicData uri="http://schemas.openxmlformats.org/presentationml/2006/ole">
            <mc:AlternateContent xmlns:mc="http://schemas.openxmlformats.org/markup-compatibility/2006">
              <mc:Choice xmlns:v="urn:schemas-microsoft-com:vml" Requires="v">
                <p:oleObj name="Equation" r:id="rId10" imgW="469800" imgH="774360" progId="Equation.DSMT4">
                  <p:embed/>
                </p:oleObj>
              </mc:Choice>
              <mc:Fallback>
                <p:oleObj name="Equation" r:id="rId10" imgW="469800" imgH="774360" progId="Equation.DSMT4">
                  <p:embed/>
                  <p:pic>
                    <p:nvPicPr>
                      <p:cNvPr id="23" name="Object 22">
                        <a:extLst>
                          <a:ext uri="{FF2B5EF4-FFF2-40B4-BE49-F238E27FC236}">
                            <a16:creationId xmlns:a16="http://schemas.microsoft.com/office/drawing/2014/main" id="{FD92A983-6FC9-596D-29F0-CEF5F7F25F8B}"/>
                          </a:ext>
                        </a:extLst>
                      </p:cNvPr>
                      <p:cNvPicPr>
                        <a:picLocks noChangeAspect="1" noChangeArrowheads="1"/>
                      </p:cNvPicPr>
                      <p:nvPr/>
                    </p:nvPicPr>
                    <p:blipFill>
                      <a:blip r:embed="rId11"/>
                      <a:srcRect/>
                      <a:stretch>
                        <a:fillRect/>
                      </a:stretch>
                    </p:blipFill>
                    <p:spPr bwMode="auto">
                      <a:xfrm>
                        <a:off x="2699810" y="5257931"/>
                        <a:ext cx="320948" cy="529131"/>
                      </a:xfrm>
                      <a:prstGeom prst="rect">
                        <a:avLst/>
                      </a:prstGeom>
                      <a:noFill/>
                    </p:spPr>
                  </p:pic>
                </p:oleObj>
              </mc:Fallback>
            </mc:AlternateContent>
          </a:graphicData>
        </a:graphic>
      </p:graphicFrame>
      <p:sp>
        <p:nvSpPr>
          <p:cNvPr id="14" name="Content Placeholder 13">
            <a:extLst>
              <a:ext uri="{FF2B5EF4-FFF2-40B4-BE49-F238E27FC236}">
                <a16:creationId xmlns:a16="http://schemas.microsoft.com/office/drawing/2014/main" id="{8F8CAFDE-3A0B-CC88-FBEE-2CF5614F726C}"/>
              </a:ext>
            </a:extLst>
          </p:cNvPr>
          <p:cNvSpPr>
            <a:spLocks noGrp="1"/>
          </p:cNvSpPr>
          <p:nvPr>
            <p:ph sz="quarter" idx="24"/>
          </p:nvPr>
        </p:nvSpPr>
        <p:spPr>
          <a:xfrm>
            <a:off x="3129824" y="5321166"/>
            <a:ext cx="3503032" cy="357506"/>
          </a:xfrm>
        </p:spPr>
        <p:txBody>
          <a:bodyPr/>
          <a:lstStyle/>
          <a:p>
            <a:r>
              <a:rPr lang="en-IN" sz="1800" dirty="0"/>
              <a:t>is the standard error of the mean</a:t>
            </a:r>
          </a:p>
        </p:txBody>
      </p:sp>
      <p:sp>
        <p:nvSpPr>
          <p:cNvPr id="18" name="Content Placeholder 17">
            <a:extLst>
              <a:ext uri="{FF2B5EF4-FFF2-40B4-BE49-F238E27FC236}">
                <a16:creationId xmlns:a16="http://schemas.microsoft.com/office/drawing/2014/main" id="{0DC28BD8-E293-6FA5-4899-BCB9C6C6A16C}"/>
              </a:ext>
            </a:extLst>
          </p:cNvPr>
          <p:cNvSpPr>
            <a:spLocks noGrp="1"/>
          </p:cNvSpPr>
          <p:nvPr>
            <p:ph sz="quarter" idx="25"/>
          </p:nvPr>
        </p:nvSpPr>
        <p:spPr>
          <a:xfrm>
            <a:off x="6941272" y="5325900"/>
            <a:ext cx="833373" cy="375608"/>
          </a:xfrm>
        </p:spPr>
        <p:txBody>
          <a:bodyPr/>
          <a:lstStyle/>
          <a:p>
            <a:r>
              <a:rPr lang="en-IN" sz="1800" b="1" dirty="0"/>
              <a:t>(8.6)</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26</a:t>
            </a:fld>
            <a:endParaRPr lang="en-US"/>
          </a:p>
        </p:txBody>
      </p:sp>
    </p:spTree>
    <p:extLst>
      <p:ext uri="{BB962C8B-B14F-4D97-AF65-F5344CB8AC3E}">
        <p14:creationId xmlns:p14="http://schemas.microsoft.com/office/powerpoint/2010/main" val="4129621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Confidence Intervals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75729" y="409985"/>
            <a:ext cx="1226292" cy="452502"/>
          </a:xfrm>
        </p:spPr>
        <p:txBody>
          <a:bodyPr rIns="0"/>
          <a:lstStyle/>
          <a:p>
            <a:r>
              <a:rPr lang="en-IN" b="1" dirty="0"/>
              <a:t>L</a:t>
            </a:r>
            <a:r>
              <a:rPr lang="en-IN" sz="100" b="1" dirty="0"/>
              <a:t> </a:t>
            </a:r>
            <a:r>
              <a:rPr lang="en-IN" b="1" dirty="0"/>
              <a:t>O 8.5</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59128" cy="373093"/>
          </a:xfrm>
        </p:spPr>
        <p:txBody>
          <a:bodyPr/>
          <a:lstStyle/>
          <a:p>
            <a:pPr marL="292608" indent="-292608">
              <a:buFont typeface="Arial" panose="020B0604020202020204" pitchFamily="34" charset="0"/>
              <a:buChar char="•"/>
            </a:pPr>
            <a:r>
              <a:rPr lang="en-US" sz="2000" dirty="0"/>
              <a:t>If samples are drawn from a normal population (or if the sample is</a:t>
            </a:r>
            <a:endParaRPr lang="en-IN" sz="2000"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1" y="1722772"/>
            <a:ext cx="2463674" cy="350472"/>
          </a:xfrm>
        </p:spPr>
        <p:txBody>
          <a:bodyPr tIns="0"/>
          <a:lstStyle/>
          <a:p>
            <a:pPr marL="292608"/>
            <a:r>
              <a:rPr lang="en-IN" sz="2000" dirty="0"/>
              <a:t>large enough that</a:t>
            </a:r>
          </a:p>
        </p:txBody>
      </p:sp>
      <p:graphicFrame>
        <p:nvGraphicFramePr>
          <p:cNvPr id="23" name="Object 22">
            <a:extLst>
              <a:ext uri="{FF2B5EF4-FFF2-40B4-BE49-F238E27FC236}">
                <a16:creationId xmlns:a16="http://schemas.microsoft.com/office/drawing/2014/main" id="{1B32F2B1-BC88-4556-8AC9-9B88C911C329}"/>
              </a:ext>
            </a:extLst>
          </p:cNvPr>
          <p:cNvGraphicFramePr>
            <a:graphicFrameLocks noChangeAspect="1"/>
          </p:cNvGraphicFramePr>
          <p:nvPr>
            <p:extLst>
              <p:ext uri="{D42A27DB-BD31-4B8C-83A1-F6EECF244321}">
                <p14:modId xmlns:p14="http://schemas.microsoft.com/office/powerpoint/2010/main" val="1200658336"/>
              </p:ext>
            </p:extLst>
          </p:nvPr>
        </p:nvGraphicFramePr>
        <p:xfrm>
          <a:off x="2838798" y="1702148"/>
          <a:ext cx="254000" cy="292100"/>
        </p:xfrm>
        <a:graphic>
          <a:graphicData uri="http://schemas.openxmlformats.org/presentationml/2006/ole">
            <mc:AlternateContent xmlns:mc="http://schemas.openxmlformats.org/markup-compatibility/2006">
              <mc:Choice xmlns:v="urn:schemas-microsoft-com:vml" Requires="v">
                <p:oleObj name="Equation" r:id="rId2" imgW="253800" imgH="291960" progId="Equation.DSMT4">
                  <p:embed/>
                </p:oleObj>
              </mc:Choice>
              <mc:Fallback>
                <p:oleObj name="Equation" r:id="rId2" imgW="253800" imgH="291960" progId="Equation.DSMT4">
                  <p:embed/>
                  <p:pic>
                    <p:nvPicPr>
                      <p:cNvPr id="23" name="Object 22">
                        <a:extLst>
                          <a:ext uri="{FF2B5EF4-FFF2-40B4-BE49-F238E27FC236}">
                            <a16:creationId xmlns:a16="http://schemas.microsoft.com/office/drawing/2014/main" id="{FD92A983-6FC9-596D-29F0-CEF5F7F25F8B}"/>
                          </a:ext>
                        </a:extLst>
                      </p:cNvPr>
                      <p:cNvPicPr>
                        <a:picLocks noChangeAspect="1" noChangeArrowheads="1"/>
                      </p:cNvPicPr>
                      <p:nvPr/>
                    </p:nvPicPr>
                    <p:blipFill>
                      <a:blip r:embed="rId3"/>
                      <a:srcRect/>
                      <a:stretch>
                        <a:fillRect/>
                      </a:stretch>
                    </p:blipFill>
                    <p:spPr bwMode="auto">
                      <a:xfrm>
                        <a:off x="2838798" y="1702148"/>
                        <a:ext cx="254000" cy="292100"/>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209861" y="1722772"/>
            <a:ext cx="5119327" cy="332365"/>
          </a:xfrm>
        </p:spPr>
        <p:txBody>
          <a:bodyPr lIns="0" tIns="0"/>
          <a:lstStyle/>
          <a:p>
            <a:r>
              <a:rPr lang="en-US" sz="2000" dirty="0"/>
              <a:t>is approximately normal by the Central Limit</a:t>
            </a:r>
            <a:endParaRPr lang="en-IN" sz="2000"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1" y="2157338"/>
            <a:ext cx="2101536" cy="341418"/>
          </a:xfrm>
        </p:spPr>
        <p:txBody>
          <a:bodyPr tIns="0" rIns="0"/>
          <a:lstStyle/>
          <a:p>
            <a:pPr marL="292608"/>
            <a:r>
              <a:rPr lang="en-IN" sz="2000" dirty="0"/>
              <a:t>Theorem) and</a:t>
            </a:r>
          </a:p>
        </p:txBody>
      </p:sp>
      <p:graphicFrame>
        <p:nvGraphicFramePr>
          <p:cNvPr id="24" name="Object 23">
            <a:extLst>
              <a:ext uri="{FF2B5EF4-FFF2-40B4-BE49-F238E27FC236}">
                <a16:creationId xmlns:a16="http://schemas.microsoft.com/office/drawing/2014/main" id="{F9830656-7DCD-8FAF-2D0A-2FB1D0FC9919}"/>
              </a:ext>
            </a:extLst>
          </p:cNvPr>
          <p:cNvGraphicFramePr>
            <a:graphicFrameLocks noChangeAspect="1"/>
          </p:cNvGraphicFramePr>
          <p:nvPr>
            <p:extLst>
              <p:ext uri="{D42A27DB-BD31-4B8C-83A1-F6EECF244321}">
                <p14:modId xmlns:p14="http://schemas.microsoft.com/office/powerpoint/2010/main" val="3838309229"/>
              </p:ext>
            </p:extLst>
          </p:nvPr>
        </p:nvGraphicFramePr>
        <p:xfrm>
          <a:off x="2432360" y="2212624"/>
          <a:ext cx="233789" cy="206283"/>
        </p:xfrm>
        <a:graphic>
          <a:graphicData uri="http://schemas.openxmlformats.org/presentationml/2006/ole">
            <mc:AlternateContent xmlns:mc="http://schemas.openxmlformats.org/markup-compatibility/2006">
              <mc:Choice xmlns:v="urn:schemas-microsoft-com:vml" Requires="v">
                <p:oleObj name="Equation" r:id="rId4" imgW="215640" imgH="190440" progId="Equation.DSMT4">
                  <p:embed/>
                </p:oleObj>
              </mc:Choice>
              <mc:Fallback>
                <p:oleObj name="Equation" r:id="rId4" imgW="215640" imgH="190440" progId="Equation.DSMT4">
                  <p:embed/>
                  <p:pic>
                    <p:nvPicPr>
                      <p:cNvPr id="23" name="Object 22">
                        <a:extLst>
                          <a:ext uri="{FF2B5EF4-FFF2-40B4-BE49-F238E27FC236}">
                            <a16:creationId xmlns:a16="http://schemas.microsoft.com/office/drawing/2014/main" id="{1B32F2B1-BC88-4556-8AC9-9B88C911C329}"/>
                          </a:ext>
                        </a:extLst>
                      </p:cNvPr>
                      <p:cNvPicPr>
                        <a:picLocks noChangeAspect="1" noChangeArrowheads="1"/>
                      </p:cNvPicPr>
                      <p:nvPr/>
                    </p:nvPicPr>
                    <p:blipFill>
                      <a:blip r:embed="rId5"/>
                      <a:srcRect/>
                      <a:stretch>
                        <a:fillRect/>
                      </a:stretch>
                    </p:blipFill>
                    <p:spPr bwMode="auto">
                      <a:xfrm>
                        <a:off x="2432360" y="2212624"/>
                        <a:ext cx="233789" cy="206283"/>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2759440" y="2157339"/>
            <a:ext cx="5721789" cy="341418"/>
          </a:xfrm>
        </p:spPr>
        <p:txBody>
          <a:bodyPr lIns="0" tIns="0"/>
          <a:lstStyle/>
          <a:p>
            <a:r>
              <a:rPr lang="en-US" sz="2000" dirty="0"/>
              <a:t>is known, then the margin of error is calculated</a:t>
            </a:r>
            <a:endParaRPr lang="en-IN" sz="2000" dirty="0"/>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364214" y="2573551"/>
            <a:ext cx="8182257" cy="332616"/>
          </a:xfrm>
        </p:spPr>
        <p:txBody>
          <a:bodyPr tIns="0"/>
          <a:lstStyle/>
          <a:p>
            <a:pPr marL="292608"/>
            <a:r>
              <a:rPr lang="en-US" sz="2000" dirty="0"/>
              <a:t>using the standard normal distribution.</a:t>
            </a:r>
            <a:endParaRPr lang="en-IN" sz="2000" dirty="0"/>
          </a:p>
        </p:txBody>
      </p:sp>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342901" y="3017171"/>
            <a:ext cx="1621702" cy="395986"/>
          </a:xfrm>
        </p:spPr>
        <p:txBody>
          <a:bodyPr/>
          <a:lstStyle/>
          <a:p>
            <a:pPr marL="292608" indent="-292608">
              <a:buFont typeface="Arial" panose="020B0604020202020204" pitchFamily="34" charset="0"/>
              <a:buChar char="•"/>
            </a:pPr>
            <a:r>
              <a:rPr lang="en-IN" sz="2000" dirty="0"/>
              <a:t>The value</a:t>
            </a:r>
          </a:p>
        </p:txBody>
      </p:sp>
      <p:graphicFrame>
        <p:nvGraphicFramePr>
          <p:cNvPr id="25" name="Object 24">
            <a:extLst>
              <a:ext uri="{FF2B5EF4-FFF2-40B4-BE49-F238E27FC236}">
                <a16:creationId xmlns:a16="http://schemas.microsoft.com/office/drawing/2014/main" id="{29AAF81B-DF09-E640-FF57-3A73EE97579E}"/>
              </a:ext>
            </a:extLst>
          </p:cNvPr>
          <p:cNvGraphicFramePr>
            <a:graphicFrameLocks noChangeAspect="1"/>
          </p:cNvGraphicFramePr>
          <p:nvPr>
            <p:extLst>
              <p:ext uri="{D42A27DB-BD31-4B8C-83A1-F6EECF244321}">
                <p14:modId xmlns:p14="http://schemas.microsoft.com/office/powerpoint/2010/main" val="385310958"/>
              </p:ext>
            </p:extLst>
          </p:nvPr>
        </p:nvGraphicFramePr>
        <p:xfrm>
          <a:off x="1948541" y="3046958"/>
          <a:ext cx="459714" cy="385565"/>
        </p:xfrm>
        <a:graphic>
          <a:graphicData uri="http://schemas.openxmlformats.org/presentationml/2006/ole">
            <mc:AlternateContent xmlns:mc="http://schemas.openxmlformats.org/markup-compatibility/2006">
              <mc:Choice xmlns:v="urn:schemas-microsoft-com:vml" Requires="v">
                <p:oleObj name="Equation" r:id="rId6" imgW="393480" imgH="330120" progId="Equation.DSMT4">
                  <p:embed/>
                </p:oleObj>
              </mc:Choice>
              <mc:Fallback>
                <p:oleObj name="Equation" r:id="rId6" imgW="393480" imgH="330120" progId="Equation.DSMT4">
                  <p:embed/>
                  <p:pic>
                    <p:nvPicPr>
                      <p:cNvPr id="24" name="Object 23">
                        <a:extLst>
                          <a:ext uri="{FF2B5EF4-FFF2-40B4-BE49-F238E27FC236}">
                            <a16:creationId xmlns:a16="http://schemas.microsoft.com/office/drawing/2014/main" id="{F9830656-7DCD-8FAF-2D0A-2FB1D0FC9919}"/>
                          </a:ext>
                        </a:extLst>
                      </p:cNvPr>
                      <p:cNvPicPr>
                        <a:picLocks noChangeAspect="1" noChangeArrowheads="1"/>
                      </p:cNvPicPr>
                      <p:nvPr/>
                    </p:nvPicPr>
                    <p:blipFill>
                      <a:blip r:embed="rId7"/>
                      <a:srcRect/>
                      <a:stretch>
                        <a:fillRect/>
                      </a:stretch>
                    </p:blipFill>
                    <p:spPr bwMode="auto">
                      <a:xfrm>
                        <a:off x="1948541" y="3046958"/>
                        <a:ext cx="459714" cy="385565"/>
                      </a:xfrm>
                      <a:prstGeom prst="rect">
                        <a:avLst/>
                      </a:prstGeom>
                      <a:noFill/>
                    </p:spPr>
                  </p:pic>
                </p:oleObj>
              </mc:Fallback>
            </mc:AlternateContent>
          </a:graphicData>
        </a:graphic>
      </p:graphicFrame>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2503690" y="3001435"/>
            <a:ext cx="6024674" cy="384166"/>
          </a:xfrm>
        </p:spPr>
        <p:txBody>
          <a:bodyPr lIns="0"/>
          <a:lstStyle/>
          <a:p>
            <a:r>
              <a:rPr lang="en-US" sz="2000" dirty="0"/>
              <a:t>is determined by the desired level of confidence,</a:t>
            </a:r>
            <a:endParaRPr lang="en-IN" sz="2000" dirty="0"/>
          </a:p>
        </p:txBody>
      </p:sp>
      <p:sp>
        <p:nvSpPr>
          <p:cNvPr id="12" name="Content Placeholder 11">
            <a:extLst>
              <a:ext uri="{FF2B5EF4-FFF2-40B4-BE49-F238E27FC236}">
                <a16:creationId xmlns:a16="http://schemas.microsoft.com/office/drawing/2014/main" id="{A7E6DC27-5814-3C67-2ABE-FFAE94392D25}"/>
              </a:ext>
            </a:extLst>
          </p:cNvPr>
          <p:cNvSpPr>
            <a:spLocks noGrp="1"/>
          </p:cNvSpPr>
          <p:nvPr>
            <p:ph sz="quarter" idx="22"/>
          </p:nvPr>
        </p:nvSpPr>
        <p:spPr>
          <a:xfrm>
            <a:off x="364215" y="3523209"/>
            <a:ext cx="2030718" cy="342621"/>
          </a:xfrm>
        </p:spPr>
        <p:txBody>
          <a:bodyPr tIns="0" rIns="0"/>
          <a:lstStyle/>
          <a:p>
            <a:pPr marL="292608"/>
            <a:r>
              <a:rPr lang="en-IN" sz="2000" dirty="0"/>
              <a:t>which we call</a:t>
            </a:r>
          </a:p>
        </p:txBody>
      </p:sp>
      <p:graphicFrame>
        <p:nvGraphicFramePr>
          <p:cNvPr id="16" name="Object 15">
            <a:extLst>
              <a:ext uri="{FF2B5EF4-FFF2-40B4-BE49-F238E27FC236}">
                <a16:creationId xmlns:a16="http://schemas.microsoft.com/office/drawing/2014/main" id="{76D41A4E-8228-40AE-B57E-5AF284C3477F}"/>
              </a:ext>
            </a:extLst>
          </p:cNvPr>
          <p:cNvGraphicFramePr>
            <a:graphicFrameLocks noChangeAspect="1"/>
          </p:cNvGraphicFramePr>
          <p:nvPr>
            <p:extLst>
              <p:ext uri="{D42A27DB-BD31-4B8C-83A1-F6EECF244321}">
                <p14:modId xmlns:p14="http://schemas.microsoft.com/office/powerpoint/2010/main" val="1588563981"/>
              </p:ext>
            </p:extLst>
          </p:nvPr>
        </p:nvGraphicFramePr>
        <p:xfrm>
          <a:off x="2328265" y="3559973"/>
          <a:ext cx="573957" cy="307001"/>
        </p:xfrm>
        <a:graphic>
          <a:graphicData uri="http://schemas.openxmlformats.org/presentationml/2006/ole">
            <mc:AlternateContent xmlns:mc="http://schemas.openxmlformats.org/markup-compatibility/2006">
              <mc:Choice xmlns:v="urn:schemas-microsoft-com:vml" Requires="v">
                <p:oleObj name="Equation" r:id="rId8" imgW="545760" imgH="291960" progId="Equation.DSMT4">
                  <p:embed/>
                </p:oleObj>
              </mc:Choice>
              <mc:Fallback>
                <p:oleObj name="Equation" r:id="rId8" imgW="545760" imgH="291960" progId="Equation.DSMT4">
                  <p:embed/>
                  <p:pic>
                    <p:nvPicPr>
                      <p:cNvPr id="0" name=""/>
                      <p:cNvPicPr/>
                      <p:nvPr/>
                    </p:nvPicPr>
                    <p:blipFill>
                      <a:blip r:embed="rId9"/>
                      <a:stretch>
                        <a:fillRect/>
                      </a:stretch>
                    </p:blipFill>
                    <p:spPr>
                      <a:xfrm>
                        <a:off x="2328265" y="3559973"/>
                        <a:ext cx="573957" cy="307001"/>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956568E8-0F4B-8B1F-9CDD-82CF3CA9EFEF}"/>
              </a:ext>
            </a:extLst>
          </p:cNvPr>
          <p:cNvSpPr>
            <a:spLocks noGrp="1"/>
          </p:cNvSpPr>
          <p:nvPr>
            <p:ph sz="quarter" idx="23"/>
          </p:nvPr>
        </p:nvSpPr>
        <p:spPr>
          <a:xfrm>
            <a:off x="342900" y="3940934"/>
            <a:ext cx="5858724" cy="404729"/>
          </a:xfrm>
        </p:spPr>
        <p:txBody>
          <a:bodyPr/>
          <a:lstStyle/>
          <a:p>
            <a:pPr marL="292608" indent="-292608">
              <a:buFont typeface="Arial" panose="020B0604020202020204" pitchFamily="34" charset="0"/>
              <a:buChar char="•"/>
            </a:pPr>
            <a:r>
              <a:rPr lang="en-US" sz="2000" dirty="0"/>
              <a:t>Because the sampling distribution is symmetric,</a:t>
            </a:r>
            <a:endParaRPr lang="en-IN" sz="2000" dirty="0"/>
          </a:p>
        </p:txBody>
      </p:sp>
      <p:graphicFrame>
        <p:nvGraphicFramePr>
          <p:cNvPr id="27" name="Object 26">
            <a:extLst>
              <a:ext uri="{FF2B5EF4-FFF2-40B4-BE49-F238E27FC236}">
                <a16:creationId xmlns:a16="http://schemas.microsoft.com/office/drawing/2014/main" id="{C2D58191-C96A-404D-0D01-1562347FA028}"/>
              </a:ext>
            </a:extLst>
          </p:cNvPr>
          <p:cNvGraphicFramePr>
            <a:graphicFrameLocks noChangeAspect="1"/>
          </p:cNvGraphicFramePr>
          <p:nvPr>
            <p:extLst>
              <p:ext uri="{D42A27DB-BD31-4B8C-83A1-F6EECF244321}">
                <p14:modId xmlns:p14="http://schemas.microsoft.com/office/powerpoint/2010/main" val="1921361467"/>
              </p:ext>
            </p:extLst>
          </p:nvPr>
        </p:nvGraphicFramePr>
        <p:xfrm>
          <a:off x="6156759" y="4004597"/>
          <a:ext cx="449333" cy="264313"/>
        </p:xfrm>
        <a:graphic>
          <a:graphicData uri="http://schemas.openxmlformats.org/presentationml/2006/ole">
            <mc:AlternateContent xmlns:mc="http://schemas.openxmlformats.org/markup-compatibility/2006">
              <mc:Choice xmlns:v="urn:schemas-microsoft-com:vml" Requires="v">
                <p:oleObj name="Equation" r:id="rId10" imgW="431640" imgH="253800" progId="Equation.DSMT4">
                  <p:embed/>
                </p:oleObj>
              </mc:Choice>
              <mc:Fallback>
                <p:oleObj name="Equation" r:id="rId10" imgW="431640" imgH="253800" progId="Equation.DSMT4">
                  <p:embed/>
                  <p:pic>
                    <p:nvPicPr>
                      <p:cNvPr id="26" name="Object 25">
                        <a:extLst>
                          <a:ext uri="{FF2B5EF4-FFF2-40B4-BE49-F238E27FC236}">
                            <a16:creationId xmlns:a16="http://schemas.microsoft.com/office/drawing/2014/main" id="{0D31B562-4EB3-F9B9-3F4C-4D70E26079B6}"/>
                          </a:ext>
                        </a:extLst>
                      </p:cNvPr>
                      <p:cNvPicPr>
                        <a:picLocks noChangeAspect="1" noChangeArrowheads="1"/>
                      </p:cNvPicPr>
                      <p:nvPr/>
                    </p:nvPicPr>
                    <p:blipFill>
                      <a:blip r:embed="rId11"/>
                      <a:srcRect/>
                      <a:stretch>
                        <a:fillRect/>
                      </a:stretch>
                    </p:blipFill>
                    <p:spPr bwMode="auto">
                      <a:xfrm>
                        <a:off x="6156759" y="4004597"/>
                        <a:ext cx="449333" cy="264313"/>
                      </a:xfrm>
                      <a:prstGeom prst="rect">
                        <a:avLst/>
                      </a:prstGeom>
                      <a:noFill/>
                    </p:spPr>
                  </p:pic>
                </p:oleObj>
              </mc:Fallback>
            </mc:AlternateContent>
          </a:graphicData>
        </a:graphic>
      </p:graphicFrame>
      <p:sp>
        <p:nvSpPr>
          <p:cNvPr id="14" name="Content Placeholder 13">
            <a:extLst>
              <a:ext uri="{FF2B5EF4-FFF2-40B4-BE49-F238E27FC236}">
                <a16:creationId xmlns:a16="http://schemas.microsoft.com/office/drawing/2014/main" id="{8F8CAFDE-3A0B-CC88-FBEE-2CF5614F726C}"/>
              </a:ext>
            </a:extLst>
          </p:cNvPr>
          <p:cNvSpPr>
            <a:spLocks noGrp="1"/>
          </p:cNvSpPr>
          <p:nvPr>
            <p:ph sz="quarter" idx="24"/>
          </p:nvPr>
        </p:nvSpPr>
        <p:spPr>
          <a:xfrm>
            <a:off x="6709558" y="3934788"/>
            <a:ext cx="1594448" cy="382128"/>
          </a:xfrm>
        </p:spPr>
        <p:txBody>
          <a:bodyPr lIns="0"/>
          <a:lstStyle/>
          <a:p>
            <a:r>
              <a:rPr lang="en-IN" sz="2000" dirty="0"/>
              <a:t>is the area in</a:t>
            </a:r>
          </a:p>
        </p:txBody>
      </p:sp>
      <p:sp>
        <p:nvSpPr>
          <p:cNvPr id="18" name="Content Placeholder 17">
            <a:extLst>
              <a:ext uri="{FF2B5EF4-FFF2-40B4-BE49-F238E27FC236}">
                <a16:creationId xmlns:a16="http://schemas.microsoft.com/office/drawing/2014/main" id="{0DC28BD8-E293-6FA5-4899-BCB9C6C6A16C}"/>
              </a:ext>
            </a:extLst>
          </p:cNvPr>
          <p:cNvSpPr>
            <a:spLocks noGrp="1"/>
          </p:cNvSpPr>
          <p:nvPr>
            <p:ph sz="quarter" idx="25"/>
          </p:nvPr>
        </p:nvSpPr>
        <p:spPr>
          <a:xfrm>
            <a:off x="364214" y="4410263"/>
            <a:ext cx="4401423" cy="333754"/>
          </a:xfrm>
        </p:spPr>
        <p:txBody>
          <a:bodyPr tIns="0"/>
          <a:lstStyle/>
          <a:p>
            <a:pPr marL="292608"/>
            <a:r>
              <a:rPr lang="en-US" sz="2000" dirty="0"/>
              <a:t>each tail of the normal distribution.</a:t>
            </a:r>
            <a:endParaRPr lang="en-IN" sz="2000" dirty="0"/>
          </a:p>
        </p:txBody>
      </p:sp>
      <p:pic>
        <p:nvPicPr>
          <p:cNvPr id="28" name="Picture 27" descr="A normal distribution curve.">
            <a:extLst>
              <a:ext uri="{FF2B5EF4-FFF2-40B4-BE49-F238E27FC236}">
                <a16:creationId xmlns:a16="http://schemas.microsoft.com/office/drawing/2014/main" id="{849CCD90-C1D4-BDCB-7744-E7AAD9FC0309}"/>
              </a:ext>
            </a:extLst>
          </p:cNvPr>
          <p:cNvPicPr>
            <a:picLocks noChangeAspect="1"/>
          </p:cNvPicPr>
          <p:nvPr/>
        </p:nvPicPr>
        <p:blipFill>
          <a:blip r:embed="rId12"/>
          <a:stretch>
            <a:fillRect/>
          </a:stretch>
        </p:blipFill>
        <p:spPr>
          <a:xfrm>
            <a:off x="5206280" y="4410263"/>
            <a:ext cx="2982766" cy="1813843"/>
          </a:xfrm>
          <a:prstGeom prst="rect">
            <a:avLst/>
          </a:prstGeom>
        </p:spPr>
      </p:pic>
      <p:sp>
        <p:nvSpPr>
          <p:cNvPr id="15" name="Text Placeholder 14">
            <a:extLst>
              <a:ext uri="{FF2B5EF4-FFF2-40B4-BE49-F238E27FC236}">
                <a16:creationId xmlns:a16="http://schemas.microsoft.com/office/drawing/2014/main" id="{0BA66853-6339-F0CC-F4A8-C7D2E7B6EA47}"/>
              </a:ext>
            </a:extLst>
          </p:cNvPr>
          <p:cNvSpPr>
            <a:spLocks noGrp="1"/>
          </p:cNvSpPr>
          <p:nvPr>
            <p:ph type="body" sz="quarter" idx="12"/>
          </p:nvPr>
        </p:nvSpPr>
        <p:spPr>
          <a:xfrm>
            <a:off x="2971558" y="6324600"/>
            <a:ext cx="3200885" cy="190500"/>
          </a:xfrm>
        </p:spPr>
        <p:txBody>
          <a:bodyPr/>
          <a:lstStyle/>
          <a:p>
            <a:r>
              <a:rPr lang="en-US" sz="1200" dirty="0">
                <a:hlinkClick r:id="rId13"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27</a:t>
            </a:fld>
            <a:endParaRPr lang="en-US"/>
          </a:p>
        </p:txBody>
      </p:sp>
    </p:spTree>
    <p:extLst>
      <p:ext uri="{BB962C8B-B14F-4D97-AF65-F5344CB8AC3E}">
        <p14:creationId xmlns:p14="http://schemas.microsoft.com/office/powerpoint/2010/main" val="2719225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Confidence Intervals </a:t>
            </a:r>
            <a:r>
              <a:rPr lang="en-IN" sz="1000" b="0" dirty="0"/>
              <a:t>3</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8.5</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8122090" cy="934409"/>
          </a:xfrm>
        </p:spPr>
        <p:txBody>
          <a:bodyPr/>
          <a:lstStyle/>
          <a:p>
            <a:pPr marL="292608" indent="-292608">
              <a:buFont typeface="Arial" panose="020B0604020202020204" pitchFamily="34" charset="0"/>
              <a:buChar char="•"/>
            </a:pPr>
            <a:r>
              <a:rPr lang="en-US" dirty="0"/>
              <a:t>The middle area shows the confidence level.</a:t>
            </a:r>
          </a:p>
          <a:p>
            <a:pPr marL="292608" indent="-292608">
              <a:buFont typeface="Arial" panose="020B0604020202020204" pitchFamily="34" charset="0"/>
              <a:buChar char="•"/>
            </a:pPr>
            <a:r>
              <a:rPr lang="en-US" dirty="0"/>
              <a:t>The remaining area is divided into two symmetrical tails,</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92128" y="2261215"/>
            <a:ext cx="4011817" cy="418613"/>
          </a:xfrm>
        </p:spPr>
        <p:txBody>
          <a:bodyPr tIns="0"/>
          <a:lstStyle/>
          <a:p>
            <a:pPr marL="292608"/>
            <a:r>
              <a:rPr lang="en-US" dirty="0"/>
              <a:t>each having area equal to</a:t>
            </a:r>
            <a:endParaRPr lang="en-IN" dirty="0"/>
          </a:p>
        </p:txBody>
      </p:sp>
      <p:graphicFrame>
        <p:nvGraphicFramePr>
          <p:cNvPr id="23" name="Object 22">
            <a:extLst>
              <a:ext uri="{FF2B5EF4-FFF2-40B4-BE49-F238E27FC236}">
                <a16:creationId xmlns:a16="http://schemas.microsoft.com/office/drawing/2014/main" id="{84D00C12-D1B2-4498-3B5C-5C02973BB218}"/>
              </a:ext>
            </a:extLst>
          </p:cNvPr>
          <p:cNvGraphicFramePr>
            <a:graphicFrameLocks noChangeAspect="1"/>
          </p:cNvGraphicFramePr>
          <p:nvPr>
            <p:extLst>
              <p:ext uri="{D42A27DB-BD31-4B8C-83A1-F6EECF244321}">
                <p14:modId xmlns:p14="http://schemas.microsoft.com/office/powerpoint/2010/main" val="1955021349"/>
              </p:ext>
            </p:extLst>
          </p:nvPr>
        </p:nvGraphicFramePr>
        <p:xfrm>
          <a:off x="4371708" y="2304023"/>
          <a:ext cx="588862" cy="309928"/>
        </p:xfrm>
        <a:graphic>
          <a:graphicData uri="http://schemas.openxmlformats.org/presentationml/2006/ole">
            <mc:AlternateContent xmlns:mc="http://schemas.openxmlformats.org/markup-compatibility/2006">
              <mc:Choice xmlns:v="urn:schemas-microsoft-com:vml" Requires="v">
                <p:oleObj name="Equation" r:id="rId2" imgW="482400" imgH="253800" progId="Equation.DSMT4">
                  <p:embed/>
                </p:oleObj>
              </mc:Choice>
              <mc:Fallback>
                <p:oleObj name="Equation" r:id="rId2" imgW="482400" imgH="253800" progId="Equation.DSMT4">
                  <p:embed/>
                  <p:pic>
                    <p:nvPicPr>
                      <p:cNvPr id="27" name="Object 26">
                        <a:extLst>
                          <a:ext uri="{FF2B5EF4-FFF2-40B4-BE49-F238E27FC236}">
                            <a16:creationId xmlns:a16="http://schemas.microsoft.com/office/drawing/2014/main" id="{C2D58191-C96A-404D-0D01-1562347FA028}"/>
                          </a:ext>
                        </a:extLst>
                      </p:cNvPr>
                      <p:cNvPicPr>
                        <a:picLocks noChangeAspect="1" noChangeArrowheads="1"/>
                      </p:cNvPicPr>
                      <p:nvPr/>
                    </p:nvPicPr>
                    <p:blipFill>
                      <a:blip r:embed="rId3"/>
                      <a:srcRect/>
                      <a:stretch>
                        <a:fillRect/>
                      </a:stretch>
                    </p:blipFill>
                    <p:spPr bwMode="auto">
                      <a:xfrm>
                        <a:off x="4371708" y="2304023"/>
                        <a:ext cx="588862" cy="309928"/>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2784501"/>
            <a:ext cx="2210178" cy="438607"/>
          </a:xfrm>
        </p:spPr>
        <p:txBody>
          <a:bodyPr/>
          <a:lstStyle/>
          <a:p>
            <a:pPr marL="292608" indent="-292608">
              <a:buFont typeface="Arial" panose="020B0604020202020204" pitchFamily="34" charset="0"/>
              <a:buChar char="•"/>
            </a:pPr>
            <a:r>
              <a:rPr lang="en-IN" dirty="0"/>
              <a:t>The value of</a:t>
            </a:r>
          </a:p>
        </p:txBody>
      </p:sp>
      <p:graphicFrame>
        <p:nvGraphicFramePr>
          <p:cNvPr id="24" name="Object 23">
            <a:extLst>
              <a:ext uri="{FF2B5EF4-FFF2-40B4-BE49-F238E27FC236}">
                <a16:creationId xmlns:a16="http://schemas.microsoft.com/office/drawing/2014/main" id="{20F13E0F-28C1-9B11-1B89-C68003290BE8}"/>
              </a:ext>
            </a:extLst>
          </p:cNvPr>
          <p:cNvGraphicFramePr>
            <a:graphicFrameLocks noChangeAspect="1"/>
          </p:cNvGraphicFramePr>
          <p:nvPr>
            <p:extLst>
              <p:ext uri="{D42A27DB-BD31-4B8C-83A1-F6EECF244321}">
                <p14:modId xmlns:p14="http://schemas.microsoft.com/office/powerpoint/2010/main" val="1894894341"/>
              </p:ext>
            </p:extLst>
          </p:nvPr>
        </p:nvGraphicFramePr>
        <p:xfrm>
          <a:off x="2524797" y="2764006"/>
          <a:ext cx="630238" cy="481012"/>
        </p:xfrm>
        <a:graphic>
          <a:graphicData uri="http://schemas.openxmlformats.org/presentationml/2006/ole">
            <mc:AlternateContent xmlns:mc="http://schemas.openxmlformats.org/markup-compatibility/2006">
              <mc:Choice xmlns:v="urn:schemas-microsoft-com:vml" Requires="v">
                <p:oleObj name="Equation" r:id="rId4" imgW="431640" imgH="330120" progId="Equation.DSMT4">
                  <p:embed/>
                </p:oleObj>
              </mc:Choice>
              <mc:Fallback>
                <p:oleObj name="Equation" r:id="rId4" imgW="431640" imgH="330120" progId="Equation.DSMT4">
                  <p:embed/>
                  <p:pic>
                    <p:nvPicPr>
                      <p:cNvPr id="23" name="Object 22">
                        <a:extLst>
                          <a:ext uri="{FF2B5EF4-FFF2-40B4-BE49-F238E27FC236}">
                            <a16:creationId xmlns:a16="http://schemas.microsoft.com/office/drawing/2014/main" id="{84D00C12-D1B2-4498-3B5C-5C02973BB218}"/>
                          </a:ext>
                        </a:extLst>
                      </p:cNvPr>
                      <p:cNvPicPr>
                        <a:picLocks noChangeAspect="1" noChangeArrowheads="1"/>
                      </p:cNvPicPr>
                      <p:nvPr/>
                    </p:nvPicPr>
                    <p:blipFill>
                      <a:blip r:embed="rId5"/>
                      <a:srcRect/>
                      <a:stretch>
                        <a:fillRect/>
                      </a:stretch>
                    </p:blipFill>
                    <p:spPr bwMode="auto">
                      <a:xfrm>
                        <a:off x="2524797" y="2764006"/>
                        <a:ext cx="630238" cy="481012"/>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211597" y="2781138"/>
            <a:ext cx="5188773" cy="463880"/>
          </a:xfrm>
        </p:spPr>
        <p:txBody>
          <a:bodyPr lIns="0"/>
          <a:lstStyle/>
          <a:p>
            <a:r>
              <a:rPr lang="en-US" dirty="0"/>
              <a:t>will depend on the level of confidence</a:t>
            </a:r>
            <a:endParaRPr lang="en-IN" dirty="0"/>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92129" y="3327782"/>
            <a:ext cx="1603594" cy="402246"/>
          </a:xfrm>
        </p:spPr>
        <p:txBody>
          <a:bodyPr tIns="0"/>
          <a:lstStyle/>
          <a:p>
            <a:pPr marL="292608"/>
            <a:r>
              <a:rPr lang="en-IN" dirty="0"/>
              <a:t>desired.</a:t>
            </a:r>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984739" y="3767936"/>
            <a:ext cx="7174523" cy="410238"/>
          </a:xfrm>
        </p:spPr>
        <p:txBody>
          <a:bodyPr/>
          <a:lstStyle/>
          <a:p>
            <a:r>
              <a:rPr lang="en-IN" sz="2000" b="1" dirty="0"/>
              <a:t>90 Percent and 95 Percent Confidence Levels Compared.</a:t>
            </a:r>
          </a:p>
        </p:txBody>
      </p:sp>
      <p:pic>
        <p:nvPicPr>
          <p:cNvPr id="25" name="Picture 24" descr="Two normal curves illustrating 90% confidence and 95% confidence.">
            <a:extLst>
              <a:ext uri="{FF2B5EF4-FFF2-40B4-BE49-F238E27FC236}">
                <a16:creationId xmlns:a16="http://schemas.microsoft.com/office/drawing/2014/main" id="{67293FD3-61AE-6CCE-6536-D6E7AD0CE4E0}"/>
              </a:ext>
            </a:extLst>
          </p:cNvPr>
          <p:cNvPicPr>
            <a:picLocks noChangeAspect="1"/>
          </p:cNvPicPr>
          <p:nvPr/>
        </p:nvPicPr>
        <p:blipFill rotWithShape="1">
          <a:blip r:embed="rId6"/>
          <a:srcRect t="10430"/>
          <a:stretch/>
        </p:blipFill>
        <p:spPr>
          <a:xfrm>
            <a:off x="1571009" y="4311142"/>
            <a:ext cx="6030779" cy="1846573"/>
          </a:xfrm>
          <a:prstGeom prst="rect">
            <a:avLst/>
          </a:prstGeom>
        </p:spPr>
      </p:pic>
      <p:sp>
        <p:nvSpPr>
          <p:cNvPr id="10" name="Text Placeholder 14">
            <a:extLst>
              <a:ext uri="{FF2B5EF4-FFF2-40B4-BE49-F238E27FC236}">
                <a16:creationId xmlns:a16="http://schemas.microsoft.com/office/drawing/2014/main" id="{77347B93-60F3-4C3B-87C0-DF5161F9C092}"/>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28</a:t>
            </a:fld>
            <a:endParaRPr lang="en-US"/>
          </a:p>
        </p:txBody>
      </p:sp>
    </p:spTree>
    <p:extLst>
      <p:ext uri="{BB962C8B-B14F-4D97-AF65-F5344CB8AC3E}">
        <p14:creationId xmlns:p14="http://schemas.microsoft.com/office/powerpoint/2010/main" val="4183629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Choosing a Confidence Level</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4135" y="72258"/>
            <a:ext cx="449580" cy="1282404"/>
          </a:xfrm>
        </p:spPr>
        <p:txBody>
          <a:bodyPr vert="vert" rIns="0"/>
          <a:lstStyle/>
          <a:p>
            <a:r>
              <a:rPr lang="en-IN" b="1" dirty="0"/>
              <a:t>L</a:t>
            </a:r>
            <a:r>
              <a:rPr lang="en-IN" sz="100" b="1" dirty="0"/>
              <a:t> </a:t>
            </a:r>
            <a:r>
              <a:rPr lang="en-IN" b="1" dirty="0"/>
              <a:t>O 8.5</a:t>
            </a:r>
          </a:p>
        </p:txBody>
      </p:sp>
      <p:sp>
        <p:nvSpPr>
          <p:cNvPr id="7" name="Content Placeholder 6"/>
          <p:cNvSpPr>
            <a:spLocks noGrp="1"/>
          </p:cNvSpPr>
          <p:nvPr>
            <p:ph sz="quarter" idx="14"/>
          </p:nvPr>
        </p:nvSpPr>
        <p:spPr>
          <a:xfrm>
            <a:off x="342900" y="1260476"/>
            <a:ext cx="8210550" cy="3021814"/>
          </a:xfrm>
        </p:spPr>
        <p:txBody>
          <a:bodyPr/>
          <a:lstStyle/>
          <a:p>
            <a:pPr marL="292608" indent="-292608">
              <a:buFont typeface="Arial" panose="020B0604020202020204" pitchFamily="34" charset="0"/>
              <a:buChar char="•"/>
            </a:pPr>
            <a:r>
              <a:rPr lang="en-US" dirty="0"/>
              <a:t>A higher confidence level leads to a wider confidence interval.</a:t>
            </a:r>
          </a:p>
          <a:p>
            <a:pPr marL="292608" indent="-292608">
              <a:buFont typeface="Arial" panose="020B0604020202020204" pitchFamily="34" charset="0"/>
              <a:buChar char="•"/>
            </a:pPr>
            <a:r>
              <a:rPr lang="en-US" dirty="0"/>
              <a:t>Greater confidence implies loss of precision (that is, greater margin of error).</a:t>
            </a:r>
          </a:p>
          <a:p>
            <a:pPr marL="292608" indent="-292608">
              <a:buFont typeface="Arial" panose="020B0604020202020204" pitchFamily="34" charset="0"/>
              <a:buChar char="•"/>
            </a:pPr>
            <a:r>
              <a:rPr lang="en-US" dirty="0"/>
              <a:t>95% confidence is most often used.</a:t>
            </a:r>
          </a:p>
          <a:p>
            <a:pPr marL="292608" indent="-292608">
              <a:buFont typeface="Arial" panose="020B0604020202020204" pitchFamily="34" charset="0"/>
              <a:buChar char="•"/>
            </a:pPr>
            <a:r>
              <a:rPr lang="en-US" dirty="0"/>
              <a:t>This table shows several common confidence levels and their associated </a:t>
            </a:r>
            <a:r>
              <a:rPr lang="en-US" i="1" dirty="0"/>
              <a:t>z</a:t>
            </a:r>
            <a:r>
              <a:rPr lang="en-US" dirty="0"/>
              <a:t>-values.</a:t>
            </a:r>
          </a:p>
        </p:txBody>
      </p:sp>
      <p:graphicFrame>
        <p:nvGraphicFramePr>
          <p:cNvPr id="4" name="Table 4">
            <a:extLst>
              <a:ext uri="{FF2B5EF4-FFF2-40B4-BE49-F238E27FC236}">
                <a16:creationId xmlns:a16="http://schemas.microsoft.com/office/drawing/2014/main" id="{54E011CC-146A-B16B-06DD-AF86E426EF8F}"/>
              </a:ext>
            </a:extLst>
          </p:cNvPr>
          <p:cNvGraphicFramePr>
            <a:graphicFrameLocks noGrp="1"/>
          </p:cNvGraphicFramePr>
          <p:nvPr>
            <p:extLst>
              <p:ext uri="{D42A27DB-BD31-4B8C-83A1-F6EECF244321}">
                <p14:modId xmlns:p14="http://schemas.microsoft.com/office/powerpoint/2010/main" val="3787082310"/>
              </p:ext>
            </p:extLst>
          </p:nvPr>
        </p:nvGraphicFramePr>
        <p:xfrm>
          <a:off x="419100" y="4424411"/>
          <a:ext cx="8115300" cy="1523012"/>
        </p:xfrm>
        <a:graphic>
          <a:graphicData uri="http://schemas.openxmlformats.org/drawingml/2006/table">
            <a:tbl>
              <a:tblPr firstRow="1" bandRow="1">
                <a:tableStyleId>{5C22544A-7EE6-4342-B048-85BDC9FD1C3A}</a:tableStyleId>
              </a:tblPr>
              <a:tblGrid>
                <a:gridCol w="1780892">
                  <a:extLst>
                    <a:ext uri="{9D8B030D-6E8A-4147-A177-3AD203B41FA5}">
                      <a16:colId xmlns:a16="http://schemas.microsoft.com/office/drawing/2014/main" val="2606475564"/>
                    </a:ext>
                  </a:extLst>
                </a:gridCol>
                <a:gridCol w="1465228">
                  <a:extLst>
                    <a:ext uri="{9D8B030D-6E8A-4147-A177-3AD203B41FA5}">
                      <a16:colId xmlns:a16="http://schemas.microsoft.com/office/drawing/2014/main" val="3297745945"/>
                    </a:ext>
                  </a:extLst>
                </a:gridCol>
                <a:gridCol w="1623060">
                  <a:extLst>
                    <a:ext uri="{9D8B030D-6E8A-4147-A177-3AD203B41FA5}">
                      <a16:colId xmlns:a16="http://schemas.microsoft.com/office/drawing/2014/main" val="930485630"/>
                    </a:ext>
                  </a:extLst>
                </a:gridCol>
                <a:gridCol w="1623060">
                  <a:extLst>
                    <a:ext uri="{9D8B030D-6E8A-4147-A177-3AD203B41FA5}">
                      <a16:colId xmlns:a16="http://schemas.microsoft.com/office/drawing/2014/main" val="313729205"/>
                    </a:ext>
                  </a:extLst>
                </a:gridCol>
                <a:gridCol w="1623060">
                  <a:extLst>
                    <a:ext uri="{9D8B030D-6E8A-4147-A177-3AD203B41FA5}">
                      <a16:colId xmlns:a16="http://schemas.microsoft.com/office/drawing/2014/main" val="438963036"/>
                    </a:ext>
                  </a:extLst>
                </a:gridCol>
              </a:tblGrid>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3071136683"/>
                  </a:ext>
                </a:extLst>
              </a:tr>
              <a:tr h="410492">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824711135"/>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99229351"/>
                  </a:ext>
                </a:extLst>
              </a:tr>
              <a:tr h="370840">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431036728"/>
                  </a:ext>
                </a:extLst>
              </a:tr>
            </a:tbl>
          </a:graphicData>
        </a:graphic>
      </p:graphicFrame>
      <p:graphicFrame>
        <p:nvGraphicFramePr>
          <p:cNvPr id="5" name="Object 4">
            <a:extLst>
              <a:ext uri="{FF2B5EF4-FFF2-40B4-BE49-F238E27FC236}">
                <a16:creationId xmlns:a16="http://schemas.microsoft.com/office/drawing/2014/main" id="{073F845B-17B5-1195-BD59-0B1DBFD8E898}"/>
              </a:ext>
            </a:extLst>
          </p:cNvPr>
          <p:cNvGraphicFramePr>
            <a:graphicFrameLocks noChangeAspect="1"/>
          </p:cNvGraphicFramePr>
          <p:nvPr>
            <p:extLst>
              <p:ext uri="{D42A27DB-BD31-4B8C-83A1-F6EECF244321}">
                <p14:modId xmlns:p14="http://schemas.microsoft.com/office/powerpoint/2010/main" val="3002160873"/>
              </p:ext>
            </p:extLst>
          </p:nvPr>
        </p:nvGraphicFramePr>
        <p:xfrm>
          <a:off x="445476" y="4483261"/>
          <a:ext cx="1701800" cy="279400"/>
        </p:xfrm>
        <a:graphic>
          <a:graphicData uri="http://schemas.openxmlformats.org/presentationml/2006/ole">
            <mc:AlternateContent xmlns:mc="http://schemas.openxmlformats.org/markup-compatibility/2006">
              <mc:Choice xmlns:v="urn:schemas-microsoft-com:vml" Requires="v">
                <p:oleObj name="Equation" r:id="rId2" imgW="1701720" imgH="279360" progId="Equation.DSMT4">
                  <p:embed/>
                </p:oleObj>
              </mc:Choice>
              <mc:Fallback>
                <p:oleObj name="Equation" r:id="rId2" imgW="1701720" imgH="279360" progId="Equation.DSMT4">
                  <p:embed/>
                  <p:pic>
                    <p:nvPicPr>
                      <p:cNvPr id="23" name="Object 22">
                        <a:extLst>
                          <a:ext uri="{FF2B5EF4-FFF2-40B4-BE49-F238E27FC236}">
                            <a16:creationId xmlns:a16="http://schemas.microsoft.com/office/drawing/2014/main" id="{84D00C12-D1B2-4498-3B5C-5C02973BB218}"/>
                          </a:ext>
                        </a:extLst>
                      </p:cNvPr>
                      <p:cNvPicPr>
                        <a:picLocks noChangeAspect="1" noChangeArrowheads="1"/>
                      </p:cNvPicPr>
                      <p:nvPr/>
                    </p:nvPicPr>
                    <p:blipFill>
                      <a:blip r:embed="rId3"/>
                      <a:srcRect/>
                      <a:stretch>
                        <a:fillRect/>
                      </a:stretch>
                    </p:blipFill>
                    <p:spPr bwMode="auto">
                      <a:xfrm>
                        <a:off x="445476" y="4483261"/>
                        <a:ext cx="1701800" cy="279400"/>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7F40E230-1C72-4EB7-D4F2-09EF2DA31D74}"/>
              </a:ext>
            </a:extLst>
          </p:cNvPr>
          <p:cNvGraphicFramePr>
            <a:graphicFrameLocks noChangeAspect="1"/>
          </p:cNvGraphicFramePr>
          <p:nvPr>
            <p:extLst>
              <p:ext uri="{D42A27DB-BD31-4B8C-83A1-F6EECF244321}">
                <p14:modId xmlns:p14="http://schemas.microsoft.com/office/powerpoint/2010/main" val="2801207952"/>
              </p:ext>
            </p:extLst>
          </p:nvPr>
        </p:nvGraphicFramePr>
        <p:xfrm>
          <a:off x="2620775" y="4498005"/>
          <a:ext cx="444500" cy="228600"/>
        </p:xfrm>
        <a:graphic>
          <a:graphicData uri="http://schemas.openxmlformats.org/presentationml/2006/ole">
            <mc:AlternateContent xmlns:mc="http://schemas.openxmlformats.org/markup-compatibility/2006">
              <mc:Choice xmlns:v="urn:schemas-microsoft-com:vml" Requires="v">
                <p:oleObj name="Equation" r:id="rId4" imgW="444240" imgH="228600" progId="Equation.DSMT4">
                  <p:embed/>
                </p:oleObj>
              </mc:Choice>
              <mc:Fallback>
                <p:oleObj name="Equation" r:id="rId4" imgW="444240" imgH="228600" progId="Equation.DSMT4">
                  <p:embed/>
                  <p:pic>
                    <p:nvPicPr>
                      <p:cNvPr id="5" name="Object 4">
                        <a:extLst>
                          <a:ext uri="{FF2B5EF4-FFF2-40B4-BE49-F238E27FC236}">
                            <a16:creationId xmlns:a16="http://schemas.microsoft.com/office/drawing/2014/main" id="{073F845B-17B5-1195-BD59-0B1DBFD8E898}"/>
                          </a:ext>
                        </a:extLst>
                      </p:cNvPr>
                      <p:cNvPicPr>
                        <a:picLocks noChangeAspect="1" noChangeArrowheads="1"/>
                      </p:cNvPicPr>
                      <p:nvPr/>
                    </p:nvPicPr>
                    <p:blipFill>
                      <a:blip r:embed="rId5"/>
                      <a:srcRect/>
                      <a:stretch>
                        <a:fillRect/>
                      </a:stretch>
                    </p:blipFill>
                    <p:spPr bwMode="auto">
                      <a:xfrm>
                        <a:off x="2620775" y="4498005"/>
                        <a:ext cx="444500" cy="228600"/>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669E4B91-8F76-CCDC-C481-2E0260AED2E7}"/>
              </a:ext>
            </a:extLst>
          </p:cNvPr>
          <p:cNvGraphicFramePr>
            <a:graphicFrameLocks noChangeAspect="1"/>
          </p:cNvGraphicFramePr>
          <p:nvPr>
            <p:extLst>
              <p:ext uri="{D42A27DB-BD31-4B8C-83A1-F6EECF244321}">
                <p14:modId xmlns:p14="http://schemas.microsoft.com/office/powerpoint/2010/main" val="4074278286"/>
              </p:ext>
            </p:extLst>
          </p:nvPr>
        </p:nvGraphicFramePr>
        <p:xfrm>
          <a:off x="4257675" y="4548805"/>
          <a:ext cx="190500" cy="177800"/>
        </p:xfrm>
        <a:graphic>
          <a:graphicData uri="http://schemas.openxmlformats.org/presentationml/2006/ole">
            <mc:AlternateContent xmlns:mc="http://schemas.openxmlformats.org/markup-compatibility/2006">
              <mc:Choice xmlns:v="urn:schemas-microsoft-com:vml" Requires="v">
                <p:oleObj name="Equation" r:id="rId6" imgW="190440" imgH="177480" progId="Equation.DSMT4">
                  <p:embed/>
                </p:oleObj>
              </mc:Choice>
              <mc:Fallback>
                <p:oleObj name="Equation" r:id="rId6" imgW="190440" imgH="177480" progId="Equation.DSMT4">
                  <p:embed/>
                  <p:pic>
                    <p:nvPicPr>
                      <p:cNvPr id="8" name="Object 7">
                        <a:extLst>
                          <a:ext uri="{FF2B5EF4-FFF2-40B4-BE49-F238E27FC236}">
                            <a16:creationId xmlns:a16="http://schemas.microsoft.com/office/drawing/2014/main" id="{7F40E230-1C72-4EB7-D4F2-09EF2DA31D74}"/>
                          </a:ext>
                        </a:extLst>
                      </p:cNvPr>
                      <p:cNvPicPr>
                        <a:picLocks noChangeAspect="1" noChangeArrowheads="1"/>
                      </p:cNvPicPr>
                      <p:nvPr/>
                    </p:nvPicPr>
                    <p:blipFill>
                      <a:blip r:embed="rId7"/>
                      <a:srcRect/>
                      <a:stretch>
                        <a:fillRect/>
                      </a:stretch>
                    </p:blipFill>
                    <p:spPr bwMode="auto">
                      <a:xfrm>
                        <a:off x="4257675" y="4548805"/>
                        <a:ext cx="190500" cy="177800"/>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1D9472B1-BC80-4634-73BD-14DC23DF3B7F}"/>
              </a:ext>
            </a:extLst>
          </p:cNvPr>
          <p:cNvGraphicFramePr>
            <a:graphicFrameLocks noChangeAspect="1"/>
          </p:cNvGraphicFramePr>
          <p:nvPr>
            <p:extLst>
              <p:ext uri="{D42A27DB-BD31-4B8C-83A1-F6EECF244321}">
                <p14:modId xmlns:p14="http://schemas.microsoft.com/office/powerpoint/2010/main" val="4044947548"/>
              </p:ext>
            </p:extLst>
          </p:nvPr>
        </p:nvGraphicFramePr>
        <p:xfrm>
          <a:off x="5814997" y="4498005"/>
          <a:ext cx="368300" cy="228600"/>
        </p:xfrm>
        <a:graphic>
          <a:graphicData uri="http://schemas.openxmlformats.org/presentationml/2006/ole">
            <mc:AlternateContent xmlns:mc="http://schemas.openxmlformats.org/markup-compatibility/2006">
              <mc:Choice xmlns:v="urn:schemas-microsoft-com:vml" Requires="v">
                <p:oleObj name="Equation" r:id="rId8" imgW="368280" imgH="228600" progId="Equation.DSMT4">
                  <p:embed/>
                </p:oleObj>
              </mc:Choice>
              <mc:Fallback>
                <p:oleObj name="Equation" r:id="rId8" imgW="368280" imgH="228600" progId="Equation.DSMT4">
                  <p:embed/>
                  <p:pic>
                    <p:nvPicPr>
                      <p:cNvPr id="9" name="Object 8">
                        <a:extLst>
                          <a:ext uri="{FF2B5EF4-FFF2-40B4-BE49-F238E27FC236}">
                            <a16:creationId xmlns:a16="http://schemas.microsoft.com/office/drawing/2014/main" id="{669E4B91-8F76-CCDC-C481-2E0260AED2E7}"/>
                          </a:ext>
                        </a:extLst>
                      </p:cNvPr>
                      <p:cNvPicPr>
                        <a:picLocks noChangeAspect="1" noChangeArrowheads="1"/>
                      </p:cNvPicPr>
                      <p:nvPr/>
                    </p:nvPicPr>
                    <p:blipFill>
                      <a:blip r:embed="rId9"/>
                      <a:srcRect/>
                      <a:stretch>
                        <a:fillRect/>
                      </a:stretch>
                    </p:blipFill>
                    <p:spPr bwMode="auto">
                      <a:xfrm>
                        <a:off x="5814997" y="4498005"/>
                        <a:ext cx="368300" cy="228600"/>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F66E0403-C29E-7690-7559-0DEEBE4F097E}"/>
              </a:ext>
            </a:extLst>
          </p:cNvPr>
          <p:cNvGraphicFramePr>
            <a:graphicFrameLocks noChangeAspect="1"/>
          </p:cNvGraphicFramePr>
          <p:nvPr>
            <p:extLst>
              <p:ext uri="{D42A27DB-BD31-4B8C-83A1-F6EECF244321}">
                <p14:modId xmlns:p14="http://schemas.microsoft.com/office/powerpoint/2010/main" val="2032156189"/>
              </p:ext>
            </p:extLst>
          </p:nvPr>
        </p:nvGraphicFramePr>
        <p:xfrm>
          <a:off x="7512050" y="4427538"/>
          <a:ext cx="393700" cy="304800"/>
        </p:xfrm>
        <a:graphic>
          <a:graphicData uri="http://schemas.openxmlformats.org/presentationml/2006/ole">
            <mc:AlternateContent xmlns:mc="http://schemas.openxmlformats.org/markup-compatibility/2006">
              <mc:Choice xmlns:v="urn:schemas-microsoft-com:vml" Requires="v">
                <p:oleObj name="Equation" r:id="rId10" imgW="393480" imgH="304560" progId="Equation.DSMT4">
                  <p:embed/>
                </p:oleObj>
              </mc:Choice>
              <mc:Fallback>
                <p:oleObj name="Equation" r:id="rId10" imgW="393480" imgH="304560" progId="Equation.DSMT4">
                  <p:embed/>
                  <p:pic>
                    <p:nvPicPr>
                      <p:cNvPr id="10" name="Object 9">
                        <a:extLst>
                          <a:ext uri="{FF2B5EF4-FFF2-40B4-BE49-F238E27FC236}">
                            <a16:creationId xmlns:a16="http://schemas.microsoft.com/office/drawing/2014/main" id="{1D9472B1-BC80-4634-73BD-14DC23DF3B7F}"/>
                          </a:ext>
                        </a:extLst>
                      </p:cNvPr>
                      <p:cNvPicPr>
                        <a:picLocks noChangeAspect="1" noChangeArrowheads="1"/>
                      </p:cNvPicPr>
                      <p:nvPr/>
                    </p:nvPicPr>
                    <p:blipFill>
                      <a:blip r:embed="rId11"/>
                      <a:srcRect/>
                      <a:stretch>
                        <a:fillRect/>
                      </a:stretch>
                    </p:blipFill>
                    <p:spPr bwMode="auto">
                      <a:xfrm>
                        <a:off x="7512050" y="4427538"/>
                        <a:ext cx="393700" cy="304800"/>
                      </a:xfrm>
                      <a:prstGeom prst="rect">
                        <a:avLst/>
                      </a:prstGeom>
                      <a:noFill/>
                    </p:spPr>
                  </p:pic>
                </p:oleObj>
              </mc:Fallback>
            </mc:AlternateContent>
          </a:graphicData>
        </a:graphic>
      </p:graphicFrame>
      <p:graphicFrame>
        <p:nvGraphicFramePr>
          <p:cNvPr id="12" name="Object 11">
            <a:extLst>
              <a:ext uri="{FF2B5EF4-FFF2-40B4-BE49-F238E27FC236}">
                <a16:creationId xmlns:a16="http://schemas.microsoft.com/office/drawing/2014/main" id="{7B84DF42-8039-CFF4-12F7-18CCBA97F6E3}"/>
              </a:ext>
            </a:extLst>
          </p:cNvPr>
          <p:cNvGraphicFramePr>
            <a:graphicFrameLocks noChangeAspect="1"/>
          </p:cNvGraphicFramePr>
          <p:nvPr>
            <p:extLst>
              <p:ext uri="{D42A27DB-BD31-4B8C-83A1-F6EECF244321}">
                <p14:modId xmlns:p14="http://schemas.microsoft.com/office/powerpoint/2010/main" val="687364662"/>
              </p:ext>
            </p:extLst>
          </p:nvPr>
        </p:nvGraphicFramePr>
        <p:xfrm>
          <a:off x="1033420" y="4863261"/>
          <a:ext cx="457200" cy="228600"/>
        </p:xfrm>
        <a:graphic>
          <a:graphicData uri="http://schemas.openxmlformats.org/presentationml/2006/ole">
            <mc:AlternateContent xmlns:mc="http://schemas.openxmlformats.org/markup-compatibility/2006">
              <mc:Choice xmlns:v="urn:schemas-microsoft-com:vml" Requires="v">
                <p:oleObj name="Equation" r:id="rId12" imgW="457200" imgH="228600" progId="Equation.DSMT4">
                  <p:embed/>
                </p:oleObj>
              </mc:Choice>
              <mc:Fallback>
                <p:oleObj name="Equation" r:id="rId12" imgW="457200" imgH="228600" progId="Equation.DSMT4">
                  <p:embed/>
                  <p:pic>
                    <p:nvPicPr>
                      <p:cNvPr id="8" name="Object 7">
                        <a:extLst>
                          <a:ext uri="{FF2B5EF4-FFF2-40B4-BE49-F238E27FC236}">
                            <a16:creationId xmlns:a16="http://schemas.microsoft.com/office/drawing/2014/main" id="{7F40E230-1C72-4EB7-D4F2-09EF2DA31D74}"/>
                          </a:ext>
                        </a:extLst>
                      </p:cNvPr>
                      <p:cNvPicPr>
                        <a:picLocks noChangeAspect="1" noChangeArrowheads="1"/>
                      </p:cNvPicPr>
                      <p:nvPr/>
                    </p:nvPicPr>
                    <p:blipFill>
                      <a:blip r:embed="rId13"/>
                      <a:srcRect/>
                      <a:stretch>
                        <a:fillRect/>
                      </a:stretch>
                    </p:blipFill>
                    <p:spPr bwMode="auto">
                      <a:xfrm>
                        <a:off x="1033420" y="4863261"/>
                        <a:ext cx="457200" cy="228600"/>
                      </a:xfrm>
                      <a:prstGeom prst="rect">
                        <a:avLst/>
                      </a:prstGeom>
                      <a:noFill/>
                    </p:spPr>
                  </p:pic>
                </p:oleObj>
              </mc:Fallback>
            </mc:AlternateContent>
          </a:graphicData>
        </a:graphic>
      </p:graphicFrame>
      <p:graphicFrame>
        <p:nvGraphicFramePr>
          <p:cNvPr id="13" name="Object 12">
            <a:extLst>
              <a:ext uri="{FF2B5EF4-FFF2-40B4-BE49-F238E27FC236}">
                <a16:creationId xmlns:a16="http://schemas.microsoft.com/office/drawing/2014/main" id="{BBB36EA2-108B-5B9C-E41B-16E3613C193B}"/>
              </a:ext>
            </a:extLst>
          </p:cNvPr>
          <p:cNvGraphicFramePr>
            <a:graphicFrameLocks noChangeAspect="1"/>
          </p:cNvGraphicFramePr>
          <p:nvPr>
            <p:extLst>
              <p:ext uri="{D42A27DB-BD31-4B8C-83A1-F6EECF244321}">
                <p14:modId xmlns:p14="http://schemas.microsoft.com/office/powerpoint/2010/main" val="1204552282"/>
              </p:ext>
            </p:extLst>
          </p:nvPr>
        </p:nvGraphicFramePr>
        <p:xfrm>
          <a:off x="2684275" y="4870286"/>
          <a:ext cx="317500" cy="228600"/>
        </p:xfrm>
        <a:graphic>
          <a:graphicData uri="http://schemas.openxmlformats.org/presentationml/2006/ole">
            <mc:AlternateContent xmlns:mc="http://schemas.openxmlformats.org/markup-compatibility/2006">
              <mc:Choice xmlns:v="urn:schemas-microsoft-com:vml" Requires="v">
                <p:oleObj name="Equation" r:id="rId14" imgW="317160" imgH="228600" progId="Equation.DSMT4">
                  <p:embed/>
                </p:oleObj>
              </mc:Choice>
              <mc:Fallback>
                <p:oleObj name="Equation" r:id="rId14" imgW="317160" imgH="228600" progId="Equation.DSMT4">
                  <p:embed/>
                  <p:pic>
                    <p:nvPicPr>
                      <p:cNvPr id="12" name="Object 11">
                        <a:extLst>
                          <a:ext uri="{FF2B5EF4-FFF2-40B4-BE49-F238E27FC236}">
                            <a16:creationId xmlns:a16="http://schemas.microsoft.com/office/drawing/2014/main" id="{7B84DF42-8039-CFF4-12F7-18CCBA97F6E3}"/>
                          </a:ext>
                        </a:extLst>
                      </p:cNvPr>
                      <p:cNvPicPr>
                        <a:picLocks noChangeAspect="1" noChangeArrowheads="1"/>
                      </p:cNvPicPr>
                      <p:nvPr/>
                    </p:nvPicPr>
                    <p:blipFill>
                      <a:blip r:embed="rId15"/>
                      <a:srcRect/>
                      <a:stretch>
                        <a:fillRect/>
                      </a:stretch>
                    </p:blipFill>
                    <p:spPr bwMode="auto">
                      <a:xfrm>
                        <a:off x="2684275" y="4870286"/>
                        <a:ext cx="317500" cy="228600"/>
                      </a:xfrm>
                      <a:prstGeom prst="rect">
                        <a:avLst/>
                      </a:prstGeom>
                      <a:noFill/>
                    </p:spPr>
                  </p:pic>
                </p:oleObj>
              </mc:Fallback>
            </mc:AlternateContent>
          </a:graphicData>
        </a:graphic>
      </p:graphicFrame>
      <p:graphicFrame>
        <p:nvGraphicFramePr>
          <p:cNvPr id="14" name="Object 13">
            <a:extLst>
              <a:ext uri="{FF2B5EF4-FFF2-40B4-BE49-F238E27FC236}">
                <a16:creationId xmlns:a16="http://schemas.microsoft.com/office/drawing/2014/main" id="{1E2FCC30-4107-317E-D297-6B8EBFF6F818}"/>
              </a:ext>
            </a:extLst>
          </p:cNvPr>
          <p:cNvGraphicFramePr>
            <a:graphicFrameLocks noChangeAspect="1"/>
          </p:cNvGraphicFramePr>
          <p:nvPr>
            <p:extLst>
              <p:ext uri="{D42A27DB-BD31-4B8C-83A1-F6EECF244321}">
                <p14:modId xmlns:p14="http://schemas.microsoft.com/office/powerpoint/2010/main" val="2234372513"/>
              </p:ext>
            </p:extLst>
          </p:nvPr>
        </p:nvGraphicFramePr>
        <p:xfrm>
          <a:off x="4159250" y="4857760"/>
          <a:ext cx="317500" cy="228600"/>
        </p:xfrm>
        <a:graphic>
          <a:graphicData uri="http://schemas.openxmlformats.org/presentationml/2006/ole">
            <mc:AlternateContent xmlns:mc="http://schemas.openxmlformats.org/markup-compatibility/2006">
              <mc:Choice xmlns:v="urn:schemas-microsoft-com:vml" Requires="v">
                <p:oleObj name="Equation" r:id="rId16" imgW="317160" imgH="228600" progId="Equation.DSMT4">
                  <p:embed/>
                </p:oleObj>
              </mc:Choice>
              <mc:Fallback>
                <p:oleObj name="Equation" r:id="rId16" imgW="317160" imgH="228600" progId="Equation.DSMT4">
                  <p:embed/>
                  <p:pic>
                    <p:nvPicPr>
                      <p:cNvPr id="13" name="Object 12">
                        <a:extLst>
                          <a:ext uri="{FF2B5EF4-FFF2-40B4-BE49-F238E27FC236}">
                            <a16:creationId xmlns:a16="http://schemas.microsoft.com/office/drawing/2014/main" id="{BBB36EA2-108B-5B9C-E41B-16E3613C193B}"/>
                          </a:ext>
                        </a:extLst>
                      </p:cNvPr>
                      <p:cNvPicPr>
                        <a:picLocks noChangeAspect="1" noChangeArrowheads="1"/>
                      </p:cNvPicPr>
                      <p:nvPr/>
                    </p:nvPicPr>
                    <p:blipFill>
                      <a:blip r:embed="rId17"/>
                      <a:srcRect/>
                      <a:stretch>
                        <a:fillRect/>
                      </a:stretch>
                    </p:blipFill>
                    <p:spPr bwMode="auto">
                      <a:xfrm>
                        <a:off x="4159250" y="4857760"/>
                        <a:ext cx="317500" cy="228600"/>
                      </a:xfrm>
                      <a:prstGeom prst="rect">
                        <a:avLst/>
                      </a:prstGeom>
                      <a:noFill/>
                    </p:spPr>
                  </p:pic>
                </p:oleObj>
              </mc:Fallback>
            </mc:AlternateContent>
          </a:graphicData>
        </a:graphic>
      </p:graphicFrame>
      <p:graphicFrame>
        <p:nvGraphicFramePr>
          <p:cNvPr id="15" name="Object 14">
            <a:extLst>
              <a:ext uri="{FF2B5EF4-FFF2-40B4-BE49-F238E27FC236}">
                <a16:creationId xmlns:a16="http://schemas.microsoft.com/office/drawing/2014/main" id="{E05B7C11-26F8-573D-44AC-F808B45062B5}"/>
              </a:ext>
            </a:extLst>
          </p:cNvPr>
          <p:cNvGraphicFramePr>
            <a:graphicFrameLocks noChangeAspect="1"/>
          </p:cNvGraphicFramePr>
          <p:nvPr>
            <p:extLst>
              <p:ext uri="{D42A27DB-BD31-4B8C-83A1-F6EECF244321}">
                <p14:modId xmlns:p14="http://schemas.microsoft.com/office/powerpoint/2010/main" val="2960404542"/>
              </p:ext>
            </p:extLst>
          </p:nvPr>
        </p:nvGraphicFramePr>
        <p:xfrm>
          <a:off x="5823658" y="4859347"/>
          <a:ext cx="304800" cy="228600"/>
        </p:xfrm>
        <a:graphic>
          <a:graphicData uri="http://schemas.openxmlformats.org/presentationml/2006/ole">
            <mc:AlternateContent xmlns:mc="http://schemas.openxmlformats.org/markup-compatibility/2006">
              <mc:Choice xmlns:v="urn:schemas-microsoft-com:vml" Requires="v">
                <p:oleObj name="Equation" r:id="rId18" imgW="304560" imgH="228600" progId="Equation.DSMT4">
                  <p:embed/>
                </p:oleObj>
              </mc:Choice>
              <mc:Fallback>
                <p:oleObj name="Equation" r:id="rId18" imgW="304560" imgH="228600" progId="Equation.DSMT4">
                  <p:embed/>
                  <p:pic>
                    <p:nvPicPr>
                      <p:cNvPr id="14" name="Object 13">
                        <a:extLst>
                          <a:ext uri="{FF2B5EF4-FFF2-40B4-BE49-F238E27FC236}">
                            <a16:creationId xmlns:a16="http://schemas.microsoft.com/office/drawing/2014/main" id="{1E2FCC30-4107-317E-D297-6B8EBFF6F818}"/>
                          </a:ext>
                        </a:extLst>
                      </p:cNvPr>
                      <p:cNvPicPr>
                        <a:picLocks noChangeAspect="1" noChangeArrowheads="1"/>
                      </p:cNvPicPr>
                      <p:nvPr/>
                    </p:nvPicPr>
                    <p:blipFill>
                      <a:blip r:embed="rId19"/>
                      <a:srcRect/>
                      <a:stretch>
                        <a:fillRect/>
                      </a:stretch>
                    </p:blipFill>
                    <p:spPr bwMode="auto">
                      <a:xfrm>
                        <a:off x="5823658" y="4859347"/>
                        <a:ext cx="304800" cy="228600"/>
                      </a:xfrm>
                      <a:prstGeom prst="rect">
                        <a:avLst/>
                      </a:prstGeom>
                      <a:noFill/>
                    </p:spPr>
                  </p:pic>
                </p:oleObj>
              </mc:Fallback>
            </mc:AlternateContent>
          </a:graphicData>
        </a:graphic>
      </p:graphicFrame>
      <p:graphicFrame>
        <p:nvGraphicFramePr>
          <p:cNvPr id="16" name="Object 15">
            <a:extLst>
              <a:ext uri="{FF2B5EF4-FFF2-40B4-BE49-F238E27FC236}">
                <a16:creationId xmlns:a16="http://schemas.microsoft.com/office/drawing/2014/main" id="{B1A3EB31-79B3-A59C-AD0A-1C07B4EDFE2F}"/>
              </a:ext>
            </a:extLst>
          </p:cNvPr>
          <p:cNvGraphicFramePr>
            <a:graphicFrameLocks noChangeAspect="1"/>
          </p:cNvGraphicFramePr>
          <p:nvPr>
            <p:extLst>
              <p:ext uri="{D42A27DB-BD31-4B8C-83A1-F6EECF244321}">
                <p14:modId xmlns:p14="http://schemas.microsoft.com/office/powerpoint/2010/main" val="786831942"/>
              </p:ext>
            </p:extLst>
          </p:nvPr>
        </p:nvGraphicFramePr>
        <p:xfrm>
          <a:off x="7139632" y="4823801"/>
          <a:ext cx="1054100" cy="330200"/>
        </p:xfrm>
        <a:graphic>
          <a:graphicData uri="http://schemas.openxmlformats.org/presentationml/2006/ole">
            <mc:AlternateContent xmlns:mc="http://schemas.openxmlformats.org/markup-compatibility/2006">
              <mc:Choice xmlns:v="urn:schemas-microsoft-com:vml" Requires="v">
                <p:oleObj name="Equation" r:id="rId20" imgW="1054080" imgH="330120" progId="Equation.DSMT4">
                  <p:embed/>
                </p:oleObj>
              </mc:Choice>
              <mc:Fallback>
                <p:oleObj name="Equation" r:id="rId20" imgW="1054080" imgH="330120" progId="Equation.DSMT4">
                  <p:embed/>
                  <p:pic>
                    <p:nvPicPr>
                      <p:cNvPr id="15" name="Object 14">
                        <a:extLst>
                          <a:ext uri="{FF2B5EF4-FFF2-40B4-BE49-F238E27FC236}">
                            <a16:creationId xmlns:a16="http://schemas.microsoft.com/office/drawing/2014/main" id="{E05B7C11-26F8-573D-44AC-F808B45062B5}"/>
                          </a:ext>
                        </a:extLst>
                      </p:cNvPr>
                      <p:cNvPicPr>
                        <a:picLocks noChangeAspect="1" noChangeArrowheads="1"/>
                      </p:cNvPicPr>
                      <p:nvPr/>
                    </p:nvPicPr>
                    <p:blipFill>
                      <a:blip r:embed="rId21"/>
                      <a:srcRect/>
                      <a:stretch>
                        <a:fillRect/>
                      </a:stretch>
                    </p:blipFill>
                    <p:spPr bwMode="auto">
                      <a:xfrm>
                        <a:off x="7139632" y="4823801"/>
                        <a:ext cx="1054100" cy="330200"/>
                      </a:xfrm>
                      <a:prstGeom prst="rect">
                        <a:avLst/>
                      </a:prstGeom>
                      <a:noFill/>
                    </p:spPr>
                  </p:pic>
                </p:oleObj>
              </mc:Fallback>
            </mc:AlternateContent>
          </a:graphicData>
        </a:graphic>
      </p:graphicFrame>
      <p:graphicFrame>
        <p:nvGraphicFramePr>
          <p:cNvPr id="17" name="Object 16">
            <a:extLst>
              <a:ext uri="{FF2B5EF4-FFF2-40B4-BE49-F238E27FC236}">
                <a16:creationId xmlns:a16="http://schemas.microsoft.com/office/drawing/2014/main" id="{018F808E-ADF0-6723-D45D-64B2267970A5}"/>
              </a:ext>
            </a:extLst>
          </p:cNvPr>
          <p:cNvGraphicFramePr>
            <a:graphicFrameLocks noChangeAspect="1"/>
          </p:cNvGraphicFramePr>
          <p:nvPr>
            <p:extLst>
              <p:ext uri="{D42A27DB-BD31-4B8C-83A1-F6EECF244321}">
                <p14:modId xmlns:p14="http://schemas.microsoft.com/office/powerpoint/2010/main" val="2998900363"/>
              </p:ext>
            </p:extLst>
          </p:nvPr>
        </p:nvGraphicFramePr>
        <p:xfrm>
          <a:off x="1034702" y="5260603"/>
          <a:ext cx="457200" cy="228600"/>
        </p:xfrm>
        <a:graphic>
          <a:graphicData uri="http://schemas.openxmlformats.org/presentationml/2006/ole">
            <mc:AlternateContent xmlns:mc="http://schemas.openxmlformats.org/markup-compatibility/2006">
              <mc:Choice xmlns:v="urn:schemas-microsoft-com:vml" Requires="v">
                <p:oleObj name="Equation" r:id="rId22" imgW="457200" imgH="228600" progId="Equation.DSMT4">
                  <p:embed/>
                </p:oleObj>
              </mc:Choice>
              <mc:Fallback>
                <p:oleObj name="Equation" r:id="rId22" imgW="457200" imgH="228600" progId="Equation.DSMT4">
                  <p:embed/>
                  <p:pic>
                    <p:nvPicPr>
                      <p:cNvPr id="12" name="Object 11">
                        <a:extLst>
                          <a:ext uri="{FF2B5EF4-FFF2-40B4-BE49-F238E27FC236}">
                            <a16:creationId xmlns:a16="http://schemas.microsoft.com/office/drawing/2014/main" id="{7B84DF42-8039-CFF4-12F7-18CCBA97F6E3}"/>
                          </a:ext>
                        </a:extLst>
                      </p:cNvPr>
                      <p:cNvPicPr>
                        <a:picLocks noChangeAspect="1" noChangeArrowheads="1"/>
                      </p:cNvPicPr>
                      <p:nvPr/>
                    </p:nvPicPr>
                    <p:blipFill>
                      <a:blip r:embed="rId23"/>
                      <a:srcRect/>
                      <a:stretch>
                        <a:fillRect/>
                      </a:stretch>
                    </p:blipFill>
                    <p:spPr bwMode="auto">
                      <a:xfrm>
                        <a:off x="1034702" y="5260603"/>
                        <a:ext cx="457200" cy="228600"/>
                      </a:xfrm>
                      <a:prstGeom prst="rect">
                        <a:avLst/>
                      </a:prstGeom>
                      <a:noFill/>
                    </p:spPr>
                  </p:pic>
                </p:oleObj>
              </mc:Fallback>
            </mc:AlternateContent>
          </a:graphicData>
        </a:graphic>
      </p:graphicFrame>
      <p:graphicFrame>
        <p:nvGraphicFramePr>
          <p:cNvPr id="18" name="Object 17">
            <a:extLst>
              <a:ext uri="{FF2B5EF4-FFF2-40B4-BE49-F238E27FC236}">
                <a16:creationId xmlns:a16="http://schemas.microsoft.com/office/drawing/2014/main" id="{C7E8C126-9883-D0AF-8C69-5CACE0EABF03}"/>
              </a:ext>
            </a:extLst>
          </p:cNvPr>
          <p:cNvGraphicFramePr>
            <a:graphicFrameLocks noChangeAspect="1"/>
          </p:cNvGraphicFramePr>
          <p:nvPr>
            <p:extLst>
              <p:ext uri="{D42A27DB-BD31-4B8C-83A1-F6EECF244321}">
                <p14:modId xmlns:p14="http://schemas.microsoft.com/office/powerpoint/2010/main" val="210973052"/>
              </p:ext>
            </p:extLst>
          </p:nvPr>
        </p:nvGraphicFramePr>
        <p:xfrm>
          <a:off x="2684275" y="5282028"/>
          <a:ext cx="304800" cy="228600"/>
        </p:xfrm>
        <a:graphic>
          <a:graphicData uri="http://schemas.openxmlformats.org/presentationml/2006/ole">
            <mc:AlternateContent xmlns:mc="http://schemas.openxmlformats.org/markup-compatibility/2006">
              <mc:Choice xmlns:v="urn:schemas-microsoft-com:vml" Requires="v">
                <p:oleObj name="Equation" r:id="rId24" imgW="304560" imgH="228600" progId="Equation.DSMT4">
                  <p:embed/>
                </p:oleObj>
              </mc:Choice>
              <mc:Fallback>
                <p:oleObj name="Equation" r:id="rId24" imgW="304560" imgH="228600" progId="Equation.DSMT4">
                  <p:embed/>
                  <p:pic>
                    <p:nvPicPr>
                      <p:cNvPr id="13" name="Object 12">
                        <a:extLst>
                          <a:ext uri="{FF2B5EF4-FFF2-40B4-BE49-F238E27FC236}">
                            <a16:creationId xmlns:a16="http://schemas.microsoft.com/office/drawing/2014/main" id="{BBB36EA2-108B-5B9C-E41B-16E3613C193B}"/>
                          </a:ext>
                        </a:extLst>
                      </p:cNvPr>
                      <p:cNvPicPr>
                        <a:picLocks noChangeAspect="1" noChangeArrowheads="1"/>
                      </p:cNvPicPr>
                      <p:nvPr/>
                    </p:nvPicPr>
                    <p:blipFill>
                      <a:blip r:embed="rId25"/>
                      <a:srcRect/>
                      <a:stretch>
                        <a:fillRect/>
                      </a:stretch>
                    </p:blipFill>
                    <p:spPr bwMode="auto">
                      <a:xfrm>
                        <a:off x="2684275" y="5282028"/>
                        <a:ext cx="304800" cy="228600"/>
                      </a:xfrm>
                      <a:prstGeom prst="rect">
                        <a:avLst/>
                      </a:prstGeom>
                      <a:noFill/>
                    </p:spPr>
                  </p:pic>
                </p:oleObj>
              </mc:Fallback>
            </mc:AlternateContent>
          </a:graphicData>
        </a:graphic>
      </p:graphicFrame>
      <p:graphicFrame>
        <p:nvGraphicFramePr>
          <p:cNvPr id="19" name="Object 18">
            <a:extLst>
              <a:ext uri="{FF2B5EF4-FFF2-40B4-BE49-F238E27FC236}">
                <a16:creationId xmlns:a16="http://schemas.microsoft.com/office/drawing/2014/main" id="{1F106738-61E1-8D85-65BA-06763C517593}"/>
              </a:ext>
            </a:extLst>
          </p:cNvPr>
          <p:cNvGraphicFramePr>
            <a:graphicFrameLocks noChangeAspect="1"/>
          </p:cNvGraphicFramePr>
          <p:nvPr>
            <p:extLst>
              <p:ext uri="{D42A27DB-BD31-4B8C-83A1-F6EECF244321}">
                <p14:modId xmlns:p14="http://schemas.microsoft.com/office/powerpoint/2010/main" val="3905133728"/>
              </p:ext>
            </p:extLst>
          </p:nvPr>
        </p:nvGraphicFramePr>
        <p:xfrm>
          <a:off x="4171950" y="5263023"/>
          <a:ext cx="304800" cy="228600"/>
        </p:xfrm>
        <a:graphic>
          <a:graphicData uri="http://schemas.openxmlformats.org/presentationml/2006/ole">
            <mc:AlternateContent xmlns:mc="http://schemas.openxmlformats.org/markup-compatibility/2006">
              <mc:Choice xmlns:v="urn:schemas-microsoft-com:vml" Requires="v">
                <p:oleObj name="Equation" r:id="rId18" imgW="304560" imgH="228600" progId="Equation.DSMT4">
                  <p:embed/>
                </p:oleObj>
              </mc:Choice>
              <mc:Fallback>
                <p:oleObj name="Equation" r:id="rId18" imgW="304560" imgH="228600" progId="Equation.DSMT4">
                  <p:embed/>
                  <p:pic>
                    <p:nvPicPr>
                      <p:cNvPr id="15" name="Object 14">
                        <a:extLst>
                          <a:ext uri="{FF2B5EF4-FFF2-40B4-BE49-F238E27FC236}">
                            <a16:creationId xmlns:a16="http://schemas.microsoft.com/office/drawing/2014/main" id="{E05B7C11-26F8-573D-44AC-F808B45062B5}"/>
                          </a:ext>
                        </a:extLst>
                      </p:cNvPr>
                      <p:cNvPicPr>
                        <a:picLocks noChangeAspect="1" noChangeArrowheads="1"/>
                      </p:cNvPicPr>
                      <p:nvPr/>
                    </p:nvPicPr>
                    <p:blipFill>
                      <a:blip r:embed="rId19"/>
                      <a:srcRect/>
                      <a:stretch>
                        <a:fillRect/>
                      </a:stretch>
                    </p:blipFill>
                    <p:spPr bwMode="auto">
                      <a:xfrm>
                        <a:off x="4171950" y="5263023"/>
                        <a:ext cx="304800" cy="228600"/>
                      </a:xfrm>
                      <a:prstGeom prst="rect">
                        <a:avLst/>
                      </a:prstGeom>
                      <a:noFill/>
                    </p:spPr>
                  </p:pic>
                </p:oleObj>
              </mc:Fallback>
            </mc:AlternateContent>
          </a:graphicData>
        </a:graphic>
      </p:graphicFrame>
      <p:graphicFrame>
        <p:nvGraphicFramePr>
          <p:cNvPr id="20" name="Object 19">
            <a:extLst>
              <a:ext uri="{FF2B5EF4-FFF2-40B4-BE49-F238E27FC236}">
                <a16:creationId xmlns:a16="http://schemas.microsoft.com/office/drawing/2014/main" id="{5BE2D136-13EB-3A26-FA2E-3F547C203133}"/>
              </a:ext>
            </a:extLst>
          </p:cNvPr>
          <p:cNvGraphicFramePr>
            <a:graphicFrameLocks noChangeAspect="1"/>
          </p:cNvGraphicFramePr>
          <p:nvPr>
            <p:extLst>
              <p:ext uri="{D42A27DB-BD31-4B8C-83A1-F6EECF244321}">
                <p14:modId xmlns:p14="http://schemas.microsoft.com/office/powerpoint/2010/main" val="11347726"/>
              </p:ext>
            </p:extLst>
          </p:nvPr>
        </p:nvGraphicFramePr>
        <p:xfrm>
          <a:off x="5791138" y="5261304"/>
          <a:ext cx="419100" cy="228600"/>
        </p:xfrm>
        <a:graphic>
          <a:graphicData uri="http://schemas.openxmlformats.org/presentationml/2006/ole">
            <mc:AlternateContent xmlns:mc="http://schemas.openxmlformats.org/markup-compatibility/2006">
              <mc:Choice xmlns:v="urn:schemas-microsoft-com:vml" Requires="v">
                <p:oleObj name="Equation" r:id="rId26" imgW="419040" imgH="228600" progId="Equation.DSMT4">
                  <p:embed/>
                </p:oleObj>
              </mc:Choice>
              <mc:Fallback>
                <p:oleObj name="Equation" r:id="rId26" imgW="419040" imgH="228600" progId="Equation.DSMT4">
                  <p:embed/>
                  <p:pic>
                    <p:nvPicPr>
                      <p:cNvPr id="15" name="Object 14">
                        <a:extLst>
                          <a:ext uri="{FF2B5EF4-FFF2-40B4-BE49-F238E27FC236}">
                            <a16:creationId xmlns:a16="http://schemas.microsoft.com/office/drawing/2014/main" id="{E05B7C11-26F8-573D-44AC-F808B45062B5}"/>
                          </a:ext>
                        </a:extLst>
                      </p:cNvPr>
                      <p:cNvPicPr>
                        <a:picLocks noChangeAspect="1" noChangeArrowheads="1"/>
                      </p:cNvPicPr>
                      <p:nvPr/>
                    </p:nvPicPr>
                    <p:blipFill>
                      <a:blip r:embed="rId27"/>
                      <a:srcRect/>
                      <a:stretch>
                        <a:fillRect/>
                      </a:stretch>
                    </p:blipFill>
                    <p:spPr bwMode="auto">
                      <a:xfrm>
                        <a:off x="5791138" y="5261304"/>
                        <a:ext cx="419100" cy="228600"/>
                      </a:xfrm>
                      <a:prstGeom prst="rect">
                        <a:avLst/>
                      </a:prstGeom>
                      <a:noFill/>
                    </p:spPr>
                  </p:pic>
                </p:oleObj>
              </mc:Fallback>
            </mc:AlternateContent>
          </a:graphicData>
        </a:graphic>
      </p:graphicFrame>
      <p:graphicFrame>
        <p:nvGraphicFramePr>
          <p:cNvPr id="21" name="Object 20">
            <a:extLst>
              <a:ext uri="{FF2B5EF4-FFF2-40B4-BE49-F238E27FC236}">
                <a16:creationId xmlns:a16="http://schemas.microsoft.com/office/drawing/2014/main" id="{E00A9A64-B30C-9985-DA18-09676E5C62E8}"/>
              </a:ext>
            </a:extLst>
          </p:cNvPr>
          <p:cNvGraphicFramePr>
            <a:graphicFrameLocks noChangeAspect="1"/>
          </p:cNvGraphicFramePr>
          <p:nvPr>
            <p:extLst>
              <p:ext uri="{D42A27DB-BD31-4B8C-83A1-F6EECF244321}">
                <p14:modId xmlns:p14="http://schemas.microsoft.com/office/powerpoint/2010/main" val="4261601766"/>
              </p:ext>
            </p:extLst>
          </p:nvPr>
        </p:nvGraphicFramePr>
        <p:xfrm>
          <a:off x="7150100" y="5229054"/>
          <a:ext cx="1117600" cy="330200"/>
        </p:xfrm>
        <a:graphic>
          <a:graphicData uri="http://schemas.openxmlformats.org/presentationml/2006/ole">
            <mc:AlternateContent xmlns:mc="http://schemas.openxmlformats.org/markup-compatibility/2006">
              <mc:Choice xmlns:v="urn:schemas-microsoft-com:vml" Requires="v">
                <p:oleObj name="Equation" r:id="rId28" imgW="1117440" imgH="330120" progId="Equation.DSMT4">
                  <p:embed/>
                </p:oleObj>
              </mc:Choice>
              <mc:Fallback>
                <p:oleObj name="Equation" r:id="rId28" imgW="1117440" imgH="330120" progId="Equation.DSMT4">
                  <p:embed/>
                  <p:pic>
                    <p:nvPicPr>
                      <p:cNvPr id="16" name="Object 15">
                        <a:extLst>
                          <a:ext uri="{FF2B5EF4-FFF2-40B4-BE49-F238E27FC236}">
                            <a16:creationId xmlns:a16="http://schemas.microsoft.com/office/drawing/2014/main" id="{B1A3EB31-79B3-A59C-AD0A-1C07B4EDFE2F}"/>
                          </a:ext>
                        </a:extLst>
                      </p:cNvPr>
                      <p:cNvPicPr>
                        <a:picLocks noChangeAspect="1" noChangeArrowheads="1"/>
                      </p:cNvPicPr>
                      <p:nvPr/>
                    </p:nvPicPr>
                    <p:blipFill>
                      <a:blip r:embed="rId29"/>
                      <a:srcRect/>
                      <a:stretch>
                        <a:fillRect/>
                      </a:stretch>
                    </p:blipFill>
                    <p:spPr bwMode="auto">
                      <a:xfrm>
                        <a:off x="7150100" y="5229054"/>
                        <a:ext cx="1117600" cy="330200"/>
                      </a:xfrm>
                      <a:prstGeom prst="rect">
                        <a:avLst/>
                      </a:prstGeom>
                      <a:noFill/>
                    </p:spPr>
                  </p:pic>
                </p:oleObj>
              </mc:Fallback>
            </mc:AlternateContent>
          </a:graphicData>
        </a:graphic>
      </p:graphicFrame>
      <p:graphicFrame>
        <p:nvGraphicFramePr>
          <p:cNvPr id="22" name="Object 21">
            <a:extLst>
              <a:ext uri="{FF2B5EF4-FFF2-40B4-BE49-F238E27FC236}">
                <a16:creationId xmlns:a16="http://schemas.microsoft.com/office/drawing/2014/main" id="{2206AEAE-8783-49AF-7C20-6AB28A1D652E}"/>
              </a:ext>
            </a:extLst>
          </p:cNvPr>
          <p:cNvGraphicFramePr>
            <a:graphicFrameLocks noChangeAspect="1"/>
          </p:cNvGraphicFramePr>
          <p:nvPr>
            <p:extLst>
              <p:ext uri="{D42A27DB-BD31-4B8C-83A1-F6EECF244321}">
                <p14:modId xmlns:p14="http://schemas.microsoft.com/office/powerpoint/2010/main" val="921826491"/>
              </p:ext>
            </p:extLst>
          </p:nvPr>
        </p:nvGraphicFramePr>
        <p:xfrm>
          <a:off x="1033420" y="5636904"/>
          <a:ext cx="457200" cy="228600"/>
        </p:xfrm>
        <a:graphic>
          <a:graphicData uri="http://schemas.openxmlformats.org/presentationml/2006/ole">
            <mc:AlternateContent xmlns:mc="http://schemas.openxmlformats.org/markup-compatibility/2006">
              <mc:Choice xmlns:v="urn:schemas-microsoft-com:vml" Requires="v">
                <p:oleObj name="Equation" r:id="rId30" imgW="457200" imgH="228600" progId="Equation.DSMT4">
                  <p:embed/>
                </p:oleObj>
              </mc:Choice>
              <mc:Fallback>
                <p:oleObj name="Equation" r:id="rId30" imgW="457200" imgH="228600" progId="Equation.DSMT4">
                  <p:embed/>
                  <p:pic>
                    <p:nvPicPr>
                      <p:cNvPr id="17" name="Object 16">
                        <a:extLst>
                          <a:ext uri="{FF2B5EF4-FFF2-40B4-BE49-F238E27FC236}">
                            <a16:creationId xmlns:a16="http://schemas.microsoft.com/office/drawing/2014/main" id="{018F808E-ADF0-6723-D45D-64B2267970A5}"/>
                          </a:ext>
                        </a:extLst>
                      </p:cNvPr>
                      <p:cNvPicPr>
                        <a:picLocks noChangeAspect="1" noChangeArrowheads="1"/>
                      </p:cNvPicPr>
                      <p:nvPr/>
                    </p:nvPicPr>
                    <p:blipFill>
                      <a:blip r:embed="rId31"/>
                      <a:srcRect/>
                      <a:stretch>
                        <a:fillRect/>
                      </a:stretch>
                    </p:blipFill>
                    <p:spPr bwMode="auto">
                      <a:xfrm>
                        <a:off x="1033420" y="5636904"/>
                        <a:ext cx="457200" cy="228600"/>
                      </a:xfrm>
                      <a:prstGeom prst="rect">
                        <a:avLst/>
                      </a:prstGeom>
                      <a:noFill/>
                    </p:spPr>
                  </p:pic>
                </p:oleObj>
              </mc:Fallback>
            </mc:AlternateContent>
          </a:graphicData>
        </a:graphic>
      </p:graphicFrame>
      <p:graphicFrame>
        <p:nvGraphicFramePr>
          <p:cNvPr id="23" name="Object 22">
            <a:extLst>
              <a:ext uri="{FF2B5EF4-FFF2-40B4-BE49-F238E27FC236}">
                <a16:creationId xmlns:a16="http://schemas.microsoft.com/office/drawing/2014/main" id="{A011965F-AC69-0A1F-512C-3419592D3001}"/>
              </a:ext>
            </a:extLst>
          </p:cNvPr>
          <p:cNvGraphicFramePr>
            <a:graphicFrameLocks noChangeAspect="1"/>
          </p:cNvGraphicFramePr>
          <p:nvPr>
            <p:extLst>
              <p:ext uri="{D42A27DB-BD31-4B8C-83A1-F6EECF244321}">
                <p14:modId xmlns:p14="http://schemas.microsoft.com/office/powerpoint/2010/main" val="4174326536"/>
              </p:ext>
            </p:extLst>
          </p:nvPr>
        </p:nvGraphicFramePr>
        <p:xfrm>
          <a:off x="2676779" y="5636904"/>
          <a:ext cx="317500" cy="228600"/>
        </p:xfrm>
        <a:graphic>
          <a:graphicData uri="http://schemas.openxmlformats.org/presentationml/2006/ole">
            <mc:AlternateContent xmlns:mc="http://schemas.openxmlformats.org/markup-compatibility/2006">
              <mc:Choice xmlns:v="urn:schemas-microsoft-com:vml" Requires="v">
                <p:oleObj name="Equation" r:id="rId32" imgW="317160" imgH="228600" progId="Equation.DSMT4">
                  <p:embed/>
                </p:oleObj>
              </mc:Choice>
              <mc:Fallback>
                <p:oleObj name="Equation" r:id="rId32" imgW="317160" imgH="228600" progId="Equation.DSMT4">
                  <p:embed/>
                  <p:pic>
                    <p:nvPicPr>
                      <p:cNvPr id="18" name="Object 17">
                        <a:extLst>
                          <a:ext uri="{FF2B5EF4-FFF2-40B4-BE49-F238E27FC236}">
                            <a16:creationId xmlns:a16="http://schemas.microsoft.com/office/drawing/2014/main" id="{C7E8C126-9883-D0AF-8C69-5CACE0EABF03}"/>
                          </a:ext>
                        </a:extLst>
                      </p:cNvPr>
                      <p:cNvPicPr>
                        <a:picLocks noChangeAspect="1" noChangeArrowheads="1"/>
                      </p:cNvPicPr>
                      <p:nvPr/>
                    </p:nvPicPr>
                    <p:blipFill>
                      <a:blip r:embed="rId33"/>
                      <a:srcRect/>
                      <a:stretch>
                        <a:fillRect/>
                      </a:stretch>
                    </p:blipFill>
                    <p:spPr bwMode="auto">
                      <a:xfrm>
                        <a:off x="2676779" y="5636904"/>
                        <a:ext cx="317500" cy="228600"/>
                      </a:xfrm>
                      <a:prstGeom prst="rect">
                        <a:avLst/>
                      </a:prstGeom>
                      <a:noFill/>
                    </p:spPr>
                  </p:pic>
                </p:oleObj>
              </mc:Fallback>
            </mc:AlternateContent>
          </a:graphicData>
        </a:graphic>
      </p:graphicFrame>
      <p:graphicFrame>
        <p:nvGraphicFramePr>
          <p:cNvPr id="24" name="Object 23">
            <a:extLst>
              <a:ext uri="{FF2B5EF4-FFF2-40B4-BE49-F238E27FC236}">
                <a16:creationId xmlns:a16="http://schemas.microsoft.com/office/drawing/2014/main" id="{D4F663A2-5D7E-C100-7E8F-837D04C66523}"/>
              </a:ext>
            </a:extLst>
          </p:cNvPr>
          <p:cNvGraphicFramePr>
            <a:graphicFrameLocks noChangeAspect="1"/>
          </p:cNvGraphicFramePr>
          <p:nvPr>
            <p:extLst>
              <p:ext uri="{D42A27DB-BD31-4B8C-83A1-F6EECF244321}">
                <p14:modId xmlns:p14="http://schemas.microsoft.com/office/powerpoint/2010/main" val="2781651109"/>
              </p:ext>
            </p:extLst>
          </p:nvPr>
        </p:nvGraphicFramePr>
        <p:xfrm>
          <a:off x="4170881" y="5672185"/>
          <a:ext cx="292100" cy="228600"/>
        </p:xfrm>
        <a:graphic>
          <a:graphicData uri="http://schemas.openxmlformats.org/presentationml/2006/ole">
            <mc:AlternateContent xmlns:mc="http://schemas.openxmlformats.org/markup-compatibility/2006">
              <mc:Choice xmlns:v="urn:schemas-microsoft-com:vml" Requires="v">
                <p:oleObj name="Equation" r:id="rId34" imgW="291960" imgH="228600" progId="Equation.DSMT4">
                  <p:embed/>
                </p:oleObj>
              </mc:Choice>
              <mc:Fallback>
                <p:oleObj name="Equation" r:id="rId34" imgW="291960" imgH="228600" progId="Equation.DSMT4">
                  <p:embed/>
                  <p:pic>
                    <p:nvPicPr>
                      <p:cNvPr id="19" name="Object 18">
                        <a:extLst>
                          <a:ext uri="{FF2B5EF4-FFF2-40B4-BE49-F238E27FC236}">
                            <a16:creationId xmlns:a16="http://schemas.microsoft.com/office/drawing/2014/main" id="{1F106738-61E1-8D85-65BA-06763C517593}"/>
                          </a:ext>
                        </a:extLst>
                      </p:cNvPr>
                      <p:cNvPicPr>
                        <a:picLocks noChangeAspect="1" noChangeArrowheads="1"/>
                      </p:cNvPicPr>
                      <p:nvPr/>
                    </p:nvPicPr>
                    <p:blipFill>
                      <a:blip r:embed="rId35"/>
                      <a:srcRect/>
                      <a:stretch>
                        <a:fillRect/>
                      </a:stretch>
                    </p:blipFill>
                    <p:spPr bwMode="auto">
                      <a:xfrm>
                        <a:off x="4170881" y="5672185"/>
                        <a:ext cx="292100" cy="228600"/>
                      </a:xfrm>
                      <a:prstGeom prst="rect">
                        <a:avLst/>
                      </a:prstGeom>
                      <a:noFill/>
                    </p:spPr>
                  </p:pic>
                </p:oleObj>
              </mc:Fallback>
            </mc:AlternateContent>
          </a:graphicData>
        </a:graphic>
      </p:graphicFrame>
      <p:graphicFrame>
        <p:nvGraphicFramePr>
          <p:cNvPr id="25" name="Object 24">
            <a:extLst>
              <a:ext uri="{FF2B5EF4-FFF2-40B4-BE49-F238E27FC236}">
                <a16:creationId xmlns:a16="http://schemas.microsoft.com/office/drawing/2014/main" id="{C19ABC45-FF7B-AB78-4A46-6F47CA2B4E90}"/>
              </a:ext>
            </a:extLst>
          </p:cNvPr>
          <p:cNvGraphicFramePr>
            <a:graphicFrameLocks noChangeAspect="1"/>
          </p:cNvGraphicFramePr>
          <p:nvPr>
            <p:extLst>
              <p:ext uri="{D42A27DB-BD31-4B8C-83A1-F6EECF244321}">
                <p14:modId xmlns:p14="http://schemas.microsoft.com/office/powerpoint/2010/main" val="451493393"/>
              </p:ext>
            </p:extLst>
          </p:nvPr>
        </p:nvGraphicFramePr>
        <p:xfrm>
          <a:off x="5784505" y="5649855"/>
          <a:ext cx="419100" cy="228600"/>
        </p:xfrm>
        <a:graphic>
          <a:graphicData uri="http://schemas.openxmlformats.org/presentationml/2006/ole">
            <mc:AlternateContent xmlns:mc="http://schemas.openxmlformats.org/markup-compatibility/2006">
              <mc:Choice xmlns:v="urn:schemas-microsoft-com:vml" Requires="v">
                <p:oleObj name="Equation" r:id="rId36" imgW="419040" imgH="228600" progId="Equation.DSMT4">
                  <p:embed/>
                </p:oleObj>
              </mc:Choice>
              <mc:Fallback>
                <p:oleObj name="Equation" r:id="rId36" imgW="419040" imgH="228600" progId="Equation.DSMT4">
                  <p:embed/>
                  <p:pic>
                    <p:nvPicPr>
                      <p:cNvPr id="20" name="Object 19">
                        <a:extLst>
                          <a:ext uri="{FF2B5EF4-FFF2-40B4-BE49-F238E27FC236}">
                            <a16:creationId xmlns:a16="http://schemas.microsoft.com/office/drawing/2014/main" id="{5BE2D136-13EB-3A26-FA2E-3F547C203133}"/>
                          </a:ext>
                        </a:extLst>
                      </p:cNvPr>
                      <p:cNvPicPr>
                        <a:picLocks noChangeAspect="1" noChangeArrowheads="1"/>
                      </p:cNvPicPr>
                      <p:nvPr/>
                    </p:nvPicPr>
                    <p:blipFill>
                      <a:blip r:embed="rId37"/>
                      <a:srcRect/>
                      <a:stretch>
                        <a:fillRect/>
                      </a:stretch>
                    </p:blipFill>
                    <p:spPr bwMode="auto">
                      <a:xfrm>
                        <a:off x="5784505" y="5649855"/>
                        <a:ext cx="419100" cy="228600"/>
                      </a:xfrm>
                      <a:prstGeom prst="rect">
                        <a:avLst/>
                      </a:prstGeom>
                      <a:noFill/>
                    </p:spPr>
                  </p:pic>
                </p:oleObj>
              </mc:Fallback>
            </mc:AlternateContent>
          </a:graphicData>
        </a:graphic>
      </p:graphicFrame>
      <p:graphicFrame>
        <p:nvGraphicFramePr>
          <p:cNvPr id="26" name="Object 25">
            <a:extLst>
              <a:ext uri="{FF2B5EF4-FFF2-40B4-BE49-F238E27FC236}">
                <a16:creationId xmlns:a16="http://schemas.microsoft.com/office/drawing/2014/main" id="{CB73AED8-54DA-7588-5A21-A9EC23D8D047}"/>
              </a:ext>
            </a:extLst>
          </p:cNvPr>
          <p:cNvGraphicFramePr>
            <a:graphicFrameLocks noChangeAspect="1"/>
          </p:cNvGraphicFramePr>
          <p:nvPr>
            <p:extLst>
              <p:ext uri="{D42A27DB-BD31-4B8C-83A1-F6EECF244321}">
                <p14:modId xmlns:p14="http://schemas.microsoft.com/office/powerpoint/2010/main" val="2460219924"/>
              </p:ext>
            </p:extLst>
          </p:nvPr>
        </p:nvGraphicFramePr>
        <p:xfrm>
          <a:off x="7118350" y="5616575"/>
          <a:ext cx="1143000" cy="330200"/>
        </p:xfrm>
        <a:graphic>
          <a:graphicData uri="http://schemas.openxmlformats.org/presentationml/2006/ole">
            <mc:AlternateContent xmlns:mc="http://schemas.openxmlformats.org/markup-compatibility/2006">
              <mc:Choice xmlns:v="urn:schemas-microsoft-com:vml" Requires="v">
                <p:oleObj name="Equation" r:id="rId38" imgW="1143000" imgH="330120" progId="Equation.DSMT4">
                  <p:embed/>
                </p:oleObj>
              </mc:Choice>
              <mc:Fallback>
                <p:oleObj name="Equation" r:id="rId38" imgW="1143000" imgH="330120" progId="Equation.DSMT4">
                  <p:embed/>
                  <p:pic>
                    <p:nvPicPr>
                      <p:cNvPr id="21" name="Object 20">
                        <a:extLst>
                          <a:ext uri="{FF2B5EF4-FFF2-40B4-BE49-F238E27FC236}">
                            <a16:creationId xmlns:a16="http://schemas.microsoft.com/office/drawing/2014/main" id="{E00A9A64-B30C-9985-DA18-09676E5C62E8}"/>
                          </a:ext>
                        </a:extLst>
                      </p:cNvPr>
                      <p:cNvPicPr>
                        <a:picLocks noChangeAspect="1" noChangeArrowheads="1"/>
                      </p:cNvPicPr>
                      <p:nvPr/>
                    </p:nvPicPr>
                    <p:blipFill>
                      <a:blip r:embed="rId39"/>
                      <a:srcRect/>
                      <a:stretch>
                        <a:fillRect/>
                      </a:stretch>
                    </p:blipFill>
                    <p:spPr bwMode="auto">
                      <a:xfrm>
                        <a:off x="7118350" y="5616575"/>
                        <a:ext cx="1143000" cy="330200"/>
                      </a:xfrm>
                      <a:prstGeom prst="rect">
                        <a:avLst/>
                      </a:prstGeom>
                      <a:noFill/>
                    </p:spPr>
                  </p:pic>
                </p:oleObj>
              </mc:Fallback>
            </mc:AlternateContent>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851487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Interpretation</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8.5</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1" y="1265584"/>
            <a:ext cx="3894121" cy="4915408"/>
          </a:xfrm>
        </p:spPr>
        <p:txBody>
          <a:bodyPr/>
          <a:lstStyle/>
          <a:p>
            <a:pPr marL="292608" indent="-292608">
              <a:buFont typeface="Arial" panose="020B0604020202020204" pitchFamily="34" charset="0"/>
              <a:buChar char="•"/>
            </a:pPr>
            <a:r>
              <a:rPr lang="en-US" sz="2200" dirty="0"/>
              <a:t>A confidence interval either does or does not contain </a:t>
            </a:r>
            <a:r>
              <a:rPr lang="el-GR" sz="2200" i="1" dirty="0"/>
              <a:t>μ</a:t>
            </a:r>
            <a:r>
              <a:rPr lang="en-US" sz="2200" dirty="0"/>
              <a:t>.</a:t>
            </a:r>
          </a:p>
          <a:p>
            <a:pPr marL="292608" indent="-292608">
              <a:buFont typeface="Arial" panose="020B0604020202020204" pitchFamily="34" charset="0"/>
              <a:buChar char="•"/>
            </a:pPr>
            <a:r>
              <a:rPr lang="en-US" sz="2200" dirty="0"/>
              <a:t>The confidence level quantifies the risk.</a:t>
            </a:r>
          </a:p>
          <a:p>
            <a:pPr marL="292608" indent="-292608">
              <a:buFont typeface="Arial" panose="020B0604020202020204" pitchFamily="34" charset="0"/>
              <a:buChar char="•"/>
            </a:pPr>
            <a:r>
              <a:rPr lang="en-US" sz="2200" dirty="0"/>
              <a:t>Out of 100 confidence intervals, approximately 95% </a:t>
            </a:r>
            <a:r>
              <a:rPr lang="en-IN" sz="2200" dirty="0"/>
              <a:t>may contain </a:t>
            </a:r>
            <a:r>
              <a:rPr lang="el-GR" sz="2200" i="1" dirty="0"/>
              <a:t>μ</a:t>
            </a:r>
            <a:r>
              <a:rPr lang="en-US" sz="2200" dirty="0"/>
              <a:t>,</a:t>
            </a:r>
            <a:r>
              <a:rPr lang="el-GR" sz="2200" i="1" dirty="0"/>
              <a:t> </a:t>
            </a:r>
            <a:r>
              <a:rPr lang="en-US" sz="2200" dirty="0"/>
              <a:t>while approximately 5% </a:t>
            </a:r>
            <a:r>
              <a:rPr lang="en-IN" sz="2200" dirty="0"/>
              <a:t>might not </a:t>
            </a:r>
            <a:r>
              <a:rPr lang="en-US" sz="2200" dirty="0"/>
              <a:t>contain </a:t>
            </a:r>
            <a:r>
              <a:rPr lang="el-GR" sz="2200" i="1" dirty="0"/>
              <a:t>μ</a:t>
            </a:r>
            <a:r>
              <a:rPr lang="en-US" sz="2200" i="1" dirty="0"/>
              <a:t> </a:t>
            </a:r>
            <a:r>
              <a:rPr lang="en-US" sz="2200" dirty="0"/>
              <a:t>when constructing 95% confidence intervals.</a:t>
            </a:r>
          </a:p>
          <a:p>
            <a:pPr marL="292608" indent="-292608">
              <a:buFont typeface="Arial" panose="020B0604020202020204" pitchFamily="34" charset="0"/>
              <a:buChar char="•"/>
            </a:pPr>
            <a:r>
              <a:rPr lang="en-US" sz="2200" dirty="0"/>
              <a:t>Note that one interval does not </a:t>
            </a:r>
            <a:r>
              <a:rPr lang="en-IN" sz="2200" dirty="0"/>
              <a:t>contain </a:t>
            </a:r>
            <a:r>
              <a:rPr lang="el-GR" sz="2200" i="1" dirty="0"/>
              <a:t>μ</a:t>
            </a:r>
            <a:r>
              <a:rPr lang="en-US" sz="2200" dirty="0"/>
              <a:t>.</a:t>
            </a:r>
            <a:endParaRPr lang="en-IN" sz="2200" dirty="0"/>
          </a:p>
        </p:txBody>
      </p:sp>
      <p:sp>
        <p:nvSpPr>
          <p:cNvPr id="14" name="Content Placeholder 13">
            <a:extLst>
              <a:ext uri="{FF2B5EF4-FFF2-40B4-BE49-F238E27FC236}">
                <a16:creationId xmlns:a16="http://schemas.microsoft.com/office/drawing/2014/main" id="{8F8CAFDE-3A0B-CC88-FBEE-2CF5614F726C}"/>
              </a:ext>
            </a:extLst>
          </p:cNvPr>
          <p:cNvSpPr>
            <a:spLocks noGrp="1"/>
          </p:cNvSpPr>
          <p:nvPr>
            <p:ph sz="quarter" idx="24"/>
          </p:nvPr>
        </p:nvSpPr>
        <p:spPr>
          <a:xfrm>
            <a:off x="4569731" y="1209693"/>
            <a:ext cx="3515009" cy="383717"/>
          </a:xfrm>
        </p:spPr>
        <p:txBody>
          <a:bodyPr/>
          <a:lstStyle/>
          <a:p>
            <a:r>
              <a:rPr lang="en-IN" sz="2200" b="1" i="1" dirty="0"/>
              <a:t>Sampling Distribution of</a:t>
            </a:r>
          </a:p>
        </p:txBody>
      </p:sp>
      <p:graphicFrame>
        <p:nvGraphicFramePr>
          <p:cNvPr id="27" name="Object 26">
            <a:extLst>
              <a:ext uri="{FF2B5EF4-FFF2-40B4-BE49-F238E27FC236}">
                <a16:creationId xmlns:a16="http://schemas.microsoft.com/office/drawing/2014/main" id="{B4C55117-2945-2017-32AE-C0019FE09525}"/>
              </a:ext>
            </a:extLst>
          </p:cNvPr>
          <p:cNvGraphicFramePr>
            <a:graphicFrameLocks noChangeAspect="1"/>
          </p:cNvGraphicFramePr>
          <p:nvPr>
            <p:extLst>
              <p:ext uri="{D42A27DB-BD31-4B8C-83A1-F6EECF244321}">
                <p14:modId xmlns:p14="http://schemas.microsoft.com/office/powerpoint/2010/main" val="464948599"/>
              </p:ext>
            </p:extLst>
          </p:nvPr>
        </p:nvGraphicFramePr>
        <p:xfrm>
          <a:off x="8029892" y="1247334"/>
          <a:ext cx="290217" cy="325439"/>
        </p:xfrm>
        <a:graphic>
          <a:graphicData uri="http://schemas.openxmlformats.org/presentationml/2006/ole">
            <mc:AlternateContent xmlns:mc="http://schemas.openxmlformats.org/markup-compatibility/2006">
              <mc:Choice xmlns:v="urn:schemas-microsoft-com:vml" Requires="v">
                <p:oleObj name="Equation" r:id="rId2" imgW="304560" imgH="342720" progId="Equation.DSMT4">
                  <p:embed/>
                </p:oleObj>
              </mc:Choice>
              <mc:Fallback>
                <p:oleObj name="Equation" r:id="rId2" imgW="304560" imgH="342720" progId="Equation.DSMT4">
                  <p:embed/>
                  <p:pic>
                    <p:nvPicPr>
                      <p:cNvPr id="25" name="Object 24">
                        <a:extLst>
                          <a:ext uri="{FF2B5EF4-FFF2-40B4-BE49-F238E27FC236}">
                            <a16:creationId xmlns:a16="http://schemas.microsoft.com/office/drawing/2014/main" id="{A8618E2C-3FEF-A344-3CF8-E08E2952B509}"/>
                          </a:ext>
                        </a:extLst>
                      </p:cNvPr>
                      <p:cNvPicPr>
                        <a:picLocks noChangeAspect="1" noChangeArrowheads="1"/>
                      </p:cNvPicPr>
                      <p:nvPr/>
                    </p:nvPicPr>
                    <p:blipFill>
                      <a:blip r:embed="rId3"/>
                      <a:srcRect/>
                      <a:stretch>
                        <a:fillRect/>
                      </a:stretch>
                    </p:blipFill>
                    <p:spPr bwMode="auto">
                      <a:xfrm>
                        <a:off x="8029892" y="1247334"/>
                        <a:ext cx="290217" cy="325439"/>
                      </a:xfrm>
                      <a:prstGeom prst="rect">
                        <a:avLst/>
                      </a:prstGeom>
                      <a:noFill/>
                    </p:spPr>
                  </p:pic>
                </p:oleObj>
              </mc:Fallback>
            </mc:AlternateContent>
          </a:graphicData>
        </a:graphic>
      </p:graphicFrame>
      <p:pic>
        <p:nvPicPr>
          <p:cNvPr id="26" name="Picture 25" descr="The Sampling distribution of the x bar is shown with twenty 95% confidence intervals graphed below it.">
            <a:extLst>
              <a:ext uri="{FF2B5EF4-FFF2-40B4-BE49-F238E27FC236}">
                <a16:creationId xmlns:a16="http://schemas.microsoft.com/office/drawing/2014/main" id="{DBA68CDE-448E-9389-F379-132364269018}"/>
              </a:ext>
            </a:extLst>
          </p:cNvPr>
          <p:cNvPicPr>
            <a:picLocks noChangeAspect="1"/>
          </p:cNvPicPr>
          <p:nvPr/>
        </p:nvPicPr>
        <p:blipFill rotWithShape="1">
          <a:blip r:embed="rId4"/>
          <a:srcRect t="7916"/>
          <a:stretch/>
        </p:blipFill>
        <p:spPr>
          <a:xfrm>
            <a:off x="5619808" y="1707382"/>
            <a:ext cx="2883658" cy="3867988"/>
          </a:xfrm>
          <a:prstGeom prst="rect">
            <a:avLst/>
          </a:prstGeom>
        </p:spPr>
      </p:pic>
      <p:sp>
        <p:nvSpPr>
          <p:cNvPr id="13" name="Text Placeholder 14">
            <a:extLst>
              <a:ext uri="{FF2B5EF4-FFF2-40B4-BE49-F238E27FC236}">
                <a16:creationId xmlns:a16="http://schemas.microsoft.com/office/drawing/2014/main" id="{891995BB-31F6-9993-BFA7-E8BEBA03E641}"/>
              </a:ext>
            </a:extLst>
          </p:cNvPr>
          <p:cNvSpPr>
            <a:spLocks noGrp="1"/>
          </p:cNvSpPr>
          <p:nvPr>
            <p:ph type="body" sz="quarter" idx="12"/>
          </p:nvPr>
        </p:nvSpPr>
        <p:spPr>
          <a:xfrm>
            <a:off x="2971558" y="6324600"/>
            <a:ext cx="3200885" cy="190500"/>
          </a:xfrm>
        </p:spPr>
        <p:txBody>
          <a:bodyPr/>
          <a:lstStyle/>
          <a:p>
            <a:r>
              <a:rPr lang="en-US" sz="1200" dirty="0">
                <a:hlinkClick r:id="rId5"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30</a:t>
            </a:fld>
            <a:endParaRPr lang="en-US"/>
          </a:p>
        </p:txBody>
      </p:sp>
    </p:spTree>
    <p:extLst>
      <p:ext uri="{BB962C8B-B14F-4D97-AF65-F5344CB8AC3E}">
        <p14:creationId xmlns:p14="http://schemas.microsoft.com/office/powerpoint/2010/main" val="2748921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US" sz="3600" dirty="0"/>
              <a:t>When Can We Assume Normality</a:t>
            </a:r>
            <a:endParaRPr lang="en-IN" sz="36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302889" y="382824"/>
            <a:ext cx="1171971" cy="452502"/>
          </a:xfrm>
        </p:spPr>
        <p:txBody>
          <a:bodyPr rIns="0"/>
          <a:lstStyle/>
          <a:p>
            <a:r>
              <a:rPr lang="en-IN" b="1" dirty="0"/>
              <a:t>L</a:t>
            </a:r>
            <a:r>
              <a:rPr lang="en-IN" sz="100" b="1" dirty="0"/>
              <a:t> </a:t>
            </a:r>
            <a:r>
              <a:rPr lang="en-IN" b="1" dirty="0"/>
              <a:t>O 8.5</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185464" cy="4818693"/>
          </a:xfrm>
        </p:spPr>
        <p:txBody>
          <a:bodyPr/>
          <a:lstStyle/>
          <a:p>
            <a:pPr marL="292608" indent="-292608">
              <a:buFont typeface="Arial" panose="020B0604020202020204" pitchFamily="34" charset="0"/>
              <a:buChar char="•"/>
            </a:pPr>
            <a:r>
              <a:rPr lang="en-IN" dirty="0"/>
              <a:t>If </a:t>
            </a:r>
            <a:r>
              <a:rPr lang="el-GR" i="1" dirty="0"/>
              <a:t>σ</a:t>
            </a:r>
            <a:r>
              <a:rPr lang="en-US" i="1" dirty="0"/>
              <a:t> </a:t>
            </a:r>
            <a:r>
              <a:rPr lang="en-US" dirty="0"/>
              <a:t>is known and the population is normal, then we can safely use the formula to compute the confidence interval.</a:t>
            </a:r>
          </a:p>
          <a:p>
            <a:pPr marL="292608" indent="-292608">
              <a:buFont typeface="Arial" panose="020B0604020202020204" pitchFamily="34" charset="0"/>
              <a:buChar char="•"/>
            </a:pPr>
            <a:r>
              <a:rPr lang="en-IN" dirty="0"/>
              <a:t>If </a:t>
            </a:r>
            <a:r>
              <a:rPr lang="el-GR" i="1" dirty="0"/>
              <a:t>σ</a:t>
            </a:r>
            <a:r>
              <a:rPr lang="en-US" i="1" dirty="0"/>
              <a:t> </a:t>
            </a:r>
            <a:r>
              <a:rPr lang="en-US" dirty="0"/>
              <a:t>is known and we do not know whether the population is normal, a common rule of thumb is that </a:t>
            </a:r>
            <a:r>
              <a:rPr lang="en-US" i="1" dirty="0"/>
              <a:t>n</a:t>
            </a:r>
            <a:r>
              <a:rPr lang="en-US" dirty="0"/>
              <a:t> ≥ 30 is sufficient to use the formula as long as the distribution is approximately symmetric with no outliers.</a:t>
            </a:r>
          </a:p>
          <a:p>
            <a:pPr marL="292608" indent="-292608">
              <a:buFont typeface="Arial" panose="020B0604020202020204" pitchFamily="34" charset="0"/>
              <a:buChar char="•"/>
            </a:pPr>
            <a:r>
              <a:rPr lang="en-US" dirty="0"/>
              <a:t>Larger </a:t>
            </a:r>
            <a:r>
              <a:rPr lang="en-US" i="1" dirty="0"/>
              <a:t>n</a:t>
            </a:r>
            <a:r>
              <a:rPr lang="en-US" dirty="0"/>
              <a:t> may be needed to assume normality if you are sampling from a strongly skewed population or one with outliers.</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31</a:t>
            </a:fld>
            <a:endParaRPr lang="en-US"/>
          </a:p>
        </p:txBody>
      </p:sp>
    </p:spTree>
    <p:extLst>
      <p:ext uri="{BB962C8B-B14F-4D97-AF65-F5344CB8AC3E}">
        <p14:creationId xmlns:p14="http://schemas.microsoft.com/office/powerpoint/2010/main" val="3617551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Student’s </a:t>
            </a:r>
            <a:r>
              <a:rPr lang="en-IN" sz="3600" i="1" dirty="0"/>
              <a:t>t</a:t>
            </a:r>
            <a:r>
              <a:rPr lang="en-IN" sz="3600" dirty="0"/>
              <a:t> Distribution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1" y="1265585"/>
            <a:ext cx="8022502" cy="1592366"/>
          </a:xfrm>
        </p:spPr>
        <p:txBody>
          <a:bodyPr/>
          <a:lstStyle/>
          <a:p>
            <a:pPr marL="292608" indent="-292608">
              <a:buFont typeface="Arial" panose="020B0604020202020204" pitchFamily="34" charset="0"/>
              <a:buChar char="•"/>
            </a:pPr>
            <a:r>
              <a:rPr lang="en-US" dirty="0"/>
              <a:t>In situations where the population is normal but its </a:t>
            </a:r>
            <a:r>
              <a:rPr lang="en-IN" dirty="0"/>
              <a:t>standard deviation </a:t>
            </a:r>
            <a:r>
              <a:rPr lang="el-GR" i="1" dirty="0"/>
              <a:t>σ</a:t>
            </a:r>
            <a:r>
              <a:rPr lang="en-US" i="1" dirty="0"/>
              <a:t> </a:t>
            </a:r>
            <a:r>
              <a:rPr lang="en-US" dirty="0"/>
              <a:t>is unknown, the </a:t>
            </a:r>
            <a:r>
              <a:rPr lang="en-US" b="1" dirty="0"/>
              <a:t>Student’s </a:t>
            </a:r>
            <a:r>
              <a:rPr lang="en-US" b="1" i="1" dirty="0"/>
              <a:t>t </a:t>
            </a:r>
            <a:r>
              <a:rPr lang="en-US" b="1" dirty="0"/>
              <a:t>distribution</a:t>
            </a:r>
            <a:r>
              <a:rPr lang="en-US" dirty="0"/>
              <a:t> should be used instead of the normal </a:t>
            </a:r>
            <a:r>
              <a:rPr lang="en-US" i="1" dirty="0"/>
              <a:t>z</a:t>
            </a:r>
            <a:r>
              <a:rPr lang="en-US" dirty="0"/>
              <a:t> distribution.</a:t>
            </a:r>
            <a:endParaRPr lang="en-IN" dirty="0"/>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900" y="3076981"/>
            <a:ext cx="7860324" cy="485767"/>
          </a:xfrm>
        </p:spPr>
        <p:txBody>
          <a:bodyPr/>
          <a:lstStyle/>
          <a:p>
            <a:r>
              <a:rPr lang="en-IN" b="1" dirty="0">
                <a:solidFill>
                  <a:schemeClr val="tx1"/>
                </a:solidFill>
              </a:rPr>
              <a:t>Confidence Interval for a Mean </a:t>
            </a:r>
            <a:r>
              <a:rPr lang="el-GR" b="1" i="1" dirty="0">
                <a:solidFill>
                  <a:schemeClr val="tx1"/>
                </a:solidFill>
              </a:rPr>
              <a:t>μ</a:t>
            </a:r>
            <a:r>
              <a:rPr lang="en-US" b="1" i="1" dirty="0">
                <a:solidFill>
                  <a:schemeClr val="tx1"/>
                </a:solidFill>
              </a:rPr>
              <a:t> </a:t>
            </a:r>
            <a:r>
              <a:rPr lang="en-IN" b="1" dirty="0">
                <a:solidFill>
                  <a:schemeClr val="tx1"/>
                </a:solidFill>
              </a:rPr>
              <a:t>with Unknown </a:t>
            </a:r>
            <a:r>
              <a:rPr lang="el-GR" b="1" i="1" dirty="0">
                <a:solidFill>
                  <a:schemeClr val="tx1"/>
                </a:solidFill>
              </a:rPr>
              <a:t>σ</a:t>
            </a:r>
            <a:r>
              <a:rPr lang="en-US" b="1" dirty="0">
                <a:solidFill>
                  <a:schemeClr val="tx1"/>
                </a:solidFill>
              </a:rPr>
              <a:t>:</a:t>
            </a:r>
            <a:endParaRPr lang="en-IN" b="1" dirty="0">
              <a:solidFill>
                <a:schemeClr val="tx1"/>
              </a:solidFill>
            </a:endParaRPr>
          </a:p>
        </p:txBody>
      </p:sp>
      <p:graphicFrame>
        <p:nvGraphicFramePr>
          <p:cNvPr id="26" name="Object 25">
            <a:extLst>
              <a:ext uri="{FF2B5EF4-FFF2-40B4-BE49-F238E27FC236}">
                <a16:creationId xmlns:a16="http://schemas.microsoft.com/office/drawing/2014/main" id="{4D951F92-5415-4BD9-5BA4-3E4506E9CC13}"/>
              </a:ext>
            </a:extLst>
          </p:cNvPr>
          <p:cNvGraphicFramePr>
            <a:graphicFrameLocks noChangeAspect="1"/>
          </p:cNvGraphicFramePr>
          <p:nvPr>
            <p:extLst>
              <p:ext uri="{D42A27DB-BD31-4B8C-83A1-F6EECF244321}">
                <p14:modId xmlns:p14="http://schemas.microsoft.com/office/powerpoint/2010/main" val="2710436044"/>
              </p:ext>
            </p:extLst>
          </p:nvPr>
        </p:nvGraphicFramePr>
        <p:xfrm>
          <a:off x="632786" y="3881259"/>
          <a:ext cx="1041400" cy="596900"/>
        </p:xfrm>
        <a:graphic>
          <a:graphicData uri="http://schemas.openxmlformats.org/presentationml/2006/ole">
            <mc:AlternateContent xmlns:mc="http://schemas.openxmlformats.org/markup-compatibility/2006">
              <mc:Choice xmlns:v="urn:schemas-microsoft-com:vml" Requires="v">
                <p:oleObj name="Equation" r:id="rId2" imgW="1041120" imgH="596880" progId="Equation.DSMT4">
                  <p:embed/>
                </p:oleObj>
              </mc:Choice>
              <mc:Fallback>
                <p:oleObj name="Equation" r:id="rId2" imgW="1041120" imgH="596880" progId="Equation.DSMT4">
                  <p:embed/>
                  <p:pic>
                    <p:nvPicPr>
                      <p:cNvPr id="23" name="Object 22">
                        <a:extLst>
                          <a:ext uri="{FF2B5EF4-FFF2-40B4-BE49-F238E27FC236}">
                            <a16:creationId xmlns:a16="http://schemas.microsoft.com/office/drawing/2014/main" id="{588E019F-6116-80DE-BBB8-21CE901EC3E2}"/>
                          </a:ext>
                        </a:extLst>
                      </p:cNvPr>
                      <p:cNvPicPr>
                        <a:picLocks noChangeAspect="1" noChangeArrowheads="1"/>
                      </p:cNvPicPr>
                      <p:nvPr/>
                    </p:nvPicPr>
                    <p:blipFill>
                      <a:blip r:embed="rId3"/>
                      <a:srcRect/>
                      <a:stretch>
                        <a:fillRect/>
                      </a:stretch>
                    </p:blipFill>
                    <p:spPr bwMode="auto">
                      <a:xfrm>
                        <a:off x="632786" y="3881259"/>
                        <a:ext cx="1041400" cy="596900"/>
                      </a:xfrm>
                      <a:prstGeom prst="rect">
                        <a:avLst/>
                      </a:prstGeom>
                      <a:noFill/>
                    </p:spPr>
                  </p:pic>
                </p:oleObj>
              </mc:Fallback>
            </mc:AlternateContent>
          </a:graphicData>
        </a:graphic>
      </p:graphicFrame>
      <p:sp>
        <p:nvSpPr>
          <p:cNvPr id="12" name="Content Placeholder 11">
            <a:extLst>
              <a:ext uri="{FF2B5EF4-FFF2-40B4-BE49-F238E27FC236}">
                <a16:creationId xmlns:a16="http://schemas.microsoft.com/office/drawing/2014/main" id="{A7E6DC27-5814-3C67-2ABE-FFAE94392D25}"/>
              </a:ext>
            </a:extLst>
          </p:cNvPr>
          <p:cNvSpPr>
            <a:spLocks noGrp="1"/>
          </p:cNvSpPr>
          <p:nvPr>
            <p:ph sz="quarter" idx="22"/>
          </p:nvPr>
        </p:nvSpPr>
        <p:spPr>
          <a:xfrm>
            <a:off x="1751627" y="4021485"/>
            <a:ext cx="805376" cy="371277"/>
          </a:xfrm>
        </p:spPr>
        <p:txBody>
          <a:bodyPr/>
          <a:lstStyle/>
          <a:p>
            <a:r>
              <a:rPr lang="en-IN" sz="1800" dirty="0"/>
              <a:t>where</a:t>
            </a:r>
          </a:p>
        </p:txBody>
      </p:sp>
      <p:graphicFrame>
        <p:nvGraphicFramePr>
          <p:cNvPr id="27" name="Object 26">
            <a:extLst>
              <a:ext uri="{FF2B5EF4-FFF2-40B4-BE49-F238E27FC236}">
                <a16:creationId xmlns:a16="http://schemas.microsoft.com/office/drawing/2014/main" id="{E5000282-E588-0DCE-4133-C442FD4F1D56}"/>
              </a:ext>
            </a:extLst>
          </p:cNvPr>
          <p:cNvGraphicFramePr>
            <a:graphicFrameLocks noChangeAspect="1"/>
          </p:cNvGraphicFramePr>
          <p:nvPr>
            <p:extLst>
              <p:ext uri="{D42A27DB-BD31-4B8C-83A1-F6EECF244321}">
                <p14:modId xmlns:p14="http://schemas.microsoft.com/office/powerpoint/2010/main" val="2673501384"/>
              </p:ext>
            </p:extLst>
          </p:nvPr>
        </p:nvGraphicFramePr>
        <p:xfrm>
          <a:off x="2550674" y="3921469"/>
          <a:ext cx="368300" cy="596900"/>
        </p:xfrm>
        <a:graphic>
          <a:graphicData uri="http://schemas.openxmlformats.org/presentationml/2006/ole">
            <mc:AlternateContent xmlns:mc="http://schemas.openxmlformats.org/markup-compatibility/2006">
              <mc:Choice xmlns:v="urn:schemas-microsoft-com:vml" Requires="v">
                <p:oleObj name="Equation" r:id="rId4" imgW="368280" imgH="596880" progId="Equation.DSMT4">
                  <p:embed/>
                </p:oleObj>
              </mc:Choice>
              <mc:Fallback>
                <p:oleObj name="Equation" r:id="rId4" imgW="368280" imgH="596880" progId="Equation.DSMT4">
                  <p:embed/>
                  <p:pic>
                    <p:nvPicPr>
                      <p:cNvPr id="26" name="Object 25">
                        <a:extLst>
                          <a:ext uri="{FF2B5EF4-FFF2-40B4-BE49-F238E27FC236}">
                            <a16:creationId xmlns:a16="http://schemas.microsoft.com/office/drawing/2014/main" id="{4D951F92-5415-4BD9-5BA4-3E4506E9CC13}"/>
                          </a:ext>
                        </a:extLst>
                      </p:cNvPr>
                      <p:cNvPicPr>
                        <a:picLocks noChangeAspect="1" noChangeArrowheads="1"/>
                      </p:cNvPicPr>
                      <p:nvPr/>
                    </p:nvPicPr>
                    <p:blipFill>
                      <a:blip r:embed="rId5"/>
                      <a:srcRect/>
                      <a:stretch>
                        <a:fillRect/>
                      </a:stretch>
                    </p:blipFill>
                    <p:spPr bwMode="auto">
                      <a:xfrm>
                        <a:off x="2550674" y="3921469"/>
                        <a:ext cx="368300" cy="596900"/>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2917616" y="4020700"/>
            <a:ext cx="4581917" cy="398438"/>
          </a:xfrm>
        </p:spPr>
        <p:txBody>
          <a:bodyPr/>
          <a:lstStyle/>
          <a:p>
            <a:r>
              <a:rPr lang="en-IN" sz="1800" dirty="0"/>
              <a:t>is the </a:t>
            </a:r>
            <a:r>
              <a:rPr lang="en-IN" sz="1800" i="1" dirty="0"/>
              <a:t>estimated</a:t>
            </a:r>
            <a:r>
              <a:rPr lang="en-IN" sz="1800" dirty="0"/>
              <a:t> standard error of the mean</a:t>
            </a:r>
          </a:p>
        </p:txBody>
      </p:sp>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7517067" y="4021058"/>
            <a:ext cx="686157" cy="398080"/>
          </a:xfrm>
        </p:spPr>
        <p:txBody>
          <a:bodyPr/>
          <a:lstStyle/>
          <a:p>
            <a:r>
              <a:rPr lang="en-IN" sz="1800" b="1" dirty="0"/>
              <a:t>(8.8)</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32</a:t>
            </a:fld>
            <a:endParaRPr lang="en-US"/>
          </a:p>
        </p:txBody>
      </p:sp>
    </p:spTree>
    <p:extLst>
      <p:ext uri="{BB962C8B-B14F-4D97-AF65-F5344CB8AC3E}">
        <p14:creationId xmlns:p14="http://schemas.microsoft.com/office/powerpoint/2010/main" val="10102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Student’s </a:t>
            </a:r>
            <a:r>
              <a:rPr lang="en-IN" sz="3600" i="1" dirty="0"/>
              <a:t>t</a:t>
            </a:r>
            <a:r>
              <a:rPr lang="en-IN" sz="3600" dirty="0"/>
              <a:t> Distribution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094930" cy="2192840"/>
          </a:xfrm>
        </p:spPr>
        <p:txBody>
          <a:bodyPr/>
          <a:lstStyle/>
          <a:p>
            <a:pPr marL="292608" indent="-292608">
              <a:buFont typeface="Arial" panose="020B0604020202020204" pitchFamily="34" charset="0"/>
              <a:buChar char="•"/>
            </a:pPr>
            <a:r>
              <a:rPr lang="en-US" sz="2000" dirty="0"/>
              <a:t>The </a:t>
            </a:r>
            <a:r>
              <a:rPr lang="en-US" sz="2000" i="1" dirty="0"/>
              <a:t>t</a:t>
            </a:r>
            <a:r>
              <a:rPr lang="en-US" sz="2000" dirty="0"/>
              <a:t> distributions are symmetric and shaped very much like the standard normal distribution, except they are somewhat less peaked and have thicker tails.</a:t>
            </a:r>
          </a:p>
          <a:p>
            <a:pPr marL="292608" indent="-292608">
              <a:buFont typeface="Arial" panose="020B0604020202020204" pitchFamily="34" charset="0"/>
              <a:buChar char="•"/>
            </a:pPr>
            <a:r>
              <a:rPr lang="en-US" sz="2000" dirty="0"/>
              <a:t>Note that the </a:t>
            </a:r>
            <a:r>
              <a:rPr lang="en-US" sz="2000" i="1" dirty="0"/>
              <a:t>t</a:t>
            </a:r>
            <a:r>
              <a:rPr lang="en-US" sz="2000" dirty="0"/>
              <a:t> distributions are a class of distributions, each of which is dependent on the size of the sample we are using.</a:t>
            </a:r>
          </a:p>
          <a:p>
            <a:pPr marL="292608" indent="-292608">
              <a:buFont typeface="Arial" panose="020B0604020202020204" pitchFamily="34" charset="0"/>
              <a:buChar char="•"/>
            </a:pPr>
            <a:r>
              <a:rPr lang="en-US" sz="2000" dirty="0"/>
              <a:t>The tails of the distributions change as the sample size increases.</a:t>
            </a:r>
            <a:endParaRPr lang="en-IN" sz="2000"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551917"/>
            <a:ext cx="5068085" cy="381255"/>
          </a:xfrm>
        </p:spPr>
        <p:txBody>
          <a:bodyPr/>
          <a:lstStyle/>
          <a:p>
            <a:r>
              <a:rPr lang="en-IN" sz="2000" b="1" dirty="0"/>
              <a:t>Comparison of Normal and Student’s </a:t>
            </a:r>
            <a:r>
              <a:rPr lang="en-IN" sz="2000" b="1" i="1" dirty="0"/>
              <a:t>t.</a:t>
            </a:r>
          </a:p>
        </p:txBody>
      </p:sp>
      <p:pic>
        <p:nvPicPr>
          <p:cNvPr id="23" name="Picture 22" descr="Three graphs comparing a t distribution with a normal curve.">
            <a:extLst>
              <a:ext uri="{FF2B5EF4-FFF2-40B4-BE49-F238E27FC236}">
                <a16:creationId xmlns:a16="http://schemas.microsoft.com/office/drawing/2014/main" id="{4E06028F-A8FA-B926-4A8D-4F28692614CF}"/>
              </a:ext>
            </a:extLst>
          </p:cNvPr>
          <p:cNvPicPr>
            <a:picLocks noChangeAspect="1"/>
          </p:cNvPicPr>
          <p:nvPr/>
        </p:nvPicPr>
        <p:blipFill rotWithShape="1">
          <a:blip r:embed="rId2"/>
          <a:srcRect t="13095"/>
          <a:stretch/>
        </p:blipFill>
        <p:spPr>
          <a:xfrm>
            <a:off x="427621" y="4065011"/>
            <a:ext cx="7925487" cy="1875576"/>
          </a:xfrm>
          <a:prstGeom prst="rect">
            <a:avLst/>
          </a:prstGeom>
        </p:spPr>
      </p:pic>
      <p:sp>
        <p:nvSpPr>
          <p:cNvPr id="6" name="Text Placeholder 14">
            <a:extLst>
              <a:ext uri="{FF2B5EF4-FFF2-40B4-BE49-F238E27FC236}">
                <a16:creationId xmlns:a16="http://schemas.microsoft.com/office/drawing/2014/main" id="{C5AA52ED-AAC3-9A80-B1EB-2D616F85FA53}"/>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33</a:t>
            </a:fld>
            <a:endParaRPr lang="en-US"/>
          </a:p>
        </p:txBody>
      </p:sp>
    </p:spTree>
    <p:extLst>
      <p:ext uri="{BB962C8B-B14F-4D97-AF65-F5344CB8AC3E}">
        <p14:creationId xmlns:p14="http://schemas.microsoft.com/office/powerpoint/2010/main" val="2289260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Degrees of Freedom</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41021" cy="1248678"/>
          </a:xfrm>
        </p:spPr>
        <p:txBody>
          <a:bodyPr/>
          <a:lstStyle/>
          <a:p>
            <a:pPr marL="292608" indent="-292608">
              <a:buFont typeface="Arial" panose="020B0604020202020204" pitchFamily="34" charset="0"/>
              <a:buChar char="•"/>
            </a:pPr>
            <a:r>
              <a:rPr lang="en-US" dirty="0"/>
              <a:t>Knowing the sample size allows us to calculate a parameter called </a:t>
            </a:r>
            <a:r>
              <a:rPr lang="en-US" b="1" dirty="0"/>
              <a:t>degrees of freedom</a:t>
            </a:r>
            <a:r>
              <a:rPr lang="en-US" dirty="0"/>
              <a:t> (sometimes abbreviated </a:t>
            </a:r>
            <a:r>
              <a:rPr lang="en-US" i="1" dirty="0" err="1"/>
              <a:t>df</a:t>
            </a:r>
            <a:r>
              <a:rPr lang="en-US" dirty="0"/>
              <a:t> or </a:t>
            </a:r>
            <a:r>
              <a:rPr lang="en-US" i="1" dirty="0" err="1"/>
              <a:t>d.f.</a:t>
            </a:r>
            <a:r>
              <a:rPr lang="en-US" dirty="0"/>
              <a:t>).</a:t>
            </a:r>
            <a:endParaRPr lang="en-IN" dirty="0"/>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72056" y="2684125"/>
            <a:ext cx="8399887" cy="436091"/>
          </a:xfrm>
        </p:spPr>
        <p:txBody>
          <a:bodyPr/>
          <a:lstStyle/>
          <a:p>
            <a:r>
              <a:rPr lang="en-IN" i="1" dirty="0" err="1"/>
              <a:t>d</a:t>
            </a:r>
            <a:r>
              <a:rPr lang="en-IN" dirty="0" err="1"/>
              <a:t>.</a:t>
            </a:r>
            <a:r>
              <a:rPr lang="en-IN" i="1" dirty="0" err="1"/>
              <a:t>f</a:t>
            </a:r>
            <a:r>
              <a:rPr lang="en-IN" dirty="0" err="1"/>
              <a:t>.</a:t>
            </a:r>
            <a:r>
              <a:rPr lang="en-IN" dirty="0"/>
              <a:t> = </a:t>
            </a:r>
            <a:r>
              <a:rPr lang="en-IN" i="1" dirty="0"/>
              <a:t>n</a:t>
            </a:r>
            <a:r>
              <a:rPr lang="en-IN" dirty="0"/>
              <a:t> − 1 (degrees freedom for a confidence interval for </a:t>
            </a:r>
            <a:r>
              <a:rPr lang="el-GR" i="1" dirty="0"/>
              <a:t>μ</a:t>
            </a:r>
            <a:r>
              <a:rPr lang="en-US" dirty="0"/>
              <a:t>).</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392062"/>
            <a:ext cx="8319723" cy="1361838"/>
          </a:xfrm>
        </p:spPr>
        <p:txBody>
          <a:bodyPr/>
          <a:lstStyle/>
          <a:p>
            <a:pPr marL="292608" indent="-292608">
              <a:buFont typeface="Arial" panose="020B0604020202020204" pitchFamily="34" charset="0"/>
              <a:buChar char="•"/>
            </a:pPr>
            <a:r>
              <a:rPr lang="en-US" dirty="0"/>
              <a:t>For large degrees of freedom, the </a:t>
            </a:r>
            <a:r>
              <a:rPr lang="en-US" i="1" dirty="0"/>
              <a:t>t</a:t>
            </a:r>
            <a:r>
              <a:rPr lang="en-US" dirty="0"/>
              <a:t> distribution approaches the shape of the normal distribution.</a:t>
            </a:r>
          </a:p>
          <a:p>
            <a:pPr marL="292608" indent="-292608">
              <a:buFont typeface="Arial" panose="020B0604020202020204" pitchFamily="34" charset="0"/>
              <a:buChar char="•"/>
            </a:pPr>
            <a:r>
              <a:rPr lang="en-US" dirty="0"/>
              <a:t>However, in small samples, the difference is important.</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34</a:t>
            </a:fld>
            <a:endParaRPr lang="en-US"/>
          </a:p>
        </p:txBody>
      </p:sp>
    </p:spTree>
    <p:extLst>
      <p:ext uri="{BB962C8B-B14F-4D97-AF65-F5344CB8AC3E}">
        <p14:creationId xmlns:p14="http://schemas.microsoft.com/office/powerpoint/2010/main" val="97587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US" sz="3600" dirty="0"/>
              <a:t>Comparison of </a:t>
            </a:r>
            <a:r>
              <a:rPr lang="en-US" sz="3600" i="1" dirty="0"/>
              <a:t>z</a:t>
            </a:r>
            <a:r>
              <a:rPr lang="en-US" sz="3600" dirty="0"/>
              <a:t> and </a:t>
            </a:r>
            <a:r>
              <a:rPr lang="en-US" sz="3600" i="1" dirty="0"/>
              <a:t>t</a:t>
            </a:r>
            <a:endParaRPr lang="en-IN" sz="3600" i="1"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2"/>
            <a:ext cx="8185464" cy="4972255"/>
          </a:xfrm>
        </p:spPr>
        <p:txBody>
          <a:bodyPr/>
          <a:lstStyle/>
          <a:p>
            <a:pPr marL="292608" indent="-292608">
              <a:buFont typeface="Arial" panose="020B0604020202020204" pitchFamily="34" charset="0"/>
              <a:buChar char="•"/>
            </a:pPr>
            <a:r>
              <a:rPr lang="en-US" sz="2000" dirty="0"/>
              <a:t>For very small samples, </a:t>
            </a:r>
            <a:r>
              <a:rPr lang="en-US" sz="2000" i="1" dirty="0"/>
              <a:t>t</a:t>
            </a:r>
            <a:r>
              <a:rPr lang="en-US" sz="2000" dirty="0"/>
              <a:t>-values differ substantially from the normal. As the degrees of freedom increase, the </a:t>
            </a:r>
            <a:r>
              <a:rPr lang="en-US" sz="2000" i="1" dirty="0"/>
              <a:t>t</a:t>
            </a:r>
            <a:r>
              <a:rPr lang="en-US" sz="2000" dirty="0"/>
              <a:t>-values approach the normal </a:t>
            </a:r>
            <a:r>
              <a:rPr lang="en-US" sz="2000" i="1" dirty="0"/>
              <a:t>z</a:t>
            </a:r>
            <a:r>
              <a:rPr lang="en-US" sz="2000" dirty="0"/>
              <a:t>-values.</a:t>
            </a:r>
          </a:p>
          <a:p>
            <a:pPr marL="292608" indent="-292608">
              <a:buFont typeface="Arial" panose="020B0604020202020204" pitchFamily="34" charset="0"/>
              <a:buChar char="•"/>
            </a:pPr>
            <a:r>
              <a:rPr lang="en-US" sz="2000" dirty="0"/>
              <a:t>For example, for </a:t>
            </a:r>
            <a:r>
              <a:rPr lang="en-US" sz="2000" i="1" dirty="0"/>
              <a:t>n</a:t>
            </a:r>
            <a:r>
              <a:rPr lang="en-US" sz="2000" dirty="0"/>
              <a:t> = 31, the degrees of freedom, </a:t>
            </a:r>
            <a:r>
              <a:rPr lang="en-US" sz="2000" i="1" dirty="0" err="1"/>
              <a:t>d.f.</a:t>
            </a:r>
            <a:r>
              <a:rPr lang="en-US" sz="2000" i="1" dirty="0"/>
              <a:t> </a:t>
            </a:r>
            <a:r>
              <a:rPr lang="en-US" sz="2000" dirty="0"/>
              <a:t>= 31 − 1 = 30.</a:t>
            </a:r>
          </a:p>
          <a:p>
            <a:pPr marL="292608" indent="-292608">
              <a:buFont typeface="Arial" panose="020B0604020202020204" pitchFamily="34" charset="0"/>
              <a:buChar char="•"/>
            </a:pPr>
            <a:r>
              <a:rPr lang="en-US" sz="2000" dirty="0"/>
              <a:t>So for a 90 percent confidence interval, we would use </a:t>
            </a:r>
            <a:r>
              <a:rPr lang="en-US" sz="2000" i="1" dirty="0"/>
              <a:t>t</a:t>
            </a:r>
            <a:r>
              <a:rPr lang="en-US" sz="2000" dirty="0"/>
              <a:t> = 1.697, which is only slightly larger than </a:t>
            </a:r>
            <a:r>
              <a:rPr lang="en-US" sz="2000" i="1" dirty="0"/>
              <a:t>z</a:t>
            </a:r>
            <a:r>
              <a:rPr lang="en-US" sz="2000" dirty="0"/>
              <a:t> = 1.645.</a:t>
            </a:r>
            <a:endParaRPr lang="en-IN" sz="2000"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35</a:t>
            </a:fld>
            <a:endParaRPr lang="en-US"/>
          </a:p>
        </p:txBody>
      </p:sp>
    </p:spTree>
    <p:extLst>
      <p:ext uri="{BB962C8B-B14F-4D97-AF65-F5344CB8AC3E}">
        <p14:creationId xmlns:p14="http://schemas.microsoft.com/office/powerpoint/2010/main" val="41886967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Example: G</a:t>
            </a:r>
            <a:r>
              <a:rPr lang="en-IN" sz="100" dirty="0"/>
              <a:t> </a:t>
            </a:r>
            <a:r>
              <a:rPr lang="en-IN" sz="3600" dirty="0"/>
              <a:t>M</a:t>
            </a:r>
            <a:r>
              <a:rPr lang="en-IN" sz="100" dirty="0"/>
              <a:t> </a:t>
            </a:r>
            <a:r>
              <a:rPr lang="en-IN" sz="3600" dirty="0"/>
              <a:t>A</a:t>
            </a:r>
            <a:r>
              <a:rPr lang="en-IN" sz="100" dirty="0"/>
              <a:t> </a:t>
            </a:r>
            <a:r>
              <a:rPr lang="en-IN" sz="3600" dirty="0"/>
              <a:t>T Scores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5195" y="500517"/>
            <a:ext cx="1407359"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3703007" cy="2373909"/>
          </a:xfrm>
        </p:spPr>
        <p:txBody>
          <a:bodyPr/>
          <a:lstStyle/>
          <a:p>
            <a:r>
              <a:rPr lang="en-US" sz="2000" dirty="0"/>
              <a:t>Consider a random sample of G</a:t>
            </a:r>
            <a:r>
              <a:rPr lang="en-US" sz="100" dirty="0"/>
              <a:t> </a:t>
            </a:r>
            <a:r>
              <a:rPr lang="en-US" sz="2000" dirty="0"/>
              <a:t>M</a:t>
            </a:r>
            <a:r>
              <a:rPr lang="en-US" sz="100" dirty="0"/>
              <a:t> </a:t>
            </a:r>
            <a:r>
              <a:rPr lang="en-US" sz="2000" dirty="0"/>
              <a:t>A</a:t>
            </a:r>
            <a:r>
              <a:rPr lang="en-US" sz="100" dirty="0"/>
              <a:t> </a:t>
            </a:r>
            <a:r>
              <a:rPr lang="en-US" sz="2000" dirty="0"/>
              <a:t>T scores submitted by 20 applicants to an M</a:t>
            </a:r>
            <a:r>
              <a:rPr lang="en-US" sz="100" dirty="0"/>
              <a:t> </a:t>
            </a:r>
            <a:r>
              <a:rPr lang="en-US" sz="2000" dirty="0"/>
              <a:t>B</a:t>
            </a:r>
            <a:r>
              <a:rPr lang="en-US" sz="100" dirty="0"/>
              <a:t> </a:t>
            </a:r>
            <a:r>
              <a:rPr lang="en-US" sz="2000" dirty="0"/>
              <a:t>A program.</a:t>
            </a:r>
          </a:p>
          <a:p>
            <a:r>
              <a:rPr lang="en-US" sz="2000" dirty="0"/>
              <a:t>We will construct a 90 percent confidence interval for the mean G</a:t>
            </a:r>
            <a:r>
              <a:rPr lang="en-US" sz="100" dirty="0"/>
              <a:t> </a:t>
            </a:r>
            <a:r>
              <a:rPr lang="en-US" sz="2000" dirty="0"/>
              <a:t>M</a:t>
            </a:r>
            <a:r>
              <a:rPr lang="en-US" sz="100" dirty="0"/>
              <a:t> </a:t>
            </a:r>
            <a:r>
              <a:rPr lang="en-US" sz="2000" dirty="0"/>
              <a:t>A</a:t>
            </a:r>
            <a:r>
              <a:rPr lang="en-US" sz="100" dirty="0"/>
              <a:t> </a:t>
            </a:r>
            <a:r>
              <a:rPr lang="en-US" sz="2000" dirty="0"/>
              <a:t>T score of all M</a:t>
            </a:r>
            <a:r>
              <a:rPr lang="en-US" sz="100" dirty="0"/>
              <a:t> </a:t>
            </a:r>
            <a:r>
              <a:rPr lang="en-US" sz="2000" dirty="0"/>
              <a:t>B</a:t>
            </a:r>
            <a:r>
              <a:rPr lang="en-US" sz="100" dirty="0"/>
              <a:t> </a:t>
            </a:r>
            <a:r>
              <a:rPr lang="en-US" sz="2000" dirty="0"/>
              <a:t>A applicants.</a:t>
            </a:r>
            <a:endParaRPr lang="en-IN" sz="2000" dirty="0"/>
          </a:p>
        </p:txBody>
      </p:sp>
      <p:graphicFrame>
        <p:nvGraphicFramePr>
          <p:cNvPr id="27" name="Table 27">
            <a:extLst>
              <a:ext uri="{FF2B5EF4-FFF2-40B4-BE49-F238E27FC236}">
                <a16:creationId xmlns:a16="http://schemas.microsoft.com/office/drawing/2014/main" id="{D0C9087B-C949-3207-5B93-71F985E0E878}"/>
              </a:ext>
            </a:extLst>
          </p:cNvPr>
          <p:cNvGraphicFramePr>
            <a:graphicFrameLocks noGrp="1"/>
          </p:cNvGraphicFramePr>
          <p:nvPr>
            <p:ph sz="quarter" idx="19"/>
            <p:extLst>
              <p:ext uri="{D42A27DB-BD31-4B8C-83A1-F6EECF244321}">
                <p14:modId xmlns:p14="http://schemas.microsoft.com/office/powerpoint/2010/main" val="999755203"/>
              </p:ext>
            </p:extLst>
          </p:nvPr>
        </p:nvGraphicFramePr>
        <p:xfrm>
          <a:off x="4648158" y="1430448"/>
          <a:ext cx="3914775" cy="1483360"/>
        </p:xfrm>
        <a:graphic>
          <a:graphicData uri="http://schemas.openxmlformats.org/drawingml/2006/table">
            <a:tbl>
              <a:tblPr firstRow="1" bandRow="1">
                <a:tableStyleId>{2D5ABB26-0587-4C30-8999-92F81FD0307C}</a:tableStyleId>
              </a:tblPr>
              <a:tblGrid>
                <a:gridCol w="782955">
                  <a:extLst>
                    <a:ext uri="{9D8B030D-6E8A-4147-A177-3AD203B41FA5}">
                      <a16:colId xmlns:a16="http://schemas.microsoft.com/office/drawing/2014/main" val="2145807408"/>
                    </a:ext>
                  </a:extLst>
                </a:gridCol>
                <a:gridCol w="782955">
                  <a:extLst>
                    <a:ext uri="{9D8B030D-6E8A-4147-A177-3AD203B41FA5}">
                      <a16:colId xmlns:a16="http://schemas.microsoft.com/office/drawing/2014/main" val="3782680077"/>
                    </a:ext>
                  </a:extLst>
                </a:gridCol>
                <a:gridCol w="782955">
                  <a:extLst>
                    <a:ext uri="{9D8B030D-6E8A-4147-A177-3AD203B41FA5}">
                      <a16:colId xmlns:a16="http://schemas.microsoft.com/office/drawing/2014/main" val="2456764274"/>
                    </a:ext>
                  </a:extLst>
                </a:gridCol>
                <a:gridCol w="782955">
                  <a:extLst>
                    <a:ext uri="{9D8B030D-6E8A-4147-A177-3AD203B41FA5}">
                      <a16:colId xmlns:a16="http://schemas.microsoft.com/office/drawing/2014/main" val="710590294"/>
                    </a:ext>
                  </a:extLst>
                </a:gridCol>
                <a:gridCol w="782955">
                  <a:extLst>
                    <a:ext uri="{9D8B030D-6E8A-4147-A177-3AD203B41FA5}">
                      <a16:colId xmlns:a16="http://schemas.microsoft.com/office/drawing/2014/main" val="1553726105"/>
                    </a:ext>
                  </a:extLst>
                </a:gridCol>
              </a:tblGrid>
              <a:tr h="370840">
                <a:tc>
                  <a:txBody>
                    <a:bodyPr/>
                    <a:lstStyle/>
                    <a:p>
                      <a:pPr algn="ctr"/>
                      <a:r>
                        <a:rPr lang="en-IN" dirty="0"/>
                        <a:t>530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570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360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8244121"/>
                  </a:ext>
                </a:extLst>
              </a:tr>
              <a:tr h="370840">
                <a:tc>
                  <a:txBody>
                    <a:bodyPr/>
                    <a:lstStyle/>
                    <a:p>
                      <a:pPr algn="ctr"/>
                      <a:r>
                        <a:rPr lang="en-IN" dirty="0"/>
                        <a:t>550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640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490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460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550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673825"/>
                  </a:ext>
                </a:extLst>
              </a:tr>
              <a:tr h="370840">
                <a:tc>
                  <a:txBody>
                    <a:bodyPr/>
                    <a:lstStyle/>
                    <a:p>
                      <a:pPr algn="ctr"/>
                      <a:r>
                        <a:rPr lang="en-IN" dirty="0"/>
                        <a:t>480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440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530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470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3014394"/>
                  </a:ext>
                </a:extLst>
              </a:tr>
              <a:tr h="370840">
                <a:tc>
                  <a:txBody>
                    <a:bodyPr/>
                    <a:lstStyle/>
                    <a:p>
                      <a:pPr algn="ctr"/>
                      <a:r>
                        <a:rPr lang="en-IN" dirty="0"/>
                        <a:t>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430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640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420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530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975269"/>
                  </a:ext>
                </a:extLst>
              </a:tr>
            </a:tbl>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1" y="3693812"/>
            <a:ext cx="508126" cy="371193"/>
          </a:xfrm>
        </p:spPr>
        <p:txBody>
          <a:bodyPr/>
          <a:lstStyle/>
          <a:p>
            <a:pPr marL="292608" indent="-292608">
              <a:buFont typeface="Arial" panose="020B0604020202020204" pitchFamily="34" charset="0"/>
              <a:buChar char="•"/>
            </a:pPr>
            <a:r>
              <a:rPr lang="en-IN" sz="1800" dirty="0"/>
              <a:t> </a:t>
            </a:r>
          </a:p>
        </p:txBody>
      </p:sp>
      <p:graphicFrame>
        <p:nvGraphicFramePr>
          <p:cNvPr id="23" name="Object 22">
            <a:extLst>
              <a:ext uri="{FF2B5EF4-FFF2-40B4-BE49-F238E27FC236}">
                <a16:creationId xmlns:a16="http://schemas.microsoft.com/office/drawing/2014/main" id="{7DDD232B-5BB6-D7EB-6679-6BE4D3B76517}"/>
              </a:ext>
            </a:extLst>
          </p:cNvPr>
          <p:cNvGraphicFramePr>
            <a:graphicFrameLocks noChangeAspect="1"/>
          </p:cNvGraphicFramePr>
          <p:nvPr>
            <p:extLst>
              <p:ext uri="{D42A27DB-BD31-4B8C-83A1-F6EECF244321}">
                <p14:modId xmlns:p14="http://schemas.microsoft.com/office/powerpoint/2010/main" val="4210048463"/>
              </p:ext>
            </p:extLst>
          </p:nvPr>
        </p:nvGraphicFramePr>
        <p:xfrm>
          <a:off x="674566" y="3747233"/>
          <a:ext cx="800100" cy="228600"/>
        </p:xfrm>
        <a:graphic>
          <a:graphicData uri="http://schemas.openxmlformats.org/presentationml/2006/ole">
            <mc:AlternateContent xmlns:mc="http://schemas.openxmlformats.org/markup-compatibility/2006">
              <mc:Choice xmlns:v="urn:schemas-microsoft-com:vml" Requires="v">
                <p:oleObj name="Equation" r:id="rId2" imgW="799920" imgH="228600" progId="Equation.DSMT4">
                  <p:embed/>
                </p:oleObj>
              </mc:Choice>
              <mc:Fallback>
                <p:oleObj name="Equation" r:id="rId2" imgW="799920" imgH="228600" progId="Equation.DSMT4">
                  <p:embed/>
                  <p:pic>
                    <p:nvPicPr>
                      <p:cNvPr id="24" name="Object 23">
                        <a:extLst>
                          <a:ext uri="{FF2B5EF4-FFF2-40B4-BE49-F238E27FC236}">
                            <a16:creationId xmlns:a16="http://schemas.microsoft.com/office/drawing/2014/main" id="{F8817BD1-5F51-8F30-96D3-C45A286C2048}"/>
                          </a:ext>
                        </a:extLst>
                      </p:cNvPr>
                      <p:cNvPicPr>
                        <a:picLocks noChangeAspect="1" noChangeArrowheads="1"/>
                      </p:cNvPicPr>
                      <p:nvPr/>
                    </p:nvPicPr>
                    <p:blipFill>
                      <a:blip r:embed="rId3"/>
                      <a:srcRect/>
                      <a:stretch>
                        <a:fillRect/>
                      </a:stretch>
                    </p:blipFill>
                    <p:spPr bwMode="auto">
                      <a:xfrm>
                        <a:off x="674566" y="3747233"/>
                        <a:ext cx="800100" cy="228600"/>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4047333"/>
            <a:ext cx="480966" cy="321399"/>
          </a:xfrm>
        </p:spPr>
        <p:txBody>
          <a:bodyPr/>
          <a:lstStyle/>
          <a:p>
            <a:pPr marL="292608" indent="-292608">
              <a:buFont typeface="Arial" panose="020B0604020202020204" pitchFamily="34" charset="0"/>
              <a:buChar char="•"/>
            </a:pPr>
            <a:r>
              <a:rPr lang="en-IN" sz="1800" dirty="0"/>
              <a:t> </a:t>
            </a:r>
          </a:p>
        </p:txBody>
      </p:sp>
      <p:graphicFrame>
        <p:nvGraphicFramePr>
          <p:cNvPr id="24" name="Object 23">
            <a:extLst>
              <a:ext uri="{FF2B5EF4-FFF2-40B4-BE49-F238E27FC236}">
                <a16:creationId xmlns:a16="http://schemas.microsoft.com/office/drawing/2014/main" id="{68C236F5-CA48-41E3-8399-E67EAD235D17}"/>
              </a:ext>
            </a:extLst>
          </p:cNvPr>
          <p:cNvGraphicFramePr>
            <a:graphicFrameLocks noChangeAspect="1"/>
          </p:cNvGraphicFramePr>
          <p:nvPr>
            <p:extLst>
              <p:ext uri="{D42A27DB-BD31-4B8C-83A1-F6EECF244321}">
                <p14:modId xmlns:p14="http://schemas.microsoft.com/office/powerpoint/2010/main" val="3851955632"/>
              </p:ext>
            </p:extLst>
          </p:nvPr>
        </p:nvGraphicFramePr>
        <p:xfrm>
          <a:off x="695204" y="4101224"/>
          <a:ext cx="901700" cy="279400"/>
        </p:xfrm>
        <a:graphic>
          <a:graphicData uri="http://schemas.openxmlformats.org/presentationml/2006/ole">
            <mc:AlternateContent xmlns:mc="http://schemas.openxmlformats.org/markup-compatibility/2006">
              <mc:Choice xmlns:v="urn:schemas-microsoft-com:vml" Requires="v">
                <p:oleObj name="Equation" r:id="rId4" imgW="901440" imgH="279360" progId="Equation.DSMT4">
                  <p:embed/>
                </p:oleObj>
              </mc:Choice>
              <mc:Fallback>
                <p:oleObj name="Equation" r:id="rId4" imgW="901440" imgH="279360" progId="Equation.DSMT4">
                  <p:embed/>
                  <p:pic>
                    <p:nvPicPr>
                      <p:cNvPr id="23" name="Object 22">
                        <a:extLst>
                          <a:ext uri="{FF2B5EF4-FFF2-40B4-BE49-F238E27FC236}">
                            <a16:creationId xmlns:a16="http://schemas.microsoft.com/office/drawing/2014/main" id="{7DDD232B-5BB6-D7EB-6679-6BE4D3B76517}"/>
                          </a:ext>
                        </a:extLst>
                      </p:cNvPr>
                      <p:cNvPicPr>
                        <a:picLocks noChangeAspect="1" noChangeArrowheads="1"/>
                      </p:cNvPicPr>
                      <p:nvPr/>
                    </p:nvPicPr>
                    <p:blipFill>
                      <a:blip r:embed="rId5"/>
                      <a:srcRect/>
                      <a:stretch>
                        <a:fillRect/>
                      </a:stretch>
                    </p:blipFill>
                    <p:spPr bwMode="auto">
                      <a:xfrm>
                        <a:off x="695204" y="4101224"/>
                        <a:ext cx="901700" cy="279400"/>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60976" y="4522211"/>
            <a:ext cx="5964519" cy="348553"/>
          </a:xfrm>
        </p:spPr>
        <p:txBody>
          <a:bodyPr/>
          <a:lstStyle/>
          <a:p>
            <a:r>
              <a:rPr lang="en-IN" sz="1600" b="1" dirty="0"/>
              <a:t>Dot Plot and 90 Percent Confidence Interval (</a:t>
            </a:r>
            <a:r>
              <a:rPr lang="en-IN" sz="1600" b="1" i="1" dirty="0"/>
              <a:t>n</a:t>
            </a:r>
            <a:r>
              <a:rPr lang="en-IN" sz="1600" b="1" dirty="0"/>
              <a:t> = 20 Scores)</a:t>
            </a:r>
          </a:p>
        </p:txBody>
      </p:sp>
      <p:pic>
        <p:nvPicPr>
          <p:cNvPr id="26" name="Picture 25">
            <a:extLst>
              <a:ext uri="{FF2B5EF4-FFF2-40B4-BE49-F238E27FC236}">
                <a16:creationId xmlns:a16="http://schemas.microsoft.com/office/drawing/2014/main" id="{5693EF9D-852D-1D93-112D-834F759A7A3E}"/>
              </a:ext>
              <a:ext uri="{C183D7F6-B498-43B3-948B-1728B52AA6E4}">
                <adec:decorative xmlns:adec="http://schemas.microsoft.com/office/drawing/2017/decorative" val="1"/>
              </a:ext>
            </a:extLst>
          </p:cNvPr>
          <p:cNvPicPr>
            <a:picLocks noChangeAspect="1"/>
          </p:cNvPicPr>
          <p:nvPr/>
        </p:nvPicPr>
        <p:blipFill rotWithShape="1">
          <a:blip r:embed="rId6"/>
          <a:srcRect l="67121" r="28970" b="85052"/>
          <a:stretch/>
        </p:blipFill>
        <p:spPr>
          <a:xfrm>
            <a:off x="6256444" y="4565371"/>
            <a:ext cx="303857" cy="276126"/>
          </a:xfrm>
          <a:prstGeom prst="rect">
            <a:avLst/>
          </a:prstGeom>
        </p:spPr>
      </p:pic>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6605546" y="4531266"/>
            <a:ext cx="1505128" cy="330442"/>
          </a:xfrm>
        </p:spPr>
        <p:txBody>
          <a:bodyPr/>
          <a:lstStyle/>
          <a:p>
            <a:r>
              <a:rPr lang="en-IN" sz="1600" b="1" dirty="0">
                <a:solidFill>
                  <a:srgbClr val="A9131A"/>
                </a:solidFill>
              </a:rPr>
              <a:t>G</a:t>
            </a:r>
            <a:r>
              <a:rPr lang="en-IN" sz="100" b="1" dirty="0">
                <a:solidFill>
                  <a:srgbClr val="A9131A"/>
                </a:solidFill>
              </a:rPr>
              <a:t> </a:t>
            </a:r>
            <a:r>
              <a:rPr lang="en-IN" sz="1600" b="1" dirty="0">
                <a:solidFill>
                  <a:srgbClr val="A9131A"/>
                </a:solidFill>
              </a:rPr>
              <a:t>M</a:t>
            </a:r>
            <a:r>
              <a:rPr lang="en-IN" sz="100" b="1" dirty="0">
                <a:solidFill>
                  <a:srgbClr val="A9131A"/>
                </a:solidFill>
              </a:rPr>
              <a:t> </a:t>
            </a:r>
            <a:r>
              <a:rPr lang="en-IN" sz="1600" b="1" dirty="0">
                <a:solidFill>
                  <a:srgbClr val="A9131A"/>
                </a:solidFill>
              </a:rPr>
              <a:t>A</a:t>
            </a:r>
            <a:r>
              <a:rPr lang="en-IN" sz="100" b="1" dirty="0">
                <a:solidFill>
                  <a:srgbClr val="A9131A"/>
                </a:solidFill>
              </a:rPr>
              <a:t> </a:t>
            </a:r>
            <a:r>
              <a:rPr lang="en-IN" sz="1600" b="1" dirty="0">
                <a:solidFill>
                  <a:srgbClr val="A9131A"/>
                </a:solidFill>
              </a:rPr>
              <a:t>TScores</a:t>
            </a:r>
          </a:p>
        </p:txBody>
      </p:sp>
      <p:pic>
        <p:nvPicPr>
          <p:cNvPr id="25" name="Picture 24" descr="Dot plot of G M A T scores and a 90% confidence interval overlayed.">
            <a:extLst>
              <a:ext uri="{FF2B5EF4-FFF2-40B4-BE49-F238E27FC236}">
                <a16:creationId xmlns:a16="http://schemas.microsoft.com/office/drawing/2014/main" id="{C04079F0-2138-F408-CD5F-134C00170B46}"/>
              </a:ext>
            </a:extLst>
          </p:cNvPr>
          <p:cNvPicPr>
            <a:picLocks noChangeAspect="1"/>
          </p:cNvPicPr>
          <p:nvPr/>
        </p:nvPicPr>
        <p:blipFill rotWithShape="1">
          <a:blip r:embed="rId6"/>
          <a:srcRect t="19481"/>
          <a:stretch/>
        </p:blipFill>
        <p:spPr>
          <a:xfrm>
            <a:off x="784662" y="4980564"/>
            <a:ext cx="6235098" cy="1193089"/>
          </a:xfrm>
          <a:prstGeom prst="rect">
            <a:avLst/>
          </a:prstGeom>
        </p:spPr>
      </p:pic>
      <p:sp>
        <p:nvSpPr>
          <p:cNvPr id="9" name="Text Placeholder 14">
            <a:extLst>
              <a:ext uri="{FF2B5EF4-FFF2-40B4-BE49-F238E27FC236}">
                <a16:creationId xmlns:a16="http://schemas.microsoft.com/office/drawing/2014/main" id="{3B281E8C-CFA1-42D6-3247-8C1C309A282A}"/>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36</a:t>
            </a:fld>
            <a:endParaRPr lang="en-US"/>
          </a:p>
        </p:txBody>
      </p:sp>
    </p:spTree>
    <p:extLst>
      <p:ext uri="{BB962C8B-B14F-4D97-AF65-F5344CB8AC3E}">
        <p14:creationId xmlns:p14="http://schemas.microsoft.com/office/powerpoint/2010/main" val="2968246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Example: G</a:t>
            </a:r>
            <a:r>
              <a:rPr lang="en-IN" sz="100" dirty="0"/>
              <a:t> </a:t>
            </a:r>
            <a:r>
              <a:rPr lang="en-IN" sz="3600" dirty="0"/>
              <a:t>M</a:t>
            </a:r>
            <a:r>
              <a:rPr lang="en-IN" sz="100" dirty="0"/>
              <a:t> </a:t>
            </a:r>
            <a:r>
              <a:rPr lang="en-IN" sz="3600" dirty="0"/>
              <a:t>A</a:t>
            </a:r>
            <a:r>
              <a:rPr lang="en-IN" sz="100" dirty="0"/>
              <a:t> </a:t>
            </a:r>
            <a:r>
              <a:rPr lang="en-IN" sz="3600" dirty="0"/>
              <a:t>T Scores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1" y="1265584"/>
            <a:ext cx="8319722" cy="1758970"/>
          </a:xfrm>
        </p:spPr>
        <p:txBody>
          <a:bodyPr/>
          <a:lstStyle/>
          <a:p>
            <a:r>
              <a:rPr lang="en-US" dirty="0"/>
              <a:t>Because the population standard deviation </a:t>
            </a:r>
            <a:r>
              <a:rPr lang="el-GR" i="1" dirty="0"/>
              <a:t>σ</a:t>
            </a:r>
            <a:r>
              <a:rPr lang="en-US" i="1" dirty="0"/>
              <a:t> </a:t>
            </a:r>
            <a:r>
              <a:rPr lang="en-US" dirty="0"/>
              <a:t>is unknown, we will use the Student’s </a:t>
            </a:r>
            <a:r>
              <a:rPr lang="en-US" i="1" dirty="0"/>
              <a:t>t</a:t>
            </a:r>
            <a:r>
              <a:rPr lang="en-US" dirty="0"/>
              <a:t> for our confidence interval with 19 degrees of freedom:</a:t>
            </a:r>
          </a:p>
          <a:p>
            <a:pPr marL="292608" indent="-292608">
              <a:buFont typeface="Arial" panose="020B0604020202020204" pitchFamily="34" charset="0"/>
              <a:buChar char="•"/>
            </a:pPr>
            <a:r>
              <a:rPr lang="en-US" i="1" dirty="0" err="1"/>
              <a:t>d.f.</a:t>
            </a:r>
            <a:r>
              <a:rPr lang="en-US" dirty="0"/>
              <a:t> = </a:t>
            </a:r>
            <a:r>
              <a:rPr lang="en-US" i="1" dirty="0"/>
              <a:t>n</a:t>
            </a:r>
            <a:r>
              <a:rPr lang="en-US" dirty="0"/>
              <a:t> − 1 = 20 − 1 = 19 (degrees of freedom for </a:t>
            </a:r>
            <a:r>
              <a:rPr lang="en-US" i="1" dirty="0"/>
              <a:t>n</a:t>
            </a:r>
            <a:r>
              <a:rPr lang="en-US" dirty="0"/>
              <a:t> = 20).</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079391"/>
            <a:ext cx="8203571" cy="500094"/>
          </a:xfrm>
        </p:spPr>
        <p:txBody>
          <a:bodyPr/>
          <a:lstStyle/>
          <a:p>
            <a:r>
              <a:rPr lang="en-US" dirty="0"/>
              <a:t>For a 90 percent confidence interval, we consult</a:t>
            </a:r>
            <a:endParaRPr lang="en-IN" dirty="0"/>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3619616"/>
            <a:ext cx="3003231" cy="500351"/>
          </a:xfrm>
        </p:spPr>
        <p:txBody>
          <a:bodyPr/>
          <a:lstStyle/>
          <a:p>
            <a:r>
              <a:rPr lang="en-US" dirty="0"/>
              <a:t>Appendix </a:t>
            </a:r>
            <a:r>
              <a:rPr lang="en-IN" dirty="0"/>
              <a:t>D and find</a:t>
            </a:r>
          </a:p>
        </p:txBody>
      </p:sp>
      <p:graphicFrame>
        <p:nvGraphicFramePr>
          <p:cNvPr id="23" name="Object 22">
            <a:extLst>
              <a:ext uri="{FF2B5EF4-FFF2-40B4-BE49-F238E27FC236}">
                <a16:creationId xmlns:a16="http://schemas.microsoft.com/office/drawing/2014/main" id="{2C1A667D-E681-6334-DFE6-24AFB465895C}"/>
              </a:ext>
            </a:extLst>
          </p:cNvPr>
          <p:cNvGraphicFramePr>
            <a:graphicFrameLocks noChangeAspect="1"/>
          </p:cNvGraphicFramePr>
          <p:nvPr>
            <p:extLst>
              <p:ext uri="{D42A27DB-BD31-4B8C-83A1-F6EECF244321}">
                <p14:modId xmlns:p14="http://schemas.microsoft.com/office/powerpoint/2010/main" val="3241498850"/>
              </p:ext>
            </p:extLst>
          </p:nvPr>
        </p:nvGraphicFramePr>
        <p:xfrm>
          <a:off x="3486150" y="3662363"/>
          <a:ext cx="2173288" cy="414337"/>
        </p:xfrm>
        <a:graphic>
          <a:graphicData uri="http://schemas.openxmlformats.org/presentationml/2006/ole">
            <mc:AlternateContent xmlns:mc="http://schemas.openxmlformats.org/markup-compatibility/2006">
              <mc:Choice xmlns:v="urn:schemas-microsoft-com:vml" Requires="v">
                <p:oleObj name="Equation" r:id="rId2" imgW="2006280" imgH="380880" progId="Equation.DSMT4">
                  <p:embed/>
                </p:oleObj>
              </mc:Choice>
              <mc:Fallback>
                <p:oleObj name="Equation" r:id="rId2" imgW="2006280" imgH="380880" progId="Equation.DSMT4">
                  <p:embed/>
                  <p:pic>
                    <p:nvPicPr>
                      <p:cNvPr id="23" name="Object 22">
                        <a:extLst>
                          <a:ext uri="{FF2B5EF4-FFF2-40B4-BE49-F238E27FC236}">
                            <a16:creationId xmlns:a16="http://schemas.microsoft.com/office/drawing/2014/main" id="{7DDD232B-5BB6-D7EB-6679-6BE4D3B76517}"/>
                          </a:ext>
                        </a:extLst>
                      </p:cNvPr>
                      <p:cNvPicPr>
                        <a:picLocks noChangeAspect="1" noChangeArrowheads="1"/>
                      </p:cNvPicPr>
                      <p:nvPr/>
                    </p:nvPicPr>
                    <p:blipFill>
                      <a:blip r:embed="rId3"/>
                      <a:srcRect/>
                      <a:stretch>
                        <a:fillRect/>
                      </a:stretch>
                    </p:blipFill>
                    <p:spPr bwMode="auto">
                      <a:xfrm>
                        <a:off x="3486150" y="3662363"/>
                        <a:ext cx="2173288" cy="414337"/>
                      </a:xfrm>
                      <a:prstGeom prst="rect">
                        <a:avLst/>
                      </a:prstGeom>
                      <a:no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37</a:t>
            </a:fld>
            <a:endParaRPr lang="en-US"/>
          </a:p>
        </p:txBody>
      </p:sp>
    </p:spTree>
    <p:extLst>
      <p:ext uri="{BB962C8B-B14F-4D97-AF65-F5344CB8AC3E}">
        <p14:creationId xmlns:p14="http://schemas.microsoft.com/office/powerpoint/2010/main" val="2879495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Example: G</a:t>
            </a:r>
            <a:r>
              <a:rPr lang="en-IN" sz="100" dirty="0"/>
              <a:t> </a:t>
            </a:r>
            <a:r>
              <a:rPr lang="en-IN" sz="3600" dirty="0"/>
              <a:t>M</a:t>
            </a:r>
            <a:r>
              <a:rPr lang="en-IN" sz="100" dirty="0"/>
              <a:t> </a:t>
            </a:r>
            <a:r>
              <a:rPr lang="en-IN" sz="3600" dirty="0"/>
              <a:t>A</a:t>
            </a:r>
            <a:r>
              <a:rPr lang="en-IN" sz="100" dirty="0"/>
              <a:t> </a:t>
            </a:r>
            <a:r>
              <a:rPr lang="en-IN" sz="3600" dirty="0"/>
              <a:t>T Scores </a:t>
            </a:r>
            <a:r>
              <a:rPr lang="en-IN" sz="1000" b="0" dirty="0"/>
              <a:t>3</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68959" y="72258"/>
            <a:ext cx="404756" cy="1282404"/>
          </a:xfrm>
        </p:spPr>
        <p:txBody>
          <a:bodyPr vert="vert" rIns="0"/>
          <a:lstStyle/>
          <a:p>
            <a:r>
              <a:rPr lang="en-IN" b="1" dirty="0"/>
              <a:t>L</a:t>
            </a:r>
            <a:r>
              <a:rPr lang="en-IN" sz="100" b="1" dirty="0"/>
              <a:t> </a:t>
            </a:r>
            <a:r>
              <a:rPr lang="en-IN" b="1" dirty="0"/>
              <a:t>O 8.6</a:t>
            </a:r>
          </a:p>
        </p:txBody>
      </p:sp>
      <p:graphicFrame>
        <p:nvGraphicFramePr>
          <p:cNvPr id="4" name="Table 24">
            <a:extLst>
              <a:ext uri="{FF2B5EF4-FFF2-40B4-BE49-F238E27FC236}">
                <a16:creationId xmlns:a16="http://schemas.microsoft.com/office/drawing/2014/main" id="{B11C30DB-E965-5815-5225-948ECDAFFE91}"/>
              </a:ext>
            </a:extLst>
          </p:cNvPr>
          <p:cNvGraphicFramePr>
            <a:graphicFrameLocks/>
          </p:cNvGraphicFramePr>
          <p:nvPr>
            <p:extLst>
              <p:ext uri="{D42A27DB-BD31-4B8C-83A1-F6EECF244321}">
                <p14:modId xmlns:p14="http://schemas.microsoft.com/office/powerpoint/2010/main" val="4207787590"/>
              </p:ext>
            </p:extLst>
          </p:nvPr>
        </p:nvGraphicFramePr>
        <p:xfrm>
          <a:off x="419100" y="1371600"/>
          <a:ext cx="8176260" cy="3048000"/>
        </p:xfrm>
        <a:graphic>
          <a:graphicData uri="http://schemas.openxmlformats.org/drawingml/2006/table">
            <a:tbl>
              <a:tblPr firstRow="1" bandRow="1">
                <a:tableStyleId>{2D5ABB26-0587-4C30-8999-92F81FD0307C}</a:tableStyleId>
              </a:tblPr>
              <a:tblGrid>
                <a:gridCol w="676369">
                  <a:extLst>
                    <a:ext uri="{9D8B030D-6E8A-4147-A177-3AD203B41FA5}">
                      <a16:colId xmlns:a16="http://schemas.microsoft.com/office/drawing/2014/main" val="2717050971"/>
                    </a:ext>
                  </a:extLst>
                </a:gridCol>
                <a:gridCol w="1149790">
                  <a:extLst>
                    <a:ext uri="{9D8B030D-6E8A-4147-A177-3AD203B41FA5}">
                      <a16:colId xmlns:a16="http://schemas.microsoft.com/office/drawing/2014/main" val="2826317452"/>
                    </a:ext>
                  </a:extLst>
                </a:gridCol>
                <a:gridCol w="1032095">
                  <a:extLst>
                    <a:ext uri="{9D8B030D-6E8A-4147-A177-3AD203B41FA5}">
                      <a16:colId xmlns:a16="http://schemas.microsoft.com/office/drawing/2014/main" val="2915495088"/>
                    </a:ext>
                  </a:extLst>
                </a:gridCol>
                <a:gridCol w="2842789">
                  <a:extLst>
                    <a:ext uri="{9D8B030D-6E8A-4147-A177-3AD203B41FA5}">
                      <a16:colId xmlns:a16="http://schemas.microsoft.com/office/drawing/2014/main" val="1428654268"/>
                    </a:ext>
                  </a:extLst>
                </a:gridCol>
                <a:gridCol w="1112507">
                  <a:extLst>
                    <a:ext uri="{9D8B030D-6E8A-4147-A177-3AD203B41FA5}">
                      <a16:colId xmlns:a16="http://schemas.microsoft.com/office/drawing/2014/main" val="2110812071"/>
                    </a:ext>
                  </a:extLst>
                </a:gridCol>
                <a:gridCol w="1362710">
                  <a:extLst>
                    <a:ext uri="{9D8B030D-6E8A-4147-A177-3AD203B41FA5}">
                      <a16:colId xmlns:a16="http://schemas.microsoft.com/office/drawing/2014/main" val="2579233489"/>
                    </a:ext>
                  </a:extLst>
                </a:gridCol>
              </a:tblGrid>
              <a:tr h="222640">
                <a:tc>
                  <a:txBody>
                    <a:bodyPr/>
                    <a:lstStyle/>
                    <a:p>
                      <a:endParaRPr lang="en-IN" sz="1400" dirty="0"/>
                    </a:p>
                  </a:txBody>
                  <a:tcPr>
                    <a:lnT w="12700" cap="flat" cmpd="sng" algn="ctr">
                      <a:solidFill>
                        <a:schemeClr val="tx1"/>
                      </a:solidFill>
                      <a:prstDash val="solid"/>
                      <a:round/>
                      <a:headEnd type="none" w="med" len="med"/>
                      <a:tailEnd type="none" w="med" len="med"/>
                    </a:lnT>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3716131"/>
                  </a:ext>
                </a:extLst>
              </a:tr>
              <a:tr h="222640">
                <a:tc>
                  <a:txBody>
                    <a:bodyPr/>
                    <a:lstStyle/>
                    <a:p>
                      <a:endParaRPr lang="en-IN" sz="1400"/>
                    </a:p>
                  </a:txBody>
                  <a:tcPr/>
                </a:tc>
                <a:tc>
                  <a:txBody>
                    <a:bodyPr/>
                    <a:lstStyle/>
                    <a:p>
                      <a:endParaRPr lang="en-IN" sz="14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236217"/>
                  </a:ext>
                </a:extLst>
              </a:tr>
              <a:tr h="222640">
                <a:tc>
                  <a:txBody>
                    <a:bodyPr/>
                    <a:lstStyle/>
                    <a:p>
                      <a:endParaRPr lang="en-IN" sz="1400" dirty="0"/>
                    </a:p>
                  </a:txBody>
                  <a:tcPr/>
                </a:tc>
                <a:tc>
                  <a:txBody>
                    <a:bodyPr/>
                    <a:lstStyle/>
                    <a:p>
                      <a:endParaRPr lang="en-IN" sz="14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6911256"/>
                  </a:ext>
                </a:extLst>
              </a:tr>
              <a:tr h="222640">
                <a:tc>
                  <a:txBody>
                    <a:bodyPr/>
                    <a:lstStyle/>
                    <a:p>
                      <a:endParaRPr lang="en-IN" sz="1400"/>
                    </a:p>
                  </a:txBody>
                  <a:tcPr/>
                </a:tc>
                <a:tc>
                  <a:txBody>
                    <a:bodyPr/>
                    <a:lstStyle/>
                    <a:p>
                      <a:endParaRPr lang="en-IN" sz="14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en-IN"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en-IN" sz="1400"/>
                    </a:p>
                  </a:txBody>
                  <a:tcPr>
                    <a:lnT w="12700" cap="flat" cmpd="sng" algn="ctr">
                      <a:solidFill>
                        <a:schemeClr val="tx1"/>
                      </a:solidFill>
                      <a:prstDash val="solid"/>
                      <a:round/>
                      <a:headEnd type="none" w="med" len="med"/>
                      <a:tailEnd type="none" w="med" len="med"/>
                    </a:lnT>
                  </a:tcPr>
                </a:tc>
                <a:tc>
                  <a:txBody>
                    <a:bodyPr/>
                    <a:lstStyle/>
                    <a:p>
                      <a:endParaRPr lang="en-IN" sz="140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94190300"/>
                  </a:ext>
                </a:extLst>
              </a:tr>
              <a:tr h="222640">
                <a:tc>
                  <a:txBody>
                    <a:bodyPr/>
                    <a:lstStyle/>
                    <a:p>
                      <a:endParaRPr lang="en-IN" sz="1400" dirty="0"/>
                    </a:p>
                  </a:txBody>
                  <a:tcPr/>
                </a:tc>
                <a:tc>
                  <a:txBody>
                    <a:bodyPr/>
                    <a:lstStyle/>
                    <a:p>
                      <a:endParaRPr lang="en-IN" sz="1400" dirty="0"/>
                    </a:p>
                  </a:txBody>
                  <a:tcPr>
                    <a:lnR w="12700" cap="flat" cmpd="sng" algn="ctr">
                      <a:solidFill>
                        <a:schemeClr val="tx1"/>
                      </a:solidFill>
                      <a:prstDash val="solid"/>
                      <a:round/>
                      <a:headEnd type="none" w="med" len="med"/>
                      <a:tailEnd type="none" w="med" len="med"/>
                    </a:lnR>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sz="1400" dirty="0"/>
                    </a:p>
                  </a:txBody>
                  <a:tcPr>
                    <a:lnL w="12700" cap="flat" cmpd="sng" algn="ctr">
                      <a:solidFill>
                        <a:schemeClr val="tx1"/>
                      </a:solidFill>
                      <a:prstDash val="solid"/>
                      <a:round/>
                      <a:headEnd type="none" w="med" len="med"/>
                      <a:tailEnd type="none" w="med" len="med"/>
                    </a:lnL>
                  </a:tcPr>
                </a:tc>
                <a:tc>
                  <a:txBody>
                    <a:bodyPr/>
                    <a:lstStyle/>
                    <a:p>
                      <a:endParaRPr lang="en-IN" sz="1400" dirty="0"/>
                    </a:p>
                  </a:txBody>
                  <a:tcPr/>
                </a:tc>
                <a:tc>
                  <a:txBody>
                    <a:bodyPr/>
                    <a:lstStyle/>
                    <a:p>
                      <a:endParaRPr lang="en-IN" sz="1400"/>
                    </a:p>
                  </a:txBody>
                  <a:tcPr/>
                </a:tc>
                <a:extLst>
                  <a:ext uri="{0D108BD9-81ED-4DB2-BD59-A6C34878D82A}">
                    <a16:rowId xmlns:a16="http://schemas.microsoft.com/office/drawing/2014/main" val="2679064467"/>
                  </a:ext>
                </a:extLst>
              </a:tr>
              <a:tr h="222640">
                <a:tc>
                  <a:txBody>
                    <a:bodyPr/>
                    <a:lstStyle/>
                    <a:p>
                      <a:endParaRPr lang="en-IN" sz="1400"/>
                    </a:p>
                  </a:txBody>
                  <a:tcPr/>
                </a:tc>
                <a:tc>
                  <a:txBody>
                    <a:bodyPr/>
                    <a:lstStyle/>
                    <a:p>
                      <a:endParaRPr lang="en-IN" sz="1400" dirty="0"/>
                    </a:p>
                  </a:txBody>
                  <a:tcPr>
                    <a:lnR w="12700" cap="flat" cmpd="sng" algn="ctr">
                      <a:solidFill>
                        <a:schemeClr val="tx1"/>
                      </a:solidFill>
                      <a:prstDash val="solid"/>
                      <a:round/>
                      <a:headEnd type="none" w="med" len="med"/>
                      <a:tailEnd type="none" w="med" len="med"/>
                    </a:lnR>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sz="1400" dirty="0"/>
                    </a:p>
                  </a:txBody>
                  <a:tcPr>
                    <a:lnL w="12700" cap="flat" cmpd="sng" algn="ctr">
                      <a:solidFill>
                        <a:schemeClr val="tx1"/>
                      </a:solidFill>
                      <a:prstDash val="solid"/>
                      <a:round/>
                      <a:headEnd type="none" w="med" len="med"/>
                      <a:tailEnd type="none" w="med" len="med"/>
                    </a:lnL>
                  </a:tcPr>
                </a:tc>
                <a:tc>
                  <a:txBody>
                    <a:bodyPr/>
                    <a:lstStyle/>
                    <a:p>
                      <a:endParaRPr lang="en-IN" sz="1400"/>
                    </a:p>
                  </a:txBody>
                  <a:tcPr/>
                </a:tc>
                <a:tc>
                  <a:txBody>
                    <a:bodyPr/>
                    <a:lstStyle/>
                    <a:p>
                      <a:endParaRPr lang="en-IN" sz="1400"/>
                    </a:p>
                  </a:txBody>
                  <a:tcPr/>
                </a:tc>
                <a:extLst>
                  <a:ext uri="{0D108BD9-81ED-4DB2-BD59-A6C34878D82A}">
                    <a16:rowId xmlns:a16="http://schemas.microsoft.com/office/drawing/2014/main" val="1956469155"/>
                  </a:ext>
                </a:extLst>
              </a:tr>
              <a:tr h="222640">
                <a:tc>
                  <a:txBody>
                    <a:bodyPr/>
                    <a:lstStyle/>
                    <a:p>
                      <a:endParaRPr lang="en-IN" sz="1400"/>
                    </a:p>
                  </a:txBody>
                  <a:tcPr/>
                </a:tc>
                <a:tc>
                  <a:txBody>
                    <a:bodyPr/>
                    <a:lstStyle/>
                    <a:p>
                      <a:endParaRPr lang="en-IN" sz="1400" dirty="0"/>
                    </a:p>
                  </a:txBody>
                  <a:tcPr>
                    <a:lnR w="12700" cap="flat" cmpd="sng" algn="ctr">
                      <a:solidFill>
                        <a:schemeClr val="tx1"/>
                      </a:solidFill>
                      <a:prstDash val="solid"/>
                      <a:round/>
                      <a:headEnd type="none" w="med" len="med"/>
                      <a:tailEnd type="none" w="med" len="med"/>
                    </a:lnR>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IN" sz="1400" dirty="0"/>
                    </a:p>
                  </a:txBody>
                  <a:tcPr>
                    <a:lnL w="12700" cap="flat" cmpd="sng" algn="ctr">
                      <a:solidFill>
                        <a:schemeClr val="tx1"/>
                      </a:solidFill>
                      <a:prstDash val="solid"/>
                      <a:round/>
                      <a:headEnd type="none" w="med" len="med"/>
                      <a:tailEnd type="none" w="med" len="med"/>
                    </a:lnL>
                  </a:tcPr>
                </a:tc>
                <a:tc>
                  <a:txBody>
                    <a:bodyPr/>
                    <a:lstStyle/>
                    <a:p>
                      <a:endParaRPr lang="en-IN" sz="1400" dirty="0"/>
                    </a:p>
                  </a:txBody>
                  <a:tcPr/>
                </a:tc>
                <a:tc>
                  <a:txBody>
                    <a:bodyPr/>
                    <a:lstStyle/>
                    <a:p>
                      <a:endParaRPr lang="en-IN" sz="1400"/>
                    </a:p>
                  </a:txBody>
                  <a:tcPr/>
                </a:tc>
                <a:extLst>
                  <a:ext uri="{0D108BD9-81ED-4DB2-BD59-A6C34878D82A}">
                    <a16:rowId xmlns:a16="http://schemas.microsoft.com/office/drawing/2014/main" val="3302590253"/>
                  </a:ext>
                </a:extLst>
              </a:tr>
              <a:tr h="222640">
                <a:tc>
                  <a:txBody>
                    <a:bodyPr/>
                    <a:lstStyle/>
                    <a:p>
                      <a:endParaRPr lang="en-IN" sz="1400"/>
                    </a:p>
                  </a:txBody>
                  <a:tcPr>
                    <a:lnB w="12700" cap="flat" cmpd="sng" algn="ctr">
                      <a:solidFill>
                        <a:schemeClr val="tx1"/>
                      </a:solidFill>
                      <a:prstDash val="solid"/>
                      <a:round/>
                      <a:headEnd type="none" w="med" len="med"/>
                      <a:tailEnd type="none" w="med" len="med"/>
                    </a:lnB>
                  </a:tcPr>
                </a:tc>
                <a:tc>
                  <a:txBody>
                    <a:bodyPr/>
                    <a:lstStyle/>
                    <a:p>
                      <a:endParaRPr lang="en-IN" sz="14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en-IN" sz="1400" dirty="0"/>
                    </a:p>
                  </a:txBody>
                  <a:tcPr>
                    <a:lnB w="12700" cap="flat" cmpd="sng" algn="ctr">
                      <a:solidFill>
                        <a:schemeClr val="tx1"/>
                      </a:solidFill>
                      <a:prstDash val="solid"/>
                      <a:round/>
                      <a:headEnd type="none" w="med" len="med"/>
                      <a:tailEnd type="none" w="med" len="med"/>
                    </a:lnB>
                  </a:tcPr>
                </a:tc>
                <a:tc>
                  <a:txBody>
                    <a:bodyPr/>
                    <a:lstStyle/>
                    <a:p>
                      <a:endParaRPr lang="en-IN" sz="14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388580"/>
                  </a:ext>
                </a:extLst>
              </a:tr>
              <a:tr h="222640">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0560109"/>
                  </a:ext>
                </a:extLst>
              </a:tr>
              <a:tr h="222640">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40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2675776"/>
                  </a:ext>
                </a:extLst>
              </a:tr>
            </a:tbl>
          </a:graphicData>
        </a:graphic>
      </p:graphicFrame>
      <p:graphicFrame>
        <p:nvGraphicFramePr>
          <p:cNvPr id="8" name="Object 7">
            <a:extLst>
              <a:ext uri="{FF2B5EF4-FFF2-40B4-BE49-F238E27FC236}">
                <a16:creationId xmlns:a16="http://schemas.microsoft.com/office/drawing/2014/main" id="{15CEDE4E-8B03-516F-0262-678D150C391A}"/>
              </a:ext>
            </a:extLst>
          </p:cNvPr>
          <p:cNvGraphicFramePr>
            <a:graphicFrameLocks noChangeAspect="1"/>
          </p:cNvGraphicFramePr>
          <p:nvPr>
            <p:extLst>
              <p:ext uri="{D42A27DB-BD31-4B8C-83A1-F6EECF244321}">
                <p14:modId xmlns:p14="http://schemas.microsoft.com/office/powerpoint/2010/main" val="4284481549"/>
              </p:ext>
            </p:extLst>
          </p:nvPr>
        </p:nvGraphicFramePr>
        <p:xfrm>
          <a:off x="3694113" y="1416050"/>
          <a:ext cx="1917700" cy="228600"/>
        </p:xfrm>
        <a:graphic>
          <a:graphicData uri="http://schemas.openxmlformats.org/presentationml/2006/ole">
            <mc:AlternateContent xmlns:mc="http://schemas.openxmlformats.org/markup-compatibility/2006">
              <mc:Choice xmlns:v="urn:schemas-microsoft-com:vml" Requires="v">
                <p:oleObj name="Equation" r:id="rId2" imgW="1917360" imgH="228600" progId="Equation.DSMT4">
                  <p:embed/>
                </p:oleObj>
              </mc:Choice>
              <mc:Fallback>
                <p:oleObj name="Equation" r:id="rId2" imgW="1917360" imgH="228600" progId="Equation.DSMT4">
                  <p:embed/>
                  <p:pic>
                    <p:nvPicPr>
                      <p:cNvPr id="23" name="Object 22">
                        <a:extLst>
                          <a:ext uri="{FF2B5EF4-FFF2-40B4-BE49-F238E27FC236}">
                            <a16:creationId xmlns:a16="http://schemas.microsoft.com/office/drawing/2014/main" id="{2C1A667D-E681-6334-DFE6-24AFB465895C}"/>
                          </a:ext>
                        </a:extLst>
                      </p:cNvPr>
                      <p:cNvPicPr>
                        <a:picLocks noChangeAspect="1" noChangeArrowheads="1"/>
                      </p:cNvPicPr>
                      <p:nvPr/>
                    </p:nvPicPr>
                    <p:blipFill>
                      <a:blip r:embed="rId3"/>
                      <a:srcRect/>
                      <a:stretch>
                        <a:fillRect/>
                      </a:stretch>
                    </p:blipFill>
                    <p:spPr bwMode="auto">
                      <a:xfrm>
                        <a:off x="3694113" y="1416050"/>
                        <a:ext cx="1917700" cy="228600"/>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8034D1B8-DADC-5C18-1E57-3D7B5F26B6D1}"/>
              </a:ext>
            </a:extLst>
          </p:cNvPr>
          <p:cNvGraphicFramePr>
            <a:graphicFrameLocks noChangeAspect="1"/>
          </p:cNvGraphicFramePr>
          <p:nvPr>
            <p:extLst>
              <p:ext uri="{D42A27DB-BD31-4B8C-83A1-F6EECF244321}">
                <p14:modId xmlns:p14="http://schemas.microsoft.com/office/powerpoint/2010/main" val="3692438761"/>
              </p:ext>
            </p:extLst>
          </p:nvPr>
        </p:nvGraphicFramePr>
        <p:xfrm>
          <a:off x="1467254" y="1735264"/>
          <a:ext cx="355600" cy="190500"/>
        </p:xfrm>
        <a:graphic>
          <a:graphicData uri="http://schemas.openxmlformats.org/presentationml/2006/ole">
            <mc:AlternateContent xmlns:mc="http://schemas.openxmlformats.org/markup-compatibility/2006">
              <mc:Choice xmlns:v="urn:schemas-microsoft-com:vml" Requires="v">
                <p:oleObj name="Equation" r:id="rId4" imgW="355320" imgH="190440" progId="Equation.DSMT4">
                  <p:embed/>
                </p:oleObj>
              </mc:Choice>
              <mc:Fallback>
                <p:oleObj name="Equation" r:id="rId4" imgW="355320" imgH="190440" progId="Equation.DSMT4">
                  <p:embed/>
                  <p:pic>
                    <p:nvPicPr>
                      <p:cNvPr id="8" name="Object 7">
                        <a:extLst>
                          <a:ext uri="{FF2B5EF4-FFF2-40B4-BE49-F238E27FC236}">
                            <a16:creationId xmlns:a16="http://schemas.microsoft.com/office/drawing/2014/main" id="{15CEDE4E-8B03-516F-0262-678D150C391A}"/>
                          </a:ext>
                        </a:extLst>
                      </p:cNvPr>
                      <p:cNvPicPr>
                        <a:picLocks noChangeAspect="1" noChangeArrowheads="1"/>
                      </p:cNvPicPr>
                      <p:nvPr/>
                    </p:nvPicPr>
                    <p:blipFill>
                      <a:blip r:embed="rId5"/>
                      <a:srcRect/>
                      <a:stretch>
                        <a:fillRect/>
                      </a:stretch>
                    </p:blipFill>
                    <p:spPr bwMode="auto">
                      <a:xfrm>
                        <a:off x="1467254" y="1735264"/>
                        <a:ext cx="355600" cy="190500"/>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290F442D-9D15-88B5-97A8-F0812619639D}"/>
              </a:ext>
            </a:extLst>
          </p:cNvPr>
          <p:cNvGraphicFramePr>
            <a:graphicFrameLocks noChangeAspect="1"/>
          </p:cNvGraphicFramePr>
          <p:nvPr>
            <p:extLst>
              <p:ext uri="{D42A27DB-BD31-4B8C-83A1-F6EECF244321}">
                <p14:modId xmlns:p14="http://schemas.microsoft.com/office/powerpoint/2010/main" val="359378666"/>
              </p:ext>
            </p:extLst>
          </p:nvPr>
        </p:nvGraphicFramePr>
        <p:xfrm>
          <a:off x="2612120" y="1735264"/>
          <a:ext cx="355600" cy="190500"/>
        </p:xfrm>
        <a:graphic>
          <a:graphicData uri="http://schemas.openxmlformats.org/presentationml/2006/ole">
            <mc:AlternateContent xmlns:mc="http://schemas.openxmlformats.org/markup-compatibility/2006">
              <mc:Choice xmlns:v="urn:schemas-microsoft-com:vml" Requires="v">
                <p:oleObj name="Equation" r:id="rId6" imgW="355320" imgH="190440" progId="Equation.DSMT4">
                  <p:embed/>
                </p:oleObj>
              </mc:Choice>
              <mc:Fallback>
                <p:oleObj name="Equation" r:id="rId6" imgW="355320" imgH="190440" progId="Equation.DSMT4">
                  <p:embed/>
                  <p:pic>
                    <p:nvPicPr>
                      <p:cNvPr id="8" name="Object 7">
                        <a:extLst>
                          <a:ext uri="{FF2B5EF4-FFF2-40B4-BE49-F238E27FC236}">
                            <a16:creationId xmlns:a16="http://schemas.microsoft.com/office/drawing/2014/main" id="{15CEDE4E-8B03-516F-0262-678D150C391A}"/>
                          </a:ext>
                        </a:extLst>
                      </p:cNvPr>
                      <p:cNvPicPr>
                        <a:picLocks noChangeAspect="1" noChangeArrowheads="1"/>
                      </p:cNvPicPr>
                      <p:nvPr/>
                    </p:nvPicPr>
                    <p:blipFill>
                      <a:blip r:embed="rId7"/>
                      <a:srcRect/>
                      <a:stretch>
                        <a:fillRect/>
                      </a:stretch>
                    </p:blipFill>
                    <p:spPr bwMode="auto">
                      <a:xfrm>
                        <a:off x="2612120" y="1735264"/>
                        <a:ext cx="355600" cy="190500"/>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C1C179B1-2D43-976D-E8C5-A4CE7E8359C6}"/>
              </a:ext>
            </a:extLst>
          </p:cNvPr>
          <p:cNvGraphicFramePr>
            <a:graphicFrameLocks noChangeAspect="1"/>
          </p:cNvGraphicFramePr>
          <p:nvPr>
            <p:extLst>
              <p:ext uri="{D42A27DB-BD31-4B8C-83A1-F6EECF244321}">
                <p14:modId xmlns:p14="http://schemas.microsoft.com/office/powerpoint/2010/main" val="4022996309"/>
              </p:ext>
            </p:extLst>
          </p:nvPr>
        </p:nvGraphicFramePr>
        <p:xfrm>
          <a:off x="4546252" y="1742385"/>
          <a:ext cx="355600" cy="190500"/>
        </p:xfrm>
        <a:graphic>
          <a:graphicData uri="http://schemas.openxmlformats.org/presentationml/2006/ole">
            <mc:AlternateContent xmlns:mc="http://schemas.openxmlformats.org/markup-compatibility/2006">
              <mc:Choice xmlns:v="urn:schemas-microsoft-com:vml" Requires="v">
                <p:oleObj name="Equation" r:id="rId8" imgW="355320" imgH="190440" progId="Equation.DSMT4">
                  <p:embed/>
                </p:oleObj>
              </mc:Choice>
              <mc:Fallback>
                <p:oleObj name="Equation" r:id="rId8" imgW="355320" imgH="190440" progId="Equation.DSMT4">
                  <p:embed/>
                  <p:pic>
                    <p:nvPicPr>
                      <p:cNvPr id="8" name="Object 7">
                        <a:extLst>
                          <a:ext uri="{FF2B5EF4-FFF2-40B4-BE49-F238E27FC236}">
                            <a16:creationId xmlns:a16="http://schemas.microsoft.com/office/drawing/2014/main" id="{15CEDE4E-8B03-516F-0262-678D150C391A}"/>
                          </a:ext>
                        </a:extLst>
                      </p:cNvPr>
                      <p:cNvPicPr>
                        <a:picLocks noChangeAspect="1" noChangeArrowheads="1"/>
                      </p:cNvPicPr>
                      <p:nvPr/>
                    </p:nvPicPr>
                    <p:blipFill>
                      <a:blip r:embed="rId9"/>
                      <a:srcRect/>
                      <a:stretch>
                        <a:fillRect/>
                      </a:stretch>
                    </p:blipFill>
                    <p:spPr bwMode="auto">
                      <a:xfrm>
                        <a:off x="4546252" y="1742385"/>
                        <a:ext cx="355600" cy="190500"/>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5AC9A334-1401-0576-104E-5ABDAD2C2D7E}"/>
              </a:ext>
            </a:extLst>
          </p:cNvPr>
          <p:cNvGraphicFramePr>
            <a:graphicFrameLocks noChangeAspect="1"/>
          </p:cNvGraphicFramePr>
          <p:nvPr>
            <p:extLst>
              <p:ext uri="{D42A27DB-BD31-4B8C-83A1-F6EECF244321}">
                <p14:modId xmlns:p14="http://schemas.microsoft.com/office/powerpoint/2010/main" val="836838336"/>
              </p:ext>
            </p:extLst>
          </p:nvPr>
        </p:nvGraphicFramePr>
        <p:xfrm>
          <a:off x="6426549" y="1735264"/>
          <a:ext cx="355600" cy="190500"/>
        </p:xfrm>
        <a:graphic>
          <a:graphicData uri="http://schemas.openxmlformats.org/presentationml/2006/ole">
            <mc:AlternateContent xmlns:mc="http://schemas.openxmlformats.org/markup-compatibility/2006">
              <mc:Choice xmlns:v="urn:schemas-microsoft-com:vml" Requires="v">
                <p:oleObj name="Equation" r:id="rId10" imgW="355320" imgH="190440" progId="Equation.DSMT4">
                  <p:embed/>
                </p:oleObj>
              </mc:Choice>
              <mc:Fallback>
                <p:oleObj name="Equation" r:id="rId10" imgW="355320" imgH="190440" progId="Equation.DSMT4">
                  <p:embed/>
                  <p:pic>
                    <p:nvPicPr>
                      <p:cNvPr id="11" name="Object 10">
                        <a:extLst>
                          <a:ext uri="{FF2B5EF4-FFF2-40B4-BE49-F238E27FC236}">
                            <a16:creationId xmlns:a16="http://schemas.microsoft.com/office/drawing/2014/main" id="{C1C179B1-2D43-976D-E8C5-A4CE7E8359C6}"/>
                          </a:ext>
                        </a:extLst>
                      </p:cNvPr>
                      <p:cNvPicPr>
                        <a:picLocks noChangeAspect="1" noChangeArrowheads="1"/>
                      </p:cNvPicPr>
                      <p:nvPr/>
                    </p:nvPicPr>
                    <p:blipFill>
                      <a:blip r:embed="rId11"/>
                      <a:srcRect/>
                      <a:stretch>
                        <a:fillRect/>
                      </a:stretch>
                    </p:blipFill>
                    <p:spPr bwMode="auto">
                      <a:xfrm>
                        <a:off x="6426549" y="1735264"/>
                        <a:ext cx="355600" cy="190500"/>
                      </a:xfrm>
                      <a:prstGeom prst="rect">
                        <a:avLst/>
                      </a:prstGeom>
                      <a:solidFill>
                        <a:schemeClr val="bg1"/>
                      </a:solidFill>
                    </p:spPr>
                  </p:pic>
                </p:oleObj>
              </mc:Fallback>
            </mc:AlternateContent>
          </a:graphicData>
        </a:graphic>
      </p:graphicFrame>
      <p:graphicFrame>
        <p:nvGraphicFramePr>
          <p:cNvPr id="13" name="Object 12">
            <a:extLst>
              <a:ext uri="{FF2B5EF4-FFF2-40B4-BE49-F238E27FC236}">
                <a16:creationId xmlns:a16="http://schemas.microsoft.com/office/drawing/2014/main" id="{A86F74EA-B78C-B5FA-EAA9-50FD8030D446}"/>
              </a:ext>
            </a:extLst>
          </p:cNvPr>
          <p:cNvGraphicFramePr>
            <a:graphicFrameLocks noChangeAspect="1"/>
          </p:cNvGraphicFramePr>
          <p:nvPr>
            <p:extLst>
              <p:ext uri="{D42A27DB-BD31-4B8C-83A1-F6EECF244321}">
                <p14:modId xmlns:p14="http://schemas.microsoft.com/office/powerpoint/2010/main" val="425914103"/>
              </p:ext>
            </p:extLst>
          </p:nvPr>
        </p:nvGraphicFramePr>
        <p:xfrm>
          <a:off x="7755899" y="1742385"/>
          <a:ext cx="355600" cy="190500"/>
        </p:xfrm>
        <a:graphic>
          <a:graphicData uri="http://schemas.openxmlformats.org/presentationml/2006/ole">
            <mc:AlternateContent xmlns:mc="http://schemas.openxmlformats.org/markup-compatibility/2006">
              <mc:Choice xmlns:v="urn:schemas-microsoft-com:vml" Requires="v">
                <p:oleObj name="Equation" r:id="rId12" imgW="355320" imgH="190440" progId="Equation.DSMT4">
                  <p:embed/>
                </p:oleObj>
              </mc:Choice>
              <mc:Fallback>
                <p:oleObj name="Equation" r:id="rId12" imgW="355320" imgH="190440" progId="Equation.DSMT4">
                  <p:embed/>
                  <p:pic>
                    <p:nvPicPr>
                      <p:cNvPr id="12" name="Object 11">
                        <a:extLst>
                          <a:ext uri="{FF2B5EF4-FFF2-40B4-BE49-F238E27FC236}">
                            <a16:creationId xmlns:a16="http://schemas.microsoft.com/office/drawing/2014/main" id="{5AC9A334-1401-0576-104E-5ABDAD2C2D7E}"/>
                          </a:ext>
                        </a:extLst>
                      </p:cNvPr>
                      <p:cNvPicPr>
                        <a:picLocks noChangeAspect="1" noChangeArrowheads="1"/>
                      </p:cNvPicPr>
                      <p:nvPr/>
                    </p:nvPicPr>
                    <p:blipFill>
                      <a:blip r:embed="rId13"/>
                      <a:srcRect/>
                      <a:stretch>
                        <a:fillRect/>
                      </a:stretch>
                    </p:blipFill>
                    <p:spPr bwMode="auto">
                      <a:xfrm>
                        <a:off x="7755899" y="1742385"/>
                        <a:ext cx="355600" cy="190500"/>
                      </a:xfrm>
                      <a:prstGeom prst="rect">
                        <a:avLst/>
                      </a:prstGeom>
                      <a:solidFill>
                        <a:schemeClr val="bg1"/>
                      </a:solidFill>
                    </p:spPr>
                  </p:pic>
                </p:oleObj>
              </mc:Fallback>
            </mc:AlternateContent>
          </a:graphicData>
        </a:graphic>
      </p:graphicFrame>
      <p:graphicFrame>
        <p:nvGraphicFramePr>
          <p:cNvPr id="14" name="Object 13">
            <a:extLst>
              <a:ext uri="{FF2B5EF4-FFF2-40B4-BE49-F238E27FC236}">
                <a16:creationId xmlns:a16="http://schemas.microsoft.com/office/drawing/2014/main" id="{0141E2F4-7F4A-BA1D-13C3-777E3DF47DCA}"/>
              </a:ext>
            </a:extLst>
          </p:cNvPr>
          <p:cNvGraphicFramePr>
            <a:graphicFrameLocks noChangeAspect="1"/>
          </p:cNvGraphicFramePr>
          <p:nvPr>
            <p:extLst>
              <p:ext uri="{D42A27DB-BD31-4B8C-83A1-F6EECF244321}">
                <p14:modId xmlns:p14="http://schemas.microsoft.com/office/powerpoint/2010/main" val="1618957968"/>
              </p:ext>
            </p:extLst>
          </p:nvPr>
        </p:nvGraphicFramePr>
        <p:xfrm>
          <a:off x="3829050" y="2035175"/>
          <a:ext cx="1790700" cy="228600"/>
        </p:xfrm>
        <a:graphic>
          <a:graphicData uri="http://schemas.openxmlformats.org/presentationml/2006/ole">
            <mc:AlternateContent xmlns:mc="http://schemas.openxmlformats.org/markup-compatibility/2006">
              <mc:Choice xmlns:v="urn:schemas-microsoft-com:vml" Requires="v">
                <p:oleObj name="Equation" r:id="rId14" imgW="1790640" imgH="228600" progId="Equation.DSMT4">
                  <p:embed/>
                </p:oleObj>
              </mc:Choice>
              <mc:Fallback>
                <p:oleObj name="Equation" r:id="rId14" imgW="1790640" imgH="228600" progId="Equation.DSMT4">
                  <p:embed/>
                  <p:pic>
                    <p:nvPicPr>
                      <p:cNvPr id="8" name="Object 7">
                        <a:extLst>
                          <a:ext uri="{FF2B5EF4-FFF2-40B4-BE49-F238E27FC236}">
                            <a16:creationId xmlns:a16="http://schemas.microsoft.com/office/drawing/2014/main" id="{15CEDE4E-8B03-516F-0262-678D150C391A}"/>
                          </a:ext>
                        </a:extLst>
                      </p:cNvPr>
                      <p:cNvPicPr>
                        <a:picLocks noChangeAspect="1" noChangeArrowheads="1"/>
                      </p:cNvPicPr>
                      <p:nvPr/>
                    </p:nvPicPr>
                    <p:blipFill>
                      <a:blip r:embed="rId15"/>
                      <a:srcRect/>
                      <a:stretch>
                        <a:fillRect/>
                      </a:stretch>
                    </p:blipFill>
                    <p:spPr bwMode="auto">
                      <a:xfrm>
                        <a:off x="3829050" y="2035175"/>
                        <a:ext cx="1790700" cy="228600"/>
                      </a:xfrm>
                      <a:prstGeom prst="rect">
                        <a:avLst/>
                      </a:prstGeom>
                      <a:solidFill>
                        <a:schemeClr val="bg1"/>
                      </a:solidFill>
                    </p:spPr>
                  </p:pic>
                </p:oleObj>
              </mc:Fallback>
            </mc:AlternateContent>
          </a:graphicData>
        </a:graphic>
      </p:graphicFrame>
      <p:graphicFrame>
        <p:nvGraphicFramePr>
          <p:cNvPr id="15" name="Object 14">
            <a:extLst>
              <a:ext uri="{FF2B5EF4-FFF2-40B4-BE49-F238E27FC236}">
                <a16:creationId xmlns:a16="http://schemas.microsoft.com/office/drawing/2014/main" id="{860E756D-3544-5B7E-8AAD-417492053DB8}"/>
              </a:ext>
            </a:extLst>
          </p:cNvPr>
          <p:cNvGraphicFramePr>
            <a:graphicFrameLocks noChangeAspect="1"/>
          </p:cNvGraphicFramePr>
          <p:nvPr>
            <p:extLst>
              <p:ext uri="{D42A27DB-BD31-4B8C-83A1-F6EECF244321}">
                <p14:modId xmlns:p14="http://schemas.microsoft.com/office/powerpoint/2010/main" val="743506368"/>
              </p:ext>
            </p:extLst>
          </p:nvPr>
        </p:nvGraphicFramePr>
        <p:xfrm>
          <a:off x="548640" y="2340997"/>
          <a:ext cx="292100" cy="190500"/>
        </p:xfrm>
        <a:graphic>
          <a:graphicData uri="http://schemas.openxmlformats.org/presentationml/2006/ole">
            <mc:AlternateContent xmlns:mc="http://schemas.openxmlformats.org/markup-compatibility/2006">
              <mc:Choice xmlns:v="urn:schemas-microsoft-com:vml" Requires="v">
                <p:oleObj name="Equation" r:id="rId16" imgW="291960" imgH="190440" progId="Equation.DSMT4">
                  <p:embed/>
                </p:oleObj>
              </mc:Choice>
              <mc:Fallback>
                <p:oleObj name="Equation" r:id="rId16" imgW="291960" imgH="190440" progId="Equation.DSMT4">
                  <p:embed/>
                  <p:pic>
                    <p:nvPicPr>
                      <p:cNvPr id="14" name="Object 13">
                        <a:extLst>
                          <a:ext uri="{FF2B5EF4-FFF2-40B4-BE49-F238E27FC236}">
                            <a16:creationId xmlns:a16="http://schemas.microsoft.com/office/drawing/2014/main" id="{0141E2F4-7F4A-BA1D-13C3-777E3DF47DCA}"/>
                          </a:ext>
                        </a:extLst>
                      </p:cNvPr>
                      <p:cNvPicPr>
                        <a:picLocks noChangeAspect="1" noChangeArrowheads="1"/>
                      </p:cNvPicPr>
                      <p:nvPr/>
                    </p:nvPicPr>
                    <p:blipFill>
                      <a:blip r:embed="rId17"/>
                      <a:srcRect/>
                      <a:stretch>
                        <a:fillRect/>
                      </a:stretch>
                    </p:blipFill>
                    <p:spPr bwMode="auto">
                      <a:xfrm>
                        <a:off x="548640" y="2340997"/>
                        <a:ext cx="292100" cy="190500"/>
                      </a:xfrm>
                      <a:prstGeom prst="rect">
                        <a:avLst/>
                      </a:prstGeom>
                      <a:solidFill>
                        <a:schemeClr val="bg1"/>
                      </a:solidFill>
                    </p:spPr>
                  </p:pic>
                </p:oleObj>
              </mc:Fallback>
            </mc:AlternateContent>
          </a:graphicData>
        </a:graphic>
      </p:graphicFrame>
      <p:graphicFrame>
        <p:nvGraphicFramePr>
          <p:cNvPr id="16" name="Object 15">
            <a:extLst>
              <a:ext uri="{FF2B5EF4-FFF2-40B4-BE49-F238E27FC236}">
                <a16:creationId xmlns:a16="http://schemas.microsoft.com/office/drawing/2014/main" id="{0D731B7F-A63A-77C5-160E-F1DD6D6AFB04}"/>
              </a:ext>
            </a:extLst>
          </p:cNvPr>
          <p:cNvGraphicFramePr>
            <a:graphicFrameLocks noChangeAspect="1"/>
          </p:cNvGraphicFramePr>
          <p:nvPr>
            <p:extLst>
              <p:ext uri="{D42A27DB-BD31-4B8C-83A1-F6EECF244321}">
                <p14:modId xmlns:p14="http://schemas.microsoft.com/office/powerpoint/2010/main" val="4270128145"/>
              </p:ext>
            </p:extLst>
          </p:nvPr>
        </p:nvGraphicFramePr>
        <p:xfrm>
          <a:off x="1467254" y="2340997"/>
          <a:ext cx="355600" cy="190500"/>
        </p:xfrm>
        <a:graphic>
          <a:graphicData uri="http://schemas.openxmlformats.org/presentationml/2006/ole">
            <mc:AlternateContent xmlns:mc="http://schemas.openxmlformats.org/markup-compatibility/2006">
              <mc:Choice xmlns:v="urn:schemas-microsoft-com:vml" Requires="v">
                <p:oleObj name="Equation" r:id="rId18" imgW="355320" imgH="190440" progId="Equation.DSMT4">
                  <p:embed/>
                </p:oleObj>
              </mc:Choice>
              <mc:Fallback>
                <p:oleObj name="Equation" r:id="rId18" imgW="355320" imgH="190440" progId="Equation.DSMT4">
                  <p:embed/>
                  <p:pic>
                    <p:nvPicPr>
                      <p:cNvPr id="15" name="Object 14">
                        <a:extLst>
                          <a:ext uri="{FF2B5EF4-FFF2-40B4-BE49-F238E27FC236}">
                            <a16:creationId xmlns:a16="http://schemas.microsoft.com/office/drawing/2014/main" id="{860E756D-3544-5B7E-8AAD-417492053DB8}"/>
                          </a:ext>
                        </a:extLst>
                      </p:cNvPr>
                      <p:cNvPicPr>
                        <a:picLocks noChangeAspect="1" noChangeArrowheads="1"/>
                      </p:cNvPicPr>
                      <p:nvPr/>
                    </p:nvPicPr>
                    <p:blipFill>
                      <a:blip r:embed="rId19"/>
                      <a:srcRect/>
                      <a:stretch>
                        <a:fillRect/>
                      </a:stretch>
                    </p:blipFill>
                    <p:spPr bwMode="auto">
                      <a:xfrm>
                        <a:off x="1467254" y="2340997"/>
                        <a:ext cx="355600" cy="190500"/>
                      </a:xfrm>
                      <a:prstGeom prst="rect">
                        <a:avLst/>
                      </a:prstGeom>
                      <a:solidFill>
                        <a:schemeClr val="bg1"/>
                      </a:solidFill>
                    </p:spPr>
                  </p:pic>
                </p:oleObj>
              </mc:Fallback>
            </mc:AlternateContent>
          </a:graphicData>
        </a:graphic>
      </p:graphicFrame>
      <p:graphicFrame>
        <p:nvGraphicFramePr>
          <p:cNvPr id="17" name="Object 16">
            <a:extLst>
              <a:ext uri="{FF2B5EF4-FFF2-40B4-BE49-F238E27FC236}">
                <a16:creationId xmlns:a16="http://schemas.microsoft.com/office/drawing/2014/main" id="{C1B3AB4B-C300-28F5-66C2-8F815E40CF47}"/>
              </a:ext>
            </a:extLst>
          </p:cNvPr>
          <p:cNvGraphicFramePr>
            <a:graphicFrameLocks noChangeAspect="1"/>
          </p:cNvGraphicFramePr>
          <p:nvPr>
            <p:extLst>
              <p:ext uri="{D42A27DB-BD31-4B8C-83A1-F6EECF244321}">
                <p14:modId xmlns:p14="http://schemas.microsoft.com/office/powerpoint/2010/main" val="249824339"/>
              </p:ext>
            </p:extLst>
          </p:nvPr>
        </p:nvGraphicFramePr>
        <p:xfrm>
          <a:off x="2612120" y="2351065"/>
          <a:ext cx="355600" cy="190500"/>
        </p:xfrm>
        <a:graphic>
          <a:graphicData uri="http://schemas.openxmlformats.org/presentationml/2006/ole">
            <mc:AlternateContent xmlns:mc="http://schemas.openxmlformats.org/markup-compatibility/2006">
              <mc:Choice xmlns:v="urn:schemas-microsoft-com:vml" Requires="v">
                <p:oleObj name="Equation" r:id="rId20" imgW="355320" imgH="190440" progId="Equation.DSMT4">
                  <p:embed/>
                </p:oleObj>
              </mc:Choice>
              <mc:Fallback>
                <p:oleObj name="Equation" r:id="rId20" imgW="355320" imgH="190440" progId="Equation.DSMT4">
                  <p:embed/>
                  <p:pic>
                    <p:nvPicPr>
                      <p:cNvPr id="16" name="Object 15">
                        <a:extLst>
                          <a:ext uri="{FF2B5EF4-FFF2-40B4-BE49-F238E27FC236}">
                            <a16:creationId xmlns:a16="http://schemas.microsoft.com/office/drawing/2014/main" id="{0D731B7F-A63A-77C5-160E-F1DD6D6AFB04}"/>
                          </a:ext>
                        </a:extLst>
                      </p:cNvPr>
                      <p:cNvPicPr>
                        <a:picLocks noChangeAspect="1" noChangeArrowheads="1"/>
                      </p:cNvPicPr>
                      <p:nvPr/>
                    </p:nvPicPr>
                    <p:blipFill>
                      <a:blip r:embed="rId21"/>
                      <a:srcRect/>
                      <a:stretch>
                        <a:fillRect/>
                      </a:stretch>
                    </p:blipFill>
                    <p:spPr bwMode="auto">
                      <a:xfrm>
                        <a:off x="2612120" y="2351065"/>
                        <a:ext cx="355600" cy="190500"/>
                      </a:xfrm>
                      <a:prstGeom prst="rect">
                        <a:avLst/>
                      </a:prstGeom>
                      <a:solidFill>
                        <a:schemeClr val="bg1"/>
                      </a:solidFill>
                    </p:spPr>
                  </p:pic>
                </p:oleObj>
              </mc:Fallback>
            </mc:AlternateContent>
          </a:graphicData>
        </a:graphic>
      </p:graphicFrame>
      <p:graphicFrame>
        <p:nvGraphicFramePr>
          <p:cNvPr id="18" name="Object 17">
            <a:extLst>
              <a:ext uri="{FF2B5EF4-FFF2-40B4-BE49-F238E27FC236}">
                <a16:creationId xmlns:a16="http://schemas.microsoft.com/office/drawing/2014/main" id="{BE82F652-5310-629C-FDCE-183B2D243606}"/>
              </a:ext>
            </a:extLst>
          </p:cNvPr>
          <p:cNvGraphicFramePr>
            <a:graphicFrameLocks noChangeAspect="1"/>
          </p:cNvGraphicFramePr>
          <p:nvPr>
            <p:extLst>
              <p:ext uri="{D42A27DB-BD31-4B8C-83A1-F6EECF244321}">
                <p14:modId xmlns:p14="http://schemas.microsoft.com/office/powerpoint/2010/main" val="4087422136"/>
              </p:ext>
            </p:extLst>
          </p:nvPr>
        </p:nvGraphicFramePr>
        <p:xfrm>
          <a:off x="4532574" y="2340997"/>
          <a:ext cx="444500" cy="190500"/>
        </p:xfrm>
        <a:graphic>
          <a:graphicData uri="http://schemas.openxmlformats.org/presentationml/2006/ole">
            <mc:AlternateContent xmlns:mc="http://schemas.openxmlformats.org/markup-compatibility/2006">
              <mc:Choice xmlns:v="urn:schemas-microsoft-com:vml" Requires="v">
                <p:oleObj name="Equation" r:id="rId22" imgW="444240" imgH="190440" progId="Equation.DSMT4">
                  <p:embed/>
                </p:oleObj>
              </mc:Choice>
              <mc:Fallback>
                <p:oleObj name="Equation" r:id="rId22" imgW="444240" imgH="190440" progId="Equation.DSMT4">
                  <p:embed/>
                  <p:pic>
                    <p:nvPicPr>
                      <p:cNvPr id="17" name="Object 16">
                        <a:extLst>
                          <a:ext uri="{FF2B5EF4-FFF2-40B4-BE49-F238E27FC236}">
                            <a16:creationId xmlns:a16="http://schemas.microsoft.com/office/drawing/2014/main" id="{C1B3AB4B-C300-28F5-66C2-8F815E40CF47}"/>
                          </a:ext>
                        </a:extLst>
                      </p:cNvPr>
                      <p:cNvPicPr>
                        <a:picLocks noChangeAspect="1" noChangeArrowheads="1"/>
                      </p:cNvPicPr>
                      <p:nvPr/>
                    </p:nvPicPr>
                    <p:blipFill>
                      <a:blip r:embed="rId23"/>
                      <a:srcRect/>
                      <a:stretch>
                        <a:fillRect/>
                      </a:stretch>
                    </p:blipFill>
                    <p:spPr bwMode="auto">
                      <a:xfrm>
                        <a:off x="4532574" y="2340997"/>
                        <a:ext cx="444500" cy="190500"/>
                      </a:xfrm>
                      <a:prstGeom prst="rect">
                        <a:avLst/>
                      </a:prstGeom>
                      <a:solidFill>
                        <a:schemeClr val="bg1"/>
                      </a:solidFill>
                    </p:spPr>
                  </p:pic>
                </p:oleObj>
              </mc:Fallback>
            </mc:AlternateContent>
          </a:graphicData>
        </a:graphic>
      </p:graphicFrame>
      <p:graphicFrame>
        <p:nvGraphicFramePr>
          <p:cNvPr id="19" name="Object 18">
            <a:extLst>
              <a:ext uri="{FF2B5EF4-FFF2-40B4-BE49-F238E27FC236}">
                <a16:creationId xmlns:a16="http://schemas.microsoft.com/office/drawing/2014/main" id="{D5F2C971-2767-338A-9326-90C54C2CE8CD}"/>
              </a:ext>
            </a:extLst>
          </p:cNvPr>
          <p:cNvGraphicFramePr>
            <a:graphicFrameLocks noChangeAspect="1"/>
          </p:cNvGraphicFramePr>
          <p:nvPr>
            <p:extLst>
              <p:ext uri="{D42A27DB-BD31-4B8C-83A1-F6EECF244321}">
                <p14:modId xmlns:p14="http://schemas.microsoft.com/office/powerpoint/2010/main" val="1049326157"/>
              </p:ext>
            </p:extLst>
          </p:nvPr>
        </p:nvGraphicFramePr>
        <p:xfrm>
          <a:off x="6439249" y="2351065"/>
          <a:ext cx="342900" cy="190500"/>
        </p:xfrm>
        <a:graphic>
          <a:graphicData uri="http://schemas.openxmlformats.org/presentationml/2006/ole">
            <mc:AlternateContent xmlns:mc="http://schemas.openxmlformats.org/markup-compatibility/2006">
              <mc:Choice xmlns:v="urn:schemas-microsoft-com:vml" Requires="v">
                <p:oleObj name="Equation" r:id="rId24" imgW="342720" imgH="190440" progId="Equation.DSMT4">
                  <p:embed/>
                </p:oleObj>
              </mc:Choice>
              <mc:Fallback>
                <p:oleObj name="Equation" r:id="rId24" imgW="342720" imgH="190440" progId="Equation.DSMT4">
                  <p:embed/>
                  <p:pic>
                    <p:nvPicPr>
                      <p:cNvPr id="17" name="Object 16">
                        <a:extLst>
                          <a:ext uri="{FF2B5EF4-FFF2-40B4-BE49-F238E27FC236}">
                            <a16:creationId xmlns:a16="http://schemas.microsoft.com/office/drawing/2014/main" id="{C1B3AB4B-C300-28F5-66C2-8F815E40CF47}"/>
                          </a:ext>
                        </a:extLst>
                      </p:cNvPr>
                      <p:cNvPicPr>
                        <a:picLocks noChangeAspect="1" noChangeArrowheads="1"/>
                      </p:cNvPicPr>
                      <p:nvPr/>
                    </p:nvPicPr>
                    <p:blipFill>
                      <a:blip r:embed="rId25"/>
                      <a:srcRect/>
                      <a:stretch>
                        <a:fillRect/>
                      </a:stretch>
                    </p:blipFill>
                    <p:spPr bwMode="auto">
                      <a:xfrm>
                        <a:off x="6439249" y="2351065"/>
                        <a:ext cx="342900" cy="190500"/>
                      </a:xfrm>
                      <a:prstGeom prst="rect">
                        <a:avLst/>
                      </a:prstGeom>
                      <a:solidFill>
                        <a:schemeClr val="bg1"/>
                      </a:solidFill>
                    </p:spPr>
                  </p:pic>
                </p:oleObj>
              </mc:Fallback>
            </mc:AlternateContent>
          </a:graphicData>
        </a:graphic>
      </p:graphicFrame>
      <p:graphicFrame>
        <p:nvGraphicFramePr>
          <p:cNvPr id="20" name="Object 19">
            <a:extLst>
              <a:ext uri="{FF2B5EF4-FFF2-40B4-BE49-F238E27FC236}">
                <a16:creationId xmlns:a16="http://schemas.microsoft.com/office/drawing/2014/main" id="{EB431A42-937C-AF41-06E4-932332838A49}"/>
              </a:ext>
            </a:extLst>
          </p:cNvPr>
          <p:cNvGraphicFramePr>
            <a:graphicFrameLocks noChangeAspect="1"/>
          </p:cNvGraphicFramePr>
          <p:nvPr>
            <p:extLst>
              <p:ext uri="{D42A27DB-BD31-4B8C-83A1-F6EECF244321}">
                <p14:modId xmlns:p14="http://schemas.microsoft.com/office/powerpoint/2010/main" val="849989517"/>
              </p:ext>
            </p:extLst>
          </p:nvPr>
        </p:nvGraphicFramePr>
        <p:xfrm>
          <a:off x="7676746" y="2340997"/>
          <a:ext cx="444500" cy="190500"/>
        </p:xfrm>
        <a:graphic>
          <a:graphicData uri="http://schemas.openxmlformats.org/presentationml/2006/ole">
            <mc:AlternateContent xmlns:mc="http://schemas.openxmlformats.org/markup-compatibility/2006">
              <mc:Choice xmlns:v="urn:schemas-microsoft-com:vml" Requires="v">
                <p:oleObj name="Equation" r:id="rId26" imgW="444240" imgH="190440" progId="Equation.DSMT4">
                  <p:embed/>
                </p:oleObj>
              </mc:Choice>
              <mc:Fallback>
                <p:oleObj name="Equation" r:id="rId26" imgW="444240" imgH="190440" progId="Equation.DSMT4">
                  <p:embed/>
                  <p:pic>
                    <p:nvPicPr>
                      <p:cNvPr id="17" name="Object 16">
                        <a:extLst>
                          <a:ext uri="{FF2B5EF4-FFF2-40B4-BE49-F238E27FC236}">
                            <a16:creationId xmlns:a16="http://schemas.microsoft.com/office/drawing/2014/main" id="{C1B3AB4B-C300-28F5-66C2-8F815E40CF47}"/>
                          </a:ext>
                        </a:extLst>
                      </p:cNvPr>
                      <p:cNvPicPr>
                        <a:picLocks noChangeAspect="1" noChangeArrowheads="1"/>
                      </p:cNvPicPr>
                      <p:nvPr/>
                    </p:nvPicPr>
                    <p:blipFill>
                      <a:blip r:embed="rId27"/>
                      <a:srcRect/>
                      <a:stretch>
                        <a:fillRect/>
                      </a:stretch>
                    </p:blipFill>
                    <p:spPr bwMode="auto">
                      <a:xfrm>
                        <a:off x="7676746" y="2340997"/>
                        <a:ext cx="444500" cy="190500"/>
                      </a:xfrm>
                      <a:prstGeom prst="rect">
                        <a:avLst/>
                      </a:prstGeom>
                      <a:solidFill>
                        <a:schemeClr val="bg1"/>
                      </a:solidFill>
                    </p:spPr>
                  </p:pic>
                </p:oleObj>
              </mc:Fallback>
            </mc:AlternateContent>
          </a:graphicData>
        </a:graphic>
      </p:graphicFrame>
      <p:graphicFrame>
        <p:nvGraphicFramePr>
          <p:cNvPr id="21" name="Object 20">
            <a:extLst>
              <a:ext uri="{FF2B5EF4-FFF2-40B4-BE49-F238E27FC236}">
                <a16:creationId xmlns:a16="http://schemas.microsoft.com/office/drawing/2014/main" id="{3A460C11-1951-9254-22F9-7ADBA7C0A27B}"/>
              </a:ext>
            </a:extLst>
          </p:cNvPr>
          <p:cNvGraphicFramePr>
            <a:graphicFrameLocks noChangeAspect="1"/>
          </p:cNvGraphicFramePr>
          <p:nvPr>
            <p:extLst>
              <p:ext uri="{D42A27DB-BD31-4B8C-83A1-F6EECF244321}">
                <p14:modId xmlns:p14="http://schemas.microsoft.com/office/powerpoint/2010/main" val="652000971"/>
              </p:ext>
            </p:extLst>
          </p:nvPr>
        </p:nvGraphicFramePr>
        <p:xfrm>
          <a:off x="659168" y="2629576"/>
          <a:ext cx="101600" cy="177800"/>
        </p:xfrm>
        <a:graphic>
          <a:graphicData uri="http://schemas.openxmlformats.org/presentationml/2006/ole">
            <mc:AlternateContent xmlns:mc="http://schemas.openxmlformats.org/markup-compatibility/2006">
              <mc:Choice xmlns:v="urn:schemas-microsoft-com:vml" Requires="v">
                <p:oleObj name="Equation" r:id="rId28" imgW="101520" imgH="177480" progId="Equation.DSMT4">
                  <p:embed/>
                </p:oleObj>
              </mc:Choice>
              <mc:Fallback>
                <p:oleObj name="Equation" r:id="rId28" imgW="101520" imgH="177480" progId="Equation.DSMT4">
                  <p:embed/>
                  <p:pic>
                    <p:nvPicPr>
                      <p:cNvPr id="15" name="Object 14">
                        <a:extLst>
                          <a:ext uri="{FF2B5EF4-FFF2-40B4-BE49-F238E27FC236}">
                            <a16:creationId xmlns:a16="http://schemas.microsoft.com/office/drawing/2014/main" id="{860E756D-3544-5B7E-8AAD-417492053DB8}"/>
                          </a:ext>
                        </a:extLst>
                      </p:cNvPr>
                      <p:cNvPicPr>
                        <a:picLocks noChangeAspect="1" noChangeArrowheads="1"/>
                      </p:cNvPicPr>
                      <p:nvPr/>
                    </p:nvPicPr>
                    <p:blipFill>
                      <a:blip r:embed="rId29"/>
                      <a:srcRect/>
                      <a:stretch>
                        <a:fillRect/>
                      </a:stretch>
                    </p:blipFill>
                    <p:spPr bwMode="auto">
                      <a:xfrm>
                        <a:off x="659168" y="2629576"/>
                        <a:ext cx="101600" cy="177800"/>
                      </a:xfrm>
                      <a:prstGeom prst="rect">
                        <a:avLst/>
                      </a:prstGeom>
                      <a:solidFill>
                        <a:schemeClr val="bg1"/>
                      </a:solidFill>
                    </p:spPr>
                  </p:pic>
                </p:oleObj>
              </mc:Fallback>
            </mc:AlternateContent>
          </a:graphicData>
        </a:graphic>
      </p:graphicFrame>
      <p:graphicFrame>
        <p:nvGraphicFramePr>
          <p:cNvPr id="22" name="Object 21">
            <a:extLst>
              <a:ext uri="{FF2B5EF4-FFF2-40B4-BE49-F238E27FC236}">
                <a16:creationId xmlns:a16="http://schemas.microsoft.com/office/drawing/2014/main" id="{BDC31953-8C60-E4C7-1D49-DF3F66A501DF}"/>
              </a:ext>
            </a:extLst>
          </p:cNvPr>
          <p:cNvGraphicFramePr>
            <a:graphicFrameLocks noChangeAspect="1"/>
          </p:cNvGraphicFramePr>
          <p:nvPr>
            <p:extLst>
              <p:ext uri="{D42A27DB-BD31-4B8C-83A1-F6EECF244321}">
                <p14:modId xmlns:p14="http://schemas.microsoft.com/office/powerpoint/2010/main" val="2927588562"/>
              </p:ext>
            </p:extLst>
          </p:nvPr>
        </p:nvGraphicFramePr>
        <p:xfrm>
          <a:off x="1391054" y="2616876"/>
          <a:ext cx="431800" cy="190500"/>
        </p:xfrm>
        <a:graphic>
          <a:graphicData uri="http://schemas.openxmlformats.org/presentationml/2006/ole">
            <mc:AlternateContent xmlns:mc="http://schemas.openxmlformats.org/markup-compatibility/2006">
              <mc:Choice xmlns:v="urn:schemas-microsoft-com:vml" Requires="v">
                <p:oleObj name="Equation" r:id="rId30" imgW="431640" imgH="190440" progId="Equation.DSMT4">
                  <p:embed/>
                </p:oleObj>
              </mc:Choice>
              <mc:Fallback>
                <p:oleObj name="Equation" r:id="rId30" imgW="431640" imgH="190440" progId="Equation.DSMT4">
                  <p:embed/>
                  <p:pic>
                    <p:nvPicPr>
                      <p:cNvPr id="21" name="Object 20">
                        <a:extLst>
                          <a:ext uri="{FF2B5EF4-FFF2-40B4-BE49-F238E27FC236}">
                            <a16:creationId xmlns:a16="http://schemas.microsoft.com/office/drawing/2014/main" id="{3A460C11-1951-9254-22F9-7ADBA7C0A27B}"/>
                          </a:ext>
                        </a:extLst>
                      </p:cNvPr>
                      <p:cNvPicPr>
                        <a:picLocks noChangeAspect="1" noChangeArrowheads="1"/>
                      </p:cNvPicPr>
                      <p:nvPr/>
                    </p:nvPicPr>
                    <p:blipFill>
                      <a:blip r:embed="rId31"/>
                      <a:srcRect/>
                      <a:stretch>
                        <a:fillRect/>
                      </a:stretch>
                    </p:blipFill>
                    <p:spPr bwMode="auto">
                      <a:xfrm>
                        <a:off x="1391054" y="2616876"/>
                        <a:ext cx="431800" cy="190500"/>
                      </a:xfrm>
                      <a:prstGeom prst="rect">
                        <a:avLst/>
                      </a:prstGeom>
                      <a:solidFill>
                        <a:schemeClr val="bg1"/>
                      </a:solidFill>
                    </p:spPr>
                  </p:pic>
                </p:oleObj>
              </mc:Fallback>
            </mc:AlternateContent>
          </a:graphicData>
        </a:graphic>
      </p:graphicFrame>
      <p:graphicFrame>
        <p:nvGraphicFramePr>
          <p:cNvPr id="23" name="Object 22">
            <a:extLst>
              <a:ext uri="{FF2B5EF4-FFF2-40B4-BE49-F238E27FC236}">
                <a16:creationId xmlns:a16="http://schemas.microsoft.com/office/drawing/2014/main" id="{49FF4AAA-9C1A-8B75-F3F8-E38DAEC6166E}"/>
              </a:ext>
            </a:extLst>
          </p:cNvPr>
          <p:cNvGraphicFramePr>
            <a:graphicFrameLocks noChangeAspect="1"/>
          </p:cNvGraphicFramePr>
          <p:nvPr>
            <p:extLst>
              <p:ext uri="{D42A27DB-BD31-4B8C-83A1-F6EECF244321}">
                <p14:modId xmlns:p14="http://schemas.microsoft.com/office/powerpoint/2010/main" val="3397379209"/>
              </p:ext>
            </p:extLst>
          </p:nvPr>
        </p:nvGraphicFramePr>
        <p:xfrm>
          <a:off x="2523220" y="2623226"/>
          <a:ext cx="444500" cy="190500"/>
        </p:xfrm>
        <a:graphic>
          <a:graphicData uri="http://schemas.openxmlformats.org/presentationml/2006/ole">
            <mc:AlternateContent xmlns:mc="http://schemas.openxmlformats.org/markup-compatibility/2006">
              <mc:Choice xmlns:v="urn:schemas-microsoft-com:vml" Requires="v">
                <p:oleObj name="Equation" r:id="rId32" imgW="444240" imgH="190440" progId="Equation.DSMT4">
                  <p:embed/>
                </p:oleObj>
              </mc:Choice>
              <mc:Fallback>
                <p:oleObj name="Equation" r:id="rId32" imgW="444240" imgH="190440" progId="Equation.DSMT4">
                  <p:embed/>
                  <p:pic>
                    <p:nvPicPr>
                      <p:cNvPr id="22" name="Object 21">
                        <a:extLst>
                          <a:ext uri="{FF2B5EF4-FFF2-40B4-BE49-F238E27FC236}">
                            <a16:creationId xmlns:a16="http://schemas.microsoft.com/office/drawing/2014/main" id="{BDC31953-8C60-E4C7-1D49-DF3F66A501DF}"/>
                          </a:ext>
                        </a:extLst>
                      </p:cNvPr>
                      <p:cNvPicPr>
                        <a:picLocks noChangeAspect="1" noChangeArrowheads="1"/>
                      </p:cNvPicPr>
                      <p:nvPr/>
                    </p:nvPicPr>
                    <p:blipFill>
                      <a:blip r:embed="rId33"/>
                      <a:srcRect/>
                      <a:stretch>
                        <a:fillRect/>
                      </a:stretch>
                    </p:blipFill>
                    <p:spPr bwMode="auto">
                      <a:xfrm>
                        <a:off x="2523220" y="2623226"/>
                        <a:ext cx="444500" cy="190500"/>
                      </a:xfrm>
                      <a:prstGeom prst="rect">
                        <a:avLst/>
                      </a:prstGeom>
                      <a:solidFill>
                        <a:schemeClr val="bg1"/>
                      </a:solidFill>
                    </p:spPr>
                  </p:pic>
                </p:oleObj>
              </mc:Fallback>
            </mc:AlternateContent>
          </a:graphicData>
        </a:graphic>
      </p:graphicFrame>
      <p:graphicFrame>
        <p:nvGraphicFramePr>
          <p:cNvPr id="24" name="Object 23">
            <a:extLst>
              <a:ext uri="{FF2B5EF4-FFF2-40B4-BE49-F238E27FC236}">
                <a16:creationId xmlns:a16="http://schemas.microsoft.com/office/drawing/2014/main" id="{471CE458-00EA-92DF-B888-AD856DE0DD5F}"/>
              </a:ext>
            </a:extLst>
          </p:cNvPr>
          <p:cNvGraphicFramePr>
            <a:graphicFrameLocks noChangeAspect="1"/>
          </p:cNvGraphicFramePr>
          <p:nvPr>
            <p:extLst>
              <p:ext uri="{D42A27DB-BD31-4B8C-83A1-F6EECF244321}">
                <p14:modId xmlns:p14="http://schemas.microsoft.com/office/powerpoint/2010/main" val="2026528003"/>
              </p:ext>
            </p:extLst>
          </p:nvPr>
        </p:nvGraphicFramePr>
        <p:xfrm>
          <a:off x="4456374" y="2638091"/>
          <a:ext cx="520700" cy="190500"/>
        </p:xfrm>
        <a:graphic>
          <a:graphicData uri="http://schemas.openxmlformats.org/presentationml/2006/ole">
            <mc:AlternateContent xmlns:mc="http://schemas.openxmlformats.org/markup-compatibility/2006">
              <mc:Choice xmlns:v="urn:schemas-microsoft-com:vml" Requires="v">
                <p:oleObj name="Equation" r:id="rId34" imgW="520560" imgH="190440" progId="Equation.DSMT4">
                  <p:embed/>
                </p:oleObj>
              </mc:Choice>
              <mc:Fallback>
                <p:oleObj name="Equation" r:id="rId34" imgW="520560" imgH="190440" progId="Equation.DSMT4">
                  <p:embed/>
                  <p:pic>
                    <p:nvPicPr>
                      <p:cNvPr id="23" name="Object 22">
                        <a:extLst>
                          <a:ext uri="{FF2B5EF4-FFF2-40B4-BE49-F238E27FC236}">
                            <a16:creationId xmlns:a16="http://schemas.microsoft.com/office/drawing/2014/main" id="{49FF4AAA-9C1A-8B75-F3F8-E38DAEC6166E}"/>
                          </a:ext>
                        </a:extLst>
                      </p:cNvPr>
                      <p:cNvPicPr>
                        <a:picLocks noChangeAspect="1" noChangeArrowheads="1"/>
                      </p:cNvPicPr>
                      <p:nvPr/>
                    </p:nvPicPr>
                    <p:blipFill>
                      <a:blip r:embed="rId35"/>
                      <a:srcRect/>
                      <a:stretch>
                        <a:fillRect/>
                      </a:stretch>
                    </p:blipFill>
                    <p:spPr bwMode="auto">
                      <a:xfrm>
                        <a:off x="4456374" y="2638091"/>
                        <a:ext cx="520700" cy="190500"/>
                      </a:xfrm>
                      <a:prstGeom prst="rect">
                        <a:avLst/>
                      </a:prstGeom>
                      <a:solidFill>
                        <a:schemeClr val="bg1"/>
                      </a:solidFill>
                    </p:spPr>
                  </p:pic>
                </p:oleObj>
              </mc:Fallback>
            </mc:AlternateContent>
          </a:graphicData>
        </a:graphic>
      </p:graphicFrame>
      <p:graphicFrame>
        <p:nvGraphicFramePr>
          <p:cNvPr id="25" name="Object 24">
            <a:extLst>
              <a:ext uri="{FF2B5EF4-FFF2-40B4-BE49-F238E27FC236}">
                <a16:creationId xmlns:a16="http://schemas.microsoft.com/office/drawing/2014/main" id="{BB165E75-2DD9-DEAB-549B-66A740DA84D2}"/>
              </a:ext>
            </a:extLst>
          </p:cNvPr>
          <p:cNvGraphicFramePr>
            <a:graphicFrameLocks noChangeAspect="1"/>
          </p:cNvGraphicFramePr>
          <p:nvPr>
            <p:extLst>
              <p:ext uri="{D42A27DB-BD31-4B8C-83A1-F6EECF244321}">
                <p14:modId xmlns:p14="http://schemas.microsoft.com/office/powerpoint/2010/main" val="3634923065"/>
              </p:ext>
            </p:extLst>
          </p:nvPr>
        </p:nvGraphicFramePr>
        <p:xfrm>
          <a:off x="6283929" y="2639993"/>
          <a:ext cx="520700" cy="190500"/>
        </p:xfrm>
        <a:graphic>
          <a:graphicData uri="http://schemas.openxmlformats.org/presentationml/2006/ole">
            <mc:AlternateContent xmlns:mc="http://schemas.openxmlformats.org/markup-compatibility/2006">
              <mc:Choice xmlns:v="urn:schemas-microsoft-com:vml" Requires="v">
                <p:oleObj name="Equation" r:id="rId36" imgW="520560" imgH="190440" progId="Equation.DSMT4">
                  <p:embed/>
                </p:oleObj>
              </mc:Choice>
              <mc:Fallback>
                <p:oleObj name="Equation" r:id="rId36" imgW="520560" imgH="190440" progId="Equation.DSMT4">
                  <p:embed/>
                  <p:pic>
                    <p:nvPicPr>
                      <p:cNvPr id="24" name="Object 23">
                        <a:extLst>
                          <a:ext uri="{FF2B5EF4-FFF2-40B4-BE49-F238E27FC236}">
                            <a16:creationId xmlns:a16="http://schemas.microsoft.com/office/drawing/2014/main" id="{471CE458-00EA-92DF-B888-AD856DE0DD5F}"/>
                          </a:ext>
                        </a:extLst>
                      </p:cNvPr>
                      <p:cNvPicPr>
                        <a:picLocks noChangeAspect="1" noChangeArrowheads="1"/>
                      </p:cNvPicPr>
                      <p:nvPr/>
                    </p:nvPicPr>
                    <p:blipFill>
                      <a:blip r:embed="rId37"/>
                      <a:srcRect/>
                      <a:stretch>
                        <a:fillRect/>
                      </a:stretch>
                    </p:blipFill>
                    <p:spPr bwMode="auto">
                      <a:xfrm>
                        <a:off x="6283929" y="2639993"/>
                        <a:ext cx="520700" cy="190500"/>
                      </a:xfrm>
                      <a:prstGeom prst="rect">
                        <a:avLst/>
                      </a:prstGeom>
                      <a:solidFill>
                        <a:schemeClr val="bg1"/>
                      </a:solidFill>
                    </p:spPr>
                  </p:pic>
                </p:oleObj>
              </mc:Fallback>
            </mc:AlternateContent>
          </a:graphicData>
        </a:graphic>
      </p:graphicFrame>
      <p:graphicFrame>
        <p:nvGraphicFramePr>
          <p:cNvPr id="26" name="Object 25">
            <a:extLst>
              <a:ext uri="{FF2B5EF4-FFF2-40B4-BE49-F238E27FC236}">
                <a16:creationId xmlns:a16="http://schemas.microsoft.com/office/drawing/2014/main" id="{540A0C98-F881-4125-25CA-4D2C66545561}"/>
              </a:ext>
            </a:extLst>
          </p:cNvPr>
          <p:cNvGraphicFramePr>
            <a:graphicFrameLocks noChangeAspect="1"/>
          </p:cNvGraphicFramePr>
          <p:nvPr>
            <p:extLst>
              <p:ext uri="{D42A27DB-BD31-4B8C-83A1-F6EECF244321}">
                <p14:modId xmlns:p14="http://schemas.microsoft.com/office/powerpoint/2010/main" val="3105248763"/>
              </p:ext>
            </p:extLst>
          </p:nvPr>
        </p:nvGraphicFramePr>
        <p:xfrm>
          <a:off x="7587846" y="2616876"/>
          <a:ext cx="533400" cy="190500"/>
        </p:xfrm>
        <a:graphic>
          <a:graphicData uri="http://schemas.openxmlformats.org/presentationml/2006/ole">
            <mc:AlternateContent xmlns:mc="http://schemas.openxmlformats.org/markup-compatibility/2006">
              <mc:Choice xmlns:v="urn:schemas-microsoft-com:vml" Requires="v">
                <p:oleObj name="Equation" r:id="rId38" imgW="533160" imgH="190440" progId="Equation.DSMT4">
                  <p:embed/>
                </p:oleObj>
              </mc:Choice>
              <mc:Fallback>
                <p:oleObj name="Equation" r:id="rId38" imgW="533160" imgH="190440" progId="Equation.DSMT4">
                  <p:embed/>
                  <p:pic>
                    <p:nvPicPr>
                      <p:cNvPr id="25" name="Object 24">
                        <a:extLst>
                          <a:ext uri="{FF2B5EF4-FFF2-40B4-BE49-F238E27FC236}">
                            <a16:creationId xmlns:a16="http://schemas.microsoft.com/office/drawing/2014/main" id="{BB165E75-2DD9-DEAB-549B-66A740DA84D2}"/>
                          </a:ext>
                        </a:extLst>
                      </p:cNvPr>
                      <p:cNvPicPr>
                        <a:picLocks noChangeAspect="1" noChangeArrowheads="1"/>
                      </p:cNvPicPr>
                      <p:nvPr/>
                    </p:nvPicPr>
                    <p:blipFill>
                      <a:blip r:embed="rId39"/>
                      <a:srcRect/>
                      <a:stretch>
                        <a:fillRect/>
                      </a:stretch>
                    </p:blipFill>
                    <p:spPr bwMode="auto">
                      <a:xfrm>
                        <a:off x="7587846" y="2616876"/>
                        <a:ext cx="533400" cy="190500"/>
                      </a:xfrm>
                      <a:prstGeom prst="rect">
                        <a:avLst/>
                      </a:prstGeom>
                      <a:solidFill>
                        <a:schemeClr val="bg1"/>
                      </a:solidFill>
                    </p:spPr>
                  </p:pic>
                </p:oleObj>
              </mc:Fallback>
            </mc:AlternateContent>
          </a:graphicData>
        </a:graphic>
      </p:graphicFrame>
      <p:graphicFrame>
        <p:nvGraphicFramePr>
          <p:cNvPr id="27" name="Object 26">
            <a:extLst>
              <a:ext uri="{FF2B5EF4-FFF2-40B4-BE49-F238E27FC236}">
                <a16:creationId xmlns:a16="http://schemas.microsoft.com/office/drawing/2014/main" id="{41AD8EDE-4799-4555-66F0-9BAFDE50C6BC}"/>
              </a:ext>
            </a:extLst>
          </p:cNvPr>
          <p:cNvGraphicFramePr>
            <a:graphicFrameLocks noChangeAspect="1"/>
          </p:cNvGraphicFramePr>
          <p:nvPr>
            <p:extLst>
              <p:ext uri="{D42A27DB-BD31-4B8C-83A1-F6EECF244321}">
                <p14:modId xmlns:p14="http://schemas.microsoft.com/office/powerpoint/2010/main" val="1584145496"/>
              </p:ext>
            </p:extLst>
          </p:nvPr>
        </p:nvGraphicFramePr>
        <p:xfrm>
          <a:off x="630121" y="2958143"/>
          <a:ext cx="139700" cy="177800"/>
        </p:xfrm>
        <a:graphic>
          <a:graphicData uri="http://schemas.openxmlformats.org/presentationml/2006/ole">
            <mc:AlternateContent xmlns:mc="http://schemas.openxmlformats.org/markup-compatibility/2006">
              <mc:Choice xmlns:v="urn:schemas-microsoft-com:vml" Requires="v">
                <p:oleObj name="Equation" r:id="rId40" imgW="139680" imgH="177480" progId="Equation.DSMT4">
                  <p:embed/>
                </p:oleObj>
              </mc:Choice>
              <mc:Fallback>
                <p:oleObj name="Equation" r:id="rId40" imgW="139680" imgH="177480" progId="Equation.DSMT4">
                  <p:embed/>
                  <p:pic>
                    <p:nvPicPr>
                      <p:cNvPr id="21" name="Object 20">
                        <a:extLst>
                          <a:ext uri="{FF2B5EF4-FFF2-40B4-BE49-F238E27FC236}">
                            <a16:creationId xmlns:a16="http://schemas.microsoft.com/office/drawing/2014/main" id="{3A460C11-1951-9254-22F9-7ADBA7C0A27B}"/>
                          </a:ext>
                        </a:extLst>
                      </p:cNvPr>
                      <p:cNvPicPr>
                        <a:picLocks noChangeAspect="1" noChangeArrowheads="1"/>
                      </p:cNvPicPr>
                      <p:nvPr/>
                    </p:nvPicPr>
                    <p:blipFill>
                      <a:blip r:embed="rId41"/>
                      <a:srcRect/>
                      <a:stretch>
                        <a:fillRect/>
                      </a:stretch>
                    </p:blipFill>
                    <p:spPr bwMode="auto">
                      <a:xfrm>
                        <a:off x="630121" y="2958143"/>
                        <a:ext cx="139700" cy="177800"/>
                      </a:xfrm>
                      <a:prstGeom prst="rect">
                        <a:avLst/>
                      </a:prstGeom>
                      <a:solidFill>
                        <a:schemeClr val="bg1"/>
                      </a:solidFill>
                    </p:spPr>
                  </p:pic>
                </p:oleObj>
              </mc:Fallback>
            </mc:AlternateContent>
          </a:graphicData>
        </a:graphic>
      </p:graphicFrame>
      <p:graphicFrame>
        <p:nvGraphicFramePr>
          <p:cNvPr id="28" name="Object 27">
            <a:extLst>
              <a:ext uri="{FF2B5EF4-FFF2-40B4-BE49-F238E27FC236}">
                <a16:creationId xmlns:a16="http://schemas.microsoft.com/office/drawing/2014/main" id="{BC7DC1D6-076C-EE8E-C17A-326F6F7EEBAD}"/>
              </a:ext>
            </a:extLst>
          </p:cNvPr>
          <p:cNvGraphicFramePr>
            <a:graphicFrameLocks noChangeAspect="1"/>
          </p:cNvGraphicFramePr>
          <p:nvPr>
            <p:extLst>
              <p:ext uri="{D42A27DB-BD31-4B8C-83A1-F6EECF244321}">
                <p14:modId xmlns:p14="http://schemas.microsoft.com/office/powerpoint/2010/main" val="2929637610"/>
              </p:ext>
            </p:extLst>
          </p:nvPr>
        </p:nvGraphicFramePr>
        <p:xfrm>
          <a:off x="1391054" y="2946730"/>
          <a:ext cx="431800" cy="190500"/>
        </p:xfrm>
        <a:graphic>
          <a:graphicData uri="http://schemas.openxmlformats.org/presentationml/2006/ole">
            <mc:AlternateContent xmlns:mc="http://schemas.openxmlformats.org/markup-compatibility/2006">
              <mc:Choice xmlns:v="urn:schemas-microsoft-com:vml" Requires="v">
                <p:oleObj name="Equation" r:id="rId42" imgW="431640" imgH="190440" progId="Equation.DSMT4">
                  <p:embed/>
                </p:oleObj>
              </mc:Choice>
              <mc:Fallback>
                <p:oleObj name="Equation" r:id="rId42" imgW="431640" imgH="190440" progId="Equation.DSMT4">
                  <p:embed/>
                  <p:pic>
                    <p:nvPicPr>
                      <p:cNvPr id="22" name="Object 21">
                        <a:extLst>
                          <a:ext uri="{FF2B5EF4-FFF2-40B4-BE49-F238E27FC236}">
                            <a16:creationId xmlns:a16="http://schemas.microsoft.com/office/drawing/2014/main" id="{BDC31953-8C60-E4C7-1D49-DF3F66A501DF}"/>
                          </a:ext>
                        </a:extLst>
                      </p:cNvPr>
                      <p:cNvPicPr>
                        <a:picLocks noChangeAspect="1" noChangeArrowheads="1"/>
                      </p:cNvPicPr>
                      <p:nvPr/>
                    </p:nvPicPr>
                    <p:blipFill>
                      <a:blip r:embed="rId43"/>
                      <a:srcRect/>
                      <a:stretch>
                        <a:fillRect/>
                      </a:stretch>
                    </p:blipFill>
                    <p:spPr bwMode="auto">
                      <a:xfrm>
                        <a:off x="1391054" y="2946730"/>
                        <a:ext cx="431800" cy="190500"/>
                      </a:xfrm>
                      <a:prstGeom prst="rect">
                        <a:avLst/>
                      </a:prstGeom>
                      <a:solidFill>
                        <a:schemeClr val="bg1"/>
                      </a:solidFill>
                    </p:spPr>
                  </p:pic>
                </p:oleObj>
              </mc:Fallback>
            </mc:AlternateContent>
          </a:graphicData>
        </a:graphic>
      </p:graphicFrame>
      <p:graphicFrame>
        <p:nvGraphicFramePr>
          <p:cNvPr id="29" name="Object 28">
            <a:extLst>
              <a:ext uri="{FF2B5EF4-FFF2-40B4-BE49-F238E27FC236}">
                <a16:creationId xmlns:a16="http://schemas.microsoft.com/office/drawing/2014/main" id="{B51096E0-9EDE-3AF2-1689-D34C67203858}"/>
              </a:ext>
            </a:extLst>
          </p:cNvPr>
          <p:cNvGraphicFramePr>
            <a:graphicFrameLocks noChangeAspect="1"/>
          </p:cNvGraphicFramePr>
          <p:nvPr>
            <p:extLst>
              <p:ext uri="{D42A27DB-BD31-4B8C-83A1-F6EECF244321}">
                <p14:modId xmlns:p14="http://schemas.microsoft.com/office/powerpoint/2010/main" val="4175656685"/>
              </p:ext>
            </p:extLst>
          </p:nvPr>
        </p:nvGraphicFramePr>
        <p:xfrm>
          <a:off x="2492461" y="2966866"/>
          <a:ext cx="444500" cy="190500"/>
        </p:xfrm>
        <a:graphic>
          <a:graphicData uri="http://schemas.openxmlformats.org/presentationml/2006/ole">
            <mc:AlternateContent xmlns:mc="http://schemas.openxmlformats.org/markup-compatibility/2006">
              <mc:Choice xmlns:v="urn:schemas-microsoft-com:vml" Requires="v">
                <p:oleObj name="Equation" r:id="rId44" imgW="444240" imgH="190440" progId="Equation.DSMT4">
                  <p:embed/>
                </p:oleObj>
              </mc:Choice>
              <mc:Fallback>
                <p:oleObj name="Equation" r:id="rId44" imgW="444240" imgH="190440" progId="Equation.DSMT4">
                  <p:embed/>
                  <p:pic>
                    <p:nvPicPr>
                      <p:cNvPr id="28" name="Object 27">
                        <a:extLst>
                          <a:ext uri="{FF2B5EF4-FFF2-40B4-BE49-F238E27FC236}">
                            <a16:creationId xmlns:a16="http://schemas.microsoft.com/office/drawing/2014/main" id="{BC7DC1D6-076C-EE8E-C17A-326F6F7EEBAD}"/>
                          </a:ext>
                        </a:extLst>
                      </p:cNvPr>
                      <p:cNvPicPr>
                        <a:picLocks noChangeAspect="1" noChangeArrowheads="1"/>
                      </p:cNvPicPr>
                      <p:nvPr/>
                    </p:nvPicPr>
                    <p:blipFill>
                      <a:blip r:embed="rId45"/>
                      <a:srcRect/>
                      <a:stretch>
                        <a:fillRect/>
                      </a:stretch>
                    </p:blipFill>
                    <p:spPr bwMode="auto">
                      <a:xfrm>
                        <a:off x="2492461" y="2966866"/>
                        <a:ext cx="444500" cy="190500"/>
                      </a:xfrm>
                      <a:prstGeom prst="rect">
                        <a:avLst/>
                      </a:prstGeom>
                      <a:solidFill>
                        <a:schemeClr val="bg1"/>
                      </a:solidFill>
                    </p:spPr>
                  </p:pic>
                </p:oleObj>
              </mc:Fallback>
            </mc:AlternateContent>
          </a:graphicData>
        </a:graphic>
      </p:graphicFrame>
      <p:graphicFrame>
        <p:nvGraphicFramePr>
          <p:cNvPr id="30" name="Object 29">
            <a:extLst>
              <a:ext uri="{FF2B5EF4-FFF2-40B4-BE49-F238E27FC236}">
                <a16:creationId xmlns:a16="http://schemas.microsoft.com/office/drawing/2014/main" id="{7364932F-BAFD-85EF-280C-D9A71E6540EE}"/>
              </a:ext>
            </a:extLst>
          </p:cNvPr>
          <p:cNvGraphicFramePr>
            <a:graphicFrameLocks noChangeAspect="1"/>
          </p:cNvGraphicFramePr>
          <p:nvPr>
            <p:extLst>
              <p:ext uri="{D42A27DB-BD31-4B8C-83A1-F6EECF244321}">
                <p14:modId xmlns:p14="http://schemas.microsoft.com/office/powerpoint/2010/main" val="1627391573"/>
              </p:ext>
            </p:extLst>
          </p:nvPr>
        </p:nvGraphicFramePr>
        <p:xfrm>
          <a:off x="4511491" y="2952992"/>
          <a:ext cx="444500" cy="190500"/>
        </p:xfrm>
        <a:graphic>
          <a:graphicData uri="http://schemas.openxmlformats.org/presentationml/2006/ole">
            <mc:AlternateContent xmlns:mc="http://schemas.openxmlformats.org/markup-compatibility/2006">
              <mc:Choice xmlns:v="urn:schemas-microsoft-com:vml" Requires="v">
                <p:oleObj name="Equation" r:id="rId46" imgW="444240" imgH="190440" progId="Equation.DSMT4">
                  <p:embed/>
                </p:oleObj>
              </mc:Choice>
              <mc:Fallback>
                <p:oleObj name="Equation" r:id="rId46" imgW="444240" imgH="190440" progId="Equation.DSMT4">
                  <p:embed/>
                  <p:pic>
                    <p:nvPicPr>
                      <p:cNvPr id="29" name="Object 28">
                        <a:extLst>
                          <a:ext uri="{FF2B5EF4-FFF2-40B4-BE49-F238E27FC236}">
                            <a16:creationId xmlns:a16="http://schemas.microsoft.com/office/drawing/2014/main" id="{B51096E0-9EDE-3AF2-1689-D34C67203858}"/>
                          </a:ext>
                        </a:extLst>
                      </p:cNvPr>
                      <p:cNvPicPr>
                        <a:picLocks noChangeAspect="1" noChangeArrowheads="1"/>
                      </p:cNvPicPr>
                      <p:nvPr/>
                    </p:nvPicPr>
                    <p:blipFill>
                      <a:blip r:embed="rId47"/>
                      <a:srcRect/>
                      <a:stretch>
                        <a:fillRect/>
                      </a:stretch>
                    </p:blipFill>
                    <p:spPr bwMode="auto">
                      <a:xfrm>
                        <a:off x="4511491" y="2952992"/>
                        <a:ext cx="444500" cy="190500"/>
                      </a:xfrm>
                      <a:prstGeom prst="rect">
                        <a:avLst/>
                      </a:prstGeom>
                      <a:solidFill>
                        <a:schemeClr val="bg1"/>
                      </a:solidFill>
                    </p:spPr>
                  </p:pic>
                </p:oleObj>
              </mc:Fallback>
            </mc:AlternateContent>
          </a:graphicData>
        </a:graphic>
      </p:graphicFrame>
      <p:graphicFrame>
        <p:nvGraphicFramePr>
          <p:cNvPr id="31" name="Object 30">
            <a:extLst>
              <a:ext uri="{FF2B5EF4-FFF2-40B4-BE49-F238E27FC236}">
                <a16:creationId xmlns:a16="http://schemas.microsoft.com/office/drawing/2014/main" id="{1A493697-5E3B-F9E6-30F3-B0B046C136F0}"/>
              </a:ext>
            </a:extLst>
          </p:cNvPr>
          <p:cNvGraphicFramePr>
            <a:graphicFrameLocks noChangeAspect="1"/>
          </p:cNvGraphicFramePr>
          <p:nvPr>
            <p:extLst>
              <p:ext uri="{D42A27DB-BD31-4B8C-83A1-F6EECF244321}">
                <p14:modId xmlns:p14="http://schemas.microsoft.com/office/powerpoint/2010/main" val="3370098813"/>
              </p:ext>
            </p:extLst>
          </p:nvPr>
        </p:nvGraphicFramePr>
        <p:xfrm>
          <a:off x="6360129" y="2980210"/>
          <a:ext cx="444500" cy="190500"/>
        </p:xfrm>
        <a:graphic>
          <a:graphicData uri="http://schemas.openxmlformats.org/presentationml/2006/ole">
            <mc:AlternateContent xmlns:mc="http://schemas.openxmlformats.org/markup-compatibility/2006">
              <mc:Choice xmlns:v="urn:schemas-microsoft-com:vml" Requires="v">
                <p:oleObj name="Equation" r:id="rId48" imgW="444240" imgH="190440" progId="Equation.DSMT4">
                  <p:embed/>
                </p:oleObj>
              </mc:Choice>
              <mc:Fallback>
                <p:oleObj name="Equation" r:id="rId48" imgW="444240" imgH="190440" progId="Equation.DSMT4">
                  <p:embed/>
                  <p:pic>
                    <p:nvPicPr>
                      <p:cNvPr id="30" name="Object 29">
                        <a:extLst>
                          <a:ext uri="{FF2B5EF4-FFF2-40B4-BE49-F238E27FC236}">
                            <a16:creationId xmlns:a16="http://schemas.microsoft.com/office/drawing/2014/main" id="{7364932F-BAFD-85EF-280C-D9A71E6540EE}"/>
                          </a:ext>
                        </a:extLst>
                      </p:cNvPr>
                      <p:cNvPicPr>
                        <a:picLocks noChangeAspect="1" noChangeArrowheads="1"/>
                      </p:cNvPicPr>
                      <p:nvPr/>
                    </p:nvPicPr>
                    <p:blipFill>
                      <a:blip r:embed="rId49"/>
                      <a:srcRect/>
                      <a:stretch>
                        <a:fillRect/>
                      </a:stretch>
                    </p:blipFill>
                    <p:spPr bwMode="auto">
                      <a:xfrm>
                        <a:off x="6360129" y="2980210"/>
                        <a:ext cx="444500" cy="190500"/>
                      </a:xfrm>
                      <a:prstGeom prst="rect">
                        <a:avLst/>
                      </a:prstGeom>
                      <a:solidFill>
                        <a:schemeClr val="bg1"/>
                      </a:solidFill>
                    </p:spPr>
                  </p:pic>
                </p:oleObj>
              </mc:Fallback>
            </mc:AlternateContent>
          </a:graphicData>
        </a:graphic>
      </p:graphicFrame>
      <p:graphicFrame>
        <p:nvGraphicFramePr>
          <p:cNvPr id="32" name="Object 31">
            <a:extLst>
              <a:ext uri="{FF2B5EF4-FFF2-40B4-BE49-F238E27FC236}">
                <a16:creationId xmlns:a16="http://schemas.microsoft.com/office/drawing/2014/main" id="{04FD0161-0F10-9120-651D-D99B6A10A863}"/>
              </a:ext>
            </a:extLst>
          </p:cNvPr>
          <p:cNvGraphicFramePr>
            <a:graphicFrameLocks noChangeAspect="1"/>
          </p:cNvGraphicFramePr>
          <p:nvPr>
            <p:extLst>
              <p:ext uri="{D42A27DB-BD31-4B8C-83A1-F6EECF244321}">
                <p14:modId xmlns:p14="http://schemas.microsoft.com/office/powerpoint/2010/main" val="1161830357"/>
              </p:ext>
            </p:extLst>
          </p:nvPr>
        </p:nvGraphicFramePr>
        <p:xfrm>
          <a:off x="7676746" y="2966866"/>
          <a:ext cx="431800" cy="190500"/>
        </p:xfrm>
        <a:graphic>
          <a:graphicData uri="http://schemas.openxmlformats.org/presentationml/2006/ole">
            <mc:AlternateContent xmlns:mc="http://schemas.openxmlformats.org/markup-compatibility/2006">
              <mc:Choice xmlns:v="urn:schemas-microsoft-com:vml" Requires="v">
                <p:oleObj name="Equation" r:id="rId50" imgW="431640" imgH="190440" progId="Equation.DSMT4">
                  <p:embed/>
                </p:oleObj>
              </mc:Choice>
              <mc:Fallback>
                <p:oleObj name="Equation" r:id="rId50" imgW="431640" imgH="190440" progId="Equation.DSMT4">
                  <p:embed/>
                  <p:pic>
                    <p:nvPicPr>
                      <p:cNvPr id="30" name="Object 29">
                        <a:extLst>
                          <a:ext uri="{FF2B5EF4-FFF2-40B4-BE49-F238E27FC236}">
                            <a16:creationId xmlns:a16="http://schemas.microsoft.com/office/drawing/2014/main" id="{7364932F-BAFD-85EF-280C-D9A71E6540EE}"/>
                          </a:ext>
                        </a:extLst>
                      </p:cNvPr>
                      <p:cNvPicPr>
                        <a:picLocks noChangeAspect="1" noChangeArrowheads="1"/>
                      </p:cNvPicPr>
                      <p:nvPr/>
                    </p:nvPicPr>
                    <p:blipFill>
                      <a:blip r:embed="rId51"/>
                      <a:srcRect/>
                      <a:stretch>
                        <a:fillRect/>
                      </a:stretch>
                    </p:blipFill>
                    <p:spPr bwMode="auto">
                      <a:xfrm>
                        <a:off x="7676746" y="2966866"/>
                        <a:ext cx="431800" cy="190500"/>
                      </a:xfrm>
                      <a:prstGeom prst="rect">
                        <a:avLst/>
                      </a:prstGeom>
                      <a:solidFill>
                        <a:schemeClr val="bg1"/>
                      </a:solidFill>
                    </p:spPr>
                  </p:pic>
                </p:oleObj>
              </mc:Fallback>
            </mc:AlternateContent>
          </a:graphicData>
        </a:graphic>
      </p:graphicFrame>
      <p:graphicFrame>
        <p:nvGraphicFramePr>
          <p:cNvPr id="33" name="Object 32">
            <a:extLst>
              <a:ext uri="{FF2B5EF4-FFF2-40B4-BE49-F238E27FC236}">
                <a16:creationId xmlns:a16="http://schemas.microsoft.com/office/drawing/2014/main" id="{56F38030-B34A-BB88-B589-ADBBE8F4ACB9}"/>
              </a:ext>
            </a:extLst>
          </p:cNvPr>
          <p:cNvGraphicFramePr>
            <a:graphicFrameLocks noChangeAspect="1"/>
          </p:cNvGraphicFramePr>
          <p:nvPr>
            <p:extLst>
              <p:ext uri="{D42A27DB-BD31-4B8C-83A1-F6EECF244321}">
                <p14:modId xmlns:p14="http://schemas.microsoft.com/office/powerpoint/2010/main" val="3377032099"/>
              </p:ext>
            </p:extLst>
          </p:nvPr>
        </p:nvGraphicFramePr>
        <p:xfrm>
          <a:off x="659168" y="3221322"/>
          <a:ext cx="76200" cy="190500"/>
        </p:xfrm>
        <a:graphic>
          <a:graphicData uri="http://schemas.openxmlformats.org/presentationml/2006/ole">
            <mc:AlternateContent xmlns:mc="http://schemas.openxmlformats.org/markup-compatibility/2006">
              <mc:Choice xmlns:v="urn:schemas-microsoft-com:vml" Requires="v">
                <p:oleObj name="Equation" r:id="rId52" imgW="75960" imgH="190440" progId="Equation.DSMT4">
                  <p:embed/>
                </p:oleObj>
              </mc:Choice>
              <mc:Fallback>
                <p:oleObj name="Equation" r:id="rId52" imgW="75960" imgH="190440" progId="Equation.DSMT4">
                  <p:embed/>
                  <p:pic>
                    <p:nvPicPr>
                      <p:cNvPr id="27" name="Object 26">
                        <a:extLst>
                          <a:ext uri="{FF2B5EF4-FFF2-40B4-BE49-F238E27FC236}">
                            <a16:creationId xmlns:a16="http://schemas.microsoft.com/office/drawing/2014/main" id="{41AD8EDE-4799-4555-66F0-9BAFDE50C6BC}"/>
                          </a:ext>
                        </a:extLst>
                      </p:cNvPr>
                      <p:cNvPicPr>
                        <a:picLocks noChangeAspect="1" noChangeArrowheads="1"/>
                      </p:cNvPicPr>
                      <p:nvPr/>
                    </p:nvPicPr>
                    <p:blipFill>
                      <a:blip r:embed="rId53"/>
                      <a:srcRect/>
                      <a:stretch>
                        <a:fillRect/>
                      </a:stretch>
                    </p:blipFill>
                    <p:spPr bwMode="auto">
                      <a:xfrm>
                        <a:off x="659168" y="3221322"/>
                        <a:ext cx="76200" cy="190500"/>
                      </a:xfrm>
                      <a:prstGeom prst="rect">
                        <a:avLst/>
                      </a:prstGeom>
                      <a:solidFill>
                        <a:schemeClr val="bg1"/>
                      </a:solidFill>
                    </p:spPr>
                  </p:pic>
                </p:oleObj>
              </mc:Fallback>
            </mc:AlternateContent>
          </a:graphicData>
        </a:graphic>
      </p:graphicFrame>
      <p:graphicFrame>
        <p:nvGraphicFramePr>
          <p:cNvPr id="34" name="Object 33">
            <a:extLst>
              <a:ext uri="{FF2B5EF4-FFF2-40B4-BE49-F238E27FC236}">
                <a16:creationId xmlns:a16="http://schemas.microsoft.com/office/drawing/2014/main" id="{6E7A0BA8-81F1-11C6-C930-DD89F7ADC30C}"/>
              </a:ext>
            </a:extLst>
          </p:cNvPr>
          <p:cNvGraphicFramePr>
            <a:graphicFrameLocks noChangeAspect="1"/>
          </p:cNvGraphicFramePr>
          <p:nvPr>
            <p:extLst>
              <p:ext uri="{D42A27DB-BD31-4B8C-83A1-F6EECF244321}">
                <p14:modId xmlns:p14="http://schemas.microsoft.com/office/powerpoint/2010/main" val="2577012552"/>
              </p:ext>
            </p:extLst>
          </p:nvPr>
        </p:nvGraphicFramePr>
        <p:xfrm>
          <a:off x="1568854" y="3238500"/>
          <a:ext cx="76200" cy="190500"/>
        </p:xfrm>
        <a:graphic>
          <a:graphicData uri="http://schemas.openxmlformats.org/presentationml/2006/ole">
            <mc:AlternateContent xmlns:mc="http://schemas.openxmlformats.org/markup-compatibility/2006">
              <mc:Choice xmlns:v="urn:schemas-microsoft-com:vml" Requires="v">
                <p:oleObj name="Equation" r:id="rId52" imgW="75960" imgH="190440" progId="Equation.DSMT4">
                  <p:embed/>
                </p:oleObj>
              </mc:Choice>
              <mc:Fallback>
                <p:oleObj name="Equation" r:id="rId52" imgW="7596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53"/>
                      <a:srcRect/>
                      <a:stretch>
                        <a:fillRect/>
                      </a:stretch>
                    </p:blipFill>
                    <p:spPr bwMode="auto">
                      <a:xfrm>
                        <a:off x="1568854" y="3238500"/>
                        <a:ext cx="76200" cy="190500"/>
                      </a:xfrm>
                      <a:prstGeom prst="rect">
                        <a:avLst/>
                      </a:prstGeom>
                      <a:solidFill>
                        <a:schemeClr val="bg1"/>
                      </a:solidFill>
                    </p:spPr>
                  </p:pic>
                </p:oleObj>
              </mc:Fallback>
            </mc:AlternateContent>
          </a:graphicData>
        </a:graphic>
      </p:graphicFrame>
      <p:graphicFrame>
        <p:nvGraphicFramePr>
          <p:cNvPr id="35" name="Object 34">
            <a:extLst>
              <a:ext uri="{FF2B5EF4-FFF2-40B4-BE49-F238E27FC236}">
                <a16:creationId xmlns:a16="http://schemas.microsoft.com/office/drawing/2014/main" id="{A548FF4E-94DE-E141-CDEF-4704E31A5893}"/>
              </a:ext>
            </a:extLst>
          </p:cNvPr>
          <p:cNvGraphicFramePr>
            <a:graphicFrameLocks noChangeAspect="1"/>
          </p:cNvGraphicFramePr>
          <p:nvPr>
            <p:extLst>
              <p:ext uri="{D42A27DB-BD31-4B8C-83A1-F6EECF244321}">
                <p14:modId xmlns:p14="http://schemas.microsoft.com/office/powerpoint/2010/main" val="3351276461"/>
              </p:ext>
            </p:extLst>
          </p:nvPr>
        </p:nvGraphicFramePr>
        <p:xfrm>
          <a:off x="2677091" y="3255795"/>
          <a:ext cx="76200" cy="190500"/>
        </p:xfrm>
        <a:graphic>
          <a:graphicData uri="http://schemas.openxmlformats.org/presentationml/2006/ole">
            <mc:AlternateContent xmlns:mc="http://schemas.openxmlformats.org/markup-compatibility/2006">
              <mc:Choice xmlns:v="urn:schemas-microsoft-com:vml" Requires="v">
                <p:oleObj name="Equation" r:id="rId52" imgW="75960" imgH="190440" progId="Equation.DSMT4">
                  <p:embed/>
                </p:oleObj>
              </mc:Choice>
              <mc:Fallback>
                <p:oleObj name="Equation" r:id="rId52" imgW="7596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53"/>
                      <a:srcRect/>
                      <a:stretch>
                        <a:fillRect/>
                      </a:stretch>
                    </p:blipFill>
                    <p:spPr bwMode="auto">
                      <a:xfrm>
                        <a:off x="2677091" y="3255795"/>
                        <a:ext cx="76200" cy="190500"/>
                      </a:xfrm>
                      <a:prstGeom prst="rect">
                        <a:avLst/>
                      </a:prstGeom>
                      <a:solidFill>
                        <a:schemeClr val="bg1"/>
                      </a:solidFill>
                    </p:spPr>
                  </p:pic>
                </p:oleObj>
              </mc:Fallback>
            </mc:AlternateContent>
          </a:graphicData>
        </a:graphic>
      </p:graphicFrame>
      <p:graphicFrame>
        <p:nvGraphicFramePr>
          <p:cNvPr id="36" name="Object 35">
            <a:extLst>
              <a:ext uri="{FF2B5EF4-FFF2-40B4-BE49-F238E27FC236}">
                <a16:creationId xmlns:a16="http://schemas.microsoft.com/office/drawing/2014/main" id="{9C763AF5-167B-91D7-208A-C5340B22E549}"/>
              </a:ext>
            </a:extLst>
          </p:cNvPr>
          <p:cNvGraphicFramePr>
            <a:graphicFrameLocks noChangeAspect="1"/>
          </p:cNvGraphicFramePr>
          <p:nvPr>
            <p:extLst>
              <p:ext uri="{D42A27DB-BD31-4B8C-83A1-F6EECF244321}">
                <p14:modId xmlns:p14="http://schemas.microsoft.com/office/powerpoint/2010/main" val="3292074235"/>
              </p:ext>
            </p:extLst>
          </p:nvPr>
        </p:nvGraphicFramePr>
        <p:xfrm>
          <a:off x="4695641" y="3228871"/>
          <a:ext cx="76200" cy="190500"/>
        </p:xfrm>
        <a:graphic>
          <a:graphicData uri="http://schemas.openxmlformats.org/presentationml/2006/ole">
            <mc:AlternateContent xmlns:mc="http://schemas.openxmlformats.org/markup-compatibility/2006">
              <mc:Choice xmlns:v="urn:schemas-microsoft-com:vml" Requires="v">
                <p:oleObj name="Equation" r:id="rId52" imgW="75960" imgH="190440" progId="Equation.DSMT4">
                  <p:embed/>
                </p:oleObj>
              </mc:Choice>
              <mc:Fallback>
                <p:oleObj name="Equation" r:id="rId52" imgW="7596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53"/>
                      <a:srcRect/>
                      <a:stretch>
                        <a:fillRect/>
                      </a:stretch>
                    </p:blipFill>
                    <p:spPr bwMode="auto">
                      <a:xfrm>
                        <a:off x="4695641" y="3228871"/>
                        <a:ext cx="76200" cy="190500"/>
                      </a:xfrm>
                      <a:prstGeom prst="rect">
                        <a:avLst/>
                      </a:prstGeom>
                      <a:solidFill>
                        <a:schemeClr val="bg1"/>
                      </a:solidFill>
                    </p:spPr>
                  </p:pic>
                </p:oleObj>
              </mc:Fallback>
            </mc:AlternateContent>
          </a:graphicData>
        </a:graphic>
      </p:graphicFrame>
      <p:graphicFrame>
        <p:nvGraphicFramePr>
          <p:cNvPr id="37" name="Object 36">
            <a:extLst>
              <a:ext uri="{FF2B5EF4-FFF2-40B4-BE49-F238E27FC236}">
                <a16:creationId xmlns:a16="http://schemas.microsoft.com/office/drawing/2014/main" id="{D88AE147-7844-99C6-C465-E6022C7AA902}"/>
              </a:ext>
            </a:extLst>
          </p:cNvPr>
          <p:cNvGraphicFramePr>
            <a:graphicFrameLocks noChangeAspect="1"/>
          </p:cNvGraphicFramePr>
          <p:nvPr>
            <p:extLst>
              <p:ext uri="{D42A27DB-BD31-4B8C-83A1-F6EECF244321}">
                <p14:modId xmlns:p14="http://schemas.microsoft.com/office/powerpoint/2010/main" val="4293008333"/>
              </p:ext>
            </p:extLst>
          </p:nvPr>
        </p:nvGraphicFramePr>
        <p:xfrm>
          <a:off x="6518222" y="3255794"/>
          <a:ext cx="76200" cy="190500"/>
        </p:xfrm>
        <a:graphic>
          <a:graphicData uri="http://schemas.openxmlformats.org/presentationml/2006/ole">
            <mc:AlternateContent xmlns:mc="http://schemas.openxmlformats.org/markup-compatibility/2006">
              <mc:Choice xmlns:v="urn:schemas-microsoft-com:vml" Requires="v">
                <p:oleObj name="Equation" r:id="rId52" imgW="75960" imgH="190440" progId="Equation.DSMT4">
                  <p:embed/>
                </p:oleObj>
              </mc:Choice>
              <mc:Fallback>
                <p:oleObj name="Equation" r:id="rId52" imgW="7596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53"/>
                      <a:srcRect/>
                      <a:stretch>
                        <a:fillRect/>
                      </a:stretch>
                    </p:blipFill>
                    <p:spPr bwMode="auto">
                      <a:xfrm>
                        <a:off x="6518222" y="3255794"/>
                        <a:ext cx="76200" cy="190500"/>
                      </a:xfrm>
                      <a:prstGeom prst="rect">
                        <a:avLst/>
                      </a:prstGeom>
                      <a:solidFill>
                        <a:schemeClr val="bg1"/>
                      </a:solidFill>
                    </p:spPr>
                  </p:pic>
                </p:oleObj>
              </mc:Fallback>
            </mc:AlternateContent>
          </a:graphicData>
        </a:graphic>
      </p:graphicFrame>
      <p:graphicFrame>
        <p:nvGraphicFramePr>
          <p:cNvPr id="38" name="Object 37">
            <a:extLst>
              <a:ext uri="{FF2B5EF4-FFF2-40B4-BE49-F238E27FC236}">
                <a16:creationId xmlns:a16="http://schemas.microsoft.com/office/drawing/2014/main" id="{252E0698-106D-7CC8-D762-4B0132A3FC6D}"/>
              </a:ext>
            </a:extLst>
          </p:cNvPr>
          <p:cNvGraphicFramePr>
            <a:graphicFrameLocks noChangeAspect="1"/>
          </p:cNvGraphicFramePr>
          <p:nvPr>
            <p:extLst>
              <p:ext uri="{D42A27DB-BD31-4B8C-83A1-F6EECF244321}">
                <p14:modId xmlns:p14="http://schemas.microsoft.com/office/powerpoint/2010/main" val="2841613430"/>
              </p:ext>
            </p:extLst>
          </p:nvPr>
        </p:nvGraphicFramePr>
        <p:xfrm>
          <a:off x="7892646" y="3250587"/>
          <a:ext cx="76200" cy="190500"/>
        </p:xfrm>
        <a:graphic>
          <a:graphicData uri="http://schemas.openxmlformats.org/presentationml/2006/ole">
            <mc:AlternateContent xmlns:mc="http://schemas.openxmlformats.org/markup-compatibility/2006">
              <mc:Choice xmlns:v="urn:schemas-microsoft-com:vml" Requires="v">
                <p:oleObj name="Equation" r:id="rId52" imgW="75960" imgH="190440" progId="Equation.DSMT4">
                  <p:embed/>
                </p:oleObj>
              </mc:Choice>
              <mc:Fallback>
                <p:oleObj name="Equation" r:id="rId52" imgW="7596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53"/>
                      <a:srcRect/>
                      <a:stretch>
                        <a:fillRect/>
                      </a:stretch>
                    </p:blipFill>
                    <p:spPr bwMode="auto">
                      <a:xfrm>
                        <a:off x="7892646" y="3250587"/>
                        <a:ext cx="76200" cy="190500"/>
                      </a:xfrm>
                      <a:prstGeom prst="rect">
                        <a:avLst/>
                      </a:prstGeom>
                      <a:solidFill>
                        <a:schemeClr val="bg1"/>
                      </a:solidFill>
                    </p:spPr>
                  </p:pic>
                </p:oleObj>
              </mc:Fallback>
            </mc:AlternateContent>
          </a:graphicData>
        </a:graphic>
      </p:graphicFrame>
      <p:graphicFrame>
        <p:nvGraphicFramePr>
          <p:cNvPr id="39" name="Object 38">
            <a:extLst>
              <a:ext uri="{FF2B5EF4-FFF2-40B4-BE49-F238E27FC236}">
                <a16:creationId xmlns:a16="http://schemas.microsoft.com/office/drawing/2014/main" id="{60CFDCD1-3DDB-8AE9-A29E-1DBB79DD57C2}"/>
              </a:ext>
            </a:extLst>
          </p:cNvPr>
          <p:cNvGraphicFramePr>
            <a:graphicFrameLocks noChangeAspect="1"/>
          </p:cNvGraphicFramePr>
          <p:nvPr>
            <p:extLst>
              <p:ext uri="{D42A27DB-BD31-4B8C-83A1-F6EECF244321}">
                <p14:modId xmlns:p14="http://schemas.microsoft.com/office/powerpoint/2010/main" val="3546773767"/>
              </p:ext>
            </p:extLst>
          </p:nvPr>
        </p:nvGraphicFramePr>
        <p:xfrm>
          <a:off x="566738" y="3544888"/>
          <a:ext cx="203200" cy="190500"/>
        </p:xfrm>
        <a:graphic>
          <a:graphicData uri="http://schemas.openxmlformats.org/presentationml/2006/ole">
            <mc:AlternateContent xmlns:mc="http://schemas.openxmlformats.org/markup-compatibility/2006">
              <mc:Choice xmlns:v="urn:schemas-microsoft-com:vml" Requires="v">
                <p:oleObj name="Equation" r:id="rId54" imgW="203040" imgH="190440" progId="Equation.DSMT4">
                  <p:embed/>
                </p:oleObj>
              </mc:Choice>
              <mc:Fallback>
                <p:oleObj name="Equation" r:id="rId54" imgW="2030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55"/>
                      <a:srcRect/>
                      <a:stretch>
                        <a:fillRect/>
                      </a:stretch>
                    </p:blipFill>
                    <p:spPr bwMode="auto">
                      <a:xfrm>
                        <a:off x="566738" y="3544888"/>
                        <a:ext cx="203200" cy="190500"/>
                      </a:xfrm>
                      <a:prstGeom prst="rect">
                        <a:avLst/>
                      </a:prstGeom>
                      <a:solidFill>
                        <a:schemeClr val="bg1"/>
                      </a:solidFill>
                    </p:spPr>
                  </p:pic>
                </p:oleObj>
              </mc:Fallback>
            </mc:AlternateContent>
          </a:graphicData>
        </a:graphic>
      </p:graphicFrame>
      <p:graphicFrame>
        <p:nvGraphicFramePr>
          <p:cNvPr id="40" name="Object 39">
            <a:extLst>
              <a:ext uri="{FF2B5EF4-FFF2-40B4-BE49-F238E27FC236}">
                <a16:creationId xmlns:a16="http://schemas.microsoft.com/office/drawing/2014/main" id="{DFAC734A-0EB8-D5D8-5421-DD84322B430A}"/>
              </a:ext>
            </a:extLst>
          </p:cNvPr>
          <p:cNvGraphicFramePr>
            <a:graphicFrameLocks noChangeAspect="1"/>
          </p:cNvGraphicFramePr>
          <p:nvPr>
            <p:extLst>
              <p:ext uri="{D42A27DB-BD31-4B8C-83A1-F6EECF244321}">
                <p14:modId xmlns:p14="http://schemas.microsoft.com/office/powerpoint/2010/main" val="633177721"/>
              </p:ext>
            </p:extLst>
          </p:nvPr>
        </p:nvGraphicFramePr>
        <p:xfrm>
          <a:off x="1386496" y="3562350"/>
          <a:ext cx="431800" cy="190500"/>
        </p:xfrm>
        <a:graphic>
          <a:graphicData uri="http://schemas.openxmlformats.org/presentationml/2006/ole">
            <mc:AlternateContent xmlns:mc="http://schemas.openxmlformats.org/markup-compatibility/2006">
              <mc:Choice xmlns:v="urn:schemas-microsoft-com:vml" Requires="v">
                <p:oleObj name="Equation" r:id="rId56" imgW="431640" imgH="190440" progId="Equation.DSMT4">
                  <p:embed/>
                </p:oleObj>
              </mc:Choice>
              <mc:Fallback>
                <p:oleObj name="Equation" r:id="rId56" imgW="4316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57"/>
                      <a:srcRect/>
                      <a:stretch>
                        <a:fillRect/>
                      </a:stretch>
                    </p:blipFill>
                    <p:spPr bwMode="auto">
                      <a:xfrm>
                        <a:off x="1386496" y="3562350"/>
                        <a:ext cx="431800" cy="190500"/>
                      </a:xfrm>
                      <a:prstGeom prst="rect">
                        <a:avLst/>
                      </a:prstGeom>
                      <a:solidFill>
                        <a:schemeClr val="bg1"/>
                      </a:solidFill>
                    </p:spPr>
                  </p:pic>
                </p:oleObj>
              </mc:Fallback>
            </mc:AlternateContent>
          </a:graphicData>
        </a:graphic>
      </p:graphicFrame>
      <p:graphicFrame>
        <p:nvGraphicFramePr>
          <p:cNvPr id="41" name="Object 40">
            <a:extLst>
              <a:ext uri="{FF2B5EF4-FFF2-40B4-BE49-F238E27FC236}">
                <a16:creationId xmlns:a16="http://schemas.microsoft.com/office/drawing/2014/main" id="{940BAF8E-3985-5F13-22B8-7568148DAAC2}"/>
              </a:ext>
            </a:extLst>
          </p:cNvPr>
          <p:cNvGraphicFramePr>
            <a:graphicFrameLocks noChangeAspect="1"/>
          </p:cNvGraphicFramePr>
          <p:nvPr>
            <p:extLst>
              <p:ext uri="{D42A27DB-BD31-4B8C-83A1-F6EECF244321}">
                <p14:modId xmlns:p14="http://schemas.microsoft.com/office/powerpoint/2010/main" val="2777880059"/>
              </p:ext>
            </p:extLst>
          </p:nvPr>
        </p:nvGraphicFramePr>
        <p:xfrm>
          <a:off x="2523220" y="3554791"/>
          <a:ext cx="431800" cy="190500"/>
        </p:xfrm>
        <a:graphic>
          <a:graphicData uri="http://schemas.openxmlformats.org/presentationml/2006/ole">
            <mc:AlternateContent xmlns:mc="http://schemas.openxmlformats.org/markup-compatibility/2006">
              <mc:Choice xmlns:v="urn:schemas-microsoft-com:vml" Requires="v">
                <p:oleObj name="Equation" r:id="rId58" imgW="431640" imgH="190440" progId="Equation.DSMT4">
                  <p:embed/>
                </p:oleObj>
              </mc:Choice>
              <mc:Fallback>
                <p:oleObj name="Equation" r:id="rId58" imgW="4316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59"/>
                      <a:srcRect/>
                      <a:stretch>
                        <a:fillRect/>
                      </a:stretch>
                    </p:blipFill>
                    <p:spPr bwMode="auto">
                      <a:xfrm>
                        <a:off x="2523220" y="3554791"/>
                        <a:ext cx="431800" cy="190500"/>
                      </a:xfrm>
                      <a:prstGeom prst="rect">
                        <a:avLst/>
                      </a:prstGeom>
                      <a:solidFill>
                        <a:schemeClr val="bg1"/>
                      </a:solidFill>
                    </p:spPr>
                  </p:pic>
                </p:oleObj>
              </mc:Fallback>
            </mc:AlternateContent>
          </a:graphicData>
        </a:graphic>
      </p:graphicFrame>
      <p:graphicFrame>
        <p:nvGraphicFramePr>
          <p:cNvPr id="42" name="Object 41">
            <a:extLst>
              <a:ext uri="{FF2B5EF4-FFF2-40B4-BE49-F238E27FC236}">
                <a16:creationId xmlns:a16="http://schemas.microsoft.com/office/drawing/2014/main" id="{8E8D3266-8C00-7F30-AA59-76A9DA6993CF}"/>
              </a:ext>
            </a:extLst>
          </p:cNvPr>
          <p:cNvGraphicFramePr>
            <a:graphicFrameLocks noChangeAspect="1"/>
          </p:cNvGraphicFramePr>
          <p:nvPr>
            <p:extLst>
              <p:ext uri="{D42A27DB-BD31-4B8C-83A1-F6EECF244321}">
                <p14:modId xmlns:p14="http://schemas.microsoft.com/office/powerpoint/2010/main" val="3703675188"/>
              </p:ext>
            </p:extLst>
          </p:nvPr>
        </p:nvGraphicFramePr>
        <p:xfrm>
          <a:off x="4532574" y="3572307"/>
          <a:ext cx="431800" cy="190500"/>
        </p:xfrm>
        <a:graphic>
          <a:graphicData uri="http://schemas.openxmlformats.org/presentationml/2006/ole">
            <mc:AlternateContent xmlns:mc="http://schemas.openxmlformats.org/markup-compatibility/2006">
              <mc:Choice xmlns:v="urn:schemas-microsoft-com:vml" Requires="v">
                <p:oleObj name="Equation" r:id="rId60" imgW="431640" imgH="190440" progId="Equation.DSMT4">
                  <p:embed/>
                </p:oleObj>
              </mc:Choice>
              <mc:Fallback>
                <p:oleObj name="Equation" r:id="rId60" imgW="4316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61"/>
                      <a:srcRect/>
                      <a:stretch>
                        <a:fillRect/>
                      </a:stretch>
                    </p:blipFill>
                    <p:spPr bwMode="auto">
                      <a:xfrm>
                        <a:off x="4532574" y="3572307"/>
                        <a:ext cx="431800" cy="190500"/>
                      </a:xfrm>
                      <a:prstGeom prst="rect">
                        <a:avLst/>
                      </a:prstGeom>
                      <a:solidFill>
                        <a:schemeClr val="bg1"/>
                      </a:solidFill>
                    </p:spPr>
                  </p:pic>
                </p:oleObj>
              </mc:Fallback>
            </mc:AlternateContent>
          </a:graphicData>
        </a:graphic>
      </p:graphicFrame>
      <p:graphicFrame>
        <p:nvGraphicFramePr>
          <p:cNvPr id="43" name="Object 42">
            <a:extLst>
              <a:ext uri="{FF2B5EF4-FFF2-40B4-BE49-F238E27FC236}">
                <a16:creationId xmlns:a16="http://schemas.microsoft.com/office/drawing/2014/main" id="{6D54CB83-703A-A35D-A28E-FEFA3F4BFC19}"/>
              </a:ext>
            </a:extLst>
          </p:cNvPr>
          <p:cNvGraphicFramePr>
            <a:graphicFrameLocks noChangeAspect="1"/>
          </p:cNvGraphicFramePr>
          <p:nvPr>
            <p:extLst>
              <p:ext uri="{D42A27DB-BD31-4B8C-83A1-F6EECF244321}">
                <p14:modId xmlns:p14="http://schemas.microsoft.com/office/powerpoint/2010/main" val="1185973295"/>
              </p:ext>
            </p:extLst>
          </p:nvPr>
        </p:nvGraphicFramePr>
        <p:xfrm>
          <a:off x="6319678" y="3572307"/>
          <a:ext cx="444500" cy="190500"/>
        </p:xfrm>
        <a:graphic>
          <a:graphicData uri="http://schemas.openxmlformats.org/presentationml/2006/ole">
            <mc:AlternateContent xmlns:mc="http://schemas.openxmlformats.org/markup-compatibility/2006">
              <mc:Choice xmlns:v="urn:schemas-microsoft-com:vml" Requires="v">
                <p:oleObj name="Equation" r:id="rId62" imgW="444240" imgH="190440" progId="Equation.DSMT4">
                  <p:embed/>
                </p:oleObj>
              </mc:Choice>
              <mc:Fallback>
                <p:oleObj name="Equation" r:id="rId62" imgW="4442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63"/>
                      <a:srcRect/>
                      <a:stretch>
                        <a:fillRect/>
                      </a:stretch>
                    </p:blipFill>
                    <p:spPr bwMode="auto">
                      <a:xfrm>
                        <a:off x="6319678" y="3572307"/>
                        <a:ext cx="444500" cy="190500"/>
                      </a:xfrm>
                      <a:prstGeom prst="rect">
                        <a:avLst/>
                      </a:prstGeom>
                      <a:solidFill>
                        <a:schemeClr val="bg1"/>
                      </a:solidFill>
                    </p:spPr>
                  </p:pic>
                </p:oleObj>
              </mc:Fallback>
            </mc:AlternateContent>
          </a:graphicData>
        </a:graphic>
      </p:graphicFrame>
      <p:graphicFrame>
        <p:nvGraphicFramePr>
          <p:cNvPr id="44" name="Object 43">
            <a:extLst>
              <a:ext uri="{FF2B5EF4-FFF2-40B4-BE49-F238E27FC236}">
                <a16:creationId xmlns:a16="http://schemas.microsoft.com/office/drawing/2014/main" id="{CA05A93A-A90C-9856-03AC-78137FBEEF84}"/>
              </a:ext>
            </a:extLst>
          </p:cNvPr>
          <p:cNvGraphicFramePr>
            <a:graphicFrameLocks noChangeAspect="1"/>
          </p:cNvGraphicFramePr>
          <p:nvPr>
            <p:extLst>
              <p:ext uri="{D42A27DB-BD31-4B8C-83A1-F6EECF244321}">
                <p14:modId xmlns:p14="http://schemas.microsoft.com/office/powerpoint/2010/main" val="2987037978"/>
              </p:ext>
            </p:extLst>
          </p:nvPr>
        </p:nvGraphicFramePr>
        <p:xfrm>
          <a:off x="7632296" y="3578169"/>
          <a:ext cx="444500" cy="190500"/>
        </p:xfrm>
        <a:graphic>
          <a:graphicData uri="http://schemas.openxmlformats.org/presentationml/2006/ole">
            <mc:AlternateContent xmlns:mc="http://schemas.openxmlformats.org/markup-compatibility/2006">
              <mc:Choice xmlns:v="urn:schemas-microsoft-com:vml" Requires="v">
                <p:oleObj name="Equation" r:id="rId64" imgW="444240" imgH="190440" progId="Equation.DSMT4">
                  <p:embed/>
                </p:oleObj>
              </mc:Choice>
              <mc:Fallback>
                <p:oleObj name="Equation" r:id="rId64" imgW="4442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65"/>
                      <a:srcRect/>
                      <a:stretch>
                        <a:fillRect/>
                      </a:stretch>
                    </p:blipFill>
                    <p:spPr bwMode="auto">
                      <a:xfrm>
                        <a:off x="7632296" y="3578169"/>
                        <a:ext cx="444500" cy="190500"/>
                      </a:xfrm>
                      <a:prstGeom prst="rect">
                        <a:avLst/>
                      </a:prstGeom>
                      <a:solidFill>
                        <a:schemeClr val="bg1"/>
                      </a:solidFill>
                    </p:spPr>
                  </p:pic>
                </p:oleObj>
              </mc:Fallback>
            </mc:AlternateContent>
          </a:graphicData>
        </a:graphic>
      </p:graphicFrame>
      <p:graphicFrame>
        <p:nvGraphicFramePr>
          <p:cNvPr id="45" name="Object 44">
            <a:extLst>
              <a:ext uri="{FF2B5EF4-FFF2-40B4-BE49-F238E27FC236}">
                <a16:creationId xmlns:a16="http://schemas.microsoft.com/office/drawing/2014/main" id="{D6E5D2F6-B059-8B2E-8188-C61CBE4A7A8F}"/>
              </a:ext>
            </a:extLst>
          </p:cNvPr>
          <p:cNvGraphicFramePr>
            <a:graphicFrameLocks noChangeAspect="1"/>
          </p:cNvGraphicFramePr>
          <p:nvPr>
            <p:extLst>
              <p:ext uri="{D42A27DB-BD31-4B8C-83A1-F6EECF244321}">
                <p14:modId xmlns:p14="http://schemas.microsoft.com/office/powerpoint/2010/main" val="2128382100"/>
              </p:ext>
            </p:extLst>
          </p:nvPr>
        </p:nvGraphicFramePr>
        <p:xfrm>
          <a:off x="557568" y="3867842"/>
          <a:ext cx="203200" cy="190500"/>
        </p:xfrm>
        <a:graphic>
          <a:graphicData uri="http://schemas.openxmlformats.org/presentationml/2006/ole">
            <mc:AlternateContent xmlns:mc="http://schemas.openxmlformats.org/markup-compatibility/2006">
              <mc:Choice xmlns:v="urn:schemas-microsoft-com:vml" Requires="v">
                <p:oleObj name="Equation" r:id="rId66" imgW="203040" imgH="190440" progId="Equation.DSMT4">
                  <p:embed/>
                </p:oleObj>
              </mc:Choice>
              <mc:Fallback>
                <p:oleObj name="Equation" r:id="rId66" imgW="2030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67"/>
                      <a:srcRect/>
                      <a:stretch>
                        <a:fillRect/>
                      </a:stretch>
                    </p:blipFill>
                    <p:spPr bwMode="auto">
                      <a:xfrm>
                        <a:off x="557568" y="3867842"/>
                        <a:ext cx="203200" cy="190500"/>
                      </a:xfrm>
                      <a:prstGeom prst="rect">
                        <a:avLst/>
                      </a:prstGeom>
                      <a:solidFill>
                        <a:schemeClr val="bg1"/>
                      </a:solidFill>
                    </p:spPr>
                  </p:pic>
                </p:oleObj>
              </mc:Fallback>
            </mc:AlternateContent>
          </a:graphicData>
        </a:graphic>
      </p:graphicFrame>
      <p:graphicFrame>
        <p:nvGraphicFramePr>
          <p:cNvPr id="46" name="Object 45">
            <a:extLst>
              <a:ext uri="{FF2B5EF4-FFF2-40B4-BE49-F238E27FC236}">
                <a16:creationId xmlns:a16="http://schemas.microsoft.com/office/drawing/2014/main" id="{7441E029-21AA-7E39-1B2E-DFF9E9DE000B}"/>
              </a:ext>
            </a:extLst>
          </p:cNvPr>
          <p:cNvGraphicFramePr>
            <a:graphicFrameLocks noChangeAspect="1"/>
          </p:cNvGraphicFramePr>
          <p:nvPr>
            <p:extLst>
              <p:ext uri="{D42A27DB-BD31-4B8C-83A1-F6EECF244321}">
                <p14:modId xmlns:p14="http://schemas.microsoft.com/office/powerpoint/2010/main" val="4276113904"/>
              </p:ext>
            </p:extLst>
          </p:nvPr>
        </p:nvGraphicFramePr>
        <p:xfrm>
          <a:off x="1407725" y="3860125"/>
          <a:ext cx="419100" cy="190500"/>
        </p:xfrm>
        <a:graphic>
          <a:graphicData uri="http://schemas.openxmlformats.org/presentationml/2006/ole">
            <mc:AlternateContent xmlns:mc="http://schemas.openxmlformats.org/markup-compatibility/2006">
              <mc:Choice xmlns:v="urn:schemas-microsoft-com:vml" Requires="v">
                <p:oleObj name="Equation" r:id="rId68" imgW="419040" imgH="190440" progId="Equation.DSMT4">
                  <p:embed/>
                </p:oleObj>
              </mc:Choice>
              <mc:Fallback>
                <p:oleObj name="Equation" r:id="rId68" imgW="4190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69"/>
                      <a:srcRect/>
                      <a:stretch>
                        <a:fillRect/>
                      </a:stretch>
                    </p:blipFill>
                    <p:spPr bwMode="auto">
                      <a:xfrm>
                        <a:off x="1407725" y="3860125"/>
                        <a:ext cx="419100" cy="190500"/>
                      </a:xfrm>
                      <a:prstGeom prst="rect">
                        <a:avLst/>
                      </a:prstGeom>
                      <a:solidFill>
                        <a:schemeClr val="bg1"/>
                      </a:solidFill>
                    </p:spPr>
                  </p:pic>
                </p:oleObj>
              </mc:Fallback>
            </mc:AlternateContent>
          </a:graphicData>
        </a:graphic>
      </p:graphicFrame>
      <p:graphicFrame>
        <p:nvGraphicFramePr>
          <p:cNvPr id="47" name="Object 46">
            <a:extLst>
              <a:ext uri="{FF2B5EF4-FFF2-40B4-BE49-F238E27FC236}">
                <a16:creationId xmlns:a16="http://schemas.microsoft.com/office/drawing/2014/main" id="{41F8AE84-6AAF-906C-16B4-A3417BCEBF13}"/>
              </a:ext>
            </a:extLst>
          </p:cNvPr>
          <p:cNvGraphicFramePr>
            <a:graphicFrameLocks noChangeAspect="1"/>
          </p:cNvGraphicFramePr>
          <p:nvPr>
            <p:extLst>
              <p:ext uri="{D42A27DB-BD31-4B8C-83A1-F6EECF244321}">
                <p14:modId xmlns:p14="http://schemas.microsoft.com/office/powerpoint/2010/main" val="2185417060"/>
              </p:ext>
            </p:extLst>
          </p:nvPr>
        </p:nvGraphicFramePr>
        <p:xfrm>
          <a:off x="2512408" y="3853787"/>
          <a:ext cx="431800" cy="190500"/>
        </p:xfrm>
        <a:graphic>
          <a:graphicData uri="http://schemas.openxmlformats.org/presentationml/2006/ole">
            <mc:AlternateContent xmlns:mc="http://schemas.openxmlformats.org/markup-compatibility/2006">
              <mc:Choice xmlns:v="urn:schemas-microsoft-com:vml" Requires="v">
                <p:oleObj name="Equation" r:id="rId70" imgW="431640" imgH="190440" progId="Equation.DSMT4">
                  <p:embed/>
                </p:oleObj>
              </mc:Choice>
              <mc:Fallback>
                <p:oleObj name="Equation" r:id="rId70" imgW="4316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71"/>
                      <a:srcRect/>
                      <a:stretch>
                        <a:fillRect/>
                      </a:stretch>
                    </p:blipFill>
                    <p:spPr bwMode="auto">
                      <a:xfrm>
                        <a:off x="2512408" y="3853787"/>
                        <a:ext cx="431800" cy="190500"/>
                      </a:xfrm>
                      <a:prstGeom prst="rect">
                        <a:avLst/>
                      </a:prstGeom>
                      <a:solidFill>
                        <a:schemeClr val="bg1"/>
                      </a:solidFill>
                    </p:spPr>
                  </p:pic>
                </p:oleObj>
              </mc:Fallback>
            </mc:AlternateContent>
          </a:graphicData>
        </a:graphic>
      </p:graphicFrame>
      <p:graphicFrame>
        <p:nvGraphicFramePr>
          <p:cNvPr id="48" name="Object 47">
            <a:extLst>
              <a:ext uri="{FF2B5EF4-FFF2-40B4-BE49-F238E27FC236}">
                <a16:creationId xmlns:a16="http://schemas.microsoft.com/office/drawing/2014/main" id="{E0852E2F-6D30-8E07-8906-BA59DA750BEC}"/>
              </a:ext>
            </a:extLst>
          </p:cNvPr>
          <p:cNvGraphicFramePr>
            <a:graphicFrameLocks noChangeAspect="1"/>
          </p:cNvGraphicFramePr>
          <p:nvPr>
            <p:extLst>
              <p:ext uri="{D42A27DB-BD31-4B8C-83A1-F6EECF244321}">
                <p14:modId xmlns:p14="http://schemas.microsoft.com/office/powerpoint/2010/main" val="499645369"/>
              </p:ext>
            </p:extLst>
          </p:nvPr>
        </p:nvGraphicFramePr>
        <p:xfrm>
          <a:off x="4536127" y="3907878"/>
          <a:ext cx="444500" cy="190500"/>
        </p:xfrm>
        <a:graphic>
          <a:graphicData uri="http://schemas.openxmlformats.org/presentationml/2006/ole">
            <mc:AlternateContent xmlns:mc="http://schemas.openxmlformats.org/markup-compatibility/2006">
              <mc:Choice xmlns:v="urn:schemas-microsoft-com:vml" Requires="v">
                <p:oleObj name="Equation" r:id="rId72" imgW="444240" imgH="190440" progId="Equation.DSMT4">
                  <p:embed/>
                </p:oleObj>
              </mc:Choice>
              <mc:Fallback>
                <p:oleObj name="Equation" r:id="rId72" imgW="4442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73"/>
                      <a:srcRect/>
                      <a:stretch>
                        <a:fillRect/>
                      </a:stretch>
                    </p:blipFill>
                    <p:spPr bwMode="auto">
                      <a:xfrm>
                        <a:off x="4536127" y="3907878"/>
                        <a:ext cx="444500" cy="190500"/>
                      </a:xfrm>
                      <a:prstGeom prst="rect">
                        <a:avLst/>
                      </a:prstGeom>
                      <a:solidFill>
                        <a:schemeClr val="bg1"/>
                      </a:solidFill>
                    </p:spPr>
                  </p:pic>
                </p:oleObj>
              </mc:Fallback>
            </mc:AlternateContent>
          </a:graphicData>
        </a:graphic>
      </p:graphicFrame>
      <p:graphicFrame>
        <p:nvGraphicFramePr>
          <p:cNvPr id="49" name="Object 48">
            <a:extLst>
              <a:ext uri="{FF2B5EF4-FFF2-40B4-BE49-F238E27FC236}">
                <a16:creationId xmlns:a16="http://schemas.microsoft.com/office/drawing/2014/main" id="{E511F1F9-4511-EE1F-64D4-315817920FA1}"/>
              </a:ext>
            </a:extLst>
          </p:cNvPr>
          <p:cNvGraphicFramePr>
            <a:graphicFrameLocks noChangeAspect="1"/>
          </p:cNvGraphicFramePr>
          <p:nvPr>
            <p:extLst>
              <p:ext uri="{D42A27DB-BD31-4B8C-83A1-F6EECF244321}">
                <p14:modId xmlns:p14="http://schemas.microsoft.com/office/powerpoint/2010/main" val="909644388"/>
              </p:ext>
            </p:extLst>
          </p:nvPr>
        </p:nvGraphicFramePr>
        <p:xfrm>
          <a:off x="6319678" y="3861527"/>
          <a:ext cx="444500" cy="190500"/>
        </p:xfrm>
        <a:graphic>
          <a:graphicData uri="http://schemas.openxmlformats.org/presentationml/2006/ole">
            <mc:AlternateContent xmlns:mc="http://schemas.openxmlformats.org/markup-compatibility/2006">
              <mc:Choice xmlns:v="urn:schemas-microsoft-com:vml" Requires="v">
                <p:oleObj name="Equation" r:id="rId74" imgW="444240" imgH="190440" progId="Equation.DSMT4">
                  <p:embed/>
                </p:oleObj>
              </mc:Choice>
              <mc:Fallback>
                <p:oleObj name="Equation" r:id="rId74" imgW="4442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75"/>
                      <a:srcRect/>
                      <a:stretch>
                        <a:fillRect/>
                      </a:stretch>
                    </p:blipFill>
                    <p:spPr bwMode="auto">
                      <a:xfrm>
                        <a:off x="6319678" y="3861527"/>
                        <a:ext cx="444500" cy="190500"/>
                      </a:xfrm>
                      <a:prstGeom prst="rect">
                        <a:avLst/>
                      </a:prstGeom>
                      <a:solidFill>
                        <a:schemeClr val="bg1"/>
                      </a:solidFill>
                    </p:spPr>
                  </p:pic>
                </p:oleObj>
              </mc:Fallback>
            </mc:AlternateContent>
          </a:graphicData>
        </a:graphic>
      </p:graphicFrame>
      <p:graphicFrame>
        <p:nvGraphicFramePr>
          <p:cNvPr id="50" name="Object 49">
            <a:extLst>
              <a:ext uri="{FF2B5EF4-FFF2-40B4-BE49-F238E27FC236}">
                <a16:creationId xmlns:a16="http://schemas.microsoft.com/office/drawing/2014/main" id="{42B2F4D8-9B40-E207-57AD-4EC2EAE6D170}"/>
              </a:ext>
            </a:extLst>
          </p:cNvPr>
          <p:cNvGraphicFramePr>
            <a:graphicFrameLocks noChangeAspect="1"/>
          </p:cNvGraphicFramePr>
          <p:nvPr>
            <p:extLst>
              <p:ext uri="{D42A27DB-BD31-4B8C-83A1-F6EECF244321}">
                <p14:modId xmlns:p14="http://schemas.microsoft.com/office/powerpoint/2010/main" val="2258717472"/>
              </p:ext>
            </p:extLst>
          </p:nvPr>
        </p:nvGraphicFramePr>
        <p:xfrm>
          <a:off x="7632296" y="3853787"/>
          <a:ext cx="431800" cy="190500"/>
        </p:xfrm>
        <a:graphic>
          <a:graphicData uri="http://schemas.openxmlformats.org/presentationml/2006/ole">
            <mc:AlternateContent xmlns:mc="http://schemas.openxmlformats.org/markup-compatibility/2006">
              <mc:Choice xmlns:v="urn:schemas-microsoft-com:vml" Requires="v">
                <p:oleObj name="Equation" r:id="rId76" imgW="431640" imgH="190440" progId="Equation.DSMT4">
                  <p:embed/>
                </p:oleObj>
              </mc:Choice>
              <mc:Fallback>
                <p:oleObj name="Equation" r:id="rId76" imgW="4316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77"/>
                      <a:srcRect/>
                      <a:stretch>
                        <a:fillRect/>
                      </a:stretch>
                    </p:blipFill>
                    <p:spPr bwMode="auto">
                      <a:xfrm>
                        <a:off x="7632296" y="3853787"/>
                        <a:ext cx="431800" cy="190500"/>
                      </a:xfrm>
                      <a:prstGeom prst="rect">
                        <a:avLst/>
                      </a:prstGeom>
                      <a:solidFill>
                        <a:schemeClr val="bg1"/>
                      </a:solidFill>
                    </p:spPr>
                  </p:pic>
                </p:oleObj>
              </mc:Fallback>
            </mc:AlternateContent>
          </a:graphicData>
        </a:graphic>
      </p:graphicFrame>
      <p:graphicFrame>
        <p:nvGraphicFramePr>
          <p:cNvPr id="51" name="Object 50">
            <a:extLst>
              <a:ext uri="{FF2B5EF4-FFF2-40B4-BE49-F238E27FC236}">
                <a16:creationId xmlns:a16="http://schemas.microsoft.com/office/drawing/2014/main" id="{35922EE6-9BED-2CDD-5262-328F2017AD04}"/>
              </a:ext>
            </a:extLst>
          </p:cNvPr>
          <p:cNvGraphicFramePr>
            <a:graphicFrameLocks noChangeAspect="1"/>
          </p:cNvGraphicFramePr>
          <p:nvPr>
            <p:extLst>
              <p:ext uri="{D42A27DB-BD31-4B8C-83A1-F6EECF244321}">
                <p14:modId xmlns:p14="http://schemas.microsoft.com/office/powerpoint/2010/main" val="3382877793"/>
              </p:ext>
            </p:extLst>
          </p:nvPr>
        </p:nvGraphicFramePr>
        <p:xfrm>
          <a:off x="553921" y="4160524"/>
          <a:ext cx="228600" cy="190500"/>
        </p:xfrm>
        <a:graphic>
          <a:graphicData uri="http://schemas.openxmlformats.org/presentationml/2006/ole">
            <mc:AlternateContent xmlns:mc="http://schemas.openxmlformats.org/markup-compatibility/2006">
              <mc:Choice xmlns:v="urn:schemas-microsoft-com:vml" Requires="v">
                <p:oleObj name="Equation" r:id="rId78" imgW="228600" imgH="190440" progId="Equation.DSMT4">
                  <p:embed/>
                </p:oleObj>
              </mc:Choice>
              <mc:Fallback>
                <p:oleObj name="Equation" r:id="rId78" imgW="22860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79"/>
                      <a:srcRect/>
                      <a:stretch>
                        <a:fillRect/>
                      </a:stretch>
                    </p:blipFill>
                    <p:spPr bwMode="auto">
                      <a:xfrm>
                        <a:off x="553921" y="4160524"/>
                        <a:ext cx="228600" cy="190500"/>
                      </a:xfrm>
                      <a:prstGeom prst="rect">
                        <a:avLst/>
                      </a:prstGeom>
                      <a:solidFill>
                        <a:schemeClr val="bg1"/>
                      </a:solidFill>
                    </p:spPr>
                  </p:pic>
                </p:oleObj>
              </mc:Fallback>
            </mc:AlternateContent>
          </a:graphicData>
        </a:graphic>
      </p:graphicFrame>
      <p:graphicFrame>
        <p:nvGraphicFramePr>
          <p:cNvPr id="52" name="Object 51">
            <a:extLst>
              <a:ext uri="{FF2B5EF4-FFF2-40B4-BE49-F238E27FC236}">
                <a16:creationId xmlns:a16="http://schemas.microsoft.com/office/drawing/2014/main" id="{1828E48D-4470-4F1D-D01E-C281A2764EA0}"/>
              </a:ext>
            </a:extLst>
          </p:cNvPr>
          <p:cNvGraphicFramePr>
            <a:graphicFrameLocks noChangeAspect="1"/>
          </p:cNvGraphicFramePr>
          <p:nvPr>
            <p:extLst>
              <p:ext uri="{D42A27DB-BD31-4B8C-83A1-F6EECF244321}">
                <p14:modId xmlns:p14="http://schemas.microsoft.com/office/powerpoint/2010/main" val="3074654899"/>
              </p:ext>
            </p:extLst>
          </p:nvPr>
        </p:nvGraphicFramePr>
        <p:xfrm>
          <a:off x="1399196" y="4160524"/>
          <a:ext cx="419100" cy="190500"/>
        </p:xfrm>
        <a:graphic>
          <a:graphicData uri="http://schemas.openxmlformats.org/presentationml/2006/ole">
            <mc:AlternateContent xmlns:mc="http://schemas.openxmlformats.org/markup-compatibility/2006">
              <mc:Choice xmlns:v="urn:schemas-microsoft-com:vml" Requires="v">
                <p:oleObj name="Equation" r:id="rId80" imgW="419040" imgH="190440" progId="Equation.DSMT4">
                  <p:embed/>
                </p:oleObj>
              </mc:Choice>
              <mc:Fallback>
                <p:oleObj name="Equation" r:id="rId80" imgW="4190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81"/>
                      <a:srcRect/>
                      <a:stretch>
                        <a:fillRect/>
                      </a:stretch>
                    </p:blipFill>
                    <p:spPr bwMode="auto">
                      <a:xfrm>
                        <a:off x="1399196" y="4160524"/>
                        <a:ext cx="419100" cy="190500"/>
                      </a:xfrm>
                      <a:prstGeom prst="rect">
                        <a:avLst/>
                      </a:prstGeom>
                      <a:solidFill>
                        <a:schemeClr val="bg1"/>
                      </a:solidFill>
                    </p:spPr>
                  </p:pic>
                </p:oleObj>
              </mc:Fallback>
            </mc:AlternateContent>
          </a:graphicData>
        </a:graphic>
      </p:graphicFrame>
      <p:graphicFrame>
        <p:nvGraphicFramePr>
          <p:cNvPr id="53" name="Object 52">
            <a:extLst>
              <a:ext uri="{FF2B5EF4-FFF2-40B4-BE49-F238E27FC236}">
                <a16:creationId xmlns:a16="http://schemas.microsoft.com/office/drawing/2014/main" id="{ED1018B4-FA19-706E-A65D-3526EDF632DC}"/>
              </a:ext>
            </a:extLst>
          </p:cNvPr>
          <p:cNvGraphicFramePr>
            <a:graphicFrameLocks noChangeAspect="1"/>
          </p:cNvGraphicFramePr>
          <p:nvPr>
            <p:extLst>
              <p:ext uri="{D42A27DB-BD31-4B8C-83A1-F6EECF244321}">
                <p14:modId xmlns:p14="http://schemas.microsoft.com/office/powerpoint/2010/main" val="3997221368"/>
              </p:ext>
            </p:extLst>
          </p:nvPr>
        </p:nvGraphicFramePr>
        <p:xfrm>
          <a:off x="2505161" y="4152783"/>
          <a:ext cx="419100" cy="190500"/>
        </p:xfrm>
        <a:graphic>
          <a:graphicData uri="http://schemas.openxmlformats.org/presentationml/2006/ole">
            <mc:AlternateContent xmlns:mc="http://schemas.openxmlformats.org/markup-compatibility/2006">
              <mc:Choice xmlns:v="urn:schemas-microsoft-com:vml" Requires="v">
                <p:oleObj name="Equation" r:id="rId82" imgW="419040" imgH="190440" progId="Equation.DSMT4">
                  <p:embed/>
                </p:oleObj>
              </mc:Choice>
              <mc:Fallback>
                <p:oleObj name="Equation" r:id="rId82" imgW="4190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83"/>
                      <a:srcRect/>
                      <a:stretch>
                        <a:fillRect/>
                      </a:stretch>
                    </p:blipFill>
                    <p:spPr bwMode="auto">
                      <a:xfrm>
                        <a:off x="2505161" y="4152783"/>
                        <a:ext cx="419100" cy="190500"/>
                      </a:xfrm>
                      <a:prstGeom prst="rect">
                        <a:avLst/>
                      </a:prstGeom>
                      <a:solidFill>
                        <a:schemeClr val="bg1"/>
                      </a:solidFill>
                    </p:spPr>
                  </p:pic>
                </p:oleObj>
              </mc:Fallback>
            </mc:AlternateContent>
          </a:graphicData>
        </a:graphic>
      </p:graphicFrame>
      <p:graphicFrame>
        <p:nvGraphicFramePr>
          <p:cNvPr id="54" name="Object 53">
            <a:extLst>
              <a:ext uri="{FF2B5EF4-FFF2-40B4-BE49-F238E27FC236}">
                <a16:creationId xmlns:a16="http://schemas.microsoft.com/office/drawing/2014/main" id="{53482BE4-7794-8A49-EA68-828742229638}"/>
              </a:ext>
            </a:extLst>
          </p:cNvPr>
          <p:cNvGraphicFramePr>
            <a:graphicFrameLocks noChangeAspect="1"/>
          </p:cNvGraphicFramePr>
          <p:nvPr>
            <p:extLst>
              <p:ext uri="{D42A27DB-BD31-4B8C-83A1-F6EECF244321}">
                <p14:modId xmlns:p14="http://schemas.microsoft.com/office/powerpoint/2010/main" val="705085381"/>
              </p:ext>
            </p:extLst>
          </p:nvPr>
        </p:nvGraphicFramePr>
        <p:xfrm>
          <a:off x="4501802" y="4176174"/>
          <a:ext cx="444500" cy="190500"/>
        </p:xfrm>
        <a:graphic>
          <a:graphicData uri="http://schemas.openxmlformats.org/presentationml/2006/ole">
            <mc:AlternateContent xmlns:mc="http://schemas.openxmlformats.org/markup-compatibility/2006">
              <mc:Choice xmlns:v="urn:schemas-microsoft-com:vml" Requires="v">
                <p:oleObj name="Equation" r:id="rId84" imgW="444240" imgH="190440" progId="Equation.DSMT4">
                  <p:embed/>
                </p:oleObj>
              </mc:Choice>
              <mc:Fallback>
                <p:oleObj name="Equation" r:id="rId84" imgW="4442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85"/>
                      <a:srcRect/>
                      <a:stretch>
                        <a:fillRect/>
                      </a:stretch>
                    </p:blipFill>
                    <p:spPr bwMode="auto">
                      <a:xfrm>
                        <a:off x="4501802" y="4176174"/>
                        <a:ext cx="444500" cy="190500"/>
                      </a:xfrm>
                      <a:prstGeom prst="rect">
                        <a:avLst/>
                      </a:prstGeom>
                      <a:solidFill>
                        <a:schemeClr val="bg1"/>
                      </a:solidFill>
                    </p:spPr>
                  </p:pic>
                </p:oleObj>
              </mc:Fallback>
            </mc:AlternateContent>
          </a:graphicData>
        </a:graphic>
      </p:graphicFrame>
      <p:graphicFrame>
        <p:nvGraphicFramePr>
          <p:cNvPr id="55" name="Object 54">
            <a:extLst>
              <a:ext uri="{FF2B5EF4-FFF2-40B4-BE49-F238E27FC236}">
                <a16:creationId xmlns:a16="http://schemas.microsoft.com/office/drawing/2014/main" id="{B225A95B-253F-91E3-87B2-C74A263BA45A}"/>
              </a:ext>
            </a:extLst>
          </p:cNvPr>
          <p:cNvGraphicFramePr>
            <a:graphicFrameLocks noChangeAspect="1"/>
          </p:cNvGraphicFramePr>
          <p:nvPr>
            <p:extLst>
              <p:ext uri="{D42A27DB-BD31-4B8C-83A1-F6EECF244321}">
                <p14:modId xmlns:p14="http://schemas.microsoft.com/office/powerpoint/2010/main" val="4288963535"/>
              </p:ext>
            </p:extLst>
          </p:nvPr>
        </p:nvGraphicFramePr>
        <p:xfrm>
          <a:off x="6319678" y="4160524"/>
          <a:ext cx="444500" cy="190500"/>
        </p:xfrm>
        <a:graphic>
          <a:graphicData uri="http://schemas.openxmlformats.org/presentationml/2006/ole">
            <mc:AlternateContent xmlns:mc="http://schemas.openxmlformats.org/markup-compatibility/2006">
              <mc:Choice xmlns:v="urn:schemas-microsoft-com:vml" Requires="v">
                <p:oleObj name="Equation" r:id="rId86" imgW="444240" imgH="190440" progId="Equation.DSMT4">
                  <p:embed/>
                </p:oleObj>
              </mc:Choice>
              <mc:Fallback>
                <p:oleObj name="Equation" r:id="rId86" imgW="4442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87"/>
                      <a:srcRect/>
                      <a:stretch>
                        <a:fillRect/>
                      </a:stretch>
                    </p:blipFill>
                    <p:spPr bwMode="auto">
                      <a:xfrm>
                        <a:off x="6319678" y="4160524"/>
                        <a:ext cx="444500" cy="190500"/>
                      </a:xfrm>
                      <a:prstGeom prst="rect">
                        <a:avLst/>
                      </a:prstGeom>
                      <a:solidFill>
                        <a:schemeClr val="bg1"/>
                      </a:solidFill>
                    </p:spPr>
                  </p:pic>
                </p:oleObj>
              </mc:Fallback>
            </mc:AlternateContent>
          </a:graphicData>
        </a:graphic>
      </p:graphicFrame>
      <p:graphicFrame>
        <p:nvGraphicFramePr>
          <p:cNvPr id="56" name="Object 55">
            <a:extLst>
              <a:ext uri="{FF2B5EF4-FFF2-40B4-BE49-F238E27FC236}">
                <a16:creationId xmlns:a16="http://schemas.microsoft.com/office/drawing/2014/main" id="{6FB5FCC0-455F-5394-71B9-E6A6CBC067BB}"/>
              </a:ext>
            </a:extLst>
          </p:cNvPr>
          <p:cNvGraphicFramePr>
            <a:graphicFrameLocks noChangeAspect="1"/>
          </p:cNvGraphicFramePr>
          <p:nvPr>
            <p:extLst>
              <p:ext uri="{D42A27DB-BD31-4B8C-83A1-F6EECF244321}">
                <p14:modId xmlns:p14="http://schemas.microsoft.com/office/powerpoint/2010/main" val="456880860"/>
              </p:ext>
            </p:extLst>
          </p:nvPr>
        </p:nvGraphicFramePr>
        <p:xfrm>
          <a:off x="7625946" y="4135135"/>
          <a:ext cx="444500" cy="190500"/>
        </p:xfrm>
        <a:graphic>
          <a:graphicData uri="http://schemas.openxmlformats.org/presentationml/2006/ole">
            <mc:AlternateContent xmlns:mc="http://schemas.openxmlformats.org/markup-compatibility/2006">
              <mc:Choice xmlns:v="urn:schemas-microsoft-com:vml" Requires="v">
                <p:oleObj name="Equation" r:id="rId88" imgW="444240" imgH="190440" progId="Equation.DSMT4">
                  <p:embed/>
                </p:oleObj>
              </mc:Choice>
              <mc:Fallback>
                <p:oleObj name="Equation" r:id="rId88" imgW="444240" imgH="190440" progId="Equation.DSMT4">
                  <p:embed/>
                  <p:pic>
                    <p:nvPicPr>
                      <p:cNvPr id="33" name="Object 32">
                        <a:extLst>
                          <a:ext uri="{FF2B5EF4-FFF2-40B4-BE49-F238E27FC236}">
                            <a16:creationId xmlns:a16="http://schemas.microsoft.com/office/drawing/2014/main" id="{56F38030-B34A-BB88-B589-ADBBE8F4ACB9}"/>
                          </a:ext>
                        </a:extLst>
                      </p:cNvPr>
                      <p:cNvPicPr>
                        <a:picLocks noChangeAspect="1" noChangeArrowheads="1"/>
                      </p:cNvPicPr>
                      <p:nvPr/>
                    </p:nvPicPr>
                    <p:blipFill>
                      <a:blip r:embed="rId89"/>
                      <a:srcRect/>
                      <a:stretch>
                        <a:fillRect/>
                      </a:stretch>
                    </p:blipFill>
                    <p:spPr bwMode="auto">
                      <a:xfrm>
                        <a:off x="7625946" y="4135135"/>
                        <a:ext cx="444500" cy="190500"/>
                      </a:xfrm>
                      <a:prstGeom prst="rect">
                        <a:avLst/>
                      </a:prstGeom>
                      <a:solidFill>
                        <a:schemeClr val="bg1"/>
                      </a:solidFill>
                    </p:spPr>
                  </p:pic>
                </p:oleObj>
              </mc:Fallback>
            </mc:AlternateContent>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862331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59F81-90BD-3E9A-18B0-928057893741}"/>
              </a:ext>
            </a:extLst>
          </p:cNvPr>
          <p:cNvSpPr>
            <a:spLocks noGrp="1"/>
          </p:cNvSpPr>
          <p:nvPr>
            <p:ph type="title"/>
          </p:nvPr>
        </p:nvSpPr>
        <p:spPr>
          <a:xfrm>
            <a:off x="342900" y="192490"/>
            <a:ext cx="8177156" cy="903231"/>
          </a:xfrm>
        </p:spPr>
        <p:txBody>
          <a:bodyPr>
            <a:normAutofit/>
          </a:bodyPr>
          <a:lstStyle/>
          <a:p>
            <a:r>
              <a:rPr lang="en-IN" sz="3600" dirty="0"/>
              <a:t>Example: G</a:t>
            </a:r>
            <a:r>
              <a:rPr lang="en-IN" sz="100" dirty="0"/>
              <a:t> </a:t>
            </a:r>
            <a:r>
              <a:rPr lang="en-IN" sz="3600" dirty="0"/>
              <a:t>M</a:t>
            </a:r>
            <a:r>
              <a:rPr lang="en-IN" sz="100" dirty="0"/>
              <a:t> </a:t>
            </a:r>
            <a:r>
              <a:rPr lang="en-IN" sz="3600" dirty="0"/>
              <a:t>A</a:t>
            </a:r>
            <a:r>
              <a:rPr lang="en-IN" sz="100" dirty="0"/>
              <a:t> </a:t>
            </a:r>
            <a:r>
              <a:rPr lang="en-IN" sz="3600" dirty="0"/>
              <a:t>T Scores </a:t>
            </a:r>
            <a:r>
              <a:rPr lang="en-IN" sz="1000" b="0" dirty="0"/>
              <a:t>4</a:t>
            </a:r>
            <a:endParaRPr lang="en-IN" sz="1000" dirty="0"/>
          </a:p>
        </p:txBody>
      </p:sp>
      <p:sp>
        <p:nvSpPr>
          <p:cNvPr id="3" name="Content Placeholder 2">
            <a:extLst>
              <a:ext uri="{FF2B5EF4-FFF2-40B4-BE49-F238E27FC236}">
                <a16:creationId xmlns:a16="http://schemas.microsoft.com/office/drawing/2014/main" id="{E3F9F24F-C2D5-106F-88F0-0A02A1FFF6A6}"/>
              </a:ext>
            </a:extLst>
          </p:cNvPr>
          <p:cNvSpPr>
            <a:spLocks noGrp="1"/>
          </p:cNvSpPr>
          <p:nvPr>
            <p:ph sz="quarter" idx="11"/>
          </p:nvPr>
        </p:nvSpPr>
        <p:spPr>
          <a:xfrm rot="5400000">
            <a:off x="8287593" y="399641"/>
            <a:ext cx="1201875" cy="460662"/>
          </a:xfrm>
        </p:spPr>
        <p:txBody>
          <a:bodyPr/>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6204718-0BFA-DC7C-5A69-715141D2AC17}"/>
              </a:ext>
            </a:extLst>
          </p:cNvPr>
          <p:cNvSpPr>
            <a:spLocks noGrp="1"/>
          </p:cNvSpPr>
          <p:nvPr>
            <p:ph sz="quarter" idx="14"/>
          </p:nvPr>
        </p:nvSpPr>
        <p:spPr>
          <a:xfrm>
            <a:off x="342900" y="1274425"/>
            <a:ext cx="6847040" cy="543615"/>
          </a:xfrm>
        </p:spPr>
        <p:txBody>
          <a:bodyPr/>
          <a:lstStyle/>
          <a:p>
            <a:pPr marL="292608" indent="-292608">
              <a:buFont typeface="Arial" panose="020B0604020202020204" pitchFamily="34" charset="0"/>
              <a:buChar char="•"/>
            </a:pPr>
            <a:r>
              <a:rPr lang="en-US" dirty="0"/>
              <a:t>The 90 percent confidence interval is,</a:t>
            </a:r>
            <a:endParaRPr lang="en-IN" dirty="0"/>
          </a:p>
        </p:txBody>
      </p:sp>
      <p:graphicFrame>
        <p:nvGraphicFramePr>
          <p:cNvPr id="11" name="Object 10">
            <a:extLst>
              <a:ext uri="{FF2B5EF4-FFF2-40B4-BE49-F238E27FC236}">
                <a16:creationId xmlns:a16="http://schemas.microsoft.com/office/drawing/2014/main" id="{61370D5B-CED0-04B5-C7EE-80336921C103}"/>
              </a:ext>
            </a:extLst>
          </p:cNvPr>
          <p:cNvGraphicFramePr>
            <a:graphicFrameLocks noChangeAspect="1"/>
          </p:cNvGraphicFramePr>
          <p:nvPr>
            <p:extLst>
              <p:ext uri="{D42A27DB-BD31-4B8C-83A1-F6EECF244321}">
                <p14:modId xmlns:p14="http://schemas.microsoft.com/office/powerpoint/2010/main" val="276402852"/>
              </p:ext>
            </p:extLst>
          </p:nvPr>
        </p:nvGraphicFramePr>
        <p:xfrm>
          <a:off x="1075867" y="2134887"/>
          <a:ext cx="1273175" cy="725487"/>
        </p:xfrm>
        <a:graphic>
          <a:graphicData uri="http://schemas.openxmlformats.org/presentationml/2006/ole">
            <mc:AlternateContent xmlns:mc="http://schemas.openxmlformats.org/markup-compatibility/2006">
              <mc:Choice xmlns:v="urn:schemas-microsoft-com:vml" Requires="v">
                <p:oleObj name="Equation" r:id="rId2" imgW="1473120" imgH="838080" progId="Equation.DSMT4">
                  <p:embed/>
                </p:oleObj>
              </mc:Choice>
              <mc:Fallback>
                <p:oleObj name="Equation" r:id="rId2" imgW="1473120" imgH="838080" progId="Equation.DSMT4">
                  <p:embed/>
                  <p:pic>
                    <p:nvPicPr>
                      <p:cNvPr id="23" name="Object 22">
                        <a:extLst>
                          <a:ext uri="{FF2B5EF4-FFF2-40B4-BE49-F238E27FC236}">
                            <a16:creationId xmlns:a16="http://schemas.microsoft.com/office/drawing/2014/main" id="{D12BB7C9-E37D-7B28-E32F-32A1C922BFCF}"/>
                          </a:ext>
                        </a:extLst>
                      </p:cNvPr>
                      <p:cNvPicPr>
                        <a:picLocks noChangeAspect="1" noChangeArrowheads="1"/>
                      </p:cNvPicPr>
                      <p:nvPr/>
                    </p:nvPicPr>
                    <p:blipFill>
                      <a:blip r:embed="rId3"/>
                      <a:srcRect/>
                      <a:stretch>
                        <a:fillRect/>
                      </a:stretch>
                    </p:blipFill>
                    <p:spPr bwMode="auto">
                      <a:xfrm>
                        <a:off x="1075867" y="2134887"/>
                        <a:ext cx="1273175" cy="725487"/>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58085E26-C54F-4636-B515-30D1B9DBE5C7}"/>
              </a:ext>
            </a:extLst>
          </p:cNvPr>
          <p:cNvGraphicFramePr>
            <a:graphicFrameLocks noChangeAspect="1"/>
          </p:cNvGraphicFramePr>
          <p:nvPr>
            <p:extLst>
              <p:ext uri="{D42A27DB-BD31-4B8C-83A1-F6EECF244321}">
                <p14:modId xmlns:p14="http://schemas.microsoft.com/office/powerpoint/2010/main" val="3549355601"/>
              </p:ext>
            </p:extLst>
          </p:nvPr>
        </p:nvGraphicFramePr>
        <p:xfrm>
          <a:off x="2512327" y="2152842"/>
          <a:ext cx="4525747" cy="666741"/>
        </p:xfrm>
        <a:graphic>
          <a:graphicData uri="http://schemas.openxmlformats.org/presentationml/2006/ole">
            <mc:AlternateContent xmlns:mc="http://schemas.openxmlformats.org/markup-compatibility/2006">
              <mc:Choice xmlns:v="urn:schemas-microsoft-com:vml" Requires="v">
                <p:oleObj name="Equation" r:id="rId4" imgW="5689440" imgH="838080" progId="Equation.DSMT4">
                  <p:embed/>
                </p:oleObj>
              </mc:Choice>
              <mc:Fallback>
                <p:oleObj name="Equation" r:id="rId4" imgW="5689440" imgH="838080" progId="Equation.DSMT4">
                  <p:embed/>
                  <p:pic>
                    <p:nvPicPr>
                      <p:cNvPr id="0" name=""/>
                      <p:cNvPicPr/>
                      <p:nvPr/>
                    </p:nvPicPr>
                    <p:blipFill>
                      <a:blip r:embed="rId5"/>
                      <a:stretch>
                        <a:fillRect/>
                      </a:stretch>
                    </p:blipFill>
                    <p:spPr>
                      <a:xfrm>
                        <a:off x="2512327" y="2152842"/>
                        <a:ext cx="4525747" cy="666741"/>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84D4C7E7-2D0E-9153-9763-D3437CD18AB7}"/>
              </a:ext>
            </a:extLst>
          </p:cNvPr>
          <p:cNvSpPr>
            <a:spLocks noGrp="1"/>
          </p:cNvSpPr>
          <p:nvPr>
            <p:ph sz="quarter" idx="15"/>
          </p:nvPr>
        </p:nvSpPr>
        <p:spPr>
          <a:xfrm>
            <a:off x="342900" y="3298978"/>
            <a:ext cx="8458200" cy="519987"/>
          </a:xfrm>
        </p:spPr>
        <p:txBody>
          <a:bodyPr/>
          <a:lstStyle/>
          <a:p>
            <a:pPr marL="292608" indent="-292608">
              <a:buFont typeface="Arial" panose="020B0604020202020204" pitchFamily="34" charset="0"/>
              <a:buChar char="•"/>
            </a:pPr>
            <a:r>
              <a:rPr lang="en-US" dirty="0"/>
              <a:t>We are 90 percent confident that the true mean G</a:t>
            </a:r>
            <a:r>
              <a:rPr lang="en-US" sz="100" dirty="0"/>
              <a:t> </a:t>
            </a:r>
            <a:r>
              <a:rPr lang="en-US" dirty="0"/>
              <a:t>M</a:t>
            </a:r>
            <a:r>
              <a:rPr lang="en-US" sz="100" dirty="0"/>
              <a:t> </a:t>
            </a:r>
            <a:r>
              <a:rPr lang="en-US" dirty="0"/>
              <a:t>A</a:t>
            </a:r>
            <a:r>
              <a:rPr lang="en-US" sz="100" dirty="0"/>
              <a:t> </a:t>
            </a:r>
            <a:r>
              <a:rPr lang="en-US" dirty="0"/>
              <a:t>T</a:t>
            </a:r>
            <a:endParaRPr lang="en-IN" dirty="0"/>
          </a:p>
        </p:txBody>
      </p:sp>
      <p:sp>
        <p:nvSpPr>
          <p:cNvPr id="6" name="Content Placeholder 5">
            <a:extLst>
              <a:ext uri="{FF2B5EF4-FFF2-40B4-BE49-F238E27FC236}">
                <a16:creationId xmlns:a16="http://schemas.microsoft.com/office/drawing/2014/main" id="{89F6B1BF-9AC6-D3C1-244A-DC1FB77D5442}"/>
              </a:ext>
            </a:extLst>
          </p:cNvPr>
          <p:cNvSpPr>
            <a:spLocks noGrp="1"/>
          </p:cNvSpPr>
          <p:nvPr>
            <p:ph sz="quarter" idx="16"/>
          </p:nvPr>
        </p:nvSpPr>
        <p:spPr>
          <a:xfrm>
            <a:off x="342901" y="3863049"/>
            <a:ext cx="4012283" cy="493918"/>
          </a:xfrm>
        </p:spPr>
        <p:txBody>
          <a:bodyPr tIns="0"/>
          <a:lstStyle/>
          <a:p>
            <a:pPr marL="292608"/>
            <a:r>
              <a:rPr lang="en-US" dirty="0"/>
              <a:t>score is within the interval</a:t>
            </a:r>
            <a:endParaRPr lang="en-IN" dirty="0"/>
          </a:p>
        </p:txBody>
      </p:sp>
      <p:graphicFrame>
        <p:nvGraphicFramePr>
          <p:cNvPr id="12" name="Object 11">
            <a:extLst>
              <a:ext uri="{FF2B5EF4-FFF2-40B4-BE49-F238E27FC236}">
                <a16:creationId xmlns:a16="http://schemas.microsoft.com/office/drawing/2014/main" id="{90FC962D-B5BE-27F3-A394-0ADCE1381650}"/>
              </a:ext>
            </a:extLst>
          </p:cNvPr>
          <p:cNvGraphicFramePr>
            <a:graphicFrameLocks noChangeAspect="1"/>
          </p:cNvGraphicFramePr>
          <p:nvPr>
            <p:extLst>
              <p:ext uri="{D42A27DB-BD31-4B8C-83A1-F6EECF244321}">
                <p14:modId xmlns:p14="http://schemas.microsoft.com/office/powerpoint/2010/main" val="1556494689"/>
              </p:ext>
            </p:extLst>
          </p:nvPr>
        </p:nvGraphicFramePr>
        <p:xfrm>
          <a:off x="4355184" y="3863049"/>
          <a:ext cx="2298700" cy="469900"/>
        </p:xfrm>
        <a:graphic>
          <a:graphicData uri="http://schemas.openxmlformats.org/presentationml/2006/ole">
            <mc:AlternateContent xmlns:mc="http://schemas.openxmlformats.org/markup-compatibility/2006">
              <mc:Choice xmlns:v="urn:schemas-microsoft-com:vml" Requires="v">
                <p:oleObj name="Equation" r:id="rId6" imgW="2298600" imgH="469800" progId="Equation.DSMT4">
                  <p:embed/>
                </p:oleObj>
              </mc:Choice>
              <mc:Fallback>
                <p:oleObj name="Equation" r:id="rId6" imgW="2298600" imgH="469800" progId="Equation.DSMT4">
                  <p:embed/>
                  <p:pic>
                    <p:nvPicPr>
                      <p:cNvPr id="23" name="Object 22">
                        <a:extLst>
                          <a:ext uri="{FF2B5EF4-FFF2-40B4-BE49-F238E27FC236}">
                            <a16:creationId xmlns:a16="http://schemas.microsoft.com/office/drawing/2014/main" id="{D12BB7C9-E37D-7B28-E32F-32A1C922BFCF}"/>
                          </a:ext>
                        </a:extLst>
                      </p:cNvPr>
                      <p:cNvPicPr>
                        <a:picLocks noChangeAspect="1" noChangeArrowheads="1"/>
                      </p:cNvPicPr>
                      <p:nvPr/>
                    </p:nvPicPr>
                    <p:blipFill>
                      <a:blip r:embed="rId7"/>
                      <a:srcRect/>
                      <a:stretch>
                        <a:fillRect/>
                      </a:stretch>
                    </p:blipFill>
                    <p:spPr bwMode="auto">
                      <a:xfrm>
                        <a:off x="4355184" y="3863049"/>
                        <a:ext cx="2298700" cy="469900"/>
                      </a:xfrm>
                      <a:prstGeom prst="rect">
                        <a:avLst/>
                      </a:prstGeom>
                      <a:solidFill>
                        <a:schemeClr val="bg1"/>
                      </a:solidFill>
                    </p:spPr>
                  </p:pic>
                </p:oleObj>
              </mc:Fallback>
            </mc:AlternateContent>
          </a:graphicData>
        </a:graphic>
      </p:graphicFrame>
      <p:sp>
        <p:nvSpPr>
          <p:cNvPr id="7" name="Content Placeholder 6">
            <a:extLst>
              <a:ext uri="{FF2B5EF4-FFF2-40B4-BE49-F238E27FC236}">
                <a16:creationId xmlns:a16="http://schemas.microsoft.com/office/drawing/2014/main" id="{0B250CC7-740C-E521-BE2B-CA08877D5163}"/>
              </a:ext>
            </a:extLst>
          </p:cNvPr>
          <p:cNvSpPr>
            <a:spLocks noGrp="1"/>
          </p:cNvSpPr>
          <p:nvPr>
            <p:ph sz="quarter" idx="17"/>
          </p:nvPr>
        </p:nvSpPr>
        <p:spPr>
          <a:xfrm>
            <a:off x="342900" y="4454567"/>
            <a:ext cx="8458200" cy="896928"/>
          </a:xfrm>
        </p:spPr>
        <p:txBody>
          <a:bodyPr/>
          <a:lstStyle/>
          <a:p>
            <a:pPr marL="292608" indent="-292608">
              <a:buFont typeface="Arial" panose="020B0604020202020204" pitchFamily="34" charset="0"/>
              <a:buChar char="•"/>
            </a:pPr>
            <a:r>
              <a:rPr lang="en-US" dirty="0"/>
              <a:t>If we wanted a narrower interval with the same level of confidence, we would need a larger sample size.</a:t>
            </a:r>
            <a:endParaRPr lang="en-IN" dirty="0"/>
          </a:p>
        </p:txBody>
      </p:sp>
      <p:sp>
        <p:nvSpPr>
          <p:cNvPr id="10" name="Slide Number Placeholder 9">
            <a:extLst>
              <a:ext uri="{FF2B5EF4-FFF2-40B4-BE49-F238E27FC236}">
                <a16:creationId xmlns:a16="http://schemas.microsoft.com/office/drawing/2014/main" id="{08CFCB5D-D381-D697-D78D-EFBAF31028D1}"/>
              </a:ext>
            </a:extLst>
          </p:cNvPr>
          <p:cNvSpPr>
            <a:spLocks noGrp="1"/>
          </p:cNvSpPr>
          <p:nvPr>
            <p:ph type="sldNum" sz="quarter" idx="10"/>
          </p:nvPr>
        </p:nvSpPr>
        <p:spPr/>
        <p:txBody>
          <a:bodyPr/>
          <a:lstStyle/>
          <a:p>
            <a:fld id="{68151E55-6873-49E2-B8D5-2F265E6F1973}" type="slidenum">
              <a:rPr lang="en-US" smtClean="0"/>
              <a:t>39</a:t>
            </a:fld>
            <a:endParaRPr lang="en-US" dirty="0"/>
          </a:p>
        </p:txBody>
      </p:sp>
    </p:spTree>
    <p:extLst>
      <p:ext uri="{BB962C8B-B14F-4D97-AF65-F5344CB8AC3E}">
        <p14:creationId xmlns:p14="http://schemas.microsoft.com/office/powerpoint/2010/main" val="2305915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Confidence Interval Width</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77235" cy="2093252"/>
          </a:xfrm>
        </p:spPr>
        <p:txBody>
          <a:bodyPr/>
          <a:lstStyle/>
          <a:p>
            <a:r>
              <a:rPr lang="en-US" b="1" dirty="0"/>
              <a:t>Confidence interval width reflects:</a:t>
            </a:r>
          </a:p>
          <a:p>
            <a:pPr marL="292608" indent="-292608">
              <a:buFont typeface="Arial" panose="020B0604020202020204" pitchFamily="34" charset="0"/>
              <a:buChar char="•"/>
            </a:pPr>
            <a:r>
              <a:rPr lang="en-US" dirty="0"/>
              <a:t>the sample size.</a:t>
            </a:r>
          </a:p>
          <a:p>
            <a:pPr marL="292608" indent="-292608">
              <a:buFont typeface="Arial" panose="020B0604020202020204" pitchFamily="34" charset="0"/>
              <a:buChar char="•"/>
            </a:pPr>
            <a:r>
              <a:rPr lang="en-US" dirty="0"/>
              <a:t>the confidence level.</a:t>
            </a:r>
          </a:p>
          <a:p>
            <a:pPr marL="292608" indent="-292608">
              <a:buFont typeface="Arial" panose="020B0604020202020204" pitchFamily="34" charset="0"/>
              <a:buChar char="•"/>
            </a:pPr>
            <a:r>
              <a:rPr lang="en-US" dirty="0"/>
              <a:t>the standard deviation.</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499164"/>
            <a:ext cx="8122090" cy="1865881"/>
          </a:xfrm>
        </p:spPr>
        <p:txBody>
          <a:bodyPr/>
          <a:lstStyle/>
          <a:p>
            <a:r>
              <a:rPr lang="en-US" b="1" dirty="0"/>
              <a:t>To obtain a narrower interval and more precision:</a:t>
            </a:r>
          </a:p>
          <a:p>
            <a:pPr marL="292608" indent="-292608">
              <a:buFont typeface="Arial" panose="020B0604020202020204" pitchFamily="34" charset="0"/>
              <a:buChar char="•"/>
            </a:pPr>
            <a:r>
              <a:rPr lang="en-US" dirty="0"/>
              <a:t>increase the sample size, or,</a:t>
            </a:r>
          </a:p>
          <a:p>
            <a:pPr marL="292608" indent="-292608">
              <a:buFont typeface="Arial" panose="020B0604020202020204" pitchFamily="34" charset="0"/>
              <a:buChar char="•"/>
            </a:pPr>
            <a:r>
              <a:rPr lang="en-US" dirty="0"/>
              <a:t>lower the confidence level (For example, from 90% to 80% confidence).</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40</a:t>
            </a:fld>
            <a:endParaRPr lang="en-US"/>
          </a:p>
        </p:txBody>
      </p:sp>
    </p:spTree>
    <p:extLst>
      <p:ext uri="{BB962C8B-B14F-4D97-AF65-F5344CB8AC3E}">
        <p14:creationId xmlns:p14="http://schemas.microsoft.com/office/powerpoint/2010/main" val="8913536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Student’s </a:t>
            </a:r>
            <a:r>
              <a:rPr lang="en-IN" sz="3600" i="1" dirty="0"/>
              <a:t>t</a:t>
            </a:r>
            <a:r>
              <a:rPr lang="en-IN" sz="3600" dirty="0"/>
              <a:t> Distribution</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5"/>
            <a:ext cx="8230732" cy="2129466"/>
          </a:xfrm>
        </p:spPr>
        <p:txBody>
          <a:bodyPr/>
          <a:lstStyle/>
          <a:p>
            <a:r>
              <a:rPr lang="en-US" sz="2000" b="1" dirty="0">
                <a:solidFill>
                  <a:schemeClr val="tx1"/>
                </a:solidFill>
              </a:rPr>
              <a:t>Must the Population Be Normal?</a:t>
            </a:r>
          </a:p>
          <a:p>
            <a:r>
              <a:rPr lang="en-US" sz="2000" dirty="0">
                <a:solidFill>
                  <a:schemeClr val="tx1"/>
                </a:solidFill>
              </a:rPr>
              <a:t>The </a:t>
            </a:r>
            <a:r>
              <a:rPr lang="en-US" sz="2000" i="1" dirty="0">
                <a:solidFill>
                  <a:schemeClr val="tx1"/>
                </a:solidFill>
              </a:rPr>
              <a:t>t</a:t>
            </a:r>
            <a:r>
              <a:rPr lang="en-US" sz="2000" dirty="0">
                <a:solidFill>
                  <a:schemeClr val="tx1"/>
                </a:solidFill>
              </a:rPr>
              <a:t> distribution assumes a normal population. While this assumption is often in doubt, simulation studies have shown that confidence intervals using Student's </a:t>
            </a:r>
            <a:r>
              <a:rPr lang="en-US" sz="2000" i="1" dirty="0">
                <a:solidFill>
                  <a:schemeClr val="tx1"/>
                </a:solidFill>
              </a:rPr>
              <a:t>t</a:t>
            </a:r>
            <a:r>
              <a:rPr lang="en-US" sz="2000" dirty="0">
                <a:solidFill>
                  <a:schemeClr val="tx1"/>
                </a:solidFill>
              </a:rPr>
              <a:t> are reliable as long as the population is not badly skewed and if the sample size is not too small (see Chapter 8 McGraw Hill Connect ® supplements for simulation demonstrations).</a:t>
            </a:r>
            <a:endParaRPr lang="en-IN" sz="2000" dirty="0">
              <a:solidFill>
                <a:schemeClr val="tx1"/>
              </a:solidFill>
            </a:endParaRPr>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899" y="3489034"/>
            <a:ext cx="8339373" cy="2129466"/>
          </a:xfrm>
        </p:spPr>
        <p:txBody>
          <a:bodyPr/>
          <a:lstStyle/>
          <a:p>
            <a:r>
              <a:rPr lang="en-US" sz="2000" b="1" dirty="0">
                <a:solidFill>
                  <a:schemeClr val="tx1"/>
                </a:solidFill>
              </a:rPr>
              <a:t>Can I Ever Use </a:t>
            </a:r>
            <a:r>
              <a:rPr lang="en-US" sz="2000" b="1" i="1" dirty="0">
                <a:solidFill>
                  <a:schemeClr val="tx1"/>
                </a:solidFill>
              </a:rPr>
              <a:t>z</a:t>
            </a:r>
            <a:r>
              <a:rPr lang="en-US" sz="2000" b="1" dirty="0">
                <a:solidFill>
                  <a:schemeClr val="tx1"/>
                </a:solidFill>
              </a:rPr>
              <a:t> Instead of </a:t>
            </a:r>
            <a:r>
              <a:rPr lang="en-US" sz="2000" b="1" i="1" dirty="0">
                <a:solidFill>
                  <a:schemeClr val="tx1"/>
                </a:solidFill>
              </a:rPr>
              <a:t>t</a:t>
            </a:r>
            <a:r>
              <a:rPr lang="en-US" sz="2000" b="1" dirty="0">
                <a:solidFill>
                  <a:schemeClr val="tx1"/>
                </a:solidFill>
              </a:rPr>
              <a:t> ?</a:t>
            </a:r>
          </a:p>
          <a:p>
            <a:r>
              <a:rPr lang="en-US" sz="2000" dirty="0">
                <a:solidFill>
                  <a:schemeClr val="tx1"/>
                </a:solidFill>
              </a:rPr>
              <a:t>In large samples, </a:t>
            </a:r>
            <a:r>
              <a:rPr lang="en-US" sz="2000" i="1" dirty="0">
                <a:solidFill>
                  <a:schemeClr val="tx1"/>
                </a:solidFill>
              </a:rPr>
              <a:t>z</a:t>
            </a:r>
            <a:r>
              <a:rPr lang="en-US" sz="2000" dirty="0">
                <a:solidFill>
                  <a:schemeClr val="tx1"/>
                </a:solidFill>
              </a:rPr>
              <a:t> and </a:t>
            </a:r>
            <a:r>
              <a:rPr lang="en-US" sz="2000" i="1" dirty="0">
                <a:solidFill>
                  <a:schemeClr val="tx1"/>
                </a:solidFill>
              </a:rPr>
              <a:t>t</a:t>
            </a:r>
            <a:r>
              <a:rPr lang="en-US" sz="2000" dirty="0">
                <a:solidFill>
                  <a:schemeClr val="tx1"/>
                </a:solidFill>
              </a:rPr>
              <a:t> give similar results. But a conservative statistician always uses the </a:t>
            </a:r>
            <a:r>
              <a:rPr lang="en-US" sz="2000" i="1" dirty="0">
                <a:solidFill>
                  <a:schemeClr val="tx1"/>
                </a:solidFill>
              </a:rPr>
              <a:t>t</a:t>
            </a:r>
            <a:r>
              <a:rPr lang="en-US" sz="2000" dirty="0">
                <a:solidFill>
                  <a:schemeClr val="tx1"/>
                </a:solidFill>
              </a:rPr>
              <a:t> distribution for confidence intervals when </a:t>
            </a:r>
            <a:r>
              <a:rPr lang="el-GR" sz="2000" i="1" dirty="0"/>
              <a:t>σ</a:t>
            </a:r>
            <a:r>
              <a:rPr lang="en-US" sz="2000" i="1" dirty="0"/>
              <a:t> </a:t>
            </a:r>
            <a:r>
              <a:rPr lang="en-IN" sz="2000" dirty="0"/>
              <a:t>is unknown because using </a:t>
            </a:r>
            <a:r>
              <a:rPr lang="en-IN" sz="2000" i="1" dirty="0"/>
              <a:t>z</a:t>
            </a:r>
            <a:r>
              <a:rPr lang="en-IN" sz="2000" dirty="0"/>
              <a:t> </a:t>
            </a:r>
            <a:r>
              <a:rPr lang="en-US" sz="2000" dirty="0"/>
              <a:t>would underestimate the margin of error. Because </a:t>
            </a:r>
            <a:r>
              <a:rPr lang="en-US" sz="2000" i="1" dirty="0"/>
              <a:t>t</a:t>
            </a:r>
            <a:r>
              <a:rPr lang="en-US" sz="2000" dirty="0"/>
              <a:t> tables are easy to use (or we can get </a:t>
            </a:r>
            <a:r>
              <a:rPr lang="en-US" sz="2000" i="1" dirty="0"/>
              <a:t>t</a:t>
            </a:r>
            <a:r>
              <a:rPr lang="en-US" sz="2000" dirty="0"/>
              <a:t>-values from Excel), there isn't much justification for using </a:t>
            </a:r>
            <a:r>
              <a:rPr lang="en-US" sz="2000" i="1" dirty="0"/>
              <a:t>z</a:t>
            </a:r>
            <a:r>
              <a:rPr lang="en-US" sz="2000" dirty="0"/>
              <a:t> when </a:t>
            </a:r>
            <a:r>
              <a:rPr lang="el-GR" sz="2000" i="1" dirty="0"/>
              <a:t>σ</a:t>
            </a:r>
            <a:r>
              <a:rPr lang="en-US" sz="2000" i="1" dirty="0"/>
              <a:t> </a:t>
            </a:r>
            <a:r>
              <a:rPr lang="en-IN" sz="2000" dirty="0"/>
              <a:t>is unknown.</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41</a:t>
            </a:fld>
            <a:endParaRPr lang="en-US"/>
          </a:p>
        </p:txBody>
      </p:sp>
    </p:spTree>
    <p:extLst>
      <p:ext uri="{BB962C8B-B14F-4D97-AF65-F5344CB8AC3E}">
        <p14:creationId xmlns:p14="http://schemas.microsoft.com/office/powerpoint/2010/main" val="2460990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234172" cy="903231"/>
          </a:xfrm>
        </p:spPr>
        <p:txBody>
          <a:bodyPr>
            <a:noAutofit/>
          </a:bodyPr>
          <a:lstStyle/>
          <a:p>
            <a:pPr>
              <a:tabLst>
                <a:tab pos="3259138" algn="l"/>
              </a:tabLst>
            </a:pPr>
            <a:r>
              <a:rPr lang="en-US" sz="3600" dirty="0"/>
              <a:t>Confidence Interval for a Proportion </a:t>
            </a:r>
            <a:r>
              <a:rPr lang="en-US" sz="1000" b="0" dirty="0"/>
              <a:t>1</a:t>
            </a:r>
            <a:endParaRPr lang="en-IN" sz="1000" b="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234172" cy="5252911"/>
          </a:xfrm>
        </p:spPr>
        <p:txBody>
          <a:bodyPr/>
          <a:lstStyle/>
          <a:p>
            <a:pPr marL="292608" indent="-292608">
              <a:buFont typeface="Arial" panose="020B0604020202020204" pitchFamily="34" charset="0"/>
              <a:buChar char="•"/>
            </a:pPr>
            <a:r>
              <a:rPr lang="en-US" dirty="0"/>
              <a:t>Proportions occur frequently in surveys and sampling, most often expressed as percents.</a:t>
            </a:r>
          </a:p>
          <a:p>
            <a:pPr marL="292608" indent="-292608">
              <a:buFont typeface="Arial" panose="020B0604020202020204" pitchFamily="34" charset="0"/>
              <a:buChar char="•"/>
            </a:pPr>
            <a:r>
              <a:rPr lang="en-US" dirty="0"/>
              <a:t>For example, firms often track the proportion of customers who say they are likely to recommend the company to a friend or colleague.</a:t>
            </a:r>
          </a:p>
          <a:p>
            <a:pPr marL="292608" indent="-292608">
              <a:buFont typeface="Arial" panose="020B0604020202020204" pitchFamily="34" charset="0"/>
              <a:buChar char="•"/>
            </a:pPr>
            <a:r>
              <a:rPr lang="en-US" dirty="0"/>
              <a:t>Analysts also must account for sampling error to determine how reliable their estimate is.</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42</a:t>
            </a:fld>
            <a:endParaRPr lang="en-US"/>
          </a:p>
        </p:txBody>
      </p:sp>
    </p:spTree>
    <p:extLst>
      <p:ext uri="{BB962C8B-B14F-4D97-AF65-F5344CB8AC3E}">
        <p14:creationId xmlns:p14="http://schemas.microsoft.com/office/powerpoint/2010/main" val="401517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283512" cy="903231"/>
          </a:xfrm>
        </p:spPr>
        <p:txBody>
          <a:bodyPr>
            <a:noAutofit/>
          </a:bodyPr>
          <a:lstStyle/>
          <a:p>
            <a:r>
              <a:rPr lang="en-US" sz="3600" dirty="0"/>
              <a:t>Confidence Interval for a Proportion </a:t>
            </a:r>
            <a:r>
              <a:rPr lang="en-US"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076823" cy="1178852"/>
          </a:xfrm>
        </p:spPr>
        <p:txBody>
          <a:bodyPr/>
          <a:lstStyle/>
          <a:p>
            <a:pPr marL="292608" indent="-292608">
              <a:buFont typeface="Arial" panose="020B0604020202020204" pitchFamily="34" charset="0"/>
              <a:buChar char="•"/>
            </a:pPr>
            <a:r>
              <a:rPr lang="en-US" sz="2200" dirty="0"/>
              <a:t>The Central Limit Theorem (C</a:t>
            </a:r>
            <a:r>
              <a:rPr lang="en-US" sz="100" dirty="0"/>
              <a:t> </a:t>
            </a:r>
            <a:r>
              <a:rPr lang="en-US" sz="2200" dirty="0"/>
              <a:t>L</a:t>
            </a:r>
            <a:r>
              <a:rPr lang="en-US" sz="100" dirty="0"/>
              <a:t> </a:t>
            </a:r>
            <a:r>
              <a:rPr lang="en-US" sz="2200" dirty="0"/>
              <a:t>T) applies to a sample proportion because a proportion is just a mean of data whose only values are 0 or 1.</a:t>
            </a:r>
            <a:endParaRPr lang="en-IN" sz="2200"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2549443"/>
            <a:ext cx="8149250" cy="464870"/>
          </a:xfrm>
        </p:spPr>
        <p:txBody>
          <a:bodyPr/>
          <a:lstStyle/>
          <a:p>
            <a:r>
              <a:rPr lang="en-IN" sz="2200" b="1" dirty="0">
                <a:solidFill>
                  <a:schemeClr val="tx1"/>
                </a:solidFill>
              </a:rPr>
              <a:t>Central Limit Theorem for a Proportion:</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3157981"/>
            <a:ext cx="8158304" cy="434566"/>
          </a:xfrm>
        </p:spPr>
        <p:txBody>
          <a:bodyPr/>
          <a:lstStyle/>
          <a:p>
            <a:r>
              <a:rPr lang="en-IN" sz="2200" dirty="0"/>
              <a:t>As sample size increases, the distribution of the sample</a:t>
            </a:r>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3652608"/>
            <a:ext cx="1453627" cy="427147"/>
          </a:xfrm>
        </p:spPr>
        <p:txBody>
          <a:bodyPr rIns="0"/>
          <a:lstStyle/>
          <a:p>
            <a:r>
              <a:rPr lang="en-IN" sz="2200" dirty="0"/>
              <a:t>proportion</a:t>
            </a:r>
          </a:p>
        </p:txBody>
      </p:sp>
      <p:graphicFrame>
        <p:nvGraphicFramePr>
          <p:cNvPr id="24" name="Object 23">
            <a:extLst>
              <a:ext uri="{FF2B5EF4-FFF2-40B4-BE49-F238E27FC236}">
                <a16:creationId xmlns:a16="http://schemas.microsoft.com/office/drawing/2014/main" id="{420FEFE3-6004-E5AE-E56D-725930AF4FAE}"/>
              </a:ext>
            </a:extLst>
          </p:cNvPr>
          <p:cNvGraphicFramePr>
            <a:graphicFrameLocks noChangeAspect="1"/>
          </p:cNvGraphicFramePr>
          <p:nvPr>
            <p:extLst>
              <p:ext uri="{D42A27DB-BD31-4B8C-83A1-F6EECF244321}">
                <p14:modId xmlns:p14="http://schemas.microsoft.com/office/powerpoint/2010/main" val="2516014428"/>
              </p:ext>
            </p:extLst>
          </p:nvPr>
        </p:nvGraphicFramePr>
        <p:xfrm>
          <a:off x="1785583" y="3700170"/>
          <a:ext cx="966608" cy="368234"/>
        </p:xfrm>
        <a:graphic>
          <a:graphicData uri="http://schemas.openxmlformats.org/presentationml/2006/ole">
            <mc:AlternateContent xmlns:mc="http://schemas.openxmlformats.org/markup-compatibility/2006">
              <mc:Choice xmlns:v="urn:schemas-microsoft-com:vml" Requires="v">
                <p:oleObj name="Equation" r:id="rId3" imgW="799920" imgH="304560" progId="Equation.DSMT4">
                  <p:embed/>
                </p:oleObj>
              </mc:Choice>
              <mc:Fallback>
                <p:oleObj name="Equation" r:id="rId3" imgW="799920" imgH="304560" progId="Equation.DSMT4">
                  <p:embed/>
                  <p:pic>
                    <p:nvPicPr>
                      <p:cNvPr id="24" name="Object 23">
                        <a:extLst>
                          <a:ext uri="{FF2B5EF4-FFF2-40B4-BE49-F238E27FC236}">
                            <a16:creationId xmlns:a16="http://schemas.microsoft.com/office/drawing/2014/main" id="{0A65658C-F934-71F9-DF7A-7D12FCE3E8CF}"/>
                          </a:ext>
                        </a:extLst>
                      </p:cNvPr>
                      <p:cNvPicPr>
                        <a:picLocks noChangeAspect="1" noChangeArrowheads="1"/>
                      </p:cNvPicPr>
                      <p:nvPr/>
                    </p:nvPicPr>
                    <p:blipFill>
                      <a:blip r:embed="rId4"/>
                      <a:srcRect/>
                      <a:stretch>
                        <a:fillRect/>
                      </a:stretch>
                    </p:blipFill>
                    <p:spPr bwMode="auto">
                      <a:xfrm>
                        <a:off x="1785583" y="3700170"/>
                        <a:ext cx="966608" cy="368234"/>
                      </a:xfrm>
                      <a:prstGeom prst="rect">
                        <a:avLst/>
                      </a:prstGeom>
                      <a:solidFill>
                        <a:schemeClr val="bg1"/>
                      </a:solidFill>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2864860" y="3652608"/>
            <a:ext cx="5645400" cy="424249"/>
          </a:xfrm>
        </p:spPr>
        <p:txBody>
          <a:bodyPr lIns="0"/>
          <a:lstStyle/>
          <a:p>
            <a:r>
              <a:rPr lang="en-IN" sz="2200" dirty="0"/>
              <a:t>approaches a normal distribution with mean</a:t>
            </a:r>
          </a:p>
        </p:txBody>
      </p:sp>
      <p:graphicFrame>
        <p:nvGraphicFramePr>
          <p:cNvPr id="10" name="Object 9">
            <a:extLst>
              <a:ext uri="{FF2B5EF4-FFF2-40B4-BE49-F238E27FC236}">
                <a16:creationId xmlns:a16="http://schemas.microsoft.com/office/drawing/2014/main" id="{CA86919E-CADA-4DF7-82AF-657BCD6D9C97}"/>
              </a:ext>
            </a:extLst>
          </p:cNvPr>
          <p:cNvGraphicFramePr>
            <a:graphicFrameLocks noChangeAspect="1"/>
          </p:cNvGraphicFramePr>
          <p:nvPr>
            <p:extLst>
              <p:ext uri="{D42A27DB-BD31-4B8C-83A1-F6EECF244321}">
                <p14:modId xmlns:p14="http://schemas.microsoft.com/office/powerpoint/2010/main" val="2756157563"/>
              </p:ext>
            </p:extLst>
          </p:nvPr>
        </p:nvGraphicFramePr>
        <p:xfrm>
          <a:off x="391863" y="4169493"/>
          <a:ext cx="302540" cy="283626"/>
        </p:xfrm>
        <a:graphic>
          <a:graphicData uri="http://schemas.openxmlformats.org/presentationml/2006/ole">
            <mc:AlternateContent xmlns:mc="http://schemas.openxmlformats.org/markup-compatibility/2006">
              <mc:Choice xmlns:v="urn:schemas-microsoft-com:vml" Requires="v">
                <p:oleObj name="Equation" r:id="rId5" imgW="203040" imgH="190440" progId="Equation.DSMT4">
                  <p:embed/>
                </p:oleObj>
              </mc:Choice>
              <mc:Fallback>
                <p:oleObj name="Equation" r:id="rId5" imgW="203040" imgH="190440" progId="Equation.DSMT4">
                  <p:embed/>
                  <p:pic>
                    <p:nvPicPr>
                      <p:cNvPr id="0" name=""/>
                      <p:cNvPicPr/>
                      <p:nvPr/>
                    </p:nvPicPr>
                    <p:blipFill>
                      <a:blip r:embed="rId6"/>
                      <a:stretch>
                        <a:fillRect/>
                      </a:stretch>
                    </p:blipFill>
                    <p:spPr>
                      <a:xfrm>
                        <a:off x="391863" y="4169493"/>
                        <a:ext cx="302540" cy="283626"/>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704096" y="4115966"/>
            <a:ext cx="4254766" cy="424249"/>
          </a:xfrm>
        </p:spPr>
        <p:txBody>
          <a:bodyPr lIns="0" tIns="0"/>
          <a:lstStyle/>
          <a:p>
            <a:pPr marL="61913"/>
            <a:r>
              <a:rPr lang="en-IN" sz="2200" dirty="0"/>
              <a:t>and standard error </a:t>
            </a:r>
            <a:r>
              <a:rPr lang="en-IN" sz="2200" i="1" dirty="0">
                <a:sym typeface="Symbol" panose="05050102010706020507" pitchFamily="18" charset="2"/>
              </a:rPr>
              <a:t></a:t>
            </a:r>
            <a:r>
              <a:rPr lang="en-IN" sz="2200" i="1" baseline="-25000" dirty="0"/>
              <a:t>p</a:t>
            </a:r>
            <a:r>
              <a:rPr lang="en-IN" sz="2200" dirty="0"/>
              <a:t> where</a:t>
            </a:r>
          </a:p>
        </p:txBody>
      </p:sp>
      <p:graphicFrame>
        <p:nvGraphicFramePr>
          <p:cNvPr id="26" name="Object 25">
            <a:extLst>
              <a:ext uri="{FF2B5EF4-FFF2-40B4-BE49-F238E27FC236}">
                <a16:creationId xmlns:a16="http://schemas.microsoft.com/office/drawing/2014/main" id="{CE2F02EB-0ED2-AB08-0254-74E45AE758AB}"/>
              </a:ext>
            </a:extLst>
          </p:cNvPr>
          <p:cNvGraphicFramePr>
            <a:graphicFrameLocks noChangeAspect="1"/>
          </p:cNvGraphicFramePr>
          <p:nvPr>
            <p:extLst>
              <p:ext uri="{D42A27DB-BD31-4B8C-83A1-F6EECF244321}">
                <p14:modId xmlns:p14="http://schemas.microsoft.com/office/powerpoint/2010/main" val="3151303848"/>
              </p:ext>
            </p:extLst>
          </p:nvPr>
        </p:nvGraphicFramePr>
        <p:xfrm>
          <a:off x="3526839" y="5055059"/>
          <a:ext cx="1701800" cy="736600"/>
        </p:xfrm>
        <a:graphic>
          <a:graphicData uri="http://schemas.openxmlformats.org/presentationml/2006/ole">
            <mc:AlternateContent xmlns:mc="http://schemas.openxmlformats.org/markup-compatibility/2006">
              <mc:Choice xmlns:v="urn:schemas-microsoft-com:vml" Requires="v">
                <p:oleObj name="Equation" r:id="rId7" imgW="1701720" imgH="736560" progId="Equation.DSMT4">
                  <p:embed/>
                </p:oleObj>
              </mc:Choice>
              <mc:Fallback>
                <p:oleObj name="Equation" r:id="rId7" imgW="1701720" imgH="736560" progId="Equation.DSMT4">
                  <p:embed/>
                  <p:pic>
                    <p:nvPicPr>
                      <p:cNvPr id="25" name="Object 24">
                        <a:extLst>
                          <a:ext uri="{FF2B5EF4-FFF2-40B4-BE49-F238E27FC236}">
                            <a16:creationId xmlns:a16="http://schemas.microsoft.com/office/drawing/2014/main" id="{D8D5AB95-594E-7EBD-C917-0F0275843228}"/>
                          </a:ext>
                        </a:extLst>
                      </p:cNvPr>
                      <p:cNvPicPr>
                        <a:picLocks noChangeAspect="1" noChangeArrowheads="1"/>
                      </p:cNvPicPr>
                      <p:nvPr/>
                    </p:nvPicPr>
                    <p:blipFill>
                      <a:blip r:embed="rId8"/>
                      <a:srcRect/>
                      <a:stretch>
                        <a:fillRect/>
                      </a:stretch>
                    </p:blipFill>
                    <p:spPr bwMode="auto">
                      <a:xfrm>
                        <a:off x="3526839" y="5055059"/>
                        <a:ext cx="1701800" cy="736600"/>
                      </a:xfrm>
                      <a:prstGeom prst="rect">
                        <a:avLst/>
                      </a:prstGeom>
                      <a:solidFill>
                        <a:schemeClr val="bg1"/>
                      </a:solid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43</a:t>
            </a:fld>
            <a:endParaRPr lang="en-US"/>
          </a:p>
        </p:txBody>
      </p:sp>
    </p:spTree>
    <p:extLst>
      <p:ext uri="{BB962C8B-B14F-4D97-AF65-F5344CB8AC3E}">
        <p14:creationId xmlns:p14="http://schemas.microsoft.com/office/powerpoint/2010/main" val="11294945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230732" cy="903231"/>
          </a:xfrm>
        </p:spPr>
        <p:txBody>
          <a:bodyPr>
            <a:noAutofit/>
          </a:bodyPr>
          <a:lstStyle/>
          <a:p>
            <a:r>
              <a:rPr lang="en-US" sz="3600" dirty="0"/>
              <a:t>Confidence Interval for a Proportion </a:t>
            </a:r>
            <a:r>
              <a:rPr lang="en-US" sz="1000" b="0" dirty="0"/>
              <a:t>3</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4853043" cy="400255"/>
          </a:xfrm>
        </p:spPr>
        <p:txBody>
          <a:bodyPr/>
          <a:lstStyle/>
          <a:p>
            <a:pPr marL="292608" indent="-292608">
              <a:buFont typeface="Arial" panose="020B0604020202020204" pitchFamily="34" charset="0"/>
              <a:buChar char="•"/>
            </a:pPr>
            <a:r>
              <a:rPr lang="en-US" sz="2000" dirty="0"/>
              <a:t>The distribution of a sample proportion</a:t>
            </a:r>
            <a:endParaRPr lang="en-IN" sz="2000" dirty="0"/>
          </a:p>
        </p:txBody>
      </p:sp>
      <p:graphicFrame>
        <p:nvGraphicFramePr>
          <p:cNvPr id="23" name="Object 22">
            <a:extLst>
              <a:ext uri="{FF2B5EF4-FFF2-40B4-BE49-F238E27FC236}">
                <a16:creationId xmlns:a16="http://schemas.microsoft.com/office/drawing/2014/main" id="{309384E9-0F26-1A24-64B7-552A1C9CB503}"/>
              </a:ext>
            </a:extLst>
          </p:cNvPr>
          <p:cNvGraphicFramePr>
            <a:graphicFrameLocks noChangeAspect="1"/>
          </p:cNvGraphicFramePr>
          <p:nvPr>
            <p:extLst>
              <p:ext uri="{D42A27DB-BD31-4B8C-83A1-F6EECF244321}">
                <p14:modId xmlns:p14="http://schemas.microsoft.com/office/powerpoint/2010/main" val="4144769777"/>
              </p:ext>
            </p:extLst>
          </p:nvPr>
        </p:nvGraphicFramePr>
        <p:xfrm>
          <a:off x="5127872" y="1338362"/>
          <a:ext cx="800100" cy="304800"/>
        </p:xfrm>
        <a:graphic>
          <a:graphicData uri="http://schemas.openxmlformats.org/presentationml/2006/ole">
            <mc:AlternateContent xmlns:mc="http://schemas.openxmlformats.org/markup-compatibility/2006">
              <mc:Choice xmlns:v="urn:schemas-microsoft-com:vml" Requires="v">
                <p:oleObj name="Equation" r:id="rId2" imgW="799920" imgH="304560" progId="Equation.DSMT4">
                  <p:embed/>
                </p:oleObj>
              </mc:Choice>
              <mc:Fallback>
                <p:oleObj name="Equation" r:id="rId2" imgW="799920" imgH="304560" progId="Equation.DSMT4">
                  <p:embed/>
                  <p:pic>
                    <p:nvPicPr>
                      <p:cNvPr id="24" name="Object 23">
                        <a:extLst>
                          <a:ext uri="{FF2B5EF4-FFF2-40B4-BE49-F238E27FC236}">
                            <a16:creationId xmlns:a16="http://schemas.microsoft.com/office/drawing/2014/main" id="{420FEFE3-6004-E5AE-E56D-725930AF4FAE}"/>
                          </a:ext>
                        </a:extLst>
                      </p:cNvPr>
                      <p:cNvPicPr>
                        <a:picLocks noChangeAspect="1" noChangeArrowheads="1"/>
                      </p:cNvPicPr>
                      <p:nvPr/>
                    </p:nvPicPr>
                    <p:blipFill>
                      <a:blip r:embed="rId3"/>
                      <a:srcRect/>
                      <a:stretch>
                        <a:fillRect/>
                      </a:stretch>
                    </p:blipFill>
                    <p:spPr bwMode="auto">
                      <a:xfrm>
                        <a:off x="5127872" y="1338362"/>
                        <a:ext cx="800100" cy="304800"/>
                      </a:xfrm>
                      <a:prstGeom prst="rect">
                        <a:avLst/>
                      </a:prstGeom>
                      <a:solidFill>
                        <a:schemeClr val="bg1"/>
                      </a:solidFill>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6003291" y="1277236"/>
            <a:ext cx="1737666" cy="367250"/>
          </a:xfrm>
        </p:spPr>
        <p:txBody>
          <a:bodyPr lIns="0"/>
          <a:lstStyle/>
          <a:p>
            <a:r>
              <a:rPr lang="en-IN" sz="2000" dirty="0"/>
              <a:t>is symmetric if</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443377" y="1684523"/>
            <a:ext cx="8230732" cy="794039"/>
          </a:xfrm>
        </p:spPr>
        <p:txBody>
          <a:bodyPr lIns="0" tIns="0" rIns="0"/>
          <a:lstStyle/>
          <a:p>
            <a:pPr marL="290513"/>
            <a:r>
              <a:rPr lang="el-GR" sz="2000" i="1" dirty="0"/>
              <a:t>π</a:t>
            </a:r>
            <a:r>
              <a:rPr lang="en-US" sz="2000" dirty="0"/>
              <a:t> = .50 </a:t>
            </a:r>
            <a:r>
              <a:rPr lang="en-IN" sz="2000" dirty="0"/>
              <a:t>and regardless of </a:t>
            </a:r>
            <a:r>
              <a:rPr lang="el-GR" sz="2000" i="1" dirty="0"/>
              <a:t>π</a:t>
            </a:r>
            <a:r>
              <a:rPr lang="en-US" sz="2000" dirty="0"/>
              <a:t>, approaches symmetry as </a:t>
            </a:r>
            <a:r>
              <a:rPr lang="en-US" sz="2000" i="1" dirty="0"/>
              <a:t>n </a:t>
            </a:r>
            <a:r>
              <a:rPr lang="en-US" sz="2000" dirty="0"/>
              <a:t>increases.</a:t>
            </a:r>
          </a:p>
          <a:p>
            <a:pPr marL="292608" indent="-292608">
              <a:buFont typeface="Arial" panose="020B0604020202020204" pitchFamily="34" charset="0"/>
              <a:buChar char="•"/>
            </a:pPr>
            <a:r>
              <a:rPr lang="en-US" sz="2000" dirty="0"/>
              <a:t>If we could actually take repeated samples, we could empirically study</a:t>
            </a:r>
            <a:endParaRPr lang="en-IN" sz="2000" dirty="0"/>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353647" y="2528544"/>
            <a:ext cx="3502383" cy="348691"/>
          </a:xfrm>
        </p:spPr>
        <p:txBody>
          <a:bodyPr tIns="0"/>
          <a:lstStyle/>
          <a:p>
            <a:pPr marL="292608"/>
            <a:r>
              <a:rPr lang="en-US" sz="2000" dirty="0"/>
              <a:t>the sampling distribution of</a:t>
            </a:r>
            <a:endParaRPr lang="en-IN" sz="2000" dirty="0"/>
          </a:p>
        </p:txBody>
      </p:sp>
      <p:graphicFrame>
        <p:nvGraphicFramePr>
          <p:cNvPr id="26" name="Object 25">
            <a:extLst>
              <a:ext uri="{FF2B5EF4-FFF2-40B4-BE49-F238E27FC236}">
                <a16:creationId xmlns:a16="http://schemas.microsoft.com/office/drawing/2014/main" id="{3880DFB9-32A4-F8EE-BABD-3AA71436D22E}"/>
              </a:ext>
            </a:extLst>
          </p:cNvPr>
          <p:cNvGraphicFramePr>
            <a:graphicFrameLocks noChangeAspect="1"/>
          </p:cNvGraphicFramePr>
          <p:nvPr>
            <p:extLst>
              <p:ext uri="{D42A27DB-BD31-4B8C-83A1-F6EECF244321}">
                <p14:modId xmlns:p14="http://schemas.microsoft.com/office/powerpoint/2010/main" val="3637234048"/>
              </p:ext>
            </p:extLst>
          </p:nvPr>
        </p:nvGraphicFramePr>
        <p:xfrm>
          <a:off x="3856030" y="2514549"/>
          <a:ext cx="846582" cy="307848"/>
        </p:xfrm>
        <a:graphic>
          <a:graphicData uri="http://schemas.openxmlformats.org/presentationml/2006/ole">
            <mc:AlternateContent xmlns:mc="http://schemas.openxmlformats.org/markup-compatibility/2006">
              <mc:Choice xmlns:v="urn:schemas-microsoft-com:vml" Requires="v">
                <p:oleObj name="Equation" r:id="rId4" imgW="838080" imgH="304560" progId="Equation.DSMT4">
                  <p:embed/>
                </p:oleObj>
              </mc:Choice>
              <mc:Fallback>
                <p:oleObj name="Equation" r:id="rId4" imgW="838080" imgH="304560" progId="Equation.DSMT4">
                  <p:embed/>
                  <p:pic>
                    <p:nvPicPr>
                      <p:cNvPr id="23" name="Object 22">
                        <a:extLst>
                          <a:ext uri="{FF2B5EF4-FFF2-40B4-BE49-F238E27FC236}">
                            <a16:creationId xmlns:a16="http://schemas.microsoft.com/office/drawing/2014/main" id="{309384E9-0F26-1A24-64B7-552A1C9CB503}"/>
                          </a:ext>
                        </a:extLst>
                      </p:cNvPr>
                      <p:cNvPicPr>
                        <a:picLocks noChangeAspect="1" noChangeArrowheads="1"/>
                      </p:cNvPicPr>
                      <p:nvPr/>
                    </p:nvPicPr>
                    <p:blipFill>
                      <a:blip r:embed="rId5"/>
                      <a:srcRect/>
                      <a:stretch>
                        <a:fillRect/>
                      </a:stretch>
                    </p:blipFill>
                    <p:spPr bwMode="auto">
                      <a:xfrm>
                        <a:off x="3856030" y="2514549"/>
                        <a:ext cx="846582" cy="307848"/>
                      </a:xfrm>
                      <a:prstGeom prst="rect">
                        <a:avLst/>
                      </a:prstGeom>
                      <a:solidFill>
                        <a:schemeClr val="bg1"/>
                      </a:solidFill>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4767954" y="2501840"/>
            <a:ext cx="3691314" cy="349345"/>
          </a:xfrm>
        </p:spPr>
        <p:txBody>
          <a:bodyPr lIns="0" tIns="0"/>
          <a:lstStyle/>
          <a:p>
            <a:r>
              <a:rPr lang="en-US" sz="2000" dirty="0"/>
              <a:t>This can be done in a computer</a:t>
            </a:r>
            <a:endParaRPr lang="en-IN" sz="2000" dirty="0"/>
          </a:p>
        </p:txBody>
      </p:sp>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354247" y="2915900"/>
            <a:ext cx="8435506" cy="671627"/>
          </a:xfrm>
        </p:spPr>
        <p:txBody>
          <a:bodyPr tIns="0"/>
          <a:lstStyle/>
          <a:p>
            <a:pPr marL="292608"/>
            <a:r>
              <a:rPr lang="en-US" sz="2000" dirty="0"/>
              <a:t>simulation. This image shows histograms of 1,000 sample proportions of various sample sizes taken from a population with </a:t>
            </a:r>
            <a:r>
              <a:rPr lang="el-GR" sz="2000" i="1" dirty="0"/>
              <a:t>π</a:t>
            </a:r>
            <a:r>
              <a:rPr lang="en-US" sz="2000" dirty="0"/>
              <a:t> = .20.</a:t>
            </a:r>
            <a:endParaRPr lang="en-IN" sz="2000" dirty="0"/>
          </a:p>
        </p:txBody>
      </p:sp>
      <p:sp>
        <p:nvSpPr>
          <p:cNvPr id="13" name="Content Placeholder 12">
            <a:extLst>
              <a:ext uri="{FF2B5EF4-FFF2-40B4-BE49-F238E27FC236}">
                <a16:creationId xmlns:a16="http://schemas.microsoft.com/office/drawing/2014/main" id="{956568E8-0F4B-8B1F-9CDD-82CF3CA9EFEF}"/>
              </a:ext>
            </a:extLst>
          </p:cNvPr>
          <p:cNvSpPr>
            <a:spLocks noGrp="1"/>
          </p:cNvSpPr>
          <p:nvPr>
            <p:ph sz="quarter" idx="23"/>
          </p:nvPr>
        </p:nvSpPr>
        <p:spPr>
          <a:xfrm>
            <a:off x="443377" y="4394438"/>
            <a:ext cx="4893588" cy="330482"/>
          </a:xfrm>
        </p:spPr>
        <p:txBody>
          <a:bodyPr/>
          <a:lstStyle/>
          <a:p>
            <a:r>
              <a:rPr lang="en-IN" sz="1400" b="1" dirty="0"/>
              <a:t>1,000 Sample Proportions from Population with </a:t>
            </a:r>
            <a:r>
              <a:rPr lang="el-GR" sz="1400" b="1" i="1" dirty="0"/>
              <a:t>π</a:t>
            </a:r>
            <a:r>
              <a:rPr lang="en-US" sz="1400" b="1" dirty="0"/>
              <a:t> = .20</a:t>
            </a:r>
            <a:endParaRPr lang="en-IN" sz="1400" b="1" dirty="0"/>
          </a:p>
        </p:txBody>
      </p:sp>
      <p:pic>
        <p:nvPicPr>
          <p:cNvPr id="30" name="Picture 29">
            <a:extLst>
              <a:ext uri="{FF2B5EF4-FFF2-40B4-BE49-F238E27FC236}">
                <a16:creationId xmlns:a16="http://schemas.microsoft.com/office/drawing/2014/main" id="{E6149D27-9B02-D3E9-A92F-06797A227D9F}"/>
              </a:ext>
              <a:ext uri="{C183D7F6-B498-43B3-948B-1728B52AA6E4}">
                <adec:decorative xmlns:adec="http://schemas.microsoft.com/office/drawing/2017/decorative" val="1"/>
              </a:ext>
            </a:extLst>
          </p:cNvPr>
          <p:cNvPicPr>
            <a:picLocks noChangeAspect="1"/>
          </p:cNvPicPr>
          <p:nvPr/>
        </p:nvPicPr>
        <p:blipFill rotWithShape="1">
          <a:blip r:embed="rId6"/>
          <a:srcRect l="50247" r="47070" b="94242"/>
          <a:stretch/>
        </p:blipFill>
        <p:spPr>
          <a:xfrm>
            <a:off x="567959" y="4764993"/>
            <a:ext cx="242559" cy="266216"/>
          </a:xfrm>
          <a:prstGeom prst="rect">
            <a:avLst/>
          </a:prstGeom>
        </p:spPr>
      </p:pic>
      <p:sp>
        <p:nvSpPr>
          <p:cNvPr id="14" name="Content Placeholder 13">
            <a:extLst>
              <a:ext uri="{FF2B5EF4-FFF2-40B4-BE49-F238E27FC236}">
                <a16:creationId xmlns:a16="http://schemas.microsoft.com/office/drawing/2014/main" id="{8F8CAFDE-3A0B-CC88-FBEE-2CF5614F726C}"/>
              </a:ext>
            </a:extLst>
          </p:cNvPr>
          <p:cNvSpPr>
            <a:spLocks noGrp="1"/>
          </p:cNvSpPr>
          <p:nvPr>
            <p:ph sz="quarter" idx="24"/>
          </p:nvPr>
        </p:nvSpPr>
        <p:spPr>
          <a:xfrm>
            <a:off x="863267" y="4709391"/>
            <a:ext cx="680597" cy="296766"/>
          </a:xfrm>
        </p:spPr>
        <p:txBody>
          <a:bodyPr/>
          <a:lstStyle/>
          <a:p>
            <a:r>
              <a:rPr lang="en-IN" sz="1400" b="1" dirty="0">
                <a:solidFill>
                  <a:srgbClr val="A9131A"/>
                </a:solidFill>
              </a:rPr>
              <a:t>Hotel</a:t>
            </a:r>
          </a:p>
        </p:txBody>
      </p:sp>
      <p:pic>
        <p:nvPicPr>
          <p:cNvPr id="27" name="Picture 26" descr="4 histograms for n = 5, 10, 20, and 50.">
            <a:extLst>
              <a:ext uri="{FF2B5EF4-FFF2-40B4-BE49-F238E27FC236}">
                <a16:creationId xmlns:a16="http://schemas.microsoft.com/office/drawing/2014/main" id="{B335F60B-C5E0-ACBE-A797-FE2A4AEC917D}"/>
              </a:ext>
            </a:extLst>
          </p:cNvPr>
          <p:cNvPicPr>
            <a:picLocks noChangeAspect="1"/>
          </p:cNvPicPr>
          <p:nvPr/>
        </p:nvPicPr>
        <p:blipFill rotWithShape="1">
          <a:blip r:embed="rId6"/>
          <a:srcRect t="6920"/>
          <a:stretch/>
        </p:blipFill>
        <p:spPr>
          <a:xfrm>
            <a:off x="5324166" y="4477129"/>
            <a:ext cx="3302246" cy="1571749"/>
          </a:xfrm>
          <a:prstGeom prst="rect">
            <a:avLst/>
          </a:prstGeom>
        </p:spPr>
      </p:pic>
      <p:sp>
        <p:nvSpPr>
          <p:cNvPr id="15" name="Text Placeholder 14">
            <a:extLst>
              <a:ext uri="{FF2B5EF4-FFF2-40B4-BE49-F238E27FC236}">
                <a16:creationId xmlns:a16="http://schemas.microsoft.com/office/drawing/2014/main" id="{F057A2DC-9120-362D-09A7-4848A2F897BA}"/>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44</a:t>
            </a:fld>
            <a:endParaRPr lang="en-US"/>
          </a:p>
        </p:txBody>
      </p:sp>
    </p:spTree>
    <p:extLst>
      <p:ext uri="{BB962C8B-B14F-4D97-AF65-F5344CB8AC3E}">
        <p14:creationId xmlns:p14="http://schemas.microsoft.com/office/powerpoint/2010/main" val="39864085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Autofit/>
          </a:bodyPr>
          <a:lstStyle/>
          <a:p>
            <a:r>
              <a:rPr lang="en-US" sz="3200" dirty="0"/>
              <a:t>When is it Safe to Assume Normality of </a:t>
            </a:r>
            <a:r>
              <a:rPr lang="en-US" sz="3200" i="1" dirty="0"/>
              <a:t>p</a:t>
            </a:r>
            <a:r>
              <a:rPr lang="en-US" sz="3200" dirty="0"/>
              <a:t>?</a:t>
            </a:r>
            <a:r>
              <a:rPr lang="en-US" sz="3200" i="1" dirty="0"/>
              <a:t> </a:t>
            </a:r>
            <a:r>
              <a:rPr lang="en-US" sz="1000" b="0" dirty="0"/>
              <a:t>1</a:t>
            </a:r>
            <a:endParaRPr lang="en-IN" sz="1000" b="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1" y="1265585"/>
            <a:ext cx="2139546" cy="373792"/>
          </a:xfrm>
        </p:spPr>
        <p:txBody>
          <a:bodyPr/>
          <a:lstStyle/>
          <a:p>
            <a:pPr marL="292608" indent="-292608">
              <a:buFont typeface="Arial" panose="020B0604020202020204" pitchFamily="34" charset="0"/>
              <a:buChar char="•"/>
            </a:pPr>
            <a:r>
              <a:rPr lang="en-IN" sz="2200" dirty="0"/>
              <a:t>The statistic</a:t>
            </a:r>
          </a:p>
        </p:txBody>
      </p:sp>
      <p:graphicFrame>
        <p:nvGraphicFramePr>
          <p:cNvPr id="23" name="Object 22">
            <a:extLst>
              <a:ext uri="{FF2B5EF4-FFF2-40B4-BE49-F238E27FC236}">
                <a16:creationId xmlns:a16="http://schemas.microsoft.com/office/drawing/2014/main" id="{F97B2305-EBC4-589D-C9AE-CAF7D3B4A75C}"/>
              </a:ext>
            </a:extLst>
          </p:cNvPr>
          <p:cNvGraphicFramePr>
            <a:graphicFrameLocks noChangeAspect="1"/>
          </p:cNvGraphicFramePr>
          <p:nvPr>
            <p:extLst>
              <p:ext uri="{D42A27DB-BD31-4B8C-83A1-F6EECF244321}">
                <p14:modId xmlns:p14="http://schemas.microsoft.com/office/powerpoint/2010/main" val="4190503464"/>
              </p:ext>
            </p:extLst>
          </p:nvPr>
        </p:nvGraphicFramePr>
        <p:xfrm>
          <a:off x="2345686" y="1303769"/>
          <a:ext cx="977802" cy="372496"/>
        </p:xfrm>
        <a:graphic>
          <a:graphicData uri="http://schemas.openxmlformats.org/presentationml/2006/ole">
            <mc:AlternateContent xmlns:mc="http://schemas.openxmlformats.org/markup-compatibility/2006">
              <mc:Choice xmlns:v="urn:schemas-microsoft-com:vml" Requires="v">
                <p:oleObj name="Equation" r:id="rId3" imgW="799920" imgH="304560" progId="Equation.DSMT4">
                  <p:embed/>
                </p:oleObj>
              </mc:Choice>
              <mc:Fallback>
                <p:oleObj name="Equation" r:id="rId3" imgW="799920" imgH="304560" progId="Equation.DSMT4">
                  <p:embed/>
                  <p:pic>
                    <p:nvPicPr>
                      <p:cNvPr id="23" name="Object 22">
                        <a:extLst>
                          <a:ext uri="{FF2B5EF4-FFF2-40B4-BE49-F238E27FC236}">
                            <a16:creationId xmlns:a16="http://schemas.microsoft.com/office/drawing/2014/main" id="{309384E9-0F26-1A24-64B7-552A1C9CB503}"/>
                          </a:ext>
                        </a:extLst>
                      </p:cNvPr>
                      <p:cNvPicPr>
                        <a:picLocks noChangeAspect="1" noChangeArrowheads="1"/>
                      </p:cNvPicPr>
                      <p:nvPr/>
                    </p:nvPicPr>
                    <p:blipFill>
                      <a:blip r:embed="rId4"/>
                      <a:srcRect/>
                      <a:stretch>
                        <a:fillRect/>
                      </a:stretch>
                    </p:blipFill>
                    <p:spPr bwMode="auto">
                      <a:xfrm>
                        <a:off x="2345686" y="1303769"/>
                        <a:ext cx="977802" cy="372496"/>
                      </a:xfrm>
                      <a:prstGeom prst="rect">
                        <a:avLst/>
                      </a:prstGeom>
                      <a:solidFill>
                        <a:schemeClr val="bg1"/>
                      </a:solidFill>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79410" y="1238424"/>
            <a:ext cx="4800530" cy="409307"/>
          </a:xfrm>
        </p:spPr>
        <p:txBody>
          <a:bodyPr lIns="0"/>
          <a:lstStyle/>
          <a:p>
            <a:r>
              <a:rPr lang="en-US" sz="2200" dirty="0"/>
              <a:t>may be assumed normally distributed</a:t>
            </a:r>
            <a:endParaRPr lang="en-IN" sz="2200" dirty="0"/>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1721899"/>
            <a:ext cx="8411801" cy="424317"/>
          </a:xfrm>
        </p:spPr>
        <p:txBody>
          <a:bodyPr/>
          <a:lstStyle/>
          <a:p>
            <a:pPr marL="292608"/>
            <a:r>
              <a:rPr lang="en-US" sz="2200" dirty="0"/>
              <a:t>when the sample is “large.” How large must </a:t>
            </a:r>
            <a:r>
              <a:rPr lang="en-US" sz="2200" i="1" dirty="0"/>
              <a:t>n</a:t>
            </a:r>
            <a:r>
              <a:rPr lang="en-US" sz="2200" dirty="0"/>
              <a:t> be?</a:t>
            </a:r>
            <a:endParaRPr lang="en-IN" sz="2200"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2240845"/>
            <a:ext cx="3377330" cy="406210"/>
          </a:xfrm>
        </p:spPr>
        <p:txBody>
          <a:bodyPr/>
          <a:lstStyle/>
          <a:p>
            <a:pPr marL="292608" indent="-292608">
              <a:buFont typeface="Arial" panose="020B0604020202020204" pitchFamily="34" charset="0"/>
              <a:buChar char="•"/>
            </a:pPr>
            <a:r>
              <a:rPr lang="en-IN" sz="2200" dirty="0"/>
              <a:t>The sample proportion</a:t>
            </a:r>
          </a:p>
        </p:txBody>
      </p:sp>
      <p:graphicFrame>
        <p:nvGraphicFramePr>
          <p:cNvPr id="24" name="Object 23">
            <a:extLst>
              <a:ext uri="{FF2B5EF4-FFF2-40B4-BE49-F238E27FC236}">
                <a16:creationId xmlns:a16="http://schemas.microsoft.com/office/drawing/2014/main" id="{C848B6FF-B18C-C736-DD83-6DA7B3AA0F26}"/>
              </a:ext>
            </a:extLst>
          </p:cNvPr>
          <p:cNvGraphicFramePr>
            <a:graphicFrameLocks noChangeAspect="1"/>
          </p:cNvGraphicFramePr>
          <p:nvPr>
            <p:extLst>
              <p:ext uri="{D42A27DB-BD31-4B8C-83A1-F6EECF244321}">
                <p14:modId xmlns:p14="http://schemas.microsoft.com/office/powerpoint/2010/main" val="4064220187"/>
              </p:ext>
            </p:extLst>
          </p:nvPr>
        </p:nvGraphicFramePr>
        <p:xfrm>
          <a:off x="3570687" y="2297124"/>
          <a:ext cx="968121" cy="368808"/>
        </p:xfrm>
        <a:graphic>
          <a:graphicData uri="http://schemas.openxmlformats.org/presentationml/2006/ole">
            <mc:AlternateContent xmlns:mc="http://schemas.openxmlformats.org/markup-compatibility/2006">
              <mc:Choice xmlns:v="urn:schemas-microsoft-com:vml" Requires="v">
                <p:oleObj name="Equation" r:id="rId5" imgW="799920" imgH="304560" progId="Equation.DSMT4">
                  <p:embed/>
                </p:oleObj>
              </mc:Choice>
              <mc:Fallback>
                <p:oleObj name="Equation" r:id="rId5" imgW="799920" imgH="304560" progId="Equation.DSMT4">
                  <p:embed/>
                  <p:pic>
                    <p:nvPicPr>
                      <p:cNvPr id="23" name="Object 22">
                        <a:extLst>
                          <a:ext uri="{FF2B5EF4-FFF2-40B4-BE49-F238E27FC236}">
                            <a16:creationId xmlns:a16="http://schemas.microsoft.com/office/drawing/2014/main" id="{F97B2305-EBC4-589D-C9AE-CAF7D3B4A75C}"/>
                          </a:ext>
                        </a:extLst>
                      </p:cNvPr>
                      <p:cNvPicPr>
                        <a:picLocks noChangeAspect="1" noChangeArrowheads="1"/>
                      </p:cNvPicPr>
                      <p:nvPr/>
                    </p:nvPicPr>
                    <p:blipFill>
                      <a:blip r:embed="rId6"/>
                      <a:srcRect/>
                      <a:stretch>
                        <a:fillRect/>
                      </a:stretch>
                    </p:blipFill>
                    <p:spPr bwMode="auto">
                      <a:xfrm>
                        <a:off x="3570687" y="2297124"/>
                        <a:ext cx="968121" cy="368808"/>
                      </a:xfrm>
                      <a:prstGeom prst="rect">
                        <a:avLst/>
                      </a:prstGeom>
                      <a:solidFill>
                        <a:schemeClr val="bg1"/>
                      </a:solidFill>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4686152" y="2236431"/>
            <a:ext cx="4068549" cy="403352"/>
          </a:xfrm>
        </p:spPr>
        <p:txBody>
          <a:bodyPr lIns="0"/>
          <a:lstStyle/>
          <a:p>
            <a:r>
              <a:rPr lang="en-US" sz="2200" dirty="0"/>
              <a:t>may be assumed normal if both</a:t>
            </a:r>
            <a:endParaRPr lang="en-IN" sz="2200" dirty="0"/>
          </a:p>
        </p:txBody>
      </p:sp>
      <p:graphicFrame>
        <p:nvGraphicFramePr>
          <p:cNvPr id="25" name="Object 24">
            <a:extLst>
              <a:ext uri="{FF2B5EF4-FFF2-40B4-BE49-F238E27FC236}">
                <a16:creationId xmlns:a16="http://schemas.microsoft.com/office/drawing/2014/main" id="{84DE9CA9-D17D-45A9-438D-08E2AEA7763A}"/>
              </a:ext>
            </a:extLst>
          </p:cNvPr>
          <p:cNvGraphicFramePr>
            <a:graphicFrameLocks noChangeAspect="1"/>
          </p:cNvGraphicFramePr>
          <p:nvPr>
            <p:extLst>
              <p:ext uri="{D42A27DB-BD31-4B8C-83A1-F6EECF244321}">
                <p14:modId xmlns:p14="http://schemas.microsoft.com/office/powerpoint/2010/main" val="1497275999"/>
              </p:ext>
            </p:extLst>
          </p:nvPr>
        </p:nvGraphicFramePr>
        <p:xfrm>
          <a:off x="721574" y="2725900"/>
          <a:ext cx="2887979" cy="412568"/>
        </p:xfrm>
        <a:graphic>
          <a:graphicData uri="http://schemas.openxmlformats.org/presentationml/2006/ole">
            <mc:AlternateContent xmlns:mc="http://schemas.openxmlformats.org/markup-compatibility/2006">
              <mc:Choice xmlns:v="urn:schemas-microsoft-com:vml" Requires="v">
                <p:oleObj name="Equation" r:id="rId7" imgW="2666880" imgH="380880" progId="Equation.DSMT4">
                  <p:embed/>
                </p:oleObj>
              </mc:Choice>
              <mc:Fallback>
                <p:oleObj name="Equation" r:id="rId7" imgW="2666880" imgH="380880" progId="Equation.DSMT4">
                  <p:embed/>
                  <p:pic>
                    <p:nvPicPr>
                      <p:cNvPr id="23" name="Object 22">
                        <a:extLst>
                          <a:ext uri="{FF2B5EF4-FFF2-40B4-BE49-F238E27FC236}">
                            <a16:creationId xmlns:a16="http://schemas.microsoft.com/office/drawing/2014/main" id="{F97B2305-EBC4-589D-C9AE-CAF7D3B4A75C}"/>
                          </a:ext>
                        </a:extLst>
                      </p:cNvPr>
                      <p:cNvPicPr>
                        <a:picLocks noChangeAspect="1" noChangeArrowheads="1"/>
                      </p:cNvPicPr>
                      <p:nvPr/>
                    </p:nvPicPr>
                    <p:blipFill>
                      <a:blip r:embed="rId8"/>
                      <a:srcRect/>
                      <a:stretch>
                        <a:fillRect/>
                      </a:stretch>
                    </p:blipFill>
                    <p:spPr bwMode="auto">
                      <a:xfrm>
                        <a:off x="721574" y="2725900"/>
                        <a:ext cx="2887979" cy="412568"/>
                      </a:xfrm>
                      <a:prstGeom prst="rect">
                        <a:avLst/>
                      </a:prstGeom>
                      <a:solidFill>
                        <a:schemeClr val="bg1"/>
                      </a:solidFill>
                    </p:spPr>
                  </p:pic>
                </p:oleObj>
              </mc:Fallback>
            </mc:AlternateContent>
          </a:graphicData>
        </a:graphic>
      </p:graphicFrame>
      <p:graphicFrame>
        <p:nvGraphicFramePr>
          <p:cNvPr id="15" name="Object 14">
            <a:extLst>
              <a:ext uri="{FF2B5EF4-FFF2-40B4-BE49-F238E27FC236}">
                <a16:creationId xmlns:a16="http://schemas.microsoft.com/office/drawing/2014/main" id="{4B222E68-117F-73EC-3D35-AC9710A0920E}"/>
              </a:ext>
            </a:extLst>
          </p:cNvPr>
          <p:cNvGraphicFramePr>
            <a:graphicFrameLocks noChangeAspect="1"/>
          </p:cNvGraphicFramePr>
          <p:nvPr>
            <p:extLst>
              <p:ext uri="{D42A27DB-BD31-4B8C-83A1-F6EECF244321}">
                <p14:modId xmlns:p14="http://schemas.microsoft.com/office/powerpoint/2010/main" val="2746577032"/>
              </p:ext>
            </p:extLst>
          </p:nvPr>
        </p:nvGraphicFramePr>
        <p:xfrm>
          <a:off x="454025" y="3397203"/>
          <a:ext cx="2040714" cy="316663"/>
        </p:xfrm>
        <a:graphic>
          <a:graphicData uri="http://schemas.openxmlformats.org/presentationml/2006/ole">
            <mc:AlternateContent xmlns:mc="http://schemas.openxmlformats.org/markup-compatibility/2006">
              <mc:Choice xmlns:v="urn:schemas-microsoft-com:vml" Requires="v">
                <p:oleObj name="Equation" r:id="rId9" imgW="2209680" imgH="342720" progId="Equation.DSMT4">
                  <p:embed/>
                </p:oleObj>
              </mc:Choice>
              <mc:Fallback>
                <p:oleObj name="Equation" r:id="rId9" imgW="2209680" imgH="342720" progId="Equation.DSMT4">
                  <p:embed/>
                  <p:pic>
                    <p:nvPicPr>
                      <p:cNvPr id="25" name="Object 24">
                        <a:extLst>
                          <a:ext uri="{FF2B5EF4-FFF2-40B4-BE49-F238E27FC236}">
                            <a16:creationId xmlns:a16="http://schemas.microsoft.com/office/drawing/2014/main" id="{84DE9CA9-D17D-45A9-438D-08E2AEA7763A}"/>
                          </a:ext>
                        </a:extLst>
                      </p:cNvPr>
                      <p:cNvPicPr>
                        <a:picLocks noChangeAspect="1" noChangeArrowheads="1"/>
                      </p:cNvPicPr>
                      <p:nvPr/>
                    </p:nvPicPr>
                    <p:blipFill>
                      <a:blip r:embed="rId10"/>
                      <a:srcRect/>
                      <a:stretch>
                        <a:fillRect/>
                      </a:stretch>
                    </p:blipFill>
                    <p:spPr bwMode="auto">
                      <a:xfrm>
                        <a:off x="454025" y="3397203"/>
                        <a:ext cx="2040714" cy="316663"/>
                      </a:xfrm>
                      <a:prstGeom prst="rect">
                        <a:avLst/>
                      </a:prstGeom>
                      <a:solidFill>
                        <a:schemeClr val="bg1"/>
                      </a:solidFill>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361006" y="3808561"/>
            <a:ext cx="3015936" cy="428461"/>
          </a:xfrm>
        </p:spPr>
        <p:txBody>
          <a:bodyPr/>
          <a:lstStyle/>
          <a:p>
            <a:r>
              <a:rPr lang="en-IN" sz="2200" dirty="0"/>
              <a:t>The sample proportion</a:t>
            </a:r>
          </a:p>
        </p:txBody>
      </p:sp>
      <p:graphicFrame>
        <p:nvGraphicFramePr>
          <p:cNvPr id="27" name="Object 26">
            <a:extLst>
              <a:ext uri="{FF2B5EF4-FFF2-40B4-BE49-F238E27FC236}">
                <a16:creationId xmlns:a16="http://schemas.microsoft.com/office/drawing/2014/main" id="{FCB15D1F-1860-1402-7009-AB781B7FFCEB}"/>
              </a:ext>
            </a:extLst>
          </p:cNvPr>
          <p:cNvGraphicFramePr>
            <a:graphicFrameLocks noChangeAspect="1"/>
          </p:cNvGraphicFramePr>
          <p:nvPr>
            <p:extLst>
              <p:ext uri="{D42A27DB-BD31-4B8C-83A1-F6EECF244321}">
                <p14:modId xmlns:p14="http://schemas.microsoft.com/office/powerpoint/2010/main" val="40128618"/>
              </p:ext>
            </p:extLst>
          </p:nvPr>
        </p:nvGraphicFramePr>
        <p:xfrm>
          <a:off x="3331462" y="3864203"/>
          <a:ext cx="832587" cy="317175"/>
        </p:xfrm>
        <a:graphic>
          <a:graphicData uri="http://schemas.openxmlformats.org/presentationml/2006/ole">
            <mc:AlternateContent xmlns:mc="http://schemas.openxmlformats.org/markup-compatibility/2006">
              <mc:Choice xmlns:v="urn:schemas-microsoft-com:vml" Requires="v">
                <p:oleObj name="Equation" r:id="rId3" imgW="799920" imgH="304560" progId="Equation.DSMT4">
                  <p:embed/>
                </p:oleObj>
              </mc:Choice>
              <mc:Fallback>
                <p:oleObj name="Equation" r:id="rId3" imgW="799920" imgH="304560" progId="Equation.DSMT4">
                  <p:embed/>
                  <p:pic>
                    <p:nvPicPr>
                      <p:cNvPr id="23" name="Object 22">
                        <a:extLst>
                          <a:ext uri="{FF2B5EF4-FFF2-40B4-BE49-F238E27FC236}">
                            <a16:creationId xmlns:a16="http://schemas.microsoft.com/office/drawing/2014/main" id="{F97B2305-EBC4-589D-C9AE-CAF7D3B4A75C}"/>
                          </a:ext>
                        </a:extLst>
                      </p:cNvPr>
                      <p:cNvPicPr>
                        <a:picLocks noChangeAspect="1" noChangeArrowheads="1"/>
                      </p:cNvPicPr>
                      <p:nvPr/>
                    </p:nvPicPr>
                    <p:blipFill>
                      <a:blip r:embed="rId4"/>
                      <a:srcRect/>
                      <a:stretch>
                        <a:fillRect/>
                      </a:stretch>
                    </p:blipFill>
                    <p:spPr bwMode="auto">
                      <a:xfrm>
                        <a:off x="3331462" y="3864203"/>
                        <a:ext cx="832587" cy="317175"/>
                      </a:xfrm>
                      <a:prstGeom prst="rect">
                        <a:avLst/>
                      </a:prstGeom>
                      <a:solidFill>
                        <a:schemeClr val="bg1"/>
                      </a:solidFill>
                    </p:spPr>
                  </p:pic>
                </p:oleObj>
              </mc:Fallback>
            </mc:AlternateContent>
          </a:graphicData>
        </a:graphic>
      </p:graphicFrame>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4261830" y="3790571"/>
            <a:ext cx="3952404" cy="409975"/>
          </a:xfrm>
        </p:spPr>
        <p:txBody>
          <a:bodyPr lIns="0"/>
          <a:lstStyle/>
          <a:p>
            <a:r>
              <a:rPr lang="en-IN" sz="2200" dirty="0"/>
              <a:t>may be assumed normal when</a:t>
            </a:r>
          </a:p>
        </p:txBody>
      </p:sp>
      <p:sp>
        <p:nvSpPr>
          <p:cNvPr id="12" name="Content Placeholder 11">
            <a:extLst>
              <a:ext uri="{FF2B5EF4-FFF2-40B4-BE49-F238E27FC236}">
                <a16:creationId xmlns:a16="http://schemas.microsoft.com/office/drawing/2014/main" id="{A7E6DC27-5814-3C67-2ABE-FFAE94392D25}"/>
              </a:ext>
            </a:extLst>
          </p:cNvPr>
          <p:cNvSpPr>
            <a:spLocks noGrp="1"/>
          </p:cNvSpPr>
          <p:nvPr>
            <p:ph sz="quarter" idx="22"/>
          </p:nvPr>
        </p:nvSpPr>
        <p:spPr>
          <a:xfrm>
            <a:off x="361006" y="4257361"/>
            <a:ext cx="8176412" cy="736672"/>
          </a:xfrm>
        </p:spPr>
        <p:txBody>
          <a:bodyPr tIns="0"/>
          <a:lstStyle/>
          <a:p>
            <a:r>
              <a:rPr lang="en-IN" sz="2200" dirty="0"/>
              <a:t>the sample has at least 10 “successes” and at least 10 “failures,” that is, when </a:t>
            </a:r>
            <a:r>
              <a:rPr lang="en-IN" sz="2200" i="1" dirty="0"/>
              <a:t>x</a:t>
            </a:r>
            <a:r>
              <a:rPr lang="en-IN" sz="2200" dirty="0"/>
              <a:t> ≥ 10 and </a:t>
            </a:r>
            <a:r>
              <a:rPr lang="en-IN" sz="2200" i="1" dirty="0"/>
              <a:t>n</a:t>
            </a:r>
            <a:r>
              <a:rPr lang="en-IN" sz="2200" dirty="0"/>
              <a:t> − </a:t>
            </a:r>
            <a:r>
              <a:rPr lang="en-IN" sz="2200" i="1" dirty="0"/>
              <a:t>x</a:t>
            </a:r>
            <a:r>
              <a:rPr lang="en-IN" sz="2200" dirty="0"/>
              <a:t> ≥ 10.</a:t>
            </a:r>
          </a:p>
        </p:txBody>
      </p:sp>
      <p:graphicFrame>
        <p:nvGraphicFramePr>
          <p:cNvPr id="29" name="Object 28">
            <a:extLst>
              <a:ext uri="{FF2B5EF4-FFF2-40B4-BE49-F238E27FC236}">
                <a16:creationId xmlns:a16="http://schemas.microsoft.com/office/drawing/2014/main" id="{10310BEC-9A69-50F2-3A7B-4253AEA187B8}"/>
              </a:ext>
            </a:extLst>
          </p:cNvPr>
          <p:cNvGraphicFramePr>
            <a:graphicFrameLocks noChangeAspect="1"/>
          </p:cNvGraphicFramePr>
          <p:nvPr>
            <p:extLst>
              <p:ext uri="{D42A27DB-BD31-4B8C-83A1-F6EECF244321}">
                <p14:modId xmlns:p14="http://schemas.microsoft.com/office/powerpoint/2010/main" val="499179506"/>
              </p:ext>
            </p:extLst>
          </p:nvPr>
        </p:nvGraphicFramePr>
        <p:xfrm>
          <a:off x="454025" y="5282826"/>
          <a:ext cx="344488" cy="327025"/>
        </p:xfrm>
        <a:graphic>
          <a:graphicData uri="http://schemas.openxmlformats.org/presentationml/2006/ole">
            <mc:AlternateContent xmlns:mc="http://schemas.openxmlformats.org/markup-compatibility/2006">
              <mc:Choice xmlns:v="urn:schemas-microsoft-com:vml" Requires="v">
                <p:oleObj name="Equation" r:id="rId11" imgW="228600" imgH="215640" progId="Equation.DSMT4">
                  <p:embed/>
                </p:oleObj>
              </mc:Choice>
              <mc:Fallback>
                <p:oleObj name="Equation" r:id="rId11" imgW="228600" imgH="215640" progId="Equation.DSMT4">
                  <p:embed/>
                  <p:pic>
                    <p:nvPicPr>
                      <p:cNvPr id="28" name="Object 27">
                        <a:extLst>
                          <a:ext uri="{FF2B5EF4-FFF2-40B4-BE49-F238E27FC236}">
                            <a16:creationId xmlns:a16="http://schemas.microsoft.com/office/drawing/2014/main" id="{DB5925BF-9CC9-78CC-452E-9EA2805A96EB}"/>
                          </a:ext>
                        </a:extLst>
                      </p:cNvPr>
                      <p:cNvPicPr>
                        <a:picLocks noChangeAspect="1" noChangeArrowheads="1"/>
                      </p:cNvPicPr>
                      <p:nvPr/>
                    </p:nvPicPr>
                    <p:blipFill>
                      <a:blip r:embed="rId12"/>
                      <a:srcRect/>
                      <a:stretch>
                        <a:fillRect/>
                      </a:stretch>
                    </p:blipFill>
                    <p:spPr bwMode="auto">
                      <a:xfrm>
                        <a:off x="454025" y="5282826"/>
                        <a:ext cx="344488" cy="327025"/>
                      </a:xfrm>
                      <a:prstGeom prst="rect">
                        <a:avLst/>
                      </a:prstGeom>
                      <a:solidFill>
                        <a:schemeClr val="bg1"/>
                      </a:solidFill>
                    </p:spPr>
                  </p:pic>
                </p:oleObj>
              </mc:Fallback>
            </mc:AlternateContent>
          </a:graphicData>
        </a:graphic>
      </p:graphicFrame>
      <p:sp>
        <p:nvSpPr>
          <p:cNvPr id="14" name="Content Placeholder 13">
            <a:extLst>
              <a:ext uri="{FF2B5EF4-FFF2-40B4-BE49-F238E27FC236}">
                <a16:creationId xmlns:a16="http://schemas.microsoft.com/office/drawing/2014/main" id="{8F8CAFDE-3A0B-CC88-FBEE-2CF5614F726C}"/>
              </a:ext>
            </a:extLst>
          </p:cNvPr>
          <p:cNvSpPr>
            <a:spLocks noGrp="1"/>
          </p:cNvSpPr>
          <p:nvPr>
            <p:ph sz="quarter" idx="24"/>
          </p:nvPr>
        </p:nvSpPr>
        <p:spPr>
          <a:xfrm>
            <a:off x="788405" y="5256012"/>
            <a:ext cx="4292642" cy="438305"/>
          </a:xfrm>
        </p:spPr>
        <p:txBody>
          <a:bodyPr/>
          <a:lstStyle/>
          <a:p>
            <a:r>
              <a:rPr lang="en-IN" sz="2200" dirty="0"/>
              <a:t>good alternative rule is to require</a:t>
            </a:r>
          </a:p>
        </p:txBody>
      </p:sp>
      <p:graphicFrame>
        <p:nvGraphicFramePr>
          <p:cNvPr id="9" name="Object 8">
            <a:extLst>
              <a:ext uri="{FF2B5EF4-FFF2-40B4-BE49-F238E27FC236}">
                <a16:creationId xmlns:a16="http://schemas.microsoft.com/office/drawing/2014/main" id="{A11B728E-9EBB-B357-F954-F852D626964D}"/>
              </a:ext>
            </a:extLst>
          </p:cNvPr>
          <p:cNvGraphicFramePr>
            <a:graphicFrameLocks noChangeAspect="1"/>
          </p:cNvGraphicFramePr>
          <p:nvPr>
            <p:extLst>
              <p:ext uri="{D42A27DB-BD31-4B8C-83A1-F6EECF244321}">
                <p14:modId xmlns:p14="http://schemas.microsoft.com/office/powerpoint/2010/main" val="2421573501"/>
              </p:ext>
            </p:extLst>
          </p:nvPr>
        </p:nvGraphicFramePr>
        <p:xfrm>
          <a:off x="5010774" y="5283824"/>
          <a:ext cx="3803991" cy="382181"/>
        </p:xfrm>
        <a:graphic>
          <a:graphicData uri="http://schemas.openxmlformats.org/presentationml/2006/ole">
            <mc:AlternateContent xmlns:mc="http://schemas.openxmlformats.org/markup-compatibility/2006">
              <mc:Choice xmlns:v="urn:schemas-microsoft-com:vml" Requires="v">
                <p:oleObj name="Equation" r:id="rId13" imgW="2654280" imgH="266400" progId="Equation.DSMT4">
                  <p:embed/>
                </p:oleObj>
              </mc:Choice>
              <mc:Fallback>
                <p:oleObj name="Equation" r:id="rId13" imgW="2654280" imgH="266400" progId="Equation.DSMT4">
                  <p:embed/>
                  <p:pic>
                    <p:nvPicPr>
                      <p:cNvPr id="0" name=""/>
                      <p:cNvPicPr/>
                      <p:nvPr/>
                    </p:nvPicPr>
                    <p:blipFill>
                      <a:blip r:embed="rId14"/>
                      <a:stretch>
                        <a:fillRect/>
                      </a:stretch>
                    </p:blipFill>
                    <p:spPr>
                      <a:xfrm>
                        <a:off x="5010774" y="5283824"/>
                        <a:ext cx="3803991" cy="382181"/>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45</a:t>
            </a:fld>
            <a:endParaRPr lang="en-US"/>
          </a:p>
        </p:txBody>
      </p:sp>
    </p:spTree>
    <p:extLst>
      <p:ext uri="{BB962C8B-B14F-4D97-AF65-F5344CB8AC3E}">
        <p14:creationId xmlns:p14="http://schemas.microsoft.com/office/powerpoint/2010/main" val="1202344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Autofit/>
          </a:bodyPr>
          <a:lstStyle/>
          <a:p>
            <a:r>
              <a:rPr lang="en-US" sz="3200" dirty="0"/>
              <a:t>When is it Safe to Assume Normality of </a:t>
            </a:r>
            <a:r>
              <a:rPr lang="en-US" sz="3200" i="1" dirty="0"/>
              <a:t>p</a:t>
            </a:r>
            <a:r>
              <a:rPr lang="en-US" sz="3200" dirty="0"/>
              <a:t>?</a:t>
            </a:r>
            <a:r>
              <a:rPr lang="en-US" sz="3200" i="1" dirty="0"/>
              <a:t> </a:t>
            </a:r>
            <a:r>
              <a:rPr lang="en-US" sz="1000" b="0" dirty="0"/>
              <a:t>2</a:t>
            </a:r>
            <a:endParaRPr lang="en-IN" sz="1000" b="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230732" cy="1753387"/>
          </a:xfrm>
        </p:spPr>
        <p:txBody>
          <a:bodyPr/>
          <a:lstStyle/>
          <a:p>
            <a:pPr marL="292608" indent="-292608">
              <a:buFont typeface="Arial" panose="020B0604020202020204" pitchFamily="34" charset="0"/>
              <a:buChar char="•"/>
            </a:pPr>
            <a:r>
              <a:rPr lang="en-US" sz="2000" dirty="0"/>
              <a:t>The table shows that a very large sample may be needed to assume normality of the sample proportion when </a:t>
            </a:r>
            <a:r>
              <a:rPr lang="el-GR" sz="2000" i="1" dirty="0"/>
              <a:t>π</a:t>
            </a:r>
            <a:r>
              <a:rPr lang="en-IN" sz="2000" i="1" dirty="0"/>
              <a:t> </a:t>
            </a:r>
            <a:r>
              <a:rPr lang="en-IN" sz="2000" dirty="0"/>
              <a:t>differs greatly from .50.</a:t>
            </a:r>
          </a:p>
          <a:p>
            <a:pPr marL="292608" indent="-292608">
              <a:buFont typeface="Arial" panose="020B0604020202020204" pitchFamily="34" charset="0"/>
              <a:buChar char="•"/>
            </a:pPr>
            <a:r>
              <a:rPr lang="en-US" sz="2000" dirty="0"/>
              <a:t>If your sample is too small to assume a normal distribution for </a:t>
            </a:r>
            <a:r>
              <a:rPr lang="en-US" sz="2000" i="1" dirty="0"/>
              <a:t>p</a:t>
            </a:r>
            <a:r>
              <a:rPr lang="en-US" sz="2000" dirty="0"/>
              <a:t>, you would need to construct a confidence interval using the binomial distribution.</a:t>
            </a:r>
            <a:endParaRPr lang="en-IN" sz="2000" dirty="0"/>
          </a:p>
        </p:txBody>
      </p:sp>
      <p:graphicFrame>
        <p:nvGraphicFramePr>
          <p:cNvPr id="25" name="Table 25">
            <a:extLst>
              <a:ext uri="{FF2B5EF4-FFF2-40B4-BE49-F238E27FC236}">
                <a16:creationId xmlns:a16="http://schemas.microsoft.com/office/drawing/2014/main" id="{6AB09AF8-2A2F-3D88-D15E-F68B0254EDAB}"/>
              </a:ext>
            </a:extLst>
          </p:cNvPr>
          <p:cNvGraphicFramePr>
            <a:graphicFrameLocks noGrp="1"/>
          </p:cNvGraphicFramePr>
          <p:nvPr>
            <p:ph sz="quarter" idx="18"/>
            <p:extLst>
              <p:ext uri="{D42A27DB-BD31-4B8C-83A1-F6EECF244321}">
                <p14:modId xmlns:p14="http://schemas.microsoft.com/office/powerpoint/2010/main" val="171747766"/>
              </p:ext>
            </p:extLst>
          </p:nvPr>
        </p:nvGraphicFramePr>
        <p:xfrm>
          <a:off x="3324096" y="3170197"/>
          <a:ext cx="2495808" cy="3383280"/>
        </p:xfrm>
        <a:graphic>
          <a:graphicData uri="http://schemas.openxmlformats.org/drawingml/2006/table">
            <a:tbl>
              <a:tblPr firstRow="1" bandRow="1">
                <a:tableStyleId>{5C22544A-7EE6-4342-B048-85BDC9FD1C3A}</a:tableStyleId>
              </a:tblPr>
              <a:tblGrid>
                <a:gridCol w="1431096">
                  <a:extLst>
                    <a:ext uri="{9D8B030D-6E8A-4147-A177-3AD203B41FA5}">
                      <a16:colId xmlns:a16="http://schemas.microsoft.com/office/drawing/2014/main" val="199403810"/>
                    </a:ext>
                  </a:extLst>
                </a:gridCol>
                <a:gridCol w="1064712">
                  <a:extLst>
                    <a:ext uri="{9D8B030D-6E8A-4147-A177-3AD203B41FA5}">
                      <a16:colId xmlns:a16="http://schemas.microsoft.com/office/drawing/2014/main" val="3621059992"/>
                    </a:ext>
                  </a:extLst>
                </a:gridCol>
              </a:tblGrid>
              <a:tr h="0">
                <a:tc>
                  <a:txBody>
                    <a:bodyPr/>
                    <a:lstStyle/>
                    <a:p>
                      <a:pPr algn="ctr"/>
                      <a:r>
                        <a:rPr lang="el-GR" sz="1800" b="1" i="1" kern="1200" dirty="0">
                          <a:solidFill>
                            <a:schemeClr val="lt1"/>
                          </a:solidFill>
                          <a:effectLst/>
                          <a:latin typeface="+mn-lt"/>
                          <a:ea typeface="+mn-ea"/>
                          <a:cs typeface="+mn-cs"/>
                        </a:rPr>
                        <a:t>π</a:t>
                      </a:r>
                      <a:endParaRPr lang="en-IN" sz="1200" b="1" i="1" dirty="0"/>
                    </a:p>
                  </a:txBody>
                  <a:tcPr/>
                </a:tc>
                <a:tc>
                  <a:txBody>
                    <a:bodyPr/>
                    <a:lstStyle/>
                    <a:p>
                      <a:pPr algn="ctr"/>
                      <a:r>
                        <a:rPr lang="en-IN" sz="1800" i="1" dirty="0"/>
                        <a:t>n</a:t>
                      </a:r>
                    </a:p>
                  </a:txBody>
                  <a:tcPr/>
                </a:tc>
                <a:extLst>
                  <a:ext uri="{0D108BD9-81ED-4DB2-BD59-A6C34878D82A}">
                    <a16:rowId xmlns:a16="http://schemas.microsoft.com/office/drawing/2014/main" val="1757826194"/>
                  </a:ext>
                </a:extLst>
              </a:tr>
              <a:tr h="0">
                <a:tc>
                  <a:txBody>
                    <a:bodyPr/>
                    <a:lstStyle/>
                    <a:p>
                      <a:pPr algn="r"/>
                      <a:r>
                        <a:rPr lang="en-IN" sz="1200" dirty="0"/>
                        <a:t>.50</a:t>
                      </a:r>
                    </a:p>
                  </a:txBody>
                  <a:tcPr/>
                </a:tc>
                <a:tc>
                  <a:txBody>
                    <a:bodyPr/>
                    <a:lstStyle/>
                    <a:p>
                      <a:pPr algn="r"/>
                      <a:r>
                        <a:rPr lang="en-IN" sz="1200" dirty="0"/>
                        <a:t>20</a:t>
                      </a:r>
                    </a:p>
                  </a:txBody>
                  <a:tcPr/>
                </a:tc>
                <a:extLst>
                  <a:ext uri="{0D108BD9-81ED-4DB2-BD59-A6C34878D82A}">
                    <a16:rowId xmlns:a16="http://schemas.microsoft.com/office/drawing/2014/main" val="1846771189"/>
                  </a:ext>
                </a:extLst>
              </a:tr>
              <a:tr h="0">
                <a:tc>
                  <a:txBody>
                    <a:bodyPr/>
                    <a:lstStyle/>
                    <a:p>
                      <a:pPr algn="r"/>
                      <a:r>
                        <a:rPr lang="en-IN" sz="1200" dirty="0"/>
                        <a:t>.40 or .60</a:t>
                      </a:r>
                    </a:p>
                  </a:txBody>
                  <a:tcPr/>
                </a:tc>
                <a:tc>
                  <a:txBody>
                    <a:bodyPr/>
                    <a:lstStyle/>
                    <a:p>
                      <a:pPr algn="r"/>
                      <a:r>
                        <a:rPr lang="en-IN" sz="1200" dirty="0"/>
                        <a:t>25</a:t>
                      </a:r>
                    </a:p>
                  </a:txBody>
                  <a:tcPr/>
                </a:tc>
                <a:extLst>
                  <a:ext uri="{0D108BD9-81ED-4DB2-BD59-A6C34878D82A}">
                    <a16:rowId xmlns:a16="http://schemas.microsoft.com/office/drawing/2014/main" val="3589719217"/>
                  </a:ext>
                </a:extLst>
              </a:tr>
              <a:tr h="0">
                <a:tc>
                  <a:txBody>
                    <a:bodyPr/>
                    <a:lstStyle/>
                    <a:p>
                      <a:pPr algn="r"/>
                      <a:r>
                        <a:rPr lang="en-IN" sz="1200" dirty="0"/>
                        <a:t>.30 or .70</a:t>
                      </a:r>
                    </a:p>
                  </a:txBody>
                  <a:tcPr/>
                </a:tc>
                <a:tc>
                  <a:txBody>
                    <a:bodyPr/>
                    <a:lstStyle/>
                    <a:p>
                      <a:pPr algn="r"/>
                      <a:r>
                        <a:rPr lang="en-IN" sz="1200" dirty="0"/>
                        <a:t>33</a:t>
                      </a:r>
                    </a:p>
                  </a:txBody>
                  <a:tcPr/>
                </a:tc>
                <a:extLst>
                  <a:ext uri="{0D108BD9-81ED-4DB2-BD59-A6C34878D82A}">
                    <a16:rowId xmlns:a16="http://schemas.microsoft.com/office/drawing/2014/main" val="3353784073"/>
                  </a:ext>
                </a:extLst>
              </a:tr>
              <a:tr h="0">
                <a:tc>
                  <a:txBody>
                    <a:bodyPr/>
                    <a:lstStyle/>
                    <a:p>
                      <a:pPr algn="r"/>
                      <a:r>
                        <a:rPr lang="en-IN" sz="1200" dirty="0"/>
                        <a:t>.20 or .80</a:t>
                      </a:r>
                    </a:p>
                  </a:txBody>
                  <a:tcPr/>
                </a:tc>
                <a:tc>
                  <a:txBody>
                    <a:bodyPr/>
                    <a:lstStyle/>
                    <a:p>
                      <a:pPr algn="r"/>
                      <a:r>
                        <a:rPr lang="en-IN" sz="1200" dirty="0"/>
                        <a:t>.50</a:t>
                      </a:r>
                    </a:p>
                  </a:txBody>
                  <a:tcPr/>
                </a:tc>
                <a:extLst>
                  <a:ext uri="{0D108BD9-81ED-4DB2-BD59-A6C34878D82A}">
                    <a16:rowId xmlns:a16="http://schemas.microsoft.com/office/drawing/2014/main" val="3671513079"/>
                  </a:ext>
                </a:extLst>
              </a:tr>
              <a:tr h="0">
                <a:tc>
                  <a:txBody>
                    <a:bodyPr/>
                    <a:lstStyle/>
                    <a:p>
                      <a:pPr algn="r"/>
                      <a:r>
                        <a:rPr lang="en-IN" sz="1200" dirty="0"/>
                        <a:t>.10 or .90</a:t>
                      </a:r>
                    </a:p>
                  </a:txBody>
                  <a:tcPr/>
                </a:tc>
                <a:tc>
                  <a:txBody>
                    <a:bodyPr/>
                    <a:lstStyle/>
                    <a:p>
                      <a:pPr algn="r"/>
                      <a:r>
                        <a:rPr lang="en-IN" sz="1200" dirty="0"/>
                        <a:t>100</a:t>
                      </a:r>
                    </a:p>
                  </a:txBody>
                  <a:tcPr/>
                </a:tc>
                <a:extLst>
                  <a:ext uri="{0D108BD9-81ED-4DB2-BD59-A6C34878D82A}">
                    <a16:rowId xmlns:a16="http://schemas.microsoft.com/office/drawing/2014/main" val="1818712792"/>
                  </a:ext>
                </a:extLst>
              </a:tr>
              <a:tr h="0">
                <a:tc>
                  <a:txBody>
                    <a:bodyPr/>
                    <a:lstStyle/>
                    <a:p>
                      <a:pPr algn="r"/>
                      <a:r>
                        <a:rPr lang="en-IN" sz="1200" dirty="0"/>
                        <a:t>.05 or .95</a:t>
                      </a:r>
                    </a:p>
                  </a:txBody>
                  <a:tcPr/>
                </a:tc>
                <a:tc>
                  <a:txBody>
                    <a:bodyPr/>
                    <a:lstStyle/>
                    <a:p>
                      <a:pPr algn="r"/>
                      <a:r>
                        <a:rPr lang="en-IN" sz="1200" dirty="0"/>
                        <a:t>200</a:t>
                      </a:r>
                    </a:p>
                  </a:txBody>
                  <a:tcPr/>
                </a:tc>
                <a:extLst>
                  <a:ext uri="{0D108BD9-81ED-4DB2-BD59-A6C34878D82A}">
                    <a16:rowId xmlns:a16="http://schemas.microsoft.com/office/drawing/2014/main" val="2019830890"/>
                  </a:ext>
                </a:extLst>
              </a:tr>
              <a:tr h="0">
                <a:tc>
                  <a:txBody>
                    <a:bodyPr/>
                    <a:lstStyle/>
                    <a:p>
                      <a:pPr algn="r"/>
                      <a:r>
                        <a:rPr lang="en-IN" sz="1200" dirty="0"/>
                        <a:t>.02 or .98</a:t>
                      </a:r>
                    </a:p>
                  </a:txBody>
                  <a:tcPr/>
                </a:tc>
                <a:tc>
                  <a:txBody>
                    <a:bodyPr/>
                    <a:lstStyle/>
                    <a:p>
                      <a:pPr algn="r"/>
                      <a:r>
                        <a:rPr lang="en-IN" sz="1200" dirty="0"/>
                        <a:t>500</a:t>
                      </a:r>
                    </a:p>
                  </a:txBody>
                  <a:tcPr/>
                </a:tc>
                <a:extLst>
                  <a:ext uri="{0D108BD9-81ED-4DB2-BD59-A6C34878D82A}">
                    <a16:rowId xmlns:a16="http://schemas.microsoft.com/office/drawing/2014/main" val="1504279942"/>
                  </a:ext>
                </a:extLst>
              </a:tr>
              <a:tr h="0">
                <a:tc>
                  <a:txBody>
                    <a:bodyPr/>
                    <a:lstStyle/>
                    <a:p>
                      <a:pPr algn="r"/>
                      <a:r>
                        <a:rPr lang="en-IN" sz="1200" dirty="0"/>
                        <a:t>.01 or .99</a:t>
                      </a:r>
                    </a:p>
                  </a:txBody>
                  <a:tcPr/>
                </a:tc>
                <a:tc>
                  <a:txBody>
                    <a:bodyPr/>
                    <a:lstStyle/>
                    <a:p>
                      <a:pPr algn="r"/>
                      <a:r>
                        <a:rPr lang="en-IN" sz="1200" dirty="0"/>
                        <a:t>1,000</a:t>
                      </a:r>
                    </a:p>
                  </a:txBody>
                  <a:tcPr/>
                </a:tc>
                <a:extLst>
                  <a:ext uri="{0D108BD9-81ED-4DB2-BD59-A6C34878D82A}">
                    <a16:rowId xmlns:a16="http://schemas.microsoft.com/office/drawing/2014/main" val="809397128"/>
                  </a:ext>
                </a:extLst>
              </a:tr>
              <a:tr h="0">
                <a:tc>
                  <a:txBody>
                    <a:bodyPr/>
                    <a:lstStyle/>
                    <a:p>
                      <a:pPr algn="r"/>
                      <a:r>
                        <a:rPr lang="en-IN" sz="1200" dirty="0"/>
                        <a:t>.005 or .995</a:t>
                      </a:r>
                    </a:p>
                  </a:txBody>
                  <a:tcPr/>
                </a:tc>
                <a:tc>
                  <a:txBody>
                    <a:bodyPr/>
                    <a:lstStyle/>
                    <a:p>
                      <a:pPr algn="r"/>
                      <a:r>
                        <a:rPr lang="en-IN" sz="1200" dirty="0"/>
                        <a:t>2,000</a:t>
                      </a:r>
                    </a:p>
                  </a:txBody>
                  <a:tcPr/>
                </a:tc>
                <a:extLst>
                  <a:ext uri="{0D108BD9-81ED-4DB2-BD59-A6C34878D82A}">
                    <a16:rowId xmlns:a16="http://schemas.microsoft.com/office/drawing/2014/main" val="1990552864"/>
                  </a:ext>
                </a:extLst>
              </a:tr>
              <a:tr h="0">
                <a:tc>
                  <a:txBody>
                    <a:bodyPr/>
                    <a:lstStyle/>
                    <a:p>
                      <a:pPr algn="r"/>
                      <a:r>
                        <a:rPr lang="en-IN" sz="1200" dirty="0"/>
                        <a:t>.002 or .998</a:t>
                      </a:r>
                    </a:p>
                  </a:txBody>
                  <a:tcPr/>
                </a:tc>
                <a:tc>
                  <a:txBody>
                    <a:bodyPr/>
                    <a:lstStyle/>
                    <a:p>
                      <a:pPr algn="r"/>
                      <a:r>
                        <a:rPr lang="en-IN" sz="1200" dirty="0"/>
                        <a:t>5,000</a:t>
                      </a:r>
                    </a:p>
                  </a:txBody>
                  <a:tcPr/>
                </a:tc>
                <a:extLst>
                  <a:ext uri="{0D108BD9-81ED-4DB2-BD59-A6C34878D82A}">
                    <a16:rowId xmlns:a16="http://schemas.microsoft.com/office/drawing/2014/main" val="2835898645"/>
                  </a:ext>
                </a:extLst>
              </a:tr>
              <a:tr h="0">
                <a:tc>
                  <a:txBody>
                    <a:bodyPr/>
                    <a:lstStyle/>
                    <a:p>
                      <a:pPr algn="r"/>
                      <a:r>
                        <a:rPr lang="en-IN" sz="1200" dirty="0"/>
                        <a:t>.001 or .999</a:t>
                      </a:r>
                    </a:p>
                  </a:txBody>
                  <a:tcPr/>
                </a:tc>
                <a:tc>
                  <a:txBody>
                    <a:bodyPr/>
                    <a:lstStyle/>
                    <a:p>
                      <a:pPr algn="r"/>
                      <a:r>
                        <a:rPr lang="en-IN" sz="1200" dirty="0"/>
                        <a:t>10,000</a:t>
                      </a:r>
                    </a:p>
                  </a:txBody>
                  <a:tcPr/>
                </a:tc>
                <a:extLst>
                  <a:ext uri="{0D108BD9-81ED-4DB2-BD59-A6C34878D82A}">
                    <a16:rowId xmlns:a16="http://schemas.microsoft.com/office/drawing/2014/main" val="1369780416"/>
                  </a:ext>
                </a:extLst>
              </a:tr>
            </a:tbl>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46</a:t>
            </a:fld>
            <a:endParaRPr lang="en-US"/>
          </a:p>
        </p:txBody>
      </p:sp>
    </p:spTree>
    <p:extLst>
      <p:ext uri="{BB962C8B-B14F-4D97-AF65-F5344CB8AC3E}">
        <p14:creationId xmlns:p14="http://schemas.microsoft.com/office/powerpoint/2010/main" val="1212453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075236" cy="903231"/>
          </a:xfrm>
        </p:spPr>
        <p:txBody>
          <a:bodyPr>
            <a:normAutofit/>
          </a:bodyPr>
          <a:lstStyle/>
          <a:p>
            <a:r>
              <a:rPr lang="en-IN" sz="3600" dirty="0"/>
              <a:t>Confidence Interval for </a:t>
            </a:r>
            <a:r>
              <a:rPr lang="el-GR" sz="3600" i="1" dirty="0"/>
              <a:t>π</a:t>
            </a:r>
            <a:endParaRPr lang="en-IN" sz="3600" i="1"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1" y="1265584"/>
            <a:ext cx="4343399" cy="463628"/>
          </a:xfrm>
        </p:spPr>
        <p:txBody>
          <a:bodyPr/>
          <a:lstStyle/>
          <a:p>
            <a:r>
              <a:rPr lang="en-IN" b="1" dirty="0">
                <a:solidFill>
                  <a:schemeClr val="tx1"/>
                </a:solidFill>
              </a:rPr>
              <a:t>Confidence Interval for </a:t>
            </a:r>
            <a:r>
              <a:rPr lang="el-GR" sz="2400" b="1" i="1" dirty="0"/>
              <a:t>π</a:t>
            </a:r>
            <a:r>
              <a:rPr lang="en-US" sz="2400" b="1" i="1" dirty="0"/>
              <a:t> </a:t>
            </a:r>
            <a:r>
              <a:rPr lang="en-US" sz="2400" b="1" dirty="0"/>
              <a:t>:</a:t>
            </a:r>
            <a:endParaRPr lang="en-IN" b="1" dirty="0">
              <a:solidFill>
                <a:schemeClr val="tx1"/>
              </a:solidFill>
            </a:endParaRPr>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2029289"/>
            <a:ext cx="1015120" cy="450063"/>
          </a:xfrm>
        </p:spPr>
        <p:txBody>
          <a:bodyPr/>
          <a:lstStyle/>
          <a:p>
            <a:r>
              <a:rPr lang="en-IN" b="1" dirty="0"/>
              <a:t>(8.11)</a:t>
            </a:r>
          </a:p>
        </p:txBody>
      </p:sp>
      <p:graphicFrame>
        <p:nvGraphicFramePr>
          <p:cNvPr id="25" name="Object 24">
            <a:extLst>
              <a:ext uri="{FF2B5EF4-FFF2-40B4-BE49-F238E27FC236}">
                <a16:creationId xmlns:a16="http://schemas.microsoft.com/office/drawing/2014/main" id="{65E5B330-1340-0127-DC35-B24B6CCECE59}"/>
              </a:ext>
            </a:extLst>
          </p:cNvPr>
          <p:cNvGraphicFramePr>
            <a:graphicFrameLocks noChangeAspect="1"/>
          </p:cNvGraphicFramePr>
          <p:nvPr>
            <p:extLst>
              <p:ext uri="{D42A27DB-BD31-4B8C-83A1-F6EECF244321}">
                <p14:modId xmlns:p14="http://schemas.microsoft.com/office/powerpoint/2010/main" val="1372990870"/>
              </p:ext>
            </p:extLst>
          </p:nvPr>
        </p:nvGraphicFramePr>
        <p:xfrm>
          <a:off x="3460750" y="1898650"/>
          <a:ext cx="2298700" cy="889000"/>
        </p:xfrm>
        <a:graphic>
          <a:graphicData uri="http://schemas.openxmlformats.org/presentationml/2006/ole">
            <mc:AlternateContent xmlns:mc="http://schemas.openxmlformats.org/markup-compatibility/2006">
              <mc:Choice xmlns:v="urn:schemas-microsoft-com:vml" Requires="v">
                <p:oleObj name="Equation" r:id="rId2" imgW="2298600" imgH="888840" progId="Equation.DSMT4">
                  <p:embed/>
                </p:oleObj>
              </mc:Choice>
              <mc:Fallback>
                <p:oleObj name="Equation" r:id="rId2" imgW="2298600" imgH="888840" progId="Equation.DSMT4">
                  <p:embed/>
                  <p:pic>
                    <p:nvPicPr>
                      <p:cNvPr id="23" name="Object 22">
                        <a:extLst>
                          <a:ext uri="{FF2B5EF4-FFF2-40B4-BE49-F238E27FC236}">
                            <a16:creationId xmlns:a16="http://schemas.microsoft.com/office/drawing/2014/main" id="{1364F775-E255-5DAF-E0BA-977FB9972FEF}"/>
                          </a:ext>
                        </a:extLst>
                      </p:cNvPr>
                      <p:cNvPicPr>
                        <a:picLocks noChangeAspect="1" noChangeArrowheads="1"/>
                      </p:cNvPicPr>
                      <p:nvPr/>
                    </p:nvPicPr>
                    <p:blipFill>
                      <a:blip r:embed="rId3"/>
                      <a:srcRect/>
                      <a:stretch>
                        <a:fillRect/>
                      </a:stretch>
                    </p:blipFill>
                    <p:spPr bwMode="auto">
                      <a:xfrm>
                        <a:off x="3460750" y="1898650"/>
                        <a:ext cx="2298700" cy="889000"/>
                      </a:xfrm>
                      <a:prstGeom prst="rect">
                        <a:avLst/>
                      </a:prstGeom>
                      <a:solidFill>
                        <a:schemeClr val="bg1"/>
                      </a:solid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2986537"/>
            <a:ext cx="2726225" cy="444726"/>
          </a:xfrm>
        </p:spPr>
        <p:txBody>
          <a:bodyPr/>
          <a:lstStyle/>
          <a:p>
            <a:pPr marL="292608" indent="-292608">
              <a:buFont typeface="Arial" panose="020B0604020202020204" pitchFamily="34" charset="0"/>
              <a:buChar char="•"/>
            </a:pPr>
            <a:r>
              <a:rPr lang="en-IN" dirty="0"/>
              <a:t>The table shows</a:t>
            </a:r>
          </a:p>
        </p:txBody>
      </p:sp>
      <p:graphicFrame>
        <p:nvGraphicFramePr>
          <p:cNvPr id="26" name="Object 25">
            <a:extLst>
              <a:ext uri="{FF2B5EF4-FFF2-40B4-BE49-F238E27FC236}">
                <a16:creationId xmlns:a16="http://schemas.microsoft.com/office/drawing/2014/main" id="{099FACE3-8D8E-0C56-7622-A56E2DD16D7B}"/>
              </a:ext>
            </a:extLst>
          </p:cNvPr>
          <p:cNvGraphicFramePr>
            <a:graphicFrameLocks noChangeAspect="1"/>
          </p:cNvGraphicFramePr>
          <p:nvPr>
            <p:extLst>
              <p:ext uri="{D42A27DB-BD31-4B8C-83A1-F6EECF244321}">
                <p14:modId xmlns:p14="http://schemas.microsoft.com/office/powerpoint/2010/main" val="2984643626"/>
              </p:ext>
            </p:extLst>
          </p:nvPr>
        </p:nvGraphicFramePr>
        <p:xfrm>
          <a:off x="3063842" y="3036366"/>
          <a:ext cx="515185" cy="429321"/>
        </p:xfrm>
        <a:graphic>
          <a:graphicData uri="http://schemas.openxmlformats.org/presentationml/2006/ole">
            <mc:AlternateContent xmlns:mc="http://schemas.openxmlformats.org/markup-compatibility/2006">
              <mc:Choice xmlns:v="urn:schemas-microsoft-com:vml" Requires="v">
                <p:oleObj name="Equation" r:id="rId4" imgW="457200" imgH="380880" progId="Equation.DSMT4">
                  <p:embed/>
                </p:oleObj>
              </mc:Choice>
              <mc:Fallback>
                <p:oleObj name="Equation" r:id="rId4" imgW="457200" imgH="380880" progId="Equation.DSMT4">
                  <p:embed/>
                  <p:pic>
                    <p:nvPicPr>
                      <p:cNvPr id="25" name="Object 24">
                        <a:extLst>
                          <a:ext uri="{FF2B5EF4-FFF2-40B4-BE49-F238E27FC236}">
                            <a16:creationId xmlns:a16="http://schemas.microsoft.com/office/drawing/2014/main" id="{65E5B330-1340-0127-DC35-B24B6CCECE59}"/>
                          </a:ext>
                        </a:extLst>
                      </p:cNvPr>
                      <p:cNvPicPr>
                        <a:picLocks noChangeAspect="1" noChangeArrowheads="1"/>
                      </p:cNvPicPr>
                      <p:nvPr/>
                    </p:nvPicPr>
                    <p:blipFill>
                      <a:blip r:embed="rId5"/>
                      <a:srcRect/>
                      <a:stretch>
                        <a:fillRect/>
                      </a:stretch>
                    </p:blipFill>
                    <p:spPr bwMode="auto">
                      <a:xfrm>
                        <a:off x="3063842" y="3036366"/>
                        <a:ext cx="515185" cy="429321"/>
                      </a:xfrm>
                      <a:prstGeom prst="rect">
                        <a:avLst/>
                      </a:prstGeom>
                      <a:solidFill>
                        <a:schemeClr val="bg1"/>
                      </a:solidFill>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724055" y="2984133"/>
            <a:ext cx="4813363" cy="456184"/>
          </a:xfrm>
        </p:spPr>
        <p:txBody>
          <a:bodyPr lIns="0"/>
          <a:lstStyle/>
          <a:p>
            <a:r>
              <a:rPr lang="en-US" dirty="0"/>
              <a:t>values for common confidence</a:t>
            </a:r>
            <a:endParaRPr lang="en-IN" dirty="0"/>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900" y="3480637"/>
            <a:ext cx="1359151" cy="436924"/>
          </a:xfrm>
        </p:spPr>
        <p:txBody>
          <a:bodyPr tIns="0"/>
          <a:lstStyle/>
          <a:p>
            <a:pPr marL="292608"/>
            <a:r>
              <a:rPr lang="en-IN" dirty="0"/>
              <a:t>levels.</a:t>
            </a:r>
          </a:p>
        </p:txBody>
      </p:sp>
      <p:graphicFrame>
        <p:nvGraphicFramePr>
          <p:cNvPr id="27" name="Table 27">
            <a:extLst>
              <a:ext uri="{FF2B5EF4-FFF2-40B4-BE49-F238E27FC236}">
                <a16:creationId xmlns:a16="http://schemas.microsoft.com/office/drawing/2014/main" id="{AB7C6F29-A8BC-3BE9-44C8-A90E4C390BC9}"/>
              </a:ext>
            </a:extLst>
          </p:cNvPr>
          <p:cNvGraphicFramePr>
            <a:graphicFrameLocks noGrp="1"/>
          </p:cNvGraphicFramePr>
          <p:nvPr>
            <p:ph sz="quarter" idx="19"/>
            <p:extLst>
              <p:ext uri="{D42A27DB-BD31-4B8C-83A1-F6EECF244321}">
                <p14:modId xmlns:p14="http://schemas.microsoft.com/office/powerpoint/2010/main" val="3681815504"/>
              </p:ext>
            </p:extLst>
          </p:nvPr>
        </p:nvGraphicFramePr>
        <p:xfrm>
          <a:off x="342900" y="4332445"/>
          <a:ext cx="8185465" cy="1483360"/>
        </p:xfrm>
        <a:graphic>
          <a:graphicData uri="http://schemas.openxmlformats.org/drawingml/2006/table">
            <a:tbl>
              <a:tblPr firstRow="1" bandRow="1">
                <a:tableStyleId>{5C22544A-7EE6-4342-B048-85BDC9FD1C3A}</a:tableStyleId>
              </a:tblPr>
              <a:tblGrid>
                <a:gridCol w="2011001">
                  <a:extLst>
                    <a:ext uri="{9D8B030D-6E8A-4147-A177-3AD203B41FA5}">
                      <a16:colId xmlns:a16="http://schemas.microsoft.com/office/drawing/2014/main" val="1500912283"/>
                    </a:ext>
                  </a:extLst>
                </a:gridCol>
                <a:gridCol w="1263185">
                  <a:extLst>
                    <a:ext uri="{9D8B030D-6E8A-4147-A177-3AD203B41FA5}">
                      <a16:colId xmlns:a16="http://schemas.microsoft.com/office/drawing/2014/main" val="163678383"/>
                    </a:ext>
                  </a:extLst>
                </a:gridCol>
                <a:gridCol w="1637093">
                  <a:extLst>
                    <a:ext uri="{9D8B030D-6E8A-4147-A177-3AD203B41FA5}">
                      <a16:colId xmlns:a16="http://schemas.microsoft.com/office/drawing/2014/main" val="1195467190"/>
                    </a:ext>
                  </a:extLst>
                </a:gridCol>
                <a:gridCol w="1637093">
                  <a:extLst>
                    <a:ext uri="{9D8B030D-6E8A-4147-A177-3AD203B41FA5}">
                      <a16:colId xmlns:a16="http://schemas.microsoft.com/office/drawing/2014/main" val="1480059271"/>
                    </a:ext>
                  </a:extLst>
                </a:gridCol>
                <a:gridCol w="1637093">
                  <a:extLst>
                    <a:ext uri="{9D8B030D-6E8A-4147-A177-3AD203B41FA5}">
                      <a16:colId xmlns:a16="http://schemas.microsoft.com/office/drawing/2014/main" val="1813659335"/>
                    </a:ext>
                  </a:extLst>
                </a:gridCol>
              </a:tblGrid>
              <a:tr h="370840">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416690746"/>
                  </a:ext>
                </a:extLst>
              </a:tr>
              <a:tr h="370840">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520769834"/>
                  </a:ext>
                </a:extLst>
              </a:tr>
              <a:tr h="370840">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342784675"/>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50479513"/>
                  </a:ext>
                </a:extLst>
              </a:tr>
            </a:tbl>
          </a:graphicData>
        </a:graphic>
      </p:graphicFrame>
      <p:graphicFrame>
        <p:nvGraphicFramePr>
          <p:cNvPr id="28" name="Object 27">
            <a:extLst>
              <a:ext uri="{FF2B5EF4-FFF2-40B4-BE49-F238E27FC236}">
                <a16:creationId xmlns:a16="http://schemas.microsoft.com/office/drawing/2014/main" id="{AF151C11-705C-8334-BE24-674F9DADD62A}"/>
              </a:ext>
            </a:extLst>
          </p:cNvPr>
          <p:cNvGraphicFramePr>
            <a:graphicFrameLocks noChangeAspect="1"/>
          </p:cNvGraphicFramePr>
          <p:nvPr>
            <p:extLst>
              <p:ext uri="{D42A27DB-BD31-4B8C-83A1-F6EECF244321}">
                <p14:modId xmlns:p14="http://schemas.microsoft.com/office/powerpoint/2010/main" val="1984513346"/>
              </p:ext>
            </p:extLst>
          </p:nvPr>
        </p:nvGraphicFramePr>
        <p:xfrm>
          <a:off x="557870" y="4401654"/>
          <a:ext cx="1436961" cy="235919"/>
        </p:xfrm>
        <a:graphic>
          <a:graphicData uri="http://schemas.openxmlformats.org/presentationml/2006/ole">
            <mc:AlternateContent xmlns:mc="http://schemas.openxmlformats.org/markup-compatibility/2006">
              <mc:Choice xmlns:v="urn:schemas-microsoft-com:vml" Requires="v">
                <p:oleObj name="Equation" r:id="rId6" imgW="1701720" imgH="279360" progId="Equation.DSMT4">
                  <p:embed/>
                </p:oleObj>
              </mc:Choice>
              <mc:Fallback>
                <p:oleObj name="Equation" r:id="rId6" imgW="1701720" imgH="279360" progId="Equation.DSMT4">
                  <p:embed/>
                  <p:pic>
                    <p:nvPicPr>
                      <p:cNvPr id="25" name="Object 24">
                        <a:extLst>
                          <a:ext uri="{FF2B5EF4-FFF2-40B4-BE49-F238E27FC236}">
                            <a16:creationId xmlns:a16="http://schemas.microsoft.com/office/drawing/2014/main" id="{65E5B330-1340-0127-DC35-B24B6CCECE59}"/>
                          </a:ext>
                        </a:extLst>
                      </p:cNvPr>
                      <p:cNvPicPr>
                        <a:picLocks noChangeAspect="1" noChangeArrowheads="1"/>
                      </p:cNvPicPr>
                      <p:nvPr/>
                    </p:nvPicPr>
                    <p:blipFill>
                      <a:blip r:embed="rId7"/>
                      <a:srcRect/>
                      <a:stretch>
                        <a:fillRect/>
                      </a:stretch>
                    </p:blipFill>
                    <p:spPr bwMode="auto">
                      <a:xfrm>
                        <a:off x="557870" y="4401654"/>
                        <a:ext cx="1436961" cy="235919"/>
                      </a:xfrm>
                      <a:prstGeom prst="rect">
                        <a:avLst/>
                      </a:prstGeom>
                      <a:noFill/>
                    </p:spPr>
                  </p:pic>
                </p:oleObj>
              </mc:Fallback>
            </mc:AlternateContent>
          </a:graphicData>
        </a:graphic>
      </p:graphicFrame>
      <p:graphicFrame>
        <p:nvGraphicFramePr>
          <p:cNvPr id="29" name="Object 28">
            <a:extLst>
              <a:ext uri="{FF2B5EF4-FFF2-40B4-BE49-F238E27FC236}">
                <a16:creationId xmlns:a16="http://schemas.microsoft.com/office/drawing/2014/main" id="{B5CCB660-1472-E648-1D17-1F7C22F4BEAC}"/>
              </a:ext>
            </a:extLst>
          </p:cNvPr>
          <p:cNvGraphicFramePr>
            <a:graphicFrameLocks noChangeAspect="1"/>
          </p:cNvGraphicFramePr>
          <p:nvPr>
            <p:extLst>
              <p:ext uri="{D42A27DB-BD31-4B8C-83A1-F6EECF244321}">
                <p14:modId xmlns:p14="http://schemas.microsoft.com/office/powerpoint/2010/main" val="2835527006"/>
              </p:ext>
            </p:extLst>
          </p:nvPr>
        </p:nvGraphicFramePr>
        <p:xfrm>
          <a:off x="2808288" y="4405313"/>
          <a:ext cx="495300" cy="228600"/>
        </p:xfrm>
        <a:graphic>
          <a:graphicData uri="http://schemas.openxmlformats.org/presentationml/2006/ole">
            <mc:AlternateContent xmlns:mc="http://schemas.openxmlformats.org/markup-compatibility/2006">
              <mc:Choice xmlns:v="urn:schemas-microsoft-com:vml" Requires="v">
                <p:oleObj name="Equation" r:id="rId8" imgW="495000" imgH="228600" progId="Equation.DSMT4">
                  <p:embed/>
                </p:oleObj>
              </mc:Choice>
              <mc:Fallback>
                <p:oleObj name="Equation" r:id="rId8" imgW="495000" imgH="228600" progId="Equation.DSMT4">
                  <p:embed/>
                  <p:pic>
                    <p:nvPicPr>
                      <p:cNvPr id="28" name="Object 27">
                        <a:extLst>
                          <a:ext uri="{FF2B5EF4-FFF2-40B4-BE49-F238E27FC236}">
                            <a16:creationId xmlns:a16="http://schemas.microsoft.com/office/drawing/2014/main" id="{AF151C11-705C-8334-BE24-674F9DADD62A}"/>
                          </a:ext>
                        </a:extLst>
                      </p:cNvPr>
                      <p:cNvPicPr>
                        <a:picLocks noChangeAspect="1" noChangeArrowheads="1"/>
                      </p:cNvPicPr>
                      <p:nvPr/>
                    </p:nvPicPr>
                    <p:blipFill>
                      <a:blip r:embed="rId9"/>
                      <a:srcRect/>
                      <a:stretch>
                        <a:fillRect/>
                      </a:stretch>
                    </p:blipFill>
                    <p:spPr bwMode="auto">
                      <a:xfrm>
                        <a:off x="2808288" y="4405313"/>
                        <a:ext cx="495300" cy="228600"/>
                      </a:xfrm>
                      <a:prstGeom prst="rect">
                        <a:avLst/>
                      </a:prstGeom>
                      <a:noFill/>
                    </p:spPr>
                  </p:pic>
                </p:oleObj>
              </mc:Fallback>
            </mc:AlternateContent>
          </a:graphicData>
        </a:graphic>
      </p:graphicFrame>
      <p:graphicFrame>
        <p:nvGraphicFramePr>
          <p:cNvPr id="30" name="Object 29">
            <a:extLst>
              <a:ext uri="{FF2B5EF4-FFF2-40B4-BE49-F238E27FC236}">
                <a16:creationId xmlns:a16="http://schemas.microsoft.com/office/drawing/2014/main" id="{BE707347-DF45-7B15-F591-CA61784C0B48}"/>
              </a:ext>
            </a:extLst>
          </p:cNvPr>
          <p:cNvGraphicFramePr>
            <a:graphicFrameLocks noChangeAspect="1"/>
          </p:cNvGraphicFramePr>
          <p:nvPr>
            <p:extLst>
              <p:ext uri="{D42A27DB-BD31-4B8C-83A1-F6EECF244321}">
                <p14:modId xmlns:p14="http://schemas.microsoft.com/office/powerpoint/2010/main" val="3021521174"/>
              </p:ext>
            </p:extLst>
          </p:nvPr>
        </p:nvGraphicFramePr>
        <p:xfrm>
          <a:off x="4274399" y="4456113"/>
          <a:ext cx="190500" cy="177800"/>
        </p:xfrm>
        <a:graphic>
          <a:graphicData uri="http://schemas.openxmlformats.org/presentationml/2006/ole">
            <mc:AlternateContent xmlns:mc="http://schemas.openxmlformats.org/markup-compatibility/2006">
              <mc:Choice xmlns:v="urn:schemas-microsoft-com:vml" Requires="v">
                <p:oleObj name="Equation" r:id="rId10" imgW="190440" imgH="177480" progId="Equation.DSMT4">
                  <p:embed/>
                </p:oleObj>
              </mc:Choice>
              <mc:Fallback>
                <p:oleObj name="Equation" r:id="rId10" imgW="190440" imgH="177480" progId="Equation.DSMT4">
                  <p:embed/>
                  <p:pic>
                    <p:nvPicPr>
                      <p:cNvPr id="29" name="Object 28">
                        <a:extLst>
                          <a:ext uri="{FF2B5EF4-FFF2-40B4-BE49-F238E27FC236}">
                            <a16:creationId xmlns:a16="http://schemas.microsoft.com/office/drawing/2014/main" id="{B5CCB660-1472-E648-1D17-1F7C22F4BEAC}"/>
                          </a:ext>
                        </a:extLst>
                      </p:cNvPr>
                      <p:cNvPicPr>
                        <a:picLocks noChangeAspect="1" noChangeArrowheads="1"/>
                      </p:cNvPicPr>
                      <p:nvPr/>
                    </p:nvPicPr>
                    <p:blipFill>
                      <a:blip r:embed="rId11"/>
                      <a:srcRect/>
                      <a:stretch>
                        <a:fillRect/>
                      </a:stretch>
                    </p:blipFill>
                    <p:spPr bwMode="auto">
                      <a:xfrm>
                        <a:off x="4274399" y="4456113"/>
                        <a:ext cx="190500" cy="177800"/>
                      </a:xfrm>
                      <a:prstGeom prst="rect">
                        <a:avLst/>
                      </a:prstGeom>
                      <a:noFill/>
                    </p:spPr>
                  </p:pic>
                </p:oleObj>
              </mc:Fallback>
            </mc:AlternateContent>
          </a:graphicData>
        </a:graphic>
      </p:graphicFrame>
      <p:graphicFrame>
        <p:nvGraphicFramePr>
          <p:cNvPr id="31" name="Object 30">
            <a:extLst>
              <a:ext uri="{FF2B5EF4-FFF2-40B4-BE49-F238E27FC236}">
                <a16:creationId xmlns:a16="http://schemas.microsoft.com/office/drawing/2014/main" id="{3588A347-D86C-EEFD-AF7A-AA876CF0910A}"/>
              </a:ext>
            </a:extLst>
          </p:cNvPr>
          <p:cNvGraphicFramePr>
            <a:graphicFrameLocks noChangeAspect="1"/>
          </p:cNvGraphicFramePr>
          <p:nvPr>
            <p:extLst>
              <p:ext uri="{D42A27DB-BD31-4B8C-83A1-F6EECF244321}">
                <p14:modId xmlns:p14="http://schemas.microsoft.com/office/powerpoint/2010/main" val="1312215921"/>
              </p:ext>
            </p:extLst>
          </p:nvPr>
        </p:nvGraphicFramePr>
        <p:xfrm>
          <a:off x="5746750" y="4379913"/>
          <a:ext cx="393700" cy="228600"/>
        </p:xfrm>
        <a:graphic>
          <a:graphicData uri="http://schemas.openxmlformats.org/presentationml/2006/ole">
            <mc:AlternateContent xmlns:mc="http://schemas.openxmlformats.org/markup-compatibility/2006">
              <mc:Choice xmlns:v="urn:schemas-microsoft-com:vml" Requires="v">
                <p:oleObj name="Equation" r:id="rId12" imgW="393480" imgH="228600" progId="Equation.DSMT4">
                  <p:embed/>
                </p:oleObj>
              </mc:Choice>
              <mc:Fallback>
                <p:oleObj name="Equation" r:id="rId12" imgW="393480" imgH="228600" progId="Equation.DSMT4">
                  <p:embed/>
                  <p:pic>
                    <p:nvPicPr>
                      <p:cNvPr id="30" name="Object 29">
                        <a:extLst>
                          <a:ext uri="{FF2B5EF4-FFF2-40B4-BE49-F238E27FC236}">
                            <a16:creationId xmlns:a16="http://schemas.microsoft.com/office/drawing/2014/main" id="{BE707347-DF45-7B15-F591-CA61784C0B48}"/>
                          </a:ext>
                        </a:extLst>
                      </p:cNvPr>
                      <p:cNvPicPr>
                        <a:picLocks noChangeAspect="1" noChangeArrowheads="1"/>
                      </p:cNvPicPr>
                      <p:nvPr/>
                    </p:nvPicPr>
                    <p:blipFill>
                      <a:blip r:embed="rId13"/>
                      <a:srcRect/>
                      <a:stretch>
                        <a:fillRect/>
                      </a:stretch>
                    </p:blipFill>
                    <p:spPr bwMode="auto">
                      <a:xfrm>
                        <a:off x="5746750" y="4379913"/>
                        <a:ext cx="393700" cy="228600"/>
                      </a:xfrm>
                      <a:prstGeom prst="rect">
                        <a:avLst/>
                      </a:prstGeom>
                      <a:noFill/>
                    </p:spPr>
                  </p:pic>
                </p:oleObj>
              </mc:Fallback>
            </mc:AlternateContent>
          </a:graphicData>
        </a:graphic>
      </p:graphicFrame>
      <p:graphicFrame>
        <p:nvGraphicFramePr>
          <p:cNvPr id="32" name="Object 31">
            <a:extLst>
              <a:ext uri="{FF2B5EF4-FFF2-40B4-BE49-F238E27FC236}">
                <a16:creationId xmlns:a16="http://schemas.microsoft.com/office/drawing/2014/main" id="{169745DA-45C1-EC11-2F36-239E135AF521}"/>
              </a:ext>
            </a:extLst>
          </p:cNvPr>
          <p:cNvGraphicFramePr>
            <a:graphicFrameLocks noChangeAspect="1"/>
          </p:cNvGraphicFramePr>
          <p:nvPr>
            <p:extLst>
              <p:ext uri="{D42A27DB-BD31-4B8C-83A1-F6EECF244321}">
                <p14:modId xmlns:p14="http://schemas.microsoft.com/office/powerpoint/2010/main" val="2457390861"/>
              </p:ext>
            </p:extLst>
          </p:nvPr>
        </p:nvGraphicFramePr>
        <p:xfrm>
          <a:off x="7446963" y="4367213"/>
          <a:ext cx="342900" cy="304800"/>
        </p:xfrm>
        <a:graphic>
          <a:graphicData uri="http://schemas.openxmlformats.org/presentationml/2006/ole">
            <mc:AlternateContent xmlns:mc="http://schemas.openxmlformats.org/markup-compatibility/2006">
              <mc:Choice xmlns:v="urn:schemas-microsoft-com:vml" Requires="v">
                <p:oleObj name="Equation" r:id="rId14" imgW="342720" imgH="304560" progId="Equation.DSMT4">
                  <p:embed/>
                </p:oleObj>
              </mc:Choice>
              <mc:Fallback>
                <p:oleObj name="Equation" r:id="rId14" imgW="342720" imgH="304560" progId="Equation.DSMT4">
                  <p:embed/>
                  <p:pic>
                    <p:nvPicPr>
                      <p:cNvPr id="31" name="Object 30">
                        <a:extLst>
                          <a:ext uri="{FF2B5EF4-FFF2-40B4-BE49-F238E27FC236}">
                            <a16:creationId xmlns:a16="http://schemas.microsoft.com/office/drawing/2014/main" id="{3588A347-D86C-EEFD-AF7A-AA876CF0910A}"/>
                          </a:ext>
                        </a:extLst>
                      </p:cNvPr>
                      <p:cNvPicPr>
                        <a:picLocks noChangeAspect="1" noChangeArrowheads="1"/>
                      </p:cNvPicPr>
                      <p:nvPr/>
                    </p:nvPicPr>
                    <p:blipFill>
                      <a:blip r:embed="rId15"/>
                      <a:srcRect/>
                      <a:stretch>
                        <a:fillRect/>
                      </a:stretch>
                    </p:blipFill>
                    <p:spPr bwMode="auto">
                      <a:xfrm>
                        <a:off x="7446963" y="4367213"/>
                        <a:ext cx="342900" cy="304800"/>
                      </a:xfrm>
                      <a:prstGeom prst="rect">
                        <a:avLst/>
                      </a:prstGeom>
                      <a:noFill/>
                    </p:spPr>
                  </p:pic>
                </p:oleObj>
              </mc:Fallback>
            </mc:AlternateContent>
          </a:graphicData>
        </a:graphic>
      </p:graphicFrame>
      <p:graphicFrame>
        <p:nvGraphicFramePr>
          <p:cNvPr id="33" name="Object 32">
            <a:extLst>
              <a:ext uri="{FF2B5EF4-FFF2-40B4-BE49-F238E27FC236}">
                <a16:creationId xmlns:a16="http://schemas.microsoft.com/office/drawing/2014/main" id="{29AF5F53-EA68-F925-B598-22F44BF08186}"/>
              </a:ext>
            </a:extLst>
          </p:cNvPr>
          <p:cNvGraphicFramePr>
            <a:graphicFrameLocks noChangeAspect="1"/>
          </p:cNvGraphicFramePr>
          <p:nvPr>
            <p:extLst>
              <p:ext uri="{D42A27DB-BD31-4B8C-83A1-F6EECF244321}">
                <p14:modId xmlns:p14="http://schemas.microsoft.com/office/powerpoint/2010/main" val="384839656"/>
              </p:ext>
            </p:extLst>
          </p:nvPr>
        </p:nvGraphicFramePr>
        <p:xfrm>
          <a:off x="1120403" y="4780983"/>
          <a:ext cx="457200" cy="228600"/>
        </p:xfrm>
        <a:graphic>
          <a:graphicData uri="http://schemas.openxmlformats.org/presentationml/2006/ole">
            <mc:AlternateContent xmlns:mc="http://schemas.openxmlformats.org/markup-compatibility/2006">
              <mc:Choice xmlns:v="urn:schemas-microsoft-com:vml" Requires="v">
                <p:oleObj name="Equation" r:id="rId16" imgW="457200" imgH="228600" progId="Equation.DSMT4">
                  <p:embed/>
                </p:oleObj>
              </mc:Choice>
              <mc:Fallback>
                <p:oleObj name="Equation" r:id="rId16" imgW="457200" imgH="228600" progId="Equation.DSMT4">
                  <p:embed/>
                  <p:pic>
                    <p:nvPicPr>
                      <p:cNvPr id="26" name="Object 25">
                        <a:extLst>
                          <a:ext uri="{FF2B5EF4-FFF2-40B4-BE49-F238E27FC236}">
                            <a16:creationId xmlns:a16="http://schemas.microsoft.com/office/drawing/2014/main" id="{099FACE3-8D8E-0C56-7622-A56E2DD16D7B}"/>
                          </a:ext>
                        </a:extLst>
                      </p:cNvPr>
                      <p:cNvPicPr>
                        <a:picLocks noChangeAspect="1" noChangeArrowheads="1"/>
                      </p:cNvPicPr>
                      <p:nvPr/>
                    </p:nvPicPr>
                    <p:blipFill>
                      <a:blip r:embed="rId17"/>
                      <a:srcRect/>
                      <a:stretch>
                        <a:fillRect/>
                      </a:stretch>
                    </p:blipFill>
                    <p:spPr bwMode="auto">
                      <a:xfrm>
                        <a:off x="1120403" y="4780983"/>
                        <a:ext cx="457200" cy="228600"/>
                      </a:xfrm>
                      <a:prstGeom prst="rect">
                        <a:avLst/>
                      </a:prstGeom>
                      <a:noFill/>
                    </p:spPr>
                  </p:pic>
                </p:oleObj>
              </mc:Fallback>
            </mc:AlternateContent>
          </a:graphicData>
        </a:graphic>
      </p:graphicFrame>
      <p:graphicFrame>
        <p:nvGraphicFramePr>
          <p:cNvPr id="34" name="Object 33">
            <a:extLst>
              <a:ext uri="{FF2B5EF4-FFF2-40B4-BE49-F238E27FC236}">
                <a16:creationId xmlns:a16="http://schemas.microsoft.com/office/drawing/2014/main" id="{3742F636-7E3D-04A9-FA0E-5937B58D9EAC}"/>
              </a:ext>
            </a:extLst>
          </p:cNvPr>
          <p:cNvGraphicFramePr>
            <a:graphicFrameLocks noChangeAspect="1"/>
          </p:cNvGraphicFramePr>
          <p:nvPr>
            <p:extLst>
              <p:ext uri="{D42A27DB-BD31-4B8C-83A1-F6EECF244321}">
                <p14:modId xmlns:p14="http://schemas.microsoft.com/office/powerpoint/2010/main" val="2518555987"/>
              </p:ext>
            </p:extLst>
          </p:nvPr>
        </p:nvGraphicFramePr>
        <p:xfrm>
          <a:off x="2808288" y="4785167"/>
          <a:ext cx="317500" cy="228600"/>
        </p:xfrm>
        <a:graphic>
          <a:graphicData uri="http://schemas.openxmlformats.org/presentationml/2006/ole">
            <mc:AlternateContent xmlns:mc="http://schemas.openxmlformats.org/markup-compatibility/2006">
              <mc:Choice xmlns:v="urn:schemas-microsoft-com:vml" Requires="v">
                <p:oleObj name="Equation" r:id="rId18" imgW="317160" imgH="228600" progId="Equation.DSMT4">
                  <p:embed/>
                </p:oleObj>
              </mc:Choice>
              <mc:Fallback>
                <p:oleObj name="Equation" r:id="rId18" imgW="317160" imgH="228600" progId="Equation.DSMT4">
                  <p:embed/>
                  <p:pic>
                    <p:nvPicPr>
                      <p:cNvPr id="33" name="Object 32">
                        <a:extLst>
                          <a:ext uri="{FF2B5EF4-FFF2-40B4-BE49-F238E27FC236}">
                            <a16:creationId xmlns:a16="http://schemas.microsoft.com/office/drawing/2014/main" id="{29AF5F53-EA68-F925-B598-22F44BF08186}"/>
                          </a:ext>
                        </a:extLst>
                      </p:cNvPr>
                      <p:cNvPicPr>
                        <a:picLocks noChangeAspect="1" noChangeArrowheads="1"/>
                      </p:cNvPicPr>
                      <p:nvPr/>
                    </p:nvPicPr>
                    <p:blipFill>
                      <a:blip r:embed="rId19"/>
                      <a:srcRect/>
                      <a:stretch>
                        <a:fillRect/>
                      </a:stretch>
                    </p:blipFill>
                    <p:spPr bwMode="auto">
                      <a:xfrm>
                        <a:off x="2808288" y="4785167"/>
                        <a:ext cx="317500" cy="228600"/>
                      </a:xfrm>
                      <a:prstGeom prst="rect">
                        <a:avLst/>
                      </a:prstGeom>
                      <a:noFill/>
                    </p:spPr>
                  </p:pic>
                </p:oleObj>
              </mc:Fallback>
            </mc:AlternateContent>
          </a:graphicData>
        </a:graphic>
      </p:graphicFrame>
      <p:graphicFrame>
        <p:nvGraphicFramePr>
          <p:cNvPr id="35" name="Object 34">
            <a:extLst>
              <a:ext uri="{FF2B5EF4-FFF2-40B4-BE49-F238E27FC236}">
                <a16:creationId xmlns:a16="http://schemas.microsoft.com/office/drawing/2014/main" id="{1699BCA2-738B-CDD8-1C69-6D8E2A82CA16}"/>
              </a:ext>
            </a:extLst>
          </p:cNvPr>
          <p:cNvGraphicFramePr>
            <a:graphicFrameLocks noChangeAspect="1"/>
          </p:cNvGraphicFramePr>
          <p:nvPr>
            <p:extLst>
              <p:ext uri="{D42A27DB-BD31-4B8C-83A1-F6EECF244321}">
                <p14:modId xmlns:p14="http://schemas.microsoft.com/office/powerpoint/2010/main" val="187795283"/>
              </p:ext>
            </p:extLst>
          </p:nvPr>
        </p:nvGraphicFramePr>
        <p:xfrm>
          <a:off x="4227340" y="4780983"/>
          <a:ext cx="317500" cy="228600"/>
        </p:xfrm>
        <a:graphic>
          <a:graphicData uri="http://schemas.openxmlformats.org/presentationml/2006/ole">
            <mc:AlternateContent xmlns:mc="http://schemas.openxmlformats.org/markup-compatibility/2006">
              <mc:Choice xmlns:v="urn:schemas-microsoft-com:vml" Requires="v">
                <p:oleObj name="Equation" r:id="rId20" imgW="317160" imgH="228600" progId="Equation.DSMT4">
                  <p:embed/>
                </p:oleObj>
              </mc:Choice>
              <mc:Fallback>
                <p:oleObj name="Equation" r:id="rId20" imgW="317160" imgH="228600" progId="Equation.DSMT4">
                  <p:embed/>
                  <p:pic>
                    <p:nvPicPr>
                      <p:cNvPr id="34" name="Object 33">
                        <a:extLst>
                          <a:ext uri="{FF2B5EF4-FFF2-40B4-BE49-F238E27FC236}">
                            <a16:creationId xmlns:a16="http://schemas.microsoft.com/office/drawing/2014/main" id="{3742F636-7E3D-04A9-FA0E-5937B58D9EAC}"/>
                          </a:ext>
                        </a:extLst>
                      </p:cNvPr>
                      <p:cNvPicPr>
                        <a:picLocks noChangeAspect="1" noChangeArrowheads="1"/>
                      </p:cNvPicPr>
                      <p:nvPr/>
                    </p:nvPicPr>
                    <p:blipFill>
                      <a:blip r:embed="rId21"/>
                      <a:srcRect/>
                      <a:stretch>
                        <a:fillRect/>
                      </a:stretch>
                    </p:blipFill>
                    <p:spPr bwMode="auto">
                      <a:xfrm>
                        <a:off x="4227340" y="4780983"/>
                        <a:ext cx="317500" cy="228600"/>
                      </a:xfrm>
                      <a:prstGeom prst="rect">
                        <a:avLst/>
                      </a:prstGeom>
                      <a:noFill/>
                    </p:spPr>
                  </p:pic>
                </p:oleObj>
              </mc:Fallback>
            </mc:AlternateContent>
          </a:graphicData>
        </a:graphic>
      </p:graphicFrame>
      <p:graphicFrame>
        <p:nvGraphicFramePr>
          <p:cNvPr id="36" name="Object 35">
            <a:extLst>
              <a:ext uri="{FF2B5EF4-FFF2-40B4-BE49-F238E27FC236}">
                <a16:creationId xmlns:a16="http://schemas.microsoft.com/office/drawing/2014/main" id="{DC2230F4-2FE5-3BD8-766F-EB71D7CE085C}"/>
              </a:ext>
            </a:extLst>
          </p:cNvPr>
          <p:cNvGraphicFramePr>
            <a:graphicFrameLocks noChangeAspect="1"/>
          </p:cNvGraphicFramePr>
          <p:nvPr>
            <p:extLst>
              <p:ext uri="{D42A27DB-BD31-4B8C-83A1-F6EECF244321}">
                <p14:modId xmlns:p14="http://schemas.microsoft.com/office/powerpoint/2010/main" val="3124472488"/>
              </p:ext>
            </p:extLst>
          </p:nvPr>
        </p:nvGraphicFramePr>
        <p:xfrm>
          <a:off x="5835650" y="4756087"/>
          <a:ext cx="304800" cy="228600"/>
        </p:xfrm>
        <a:graphic>
          <a:graphicData uri="http://schemas.openxmlformats.org/presentationml/2006/ole">
            <mc:AlternateContent xmlns:mc="http://schemas.openxmlformats.org/markup-compatibility/2006">
              <mc:Choice xmlns:v="urn:schemas-microsoft-com:vml" Requires="v">
                <p:oleObj name="Equation" r:id="rId22" imgW="304560" imgH="228600" progId="Equation.DSMT4">
                  <p:embed/>
                </p:oleObj>
              </mc:Choice>
              <mc:Fallback>
                <p:oleObj name="Equation" r:id="rId22" imgW="304560" imgH="228600" progId="Equation.DSMT4">
                  <p:embed/>
                  <p:pic>
                    <p:nvPicPr>
                      <p:cNvPr id="34" name="Object 33">
                        <a:extLst>
                          <a:ext uri="{FF2B5EF4-FFF2-40B4-BE49-F238E27FC236}">
                            <a16:creationId xmlns:a16="http://schemas.microsoft.com/office/drawing/2014/main" id="{3742F636-7E3D-04A9-FA0E-5937B58D9EAC}"/>
                          </a:ext>
                        </a:extLst>
                      </p:cNvPr>
                      <p:cNvPicPr>
                        <a:picLocks noChangeAspect="1" noChangeArrowheads="1"/>
                      </p:cNvPicPr>
                      <p:nvPr/>
                    </p:nvPicPr>
                    <p:blipFill>
                      <a:blip r:embed="rId23"/>
                      <a:srcRect/>
                      <a:stretch>
                        <a:fillRect/>
                      </a:stretch>
                    </p:blipFill>
                    <p:spPr bwMode="auto">
                      <a:xfrm>
                        <a:off x="5835650" y="4756087"/>
                        <a:ext cx="304800" cy="228600"/>
                      </a:xfrm>
                      <a:prstGeom prst="rect">
                        <a:avLst/>
                      </a:prstGeom>
                      <a:noFill/>
                    </p:spPr>
                  </p:pic>
                </p:oleObj>
              </mc:Fallback>
            </mc:AlternateContent>
          </a:graphicData>
        </a:graphic>
      </p:graphicFrame>
      <p:graphicFrame>
        <p:nvGraphicFramePr>
          <p:cNvPr id="37" name="Object 36">
            <a:extLst>
              <a:ext uri="{FF2B5EF4-FFF2-40B4-BE49-F238E27FC236}">
                <a16:creationId xmlns:a16="http://schemas.microsoft.com/office/drawing/2014/main" id="{31A1CFF3-3054-3A68-3006-714F9782112C}"/>
              </a:ext>
            </a:extLst>
          </p:cNvPr>
          <p:cNvGraphicFramePr>
            <a:graphicFrameLocks noChangeAspect="1"/>
          </p:cNvGraphicFramePr>
          <p:nvPr>
            <p:extLst>
              <p:ext uri="{D42A27DB-BD31-4B8C-83A1-F6EECF244321}">
                <p14:modId xmlns:p14="http://schemas.microsoft.com/office/powerpoint/2010/main" val="1743383573"/>
              </p:ext>
            </p:extLst>
          </p:nvPr>
        </p:nvGraphicFramePr>
        <p:xfrm>
          <a:off x="7104063" y="4731082"/>
          <a:ext cx="1028700" cy="292100"/>
        </p:xfrm>
        <a:graphic>
          <a:graphicData uri="http://schemas.openxmlformats.org/presentationml/2006/ole">
            <mc:AlternateContent xmlns:mc="http://schemas.openxmlformats.org/markup-compatibility/2006">
              <mc:Choice xmlns:v="urn:schemas-microsoft-com:vml" Requires="v">
                <p:oleObj name="Equation" r:id="rId24" imgW="1028520" imgH="291960" progId="Equation.DSMT4">
                  <p:embed/>
                </p:oleObj>
              </mc:Choice>
              <mc:Fallback>
                <p:oleObj name="Equation" r:id="rId24" imgW="1028520" imgH="291960" progId="Equation.DSMT4">
                  <p:embed/>
                  <p:pic>
                    <p:nvPicPr>
                      <p:cNvPr id="34" name="Object 33">
                        <a:extLst>
                          <a:ext uri="{FF2B5EF4-FFF2-40B4-BE49-F238E27FC236}">
                            <a16:creationId xmlns:a16="http://schemas.microsoft.com/office/drawing/2014/main" id="{3742F636-7E3D-04A9-FA0E-5937B58D9EAC}"/>
                          </a:ext>
                        </a:extLst>
                      </p:cNvPr>
                      <p:cNvPicPr>
                        <a:picLocks noChangeAspect="1" noChangeArrowheads="1"/>
                      </p:cNvPicPr>
                      <p:nvPr/>
                    </p:nvPicPr>
                    <p:blipFill>
                      <a:blip r:embed="rId25"/>
                      <a:srcRect/>
                      <a:stretch>
                        <a:fillRect/>
                      </a:stretch>
                    </p:blipFill>
                    <p:spPr bwMode="auto">
                      <a:xfrm>
                        <a:off x="7104063" y="4731082"/>
                        <a:ext cx="1028700" cy="292100"/>
                      </a:xfrm>
                      <a:prstGeom prst="rect">
                        <a:avLst/>
                      </a:prstGeom>
                      <a:noFill/>
                    </p:spPr>
                  </p:pic>
                </p:oleObj>
              </mc:Fallback>
            </mc:AlternateContent>
          </a:graphicData>
        </a:graphic>
      </p:graphicFrame>
      <p:graphicFrame>
        <p:nvGraphicFramePr>
          <p:cNvPr id="38" name="Object 37">
            <a:extLst>
              <a:ext uri="{FF2B5EF4-FFF2-40B4-BE49-F238E27FC236}">
                <a16:creationId xmlns:a16="http://schemas.microsoft.com/office/drawing/2014/main" id="{98617EEA-D040-F1D5-5406-628DC9AC28A5}"/>
              </a:ext>
            </a:extLst>
          </p:cNvPr>
          <p:cNvGraphicFramePr>
            <a:graphicFrameLocks noChangeAspect="1"/>
          </p:cNvGraphicFramePr>
          <p:nvPr>
            <p:extLst>
              <p:ext uri="{D42A27DB-BD31-4B8C-83A1-F6EECF244321}">
                <p14:modId xmlns:p14="http://schemas.microsoft.com/office/powerpoint/2010/main" val="1671958224"/>
              </p:ext>
            </p:extLst>
          </p:nvPr>
        </p:nvGraphicFramePr>
        <p:xfrm>
          <a:off x="1127633" y="5110737"/>
          <a:ext cx="457200" cy="228600"/>
        </p:xfrm>
        <a:graphic>
          <a:graphicData uri="http://schemas.openxmlformats.org/presentationml/2006/ole">
            <mc:AlternateContent xmlns:mc="http://schemas.openxmlformats.org/markup-compatibility/2006">
              <mc:Choice xmlns:v="urn:schemas-microsoft-com:vml" Requires="v">
                <p:oleObj name="Equation" r:id="rId26" imgW="457200" imgH="228600" progId="Equation.DSMT4">
                  <p:embed/>
                </p:oleObj>
              </mc:Choice>
              <mc:Fallback>
                <p:oleObj name="Equation" r:id="rId26" imgW="457200" imgH="228600" progId="Equation.DSMT4">
                  <p:embed/>
                  <p:pic>
                    <p:nvPicPr>
                      <p:cNvPr id="33" name="Object 32">
                        <a:extLst>
                          <a:ext uri="{FF2B5EF4-FFF2-40B4-BE49-F238E27FC236}">
                            <a16:creationId xmlns:a16="http://schemas.microsoft.com/office/drawing/2014/main" id="{29AF5F53-EA68-F925-B598-22F44BF08186}"/>
                          </a:ext>
                        </a:extLst>
                      </p:cNvPr>
                      <p:cNvPicPr>
                        <a:picLocks noChangeAspect="1" noChangeArrowheads="1"/>
                      </p:cNvPicPr>
                      <p:nvPr/>
                    </p:nvPicPr>
                    <p:blipFill>
                      <a:blip r:embed="rId27"/>
                      <a:srcRect/>
                      <a:stretch>
                        <a:fillRect/>
                      </a:stretch>
                    </p:blipFill>
                    <p:spPr bwMode="auto">
                      <a:xfrm>
                        <a:off x="1127633" y="5110737"/>
                        <a:ext cx="457200" cy="228600"/>
                      </a:xfrm>
                      <a:prstGeom prst="rect">
                        <a:avLst/>
                      </a:prstGeom>
                      <a:noFill/>
                    </p:spPr>
                  </p:pic>
                </p:oleObj>
              </mc:Fallback>
            </mc:AlternateContent>
          </a:graphicData>
        </a:graphic>
      </p:graphicFrame>
      <p:graphicFrame>
        <p:nvGraphicFramePr>
          <p:cNvPr id="39" name="Object 38">
            <a:extLst>
              <a:ext uri="{FF2B5EF4-FFF2-40B4-BE49-F238E27FC236}">
                <a16:creationId xmlns:a16="http://schemas.microsoft.com/office/drawing/2014/main" id="{9A339C6E-3EED-D6EC-35FB-FC4FF8263D74}"/>
              </a:ext>
            </a:extLst>
          </p:cNvPr>
          <p:cNvGraphicFramePr>
            <a:graphicFrameLocks noChangeAspect="1"/>
          </p:cNvGraphicFramePr>
          <p:nvPr>
            <p:extLst>
              <p:ext uri="{D42A27DB-BD31-4B8C-83A1-F6EECF244321}">
                <p14:modId xmlns:p14="http://schemas.microsoft.com/office/powerpoint/2010/main" val="1756025426"/>
              </p:ext>
            </p:extLst>
          </p:nvPr>
        </p:nvGraphicFramePr>
        <p:xfrm>
          <a:off x="2820988" y="5162473"/>
          <a:ext cx="304800" cy="228600"/>
        </p:xfrm>
        <a:graphic>
          <a:graphicData uri="http://schemas.openxmlformats.org/presentationml/2006/ole">
            <mc:AlternateContent xmlns:mc="http://schemas.openxmlformats.org/markup-compatibility/2006">
              <mc:Choice xmlns:v="urn:schemas-microsoft-com:vml" Requires="v">
                <p:oleObj name="Equation" r:id="rId28" imgW="304560" imgH="228600" progId="Equation.DSMT4">
                  <p:embed/>
                </p:oleObj>
              </mc:Choice>
              <mc:Fallback>
                <p:oleObj name="Equation" r:id="rId28" imgW="304560" imgH="228600" progId="Equation.DSMT4">
                  <p:embed/>
                  <p:pic>
                    <p:nvPicPr>
                      <p:cNvPr id="34" name="Object 33">
                        <a:extLst>
                          <a:ext uri="{FF2B5EF4-FFF2-40B4-BE49-F238E27FC236}">
                            <a16:creationId xmlns:a16="http://schemas.microsoft.com/office/drawing/2014/main" id="{3742F636-7E3D-04A9-FA0E-5937B58D9EAC}"/>
                          </a:ext>
                        </a:extLst>
                      </p:cNvPr>
                      <p:cNvPicPr>
                        <a:picLocks noChangeAspect="1" noChangeArrowheads="1"/>
                      </p:cNvPicPr>
                      <p:nvPr/>
                    </p:nvPicPr>
                    <p:blipFill>
                      <a:blip r:embed="rId29"/>
                      <a:srcRect/>
                      <a:stretch>
                        <a:fillRect/>
                      </a:stretch>
                    </p:blipFill>
                    <p:spPr bwMode="auto">
                      <a:xfrm>
                        <a:off x="2820988" y="5162473"/>
                        <a:ext cx="304800" cy="228600"/>
                      </a:xfrm>
                      <a:prstGeom prst="rect">
                        <a:avLst/>
                      </a:prstGeom>
                      <a:noFill/>
                    </p:spPr>
                  </p:pic>
                </p:oleObj>
              </mc:Fallback>
            </mc:AlternateContent>
          </a:graphicData>
        </a:graphic>
      </p:graphicFrame>
      <p:graphicFrame>
        <p:nvGraphicFramePr>
          <p:cNvPr id="40" name="Object 39">
            <a:extLst>
              <a:ext uri="{FF2B5EF4-FFF2-40B4-BE49-F238E27FC236}">
                <a16:creationId xmlns:a16="http://schemas.microsoft.com/office/drawing/2014/main" id="{A5023D3F-40FC-11AC-3A4B-12C32C2B9D8B}"/>
              </a:ext>
            </a:extLst>
          </p:cNvPr>
          <p:cNvGraphicFramePr>
            <a:graphicFrameLocks noChangeAspect="1"/>
          </p:cNvGraphicFramePr>
          <p:nvPr>
            <p:extLst>
              <p:ext uri="{D42A27DB-BD31-4B8C-83A1-F6EECF244321}">
                <p14:modId xmlns:p14="http://schemas.microsoft.com/office/powerpoint/2010/main" val="1628931845"/>
              </p:ext>
            </p:extLst>
          </p:nvPr>
        </p:nvGraphicFramePr>
        <p:xfrm>
          <a:off x="4244252" y="5119868"/>
          <a:ext cx="304800" cy="228600"/>
        </p:xfrm>
        <a:graphic>
          <a:graphicData uri="http://schemas.openxmlformats.org/presentationml/2006/ole">
            <mc:AlternateContent xmlns:mc="http://schemas.openxmlformats.org/markup-compatibility/2006">
              <mc:Choice xmlns:v="urn:schemas-microsoft-com:vml" Requires="v">
                <p:oleObj name="Equation" r:id="rId30" imgW="304560" imgH="228600" progId="Equation.DSMT4">
                  <p:embed/>
                </p:oleObj>
              </mc:Choice>
              <mc:Fallback>
                <p:oleObj name="Equation" r:id="rId30" imgW="304560" imgH="228600" progId="Equation.DSMT4">
                  <p:embed/>
                  <p:pic>
                    <p:nvPicPr>
                      <p:cNvPr id="34" name="Object 33">
                        <a:extLst>
                          <a:ext uri="{FF2B5EF4-FFF2-40B4-BE49-F238E27FC236}">
                            <a16:creationId xmlns:a16="http://schemas.microsoft.com/office/drawing/2014/main" id="{3742F636-7E3D-04A9-FA0E-5937B58D9EAC}"/>
                          </a:ext>
                        </a:extLst>
                      </p:cNvPr>
                      <p:cNvPicPr>
                        <a:picLocks noChangeAspect="1" noChangeArrowheads="1"/>
                      </p:cNvPicPr>
                      <p:nvPr/>
                    </p:nvPicPr>
                    <p:blipFill>
                      <a:blip r:embed="rId31"/>
                      <a:srcRect/>
                      <a:stretch>
                        <a:fillRect/>
                      </a:stretch>
                    </p:blipFill>
                    <p:spPr bwMode="auto">
                      <a:xfrm>
                        <a:off x="4244252" y="5119868"/>
                        <a:ext cx="304800" cy="228600"/>
                      </a:xfrm>
                      <a:prstGeom prst="rect">
                        <a:avLst/>
                      </a:prstGeom>
                      <a:noFill/>
                    </p:spPr>
                  </p:pic>
                </p:oleObj>
              </mc:Fallback>
            </mc:AlternateContent>
          </a:graphicData>
        </a:graphic>
      </p:graphicFrame>
      <p:graphicFrame>
        <p:nvGraphicFramePr>
          <p:cNvPr id="41" name="Object 40">
            <a:extLst>
              <a:ext uri="{FF2B5EF4-FFF2-40B4-BE49-F238E27FC236}">
                <a16:creationId xmlns:a16="http://schemas.microsoft.com/office/drawing/2014/main" id="{00F393FF-01C9-64E8-09A3-6DE01498328E}"/>
              </a:ext>
            </a:extLst>
          </p:cNvPr>
          <p:cNvGraphicFramePr>
            <a:graphicFrameLocks noChangeAspect="1"/>
          </p:cNvGraphicFramePr>
          <p:nvPr>
            <p:extLst>
              <p:ext uri="{D42A27DB-BD31-4B8C-83A1-F6EECF244321}">
                <p14:modId xmlns:p14="http://schemas.microsoft.com/office/powerpoint/2010/main" val="3316532726"/>
              </p:ext>
            </p:extLst>
          </p:nvPr>
        </p:nvGraphicFramePr>
        <p:xfrm>
          <a:off x="5778500" y="5162473"/>
          <a:ext cx="419100" cy="228600"/>
        </p:xfrm>
        <a:graphic>
          <a:graphicData uri="http://schemas.openxmlformats.org/presentationml/2006/ole">
            <mc:AlternateContent xmlns:mc="http://schemas.openxmlformats.org/markup-compatibility/2006">
              <mc:Choice xmlns:v="urn:schemas-microsoft-com:vml" Requires="v">
                <p:oleObj name="Equation" r:id="rId32" imgW="419040" imgH="228600" progId="Equation.DSMT4">
                  <p:embed/>
                </p:oleObj>
              </mc:Choice>
              <mc:Fallback>
                <p:oleObj name="Equation" r:id="rId32" imgW="419040" imgH="228600" progId="Equation.DSMT4">
                  <p:embed/>
                  <p:pic>
                    <p:nvPicPr>
                      <p:cNvPr id="34" name="Object 33">
                        <a:extLst>
                          <a:ext uri="{FF2B5EF4-FFF2-40B4-BE49-F238E27FC236}">
                            <a16:creationId xmlns:a16="http://schemas.microsoft.com/office/drawing/2014/main" id="{3742F636-7E3D-04A9-FA0E-5937B58D9EAC}"/>
                          </a:ext>
                        </a:extLst>
                      </p:cNvPr>
                      <p:cNvPicPr>
                        <a:picLocks noChangeAspect="1" noChangeArrowheads="1"/>
                      </p:cNvPicPr>
                      <p:nvPr/>
                    </p:nvPicPr>
                    <p:blipFill>
                      <a:blip r:embed="rId33"/>
                      <a:srcRect/>
                      <a:stretch>
                        <a:fillRect/>
                      </a:stretch>
                    </p:blipFill>
                    <p:spPr bwMode="auto">
                      <a:xfrm>
                        <a:off x="5778500" y="5162473"/>
                        <a:ext cx="419100" cy="228600"/>
                      </a:xfrm>
                      <a:prstGeom prst="rect">
                        <a:avLst/>
                      </a:prstGeom>
                      <a:noFill/>
                    </p:spPr>
                  </p:pic>
                </p:oleObj>
              </mc:Fallback>
            </mc:AlternateContent>
          </a:graphicData>
        </a:graphic>
      </p:graphicFrame>
      <p:graphicFrame>
        <p:nvGraphicFramePr>
          <p:cNvPr id="43" name="Object 42">
            <a:extLst>
              <a:ext uri="{FF2B5EF4-FFF2-40B4-BE49-F238E27FC236}">
                <a16:creationId xmlns:a16="http://schemas.microsoft.com/office/drawing/2014/main" id="{D4733AA8-16A5-024C-54CF-B69FF68334F3}"/>
              </a:ext>
            </a:extLst>
          </p:cNvPr>
          <p:cNvGraphicFramePr>
            <a:graphicFrameLocks noChangeAspect="1"/>
          </p:cNvGraphicFramePr>
          <p:nvPr>
            <p:extLst>
              <p:ext uri="{D42A27DB-BD31-4B8C-83A1-F6EECF244321}">
                <p14:modId xmlns:p14="http://schemas.microsoft.com/office/powerpoint/2010/main" val="2165107971"/>
              </p:ext>
            </p:extLst>
          </p:nvPr>
        </p:nvGraphicFramePr>
        <p:xfrm>
          <a:off x="7065963" y="5092700"/>
          <a:ext cx="1104900" cy="292100"/>
        </p:xfrm>
        <a:graphic>
          <a:graphicData uri="http://schemas.openxmlformats.org/presentationml/2006/ole">
            <mc:AlternateContent xmlns:mc="http://schemas.openxmlformats.org/markup-compatibility/2006">
              <mc:Choice xmlns:v="urn:schemas-microsoft-com:vml" Requires="v">
                <p:oleObj name="Equation" r:id="rId34" imgW="1104840" imgH="291960" progId="Equation.DSMT4">
                  <p:embed/>
                </p:oleObj>
              </mc:Choice>
              <mc:Fallback>
                <p:oleObj name="Equation" r:id="rId34" imgW="1104840" imgH="291960" progId="Equation.DSMT4">
                  <p:embed/>
                  <p:pic>
                    <p:nvPicPr>
                      <p:cNvPr id="37" name="Object 36">
                        <a:extLst>
                          <a:ext uri="{FF2B5EF4-FFF2-40B4-BE49-F238E27FC236}">
                            <a16:creationId xmlns:a16="http://schemas.microsoft.com/office/drawing/2014/main" id="{31A1CFF3-3054-3A68-3006-714F9782112C}"/>
                          </a:ext>
                        </a:extLst>
                      </p:cNvPr>
                      <p:cNvPicPr>
                        <a:picLocks noChangeAspect="1" noChangeArrowheads="1"/>
                      </p:cNvPicPr>
                      <p:nvPr/>
                    </p:nvPicPr>
                    <p:blipFill>
                      <a:blip r:embed="rId35"/>
                      <a:srcRect/>
                      <a:stretch>
                        <a:fillRect/>
                      </a:stretch>
                    </p:blipFill>
                    <p:spPr bwMode="auto">
                      <a:xfrm>
                        <a:off x="7065963" y="5092700"/>
                        <a:ext cx="1104900" cy="292100"/>
                      </a:xfrm>
                      <a:prstGeom prst="rect">
                        <a:avLst/>
                      </a:prstGeom>
                      <a:noFill/>
                    </p:spPr>
                  </p:pic>
                </p:oleObj>
              </mc:Fallback>
            </mc:AlternateContent>
          </a:graphicData>
        </a:graphic>
      </p:graphicFrame>
      <p:graphicFrame>
        <p:nvGraphicFramePr>
          <p:cNvPr id="44" name="Object 43">
            <a:extLst>
              <a:ext uri="{FF2B5EF4-FFF2-40B4-BE49-F238E27FC236}">
                <a16:creationId xmlns:a16="http://schemas.microsoft.com/office/drawing/2014/main" id="{296ED857-B566-98FA-03C3-806E837EDB90}"/>
              </a:ext>
            </a:extLst>
          </p:cNvPr>
          <p:cNvGraphicFramePr>
            <a:graphicFrameLocks noChangeAspect="1"/>
          </p:cNvGraphicFramePr>
          <p:nvPr>
            <p:extLst>
              <p:ext uri="{D42A27DB-BD31-4B8C-83A1-F6EECF244321}">
                <p14:modId xmlns:p14="http://schemas.microsoft.com/office/powerpoint/2010/main" val="963788175"/>
              </p:ext>
            </p:extLst>
          </p:nvPr>
        </p:nvGraphicFramePr>
        <p:xfrm>
          <a:off x="1094499" y="5478116"/>
          <a:ext cx="457200" cy="228600"/>
        </p:xfrm>
        <a:graphic>
          <a:graphicData uri="http://schemas.openxmlformats.org/presentationml/2006/ole">
            <mc:AlternateContent xmlns:mc="http://schemas.openxmlformats.org/markup-compatibility/2006">
              <mc:Choice xmlns:v="urn:schemas-microsoft-com:vml" Requires="v">
                <p:oleObj name="Equation" r:id="rId36" imgW="457200" imgH="228600" progId="Equation.DSMT4">
                  <p:embed/>
                </p:oleObj>
              </mc:Choice>
              <mc:Fallback>
                <p:oleObj name="Equation" r:id="rId36" imgW="457200" imgH="228600" progId="Equation.DSMT4">
                  <p:embed/>
                  <p:pic>
                    <p:nvPicPr>
                      <p:cNvPr id="38" name="Object 37">
                        <a:extLst>
                          <a:ext uri="{FF2B5EF4-FFF2-40B4-BE49-F238E27FC236}">
                            <a16:creationId xmlns:a16="http://schemas.microsoft.com/office/drawing/2014/main" id="{98617EEA-D040-F1D5-5406-628DC9AC28A5}"/>
                          </a:ext>
                        </a:extLst>
                      </p:cNvPr>
                      <p:cNvPicPr>
                        <a:picLocks noChangeAspect="1" noChangeArrowheads="1"/>
                      </p:cNvPicPr>
                      <p:nvPr/>
                    </p:nvPicPr>
                    <p:blipFill>
                      <a:blip r:embed="rId37"/>
                      <a:srcRect/>
                      <a:stretch>
                        <a:fillRect/>
                      </a:stretch>
                    </p:blipFill>
                    <p:spPr bwMode="auto">
                      <a:xfrm>
                        <a:off x="1094499" y="5478116"/>
                        <a:ext cx="457200" cy="228600"/>
                      </a:xfrm>
                      <a:prstGeom prst="rect">
                        <a:avLst/>
                      </a:prstGeom>
                      <a:noFill/>
                    </p:spPr>
                  </p:pic>
                </p:oleObj>
              </mc:Fallback>
            </mc:AlternateContent>
          </a:graphicData>
        </a:graphic>
      </p:graphicFrame>
      <p:graphicFrame>
        <p:nvGraphicFramePr>
          <p:cNvPr id="46" name="Object 45">
            <a:extLst>
              <a:ext uri="{FF2B5EF4-FFF2-40B4-BE49-F238E27FC236}">
                <a16:creationId xmlns:a16="http://schemas.microsoft.com/office/drawing/2014/main" id="{7EDC2EEF-D155-BCB0-963A-ECA750FD0B11}"/>
              </a:ext>
            </a:extLst>
          </p:cNvPr>
          <p:cNvGraphicFramePr>
            <a:graphicFrameLocks noChangeAspect="1"/>
          </p:cNvGraphicFramePr>
          <p:nvPr>
            <p:extLst>
              <p:ext uri="{D42A27DB-BD31-4B8C-83A1-F6EECF244321}">
                <p14:modId xmlns:p14="http://schemas.microsoft.com/office/powerpoint/2010/main" val="3005512246"/>
              </p:ext>
            </p:extLst>
          </p:nvPr>
        </p:nvGraphicFramePr>
        <p:xfrm>
          <a:off x="2799233" y="5512620"/>
          <a:ext cx="317500" cy="228600"/>
        </p:xfrm>
        <a:graphic>
          <a:graphicData uri="http://schemas.openxmlformats.org/presentationml/2006/ole">
            <mc:AlternateContent xmlns:mc="http://schemas.openxmlformats.org/markup-compatibility/2006">
              <mc:Choice xmlns:v="urn:schemas-microsoft-com:vml" Requires="v">
                <p:oleObj name="Equation" r:id="rId38" imgW="317160" imgH="228600" progId="Equation.DSMT4">
                  <p:embed/>
                </p:oleObj>
              </mc:Choice>
              <mc:Fallback>
                <p:oleObj name="Equation" r:id="rId38" imgW="317160" imgH="228600" progId="Equation.DSMT4">
                  <p:embed/>
                  <p:pic>
                    <p:nvPicPr>
                      <p:cNvPr id="39" name="Object 38">
                        <a:extLst>
                          <a:ext uri="{FF2B5EF4-FFF2-40B4-BE49-F238E27FC236}">
                            <a16:creationId xmlns:a16="http://schemas.microsoft.com/office/drawing/2014/main" id="{9A339C6E-3EED-D6EC-35FB-FC4FF8263D74}"/>
                          </a:ext>
                        </a:extLst>
                      </p:cNvPr>
                      <p:cNvPicPr>
                        <a:picLocks noChangeAspect="1" noChangeArrowheads="1"/>
                      </p:cNvPicPr>
                      <p:nvPr/>
                    </p:nvPicPr>
                    <p:blipFill>
                      <a:blip r:embed="rId39"/>
                      <a:srcRect/>
                      <a:stretch>
                        <a:fillRect/>
                      </a:stretch>
                    </p:blipFill>
                    <p:spPr bwMode="auto">
                      <a:xfrm>
                        <a:off x="2799233" y="5512620"/>
                        <a:ext cx="317500" cy="228600"/>
                      </a:xfrm>
                      <a:prstGeom prst="rect">
                        <a:avLst/>
                      </a:prstGeom>
                      <a:noFill/>
                    </p:spPr>
                  </p:pic>
                </p:oleObj>
              </mc:Fallback>
            </mc:AlternateContent>
          </a:graphicData>
        </a:graphic>
      </p:graphicFrame>
      <p:graphicFrame>
        <p:nvGraphicFramePr>
          <p:cNvPr id="47" name="Object 46">
            <a:extLst>
              <a:ext uri="{FF2B5EF4-FFF2-40B4-BE49-F238E27FC236}">
                <a16:creationId xmlns:a16="http://schemas.microsoft.com/office/drawing/2014/main" id="{5E9509B6-4DE0-7B7A-1A30-B8405F3B960E}"/>
              </a:ext>
            </a:extLst>
          </p:cNvPr>
          <p:cNvGraphicFramePr>
            <a:graphicFrameLocks noChangeAspect="1"/>
          </p:cNvGraphicFramePr>
          <p:nvPr>
            <p:extLst>
              <p:ext uri="{D42A27DB-BD31-4B8C-83A1-F6EECF244321}">
                <p14:modId xmlns:p14="http://schemas.microsoft.com/office/powerpoint/2010/main" val="364156273"/>
              </p:ext>
            </p:extLst>
          </p:nvPr>
        </p:nvGraphicFramePr>
        <p:xfrm>
          <a:off x="4240213" y="5513388"/>
          <a:ext cx="292100" cy="228600"/>
        </p:xfrm>
        <a:graphic>
          <a:graphicData uri="http://schemas.openxmlformats.org/presentationml/2006/ole">
            <mc:AlternateContent xmlns:mc="http://schemas.openxmlformats.org/markup-compatibility/2006">
              <mc:Choice xmlns:v="urn:schemas-microsoft-com:vml" Requires="v">
                <p:oleObj name="Equation" r:id="rId40" imgW="291960" imgH="228600" progId="Equation.DSMT4">
                  <p:embed/>
                </p:oleObj>
              </mc:Choice>
              <mc:Fallback>
                <p:oleObj name="Equation" r:id="rId40" imgW="291960" imgH="228600" progId="Equation.DSMT4">
                  <p:embed/>
                  <p:pic>
                    <p:nvPicPr>
                      <p:cNvPr id="40" name="Object 39">
                        <a:extLst>
                          <a:ext uri="{FF2B5EF4-FFF2-40B4-BE49-F238E27FC236}">
                            <a16:creationId xmlns:a16="http://schemas.microsoft.com/office/drawing/2014/main" id="{A5023D3F-40FC-11AC-3A4B-12C32C2B9D8B}"/>
                          </a:ext>
                        </a:extLst>
                      </p:cNvPr>
                      <p:cNvPicPr>
                        <a:picLocks noChangeAspect="1" noChangeArrowheads="1"/>
                      </p:cNvPicPr>
                      <p:nvPr/>
                    </p:nvPicPr>
                    <p:blipFill>
                      <a:blip r:embed="rId41"/>
                      <a:srcRect/>
                      <a:stretch>
                        <a:fillRect/>
                      </a:stretch>
                    </p:blipFill>
                    <p:spPr bwMode="auto">
                      <a:xfrm>
                        <a:off x="4240213" y="5513388"/>
                        <a:ext cx="292100" cy="228600"/>
                      </a:xfrm>
                      <a:prstGeom prst="rect">
                        <a:avLst/>
                      </a:prstGeom>
                      <a:noFill/>
                    </p:spPr>
                  </p:pic>
                </p:oleObj>
              </mc:Fallback>
            </mc:AlternateContent>
          </a:graphicData>
        </a:graphic>
      </p:graphicFrame>
      <p:graphicFrame>
        <p:nvGraphicFramePr>
          <p:cNvPr id="48" name="Object 47">
            <a:extLst>
              <a:ext uri="{FF2B5EF4-FFF2-40B4-BE49-F238E27FC236}">
                <a16:creationId xmlns:a16="http://schemas.microsoft.com/office/drawing/2014/main" id="{E78F3450-5B82-EB81-EFB5-A5F14C146C61}"/>
              </a:ext>
            </a:extLst>
          </p:cNvPr>
          <p:cNvGraphicFramePr>
            <a:graphicFrameLocks noChangeAspect="1"/>
          </p:cNvGraphicFramePr>
          <p:nvPr>
            <p:extLst>
              <p:ext uri="{D42A27DB-BD31-4B8C-83A1-F6EECF244321}">
                <p14:modId xmlns:p14="http://schemas.microsoft.com/office/powerpoint/2010/main" val="1193718228"/>
              </p:ext>
            </p:extLst>
          </p:nvPr>
        </p:nvGraphicFramePr>
        <p:xfrm>
          <a:off x="5788945" y="5500975"/>
          <a:ext cx="419100" cy="228600"/>
        </p:xfrm>
        <a:graphic>
          <a:graphicData uri="http://schemas.openxmlformats.org/presentationml/2006/ole">
            <mc:AlternateContent xmlns:mc="http://schemas.openxmlformats.org/markup-compatibility/2006">
              <mc:Choice xmlns:v="urn:schemas-microsoft-com:vml" Requires="v">
                <p:oleObj name="Equation" r:id="rId42" imgW="419040" imgH="228600" progId="Equation.DSMT4">
                  <p:embed/>
                </p:oleObj>
              </mc:Choice>
              <mc:Fallback>
                <p:oleObj name="Equation" r:id="rId42" imgW="419040" imgH="228600" progId="Equation.DSMT4">
                  <p:embed/>
                  <p:pic>
                    <p:nvPicPr>
                      <p:cNvPr id="41" name="Object 40">
                        <a:extLst>
                          <a:ext uri="{FF2B5EF4-FFF2-40B4-BE49-F238E27FC236}">
                            <a16:creationId xmlns:a16="http://schemas.microsoft.com/office/drawing/2014/main" id="{00F393FF-01C9-64E8-09A3-6DE01498328E}"/>
                          </a:ext>
                        </a:extLst>
                      </p:cNvPr>
                      <p:cNvPicPr>
                        <a:picLocks noChangeAspect="1" noChangeArrowheads="1"/>
                      </p:cNvPicPr>
                      <p:nvPr/>
                    </p:nvPicPr>
                    <p:blipFill>
                      <a:blip r:embed="rId43"/>
                      <a:srcRect/>
                      <a:stretch>
                        <a:fillRect/>
                      </a:stretch>
                    </p:blipFill>
                    <p:spPr bwMode="auto">
                      <a:xfrm>
                        <a:off x="5788945" y="5500975"/>
                        <a:ext cx="419100" cy="228600"/>
                      </a:xfrm>
                      <a:prstGeom prst="rect">
                        <a:avLst/>
                      </a:prstGeom>
                      <a:noFill/>
                    </p:spPr>
                  </p:pic>
                </p:oleObj>
              </mc:Fallback>
            </mc:AlternateContent>
          </a:graphicData>
        </a:graphic>
      </p:graphicFrame>
      <p:graphicFrame>
        <p:nvGraphicFramePr>
          <p:cNvPr id="49" name="Object 48">
            <a:extLst>
              <a:ext uri="{FF2B5EF4-FFF2-40B4-BE49-F238E27FC236}">
                <a16:creationId xmlns:a16="http://schemas.microsoft.com/office/drawing/2014/main" id="{815143F7-173C-FE94-6326-C182EFF20220}"/>
              </a:ext>
            </a:extLst>
          </p:cNvPr>
          <p:cNvGraphicFramePr>
            <a:graphicFrameLocks noChangeAspect="1"/>
          </p:cNvGraphicFramePr>
          <p:nvPr>
            <p:extLst>
              <p:ext uri="{D42A27DB-BD31-4B8C-83A1-F6EECF244321}">
                <p14:modId xmlns:p14="http://schemas.microsoft.com/office/powerpoint/2010/main" val="589934485"/>
              </p:ext>
            </p:extLst>
          </p:nvPr>
        </p:nvGraphicFramePr>
        <p:xfrm>
          <a:off x="7089775" y="5481638"/>
          <a:ext cx="1130300" cy="292100"/>
        </p:xfrm>
        <a:graphic>
          <a:graphicData uri="http://schemas.openxmlformats.org/presentationml/2006/ole">
            <mc:AlternateContent xmlns:mc="http://schemas.openxmlformats.org/markup-compatibility/2006">
              <mc:Choice xmlns:v="urn:schemas-microsoft-com:vml" Requires="v">
                <p:oleObj name="Equation" r:id="rId44" imgW="1130040" imgH="291960" progId="Equation.DSMT4">
                  <p:embed/>
                </p:oleObj>
              </mc:Choice>
              <mc:Fallback>
                <p:oleObj name="Equation" r:id="rId44" imgW="1130040" imgH="291960" progId="Equation.DSMT4">
                  <p:embed/>
                  <p:pic>
                    <p:nvPicPr>
                      <p:cNvPr id="43" name="Object 42">
                        <a:extLst>
                          <a:ext uri="{FF2B5EF4-FFF2-40B4-BE49-F238E27FC236}">
                            <a16:creationId xmlns:a16="http://schemas.microsoft.com/office/drawing/2014/main" id="{D4733AA8-16A5-024C-54CF-B69FF68334F3}"/>
                          </a:ext>
                        </a:extLst>
                      </p:cNvPr>
                      <p:cNvPicPr>
                        <a:picLocks noChangeAspect="1" noChangeArrowheads="1"/>
                      </p:cNvPicPr>
                      <p:nvPr/>
                    </p:nvPicPr>
                    <p:blipFill>
                      <a:blip r:embed="rId45"/>
                      <a:srcRect/>
                      <a:stretch>
                        <a:fillRect/>
                      </a:stretch>
                    </p:blipFill>
                    <p:spPr bwMode="auto">
                      <a:xfrm>
                        <a:off x="7089775" y="5481638"/>
                        <a:ext cx="1130300" cy="292100"/>
                      </a:xfrm>
                      <a:prstGeom prst="rect">
                        <a:avLst/>
                      </a:prstGeom>
                      <a:no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47</a:t>
            </a:fld>
            <a:endParaRPr lang="en-US"/>
          </a:p>
        </p:txBody>
      </p:sp>
    </p:spTree>
    <p:extLst>
      <p:ext uri="{BB962C8B-B14F-4D97-AF65-F5344CB8AC3E}">
        <p14:creationId xmlns:p14="http://schemas.microsoft.com/office/powerpoint/2010/main" val="23415494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E473A-956F-F55D-A469-7095ACC645B7}"/>
              </a:ext>
            </a:extLst>
          </p:cNvPr>
          <p:cNvSpPr>
            <a:spLocks noGrp="1"/>
          </p:cNvSpPr>
          <p:nvPr>
            <p:ph type="title"/>
          </p:nvPr>
        </p:nvSpPr>
        <p:spPr>
          <a:xfrm>
            <a:off x="342900" y="192490"/>
            <a:ext cx="8166399" cy="903231"/>
          </a:xfrm>
        </p:spPr>
        <p:txBody>
          <a:bodyPr>
            <a:normAutofit/>
          </a:bodyPr>
          <a:lstStyle/>
          <a:p>
            <a:r>
              <a:rPr lang="en-IN" sz="3600" dirty="0"/>
              <a:t>Example: Auditing </a:t>
            </a:r>
            <a:r>
              <a:rPr lang="en-IN" sz="1000" b="0" dirty="0"/>
              <a:t>1</a:t>
            </a:r>
            <a:endParaRPr lang="en-IN" sz="1000" dirty="0"/>
          </a:p>
        </p:txBody>
      </p:sp>
      <p:sp>
        <p:nvSpPr>
          <p:cNvPr id="3" name="Content Placeholder 2">
            <a:extLst>
              <a:ext uri="{FF2B5EF4-FFF2-40B4-BE49-F238E27FC236}">
                <a16:creationId xmlns:a16="http://schemas.microsoft.com/office/drawing/2014/main" id="{53C012C9-6871-6256-B404-C390E1473F6C}"/>
              </a:ext>
            </a:extLst>
          </p:cNvPr>
          <p:cNvSpPr>
            <a:spLocks noGrp="1"/>
          </p:cNvSpPr>
          <p:nvPr>
            <p:ph sz="quarter" idx="11"/>
          </p:nvPr>
        </p:nvSpPr>
        <p:spPr>
          <a:xfrm rot="5400000">
            <a:off x="8315033" y="382525"/>
            <a:ext cx="1163171" cy="444514"/>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74286471-BC64-1CBE-B15A-AE74D380CBC3}"/>
              </a:ext>
            </a:extLst>
          </p:cNvPr>
          <p:cNvSpPr>
            <a:spLocks noGrp="1"/>
          </p:cNvSpPr>
          <p:nvPr>
            <p:ph sz="quarter" idx="14"/>
          </p:nvPr>
        </p:nvSpPr>
        <p:spPr>
          <a:xfrm>
            <a:off x="342900" y="1285185"/>
            <a:ext cx="8134126" cy="748010"/>
          </a:xfrm>
        </p:spPr>
        <p:txBody>
          <a:bodyPr/>
          <a:lstStyle/>
          <a:p>
            <a:pPr marL="292608" indent="-292608">
              <a:buFont typeface="Arial" panose="020B0604020202020204" pitchFamily="34" charset="0"/>
              <a:buChar char="•"/>
            </a:pPr>
            <a:r>
              <a:rPr lang="en-US" sz="2200" dirty="0"/>
              <a:t>A sample of 75 retail in-store purchases showed that 24 were paid in cash. The sample proportion is,</a:t>
            </a:r>
            <a:endParaRPr lang="en-IN" sz="2200" dirty="0"/>
          </a:p>
        </p:txBody>
      </p:sp>
      <p:graphicFrame>
        <p:nvGraphicFramePr>
          <p:cNvPr id="23" name="Object 22">
            <a:extLst>
              <a:ext uri="{FF2B5EF4-FFF2-40B4-BE49-F238E27FC236}">
                <a16:creationId xmlns:a16="http://schemas.microsoft.com/office/drawing/2014/main" id="{8A893D1A-D0BD-3770-40ED-16E0B85FA726}"/>
              </a:ext>
            </a:extLst>
          </p:cNvPr>
          <p:cNvGraphicFramePr>
            <a:graphicFrameLocks noChangeAspect="1"/>
          </p:cNvGraphicFramePr>
          <p:nvPr>
            <p:extLst>
              <p:ext uri="{D42A27DB-BD31-4B8C-83A1-F6EECF244321}">
                <p14:modId xmlns:p14="http://schemas.microsoft.com/office/powerpoint/2010/main" val="4184809333"/>
              </p:ext>
            </p:extLst>
          </p:nvPr>
        </p:nvGraphicFramePr>
        <p:xfrm>
          <a:off x="921523" y="2263934"/>
          <a:ext cx="2474087" cy="322707"/>
        </p:xfrm>
        <a:graphic>
          <a:graphicData uri="http://schemas.openxmlformats.org/presentationml/2006/ole">
            <mc:AlternateContent xmlns:mc="http://schemas.openxmlformats.org/markup-compatibility/2006">
              <mc:Choice xmlns:v="urn:schemas-microsoft-com:vml" Requires="v">
                <p:oleObj name="Equation" r:id="rId2" imgW="2044440" imgH="266400" progId="Equation.DSMT4">
                  <p:embed/>
                </p:oleObj>
              </mc:Choice>
              <mc:Fallback>
                <p:oleObj name="Equation" r:id="rId2" imgW="2044440" imgH="266400" progId="Equation.DSMT4">
                  <p:embed/>
                  <p:pic>
                    <p:nvPicPr>
                      <p:cNvPr id="23" name="Object 22">
                        <a:extLst>
                          <a:ext uri="{FF2B5EF4-FFF2-40B4-BE49-F238E27FC236}">
                            <a16:creationId xmlns:a16="http://schemas.microsoft.com/office/drawing/2014/main" id="{64131A4F-F023-79C2-1FEB-01F11C58058B}"/>
                          </a:ext>
                        </a:extLst>
                      </p:cNvPr>
                      <p:cNvPicPr>
                        <a:picLocks noChangeAspect="1" noChangeArrowheads="1"/>
                      </p:cNvPicPr>
                      <p:nvPr/>
                    </p:nvPicPr>
                    <p:blipFill>
                      <a:blip r:embed="rId3"/>
                      <a:srcRect/>
                      <a:stretch>
                        <a:fillRect/>
                      </a:stretch>
                    </p:blipFill>
                    <p:spPr bwMode="auto">
                      <a:xfrm>
                        <a:off x="921523" y="2263934"/>
                        <a:ext cx="2474087" cy="322707"/>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330AB56A-A461-8F15-57A2-0DD8A60505D9}"/>
              </a:ext>
            </a:extLst>
          </p:cNvPr>
          <p:cNvSpPr>
            <a:spLocks noGrp="1"/>
          </p:cNvSpPr>
          <p:nvPr>
            <p:ph sz="quarter" idx="15"/>
          </p:nvPr>
        </p:nvSpPr>
        <p:spPr>
          <a:xfrm>
            <a:off x="3513230" y="2183271"/>
            <a:ext cx="5234841" cy="433927"/>
          </a:xfrm>
        </p:spPr>
        <p:txBody>
          <a:bodyPr/>
          <a:lstStyle/>
          <a:p>
            <a:r>
              <a:rPr lang="en-US" sz="2200" dirty="0"/>
              <a:t>(proportion of in-store cash transactions)</a:t>
            </a:r>
            <a:endParaRPr lang="en-IN" sz="2200" dirty="0"/>
          </a:p>
        </p:txBody>
      </p:sp>
      <p:sp>
        <p:nvSpPr>
          <p:cNvPr id="6" name="Content Placeholder 5">
            <a:extLst>
              <a:ext uri="{FF2B5EF4-FFF2-40B4-BE49-F238E27FC236}">
                <a16:creationId xmlns:a16="http://schemas.microsoft.com/office/drawing/2014/main" id="{7CD8C298-14C2-1373-3F14-0B97969732BF}"/>
              </a:ext>
            </a:extLst>
          </p:cNvPr>
          <p:cNvSpPr>
            <a:spLocks noGrp="1"/>
          </p:cNvSpPr>
          <p:nvPr>
            <p:ph sz="quarter" idx="16"/>
          </p:nvPr>
        </p:nvSpPr>
        <p:spPr>
          <a:xfrm>
            <a:off x="342900" y="2840951"/>
            <a:ext cx="4670164" cy="440128"/>
          </a:xfrm>
        </p:spPr>
        <p:txBody>
          <a:bodyPr/>
          <a:lstStyle/>
          <a:p>
            <a:pPr marL="292608" indent="-292608">
              <a:buFont typeface="Arial" panose="020B0604020202020204" pitchFamily="34" charset="0"/>
              <a:buChar char="•"/>
            </a:pPr>
            <a:r>
              <a:rPr lang="en-US" sz="2200" dirty="0"/>
              <a:t>We can assume that </a:t>
            </a:r>
            <a:r>
              <a:rPr lang="en-US" sz="2200" i="1" dirty="0"/>
              <a:t>p</a:t>
            </a:r>
            <a:r>
              <a:rPr lang="en-US" sz="2200" dirty="0"/>
              <a:t> is normally</a:t>
            </a:r>
            <a:endParaRPr lang="en-IN" sz="2200" dirty="0"/>
          </a:p>
        </p:txBody>
      </p:sp>
      <p:graphicFrame>
        <p:nvGraphicFramePr>
          <p:cNvPr id="24" name="Object 23">
            <a:extLst>
              <a:ext uri="{FF2B5EF4-FFF2-40B4-BE49-F238E27FC236}">
                <a16:creationId xmlns:a16="http://schemas.microsoft.com/office/drawing/2014/main" id="{F0C665BD-53CE-695E-247C-F0A97EAA127E}"/>
              </a:ext>
            </a:extLst>
          </p:cNvPr>
          <p:cNvGraphicFramePr>
            <a:graphicFrameLocks noChangeAspect="1"/>
          </p:cNvGraphicFramePr>
          <p:nvPr>
            <p:extLst>
              <p:ext uri="{D42A27DB-BD31-4B8C-83A1-F6EECF244321}">
                <p14:modId xmlns:p14="http://schemas.microsoft.com/office/powerpoint/2010/main" val="1700753122"/>
              </p:ext>
            </p:extLst>
          </p:nvPr>
        </p:nvGraphicFramePr>
        <p:xfrm>
          <a:off x="5098057" y="2883983"/>
          <a:ext cx="1333500" cy="317500"/>
        </p:xfrm>
        <a:graphic>
          <a:graphicData uri="http://schemas.openxmlformats.org/presentationml/2006/ole">
            <mc:AlternateContent xmlns:mc="http://schemas.openxmlformats.org/markup-compatibility/2006">
              <mc:Choice xmlns:v="urn:schemas-microsoft-com:vml" Requires="v">
                <p:oleObj name="Equation" r:id="rId4" imgW="1333440" imgH="317160" progId="Equation.DSMT4">
                  <p:embed/>
                </p:oleObj>
              </mc:Choice>
              <mc:Fallback>
                <p:oleObj name="Equation" r:id="rId4" imgW="1333440" imgH="317160" progId="Equation.DSMT4">
                  <p:embed/>
                  <p:pic>
                    <p:nvPicPr>
                      <p:cNvPr id="24" name="Object 23">
                        <a:extLst>
                          <a:ext uri="{FF2B5EF4-FFF2-40B4-BE49-F238E27FC236}">
                            <a16:creationId xmlns:a16="http://schemas.microsoft.com/office/drawing/2014/main" id="{3FB41386-D4CF-2448-C2E4-988C67A0B94C}"/>
                          </a:ext>
                        </a:extLst>
                      </p:cNvPr>
                      <p:cNvPicPr>
                        <a:picLocks noChangeAspect="1" noChangeArrowheads="1"/>
                      </p:cNvPicPr>
                      <p:nvPr/>
                    </p:nvPicPr>
                    <p:blipFill>
                      <a:blip r:embed="rId5"/>
                      <a:srcRect/>
                      <a:stretch>
                        <a:fillRect/>
                      </a:stretch>
                    </p:blipFill>
                    <p:spPr bwMode="auto">
                      <a:xfrm>
                        <a:off x="5098057" y="2883983"/>
                        <a:ext cx="1333500" cy="317500"/>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B717A742-D1A6-3D89-70FA-F9CD268E5F6D}"/>
              </a:ext>
            </a:extLst>
          </p:cNvPr>
          <p:cNvSpPr>
            <a:spLocks noGrp="1"/>
          </p:cNvSpPr>
          <p:nvPr>
            <p:ph sz="quarter" idx="17"/>
          </p:nvPr>
        </p:nvSpPr>
        <p:spPr>
          <a:xfrm>
            <a:off x="6516550" y="2855929"/>
            <a:ext cx="2272448" cy="410172"/>
          </a:xfrm>
        </p:spPr>
        <p:txBody>
          <a:bodyPr/>
          <a:lstStyle/>
          <a:p>
            <a:r>
              <a:rPr lang="en-IN" sz="2200" dirty="0"/>
              <a:t>because </a:t>
            </a:r>
            <a:r>
              <a:rPr lang="en-IN" sz="2200" i="1" dirty="0"/>
              <a:t>np</a:t>
            </a:r>
            <a:r>
              <a:rPr lang="en-IN" sz="2200" dirty="0"/>
              <a:t> and</a:t>
            </a:r>
          </a:p>
        </p:txBody>
      </p:sp>
      <p:graphicFrame>
        <p:nvGraphicFramePr>
          <p:cNvPr id="25" name="Object 24">
            <a:extLst>
              <a:ext uri="{FF2B5EF4-FFF2-40B4-BE49-F238E27FC236}">
                <a16:creationId xmlns:a16="http://schemas.microsoft.com/office/drawing/2014/main" id="{25D65C97-75B8-7E51-75F3-052A42917587}"/>
              </a:ext>
            </a:extLst>
          </p:cNvPr>
          <p:cNvGraphicFramePr>
            <a:graphicFrameLocks noChangeAspect="1"/>
          </p:cNvGraphicFramePr>
          <p:nvPr>
            <p:extLst>
              <p:ext uri="{D42A27DB-BD31-4B8C-83A1-F6EECF244321}">
                <p14:modId xmlns:p14="http://schemas.microsoft.com/office/powerpoint/2010/main" val="2273847040"/>
              </p:ext>
            </p:extLst>
          </p:nvPr>
        </p:nvGraphicFramePr>
        <p:xfrm>
          <a:off x="724422" y="3311539"/>
          <a:ext cx="939800" cy="393700"/>
        </p:xfrm>
        <a:graphic>
          <a:graphicData uri="http://schemas.openxmlformats.org/presentationml/2006/ole">
            <mc:AlternateContent xmlns:mc="http://schemas.openxmlformats.org/markup-compatibility/2006">
              <mc:Choice xmlns:v="urn:schemas-microsoft-com:vml" Requires="v">
                <p:oleObj name="Equation" r:id="rId6" imgW="939600" imgH="393480" progId="Equation.DSMT4">
                  <p:embed/>
                </p:oleObj>
              </mc:Choice>
              <mc:Fallback>
                <p:oleObj name="Equation" r:id="rId6" imgW="939600" imgH="393480" progId="Equation.DSMT4">
                  <p:embed/>
                  <p:pic>
                    <p:nvPicPr>
                      <p:cNvPr id="23" name="Object 22">
                        <a:extLst>
                          <a:ext uri="{FF2B5EF4-FFF2-40B4-BE49-F238E27FC236}">
                            <a16:creationId xmlns:a16="http://schemas.microsoft.com/office/drawing/2014/main" id="{8A893D1A-D0BD-3770-40ED-16E0B85FA726}"/>
                          </a:ext>
                        </a:extLst>
                      </p:cNvPr>
                      <p:cNvPicPr>
                        <a:picLocks noChangeAspect="1" noChangeArrowheads="1"/>
                      </p:cNvPicPr>
                      <p:nvPr/>
                    </p:nvPicPr>
                    <p:blipFill>
                      <a:blip r:embed="rId7"/>
                      <a:srcRect/>
                      <a:stretch>
                        <a:fillRect/>
                      </a:stretch>
                    </p:blipFill>
                    <p:spPr bwMode="auto">
                      <a:xfrm>
                        <a:off x="724422" y="3311539"/>
                        <a:ext cx="939800" cy="393700"/>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1EA57770-3559-AE6B-A021-CA22847A10CC}"/>
              </a:ext>
            </a:extLst>
          </p:cNvPr>
          <p:cNvSpPr>
            <a:spLocks noGrp="1"/>
          </p:cNvSpPr>
          <p:nvPr>
            <p:ph sz="quarter" idx="18"/>
          </p:nvPr>
        </p:nvSpPr>
        <p:spPr>
          <a:xfrm>
            <a:off x="1715426" y="3270744"/>
            <a:ext cx="2561665" cy="434004"/>
          </a:xfrm>
        </p:spPr>
        <p:txBody>
          <a:bodyPr/>
          <a:lstStyle/>
          <a:p>
            <a:r>
              <a:rPr lang="en-US" sz="2200" dirty="0"/>
              <a:t>exceed 10. That is,</a:t>
            </a:r>
            <a:endParaRPr lang="en-IN" sz="2200" dirty="0"/>
          </a:p>
        </p:txBody>
      </p:sp>
      <p:graphicFrame>
        <p:nvGraphicFramePr>
          <p:cNvPr id="26" name="Object 25">
            <a:extLst>
              <a:ext uri="{FF2B5EF4-FFF2-40B4-BE49-F238E27FC236}">
                <a16:creationId xmlns:a16="http://schemas.microsoft.com/office/drawing/2014/main" id="{AAEDEA86-CF26-4320-C29D-AE6D21021E12}"/>
              </a:ext>
            </a:extLst>
          </p:cNvPr>
          <p:cNvGraphicFramePr>
            <a:graphicFrameLocks noChangeAspect="1"/>
          </p:cNvGraphicFramePr>
          <p:nvPr>
            <p:extLst>
              <p:ext uri="{D42A27DB-BD31-4B8C-83A1-F6EECF244321}">
                <p14:modId xmlns:p14="http://schemas.microsoft.com/office/powerpoint/2010/main" val="1719761638"/>
              </p:ext>
            </p:extLst>
          </p:nvPr>
        </p:nvGraphicFramePr>
        <p:xfrm>
          <a:off x="4269576" y="3354654"/>
          <a:ext cx="2374900" cy="330200"/>
        </p:xfrm>
        <a:graphic>
          <a:graphicData uri="http://schemas.openxmlformats.org/presentationml/2006/ole">
            <mc:AlternateContent xmlns:mc="http://schemas.openxmlformats.org/markup-compatibility/2006">
              <mc:Choice xmlns:v="urn:schemas-microsoft-com:vml" Requires="v">
                <p:oleObj name="Equation" r:id="rId8" imgW="2374560" imgH="330120" progId="Equation.DSMT4">
                  <p:embed/>
                </p:oleObj>
              </mc:Choice>
              <mc:Fallback>
                <p:oleObj name="Equation" r:id="rId8" imgW="2374560" imgH="330120" progId="Equation.DSMT4">
                  <p:embed/>
                  <p:pic>
                    <p:nvPicPr>
                      <p:cNvPr id="25" name="Object 24">
                        <a:extLst>
                          <a:ext uri="{FF2B5EF4-FFF2-40B4-BE49-F238E27FC236}">
                            <a16:creationId xmlns:a16="http://schemas.microsoft.com/office/drawing/2014/main" id="{25D65C97-75B8-7E51-75F3-052A42917587}"/>
                          </a:ext>
                        </a:extLst>
                      </p:cNvPr>
                      <p:cNvPicPr>
                        <a:picLocks noChangeAspect="1" noChangeArrowheads="1"/>
                      </p:cNvPicPr>
                      <p:nvPr/>
                    </p:nvPicPr>
                    <p:blipFill>
                      <a:blip r:embed="rId9"/>
                      <a:srcRect/>
                      <a:stretch>
                        <a:fillRect/>
                      </a:stretch>
                    </p:blipFill>
                    <p:spPr bwMode="auto">
                      <a:xfrm>
                        <a:off x="4269576" y="3354654"/>
                        <a:ext cx="2374900" cy="330200"/>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25E86512-F78F-40F5-DECF-75DF0D0D7B00}"/>
              </a:ext>
            </a:extLst>
          </p:cNvPr>
          <p:cNvSpPr>
            <a:spLocks noGrp="1"/>
          </p:cNvSpPr>
          <p:nvPr>
            <p:ph sz="quarter" idx="19"/>
          </p:nvPr>
        </p:nvSpPr>
        <p:spPr>
          <a:xfrm>
            <a:off x="6644476" y="3268334"/>
            <a:ext cx="677821" cy="434422"/>
          </a:xfrm>
        </p:spPr>
        <p:txBody>
          <a:bodyPr/>
          <a:lstStyle/>
          <a:p>
            <a:r>
              <a:rPr lang="en-IN" sz="2200" dirty="0"/>
              <a:t>and</a:t>
            </a:r>
          </a:p>
        </p:txBody>
      </p:sp>
      <p:graphicFrame>
        <p:nvGraphicFramePr>
          <p:cNvPr id="27" name="Object 26">
            <a:extLst>
              <a:ext uri="{FF2B5EF4-FFF2-40B4-BE49-F238E27FC236}">
                <a16:creationId xmlns:a16="http://schemas.microsoft.com/office/drawing/2014/main" id="{87D37030-DD28-EBD0-4141-4D5940DCB6C2}"/>
              </a:ext>
            </a:extLst>
          </p:cNvPr>
          <p:cNvGraphicFramePr>
            <a:graphicFrameLocks noChangeAspect="1"/>
          </p:cNvGraphicFramePr>
          <p:nvPr>
            <p:extLst>
              <p:ext uri="{D42A27DB-BD31-4B8C-83A1-F6EECF244321}">
                <p14:modId xmlns:p14="http://schemas.microsoft.com/office/powerpoint/2010/main" val="3912256322"/>
              </p:ext>
            </p:extLst>
          </p:nvPr>
        </p:nvGraphicFramePr>
        <p:xfrm>
          <a:off x="699022" y="3816159"/>
          <a:ext cx="2870200" cy="393700"/>
        </p:xfrm>
        <a:graphic>
          <a:graphicData uri="http://schemas.openxmlformats.org/presentationml/2006/ole">
            <mc:AlternateContent xmlns:mc="http://schemas.openxmlformats.org/markup-compatibility/2006">
              <mc:Choice xmlns:v="urn:schemas-microsoft-com:vml" Requires="v">
                <p:oleObj name="Equation" r:id="rId10" imgW="2869920" imgH="393480" progId="Equation.DSMT4">
                  <p:embed/>
                </p:oleObj>
              </mc:Choice>
              <mc:Fallback>
                <p:oleObj name="Equation" r:id="rId10" imgW="2869920" imgH="393480" progId="Equation.DSMT4">
                  <p:embed/>
                  <p:pic>
                    <p:nvPicPr>
                      <p:cNvPr id="26" name="Object 25">
                        <a:extLst>
                          <a:ext uri="{FF2B5EF4-FFF2-40B4-BE49-F238E27FC236}">
                            <a16:creationId xmlns:a16="http://schemas.microsoft.com/office/drawing/2014/main" id="{AAEDEA86-CF26-4320-C29D-AE6D21021E12}"/>
                          </a:ext>
                        </a:extLst>
                      </p:cNvPr>
                      <p:cNvPicPr>
                        <a:picLocks noChangeAspect="1" noChangeArrowheads="1"/>
                      </p:cNvPicPr>
                      <p:nvPr/>
                    </p:nvPicPr>
                    <p:blipFill>
                      <a:blip r:embed="rId11"/>
                      <a:srcRect/>
                      <a:stretch>
                        <a:fillRect/>
                      </a:stretch>
                    </p:blipFill>
                    <p:spPr bwMode="auto">
                      <a:xfrm>
                        <a:off x="699022" y="3816159"/>
                        <a:ext cx="2870200" cy="393700"/>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5C2B24CC-F5A3-77C7-7A82-DD6D058BA7C5}"/>
              </a:ext>
            </a:extLst>
          </p:cNvPr>
          <p:cNvSpPr>
            <a:spLocks noGrp="1"/>
          </p:cNvSpPr>
          <p:nvPr>
            <p:ph sz="quarter" idx="20"/>
          </p:nvPr>
        </p:nvSpPr>
        <p:spPr>
          <a:xfrm>
            <a:off x="3569222" y="3758429"/>
            <a:ext cx="4842285" cy="399217"/>
          </a:xfrm>
        </p:spPr>
        <p:txBody>
          <a:bodyPr/>
          <a:lstStyle/>
          <a:p>
            <a:r>
              <a:rPr lang="en-US" sz="2200" dirty="0"/>
              <a:t>The 95 percent confidence interval is</a:t>
            </a:r>
            <a:endParaRPr lang="en-IN" sz="2200" dirty="0"/>
          </a:p>
        </p:txBody>
      </p:sp>
      <p:graphicFrame>
        <p:nvGraphicFramePr>
          <p:cNvPr id="28" name="Object 27">
            <a:extLst>
              <a:ext uri="{FF2B5EF4-FFF2-40B4-BE49-F238E27FC236}">
                <a16:creationId xmlns:a16="http://schemas.microsoft.com/office/drawing/2014/main" id="{400C9EEC-F5B8-A390-F37E-7025DC71EA59}"/>
              </a:ext>
            </a:extLst>
          </p:cNvPr>
          <p:cNvGraphicFramePr>
            <a:graphicFrameLocks noChangeAspect="1"/>
          </p:cNvGraphicFramePr>
          <p:nvPr>
            <p:extLst>
              <p:ext uri="{D42A27DB-BD31-4B8C-83A1-F6EECF244321}">
                <p14:modId xmlns:p14="http://schemas.microsoft.com/office/powerpoint/2010/main" val="1994328687"/>
              </p:ext>
            </p:extLst>
          </p:nvPr>
        </p:nvGraphicFramePr>
        <p:xfrm>
          <a:off x="609600" y="4430713"/>
          <a:ext cx="7683500" cy="673100"/>
        </p:xfrm>
        <a:graphic>
          <a:graphicData uri="http://schemas.openxmlformats.org/presentationml/2006/ole">
            <mc:AlternateContent xmlns:mc="http://schemas.openxmlformats.org/markup-compatibility/2006">
              <mc:Choice xmlns:v="urn:schemas-microsoft-com:vml" Requires="v">
                <p:oleObj name="Equation" r:id="rId12" imgW="7683480" imgH="672840" progId="Equation.DSMT4">
                  <p:embed/>
                </p:oleObj>
              </mc:Choice>
              <mc:Fallback>
                <p:oleObj name="Equation" r:id="rId12" imgW="7683480" imgH="672840" progId="Equation.DSMT4">
                  <p:embed/>
                  <p:pic>
                    <p:nvPicPr>
                      <p:cNvPr id="25" name="Object 24">
                        <a:extLst>
                          <a:ext uri="{FF2B5EF4-FFF2-40B4-BE49-F238E27FC236}">
                            <a16:creationId xmlns:a16="http://schemas.microsoft.com/office/drawing/2014/main" id="{D8DB3E5B-73D9-78A8-BE16-3669A2AE04DE}"/>
                          </a:ext>
                        </a:extLst>
                      </p:cNvPr>
                      <p:cNvPicPr>
                        <a:picLocks noChangeAspect="1" noChangeArrowheads="1"/>
                      </p:cNvPicPr>
                      <p:nvPr/>
                    </p:nvPicPr>
                    <p:blipFill>
                      <a:blip r:embed="rId13"/>
                      <a:srcRect/>
                      <a:stretch>
                        <a:fillRect/>
                      </a:stretch>
                    </p:blipFill>
                    <p:spPr bwMode="auto">
                      <a:xfrm>
                        <a:off x="609600" y="4430713"/>
                        <a:ext cx="7683500" cy="673100"/>
                      </a:xfrm>
                      <a:prstGeom prst="rect">
                        <a:avLst/>
                      </a:prstGeom>
                      <a:noFill/>
                    </p:spPr>
                  </p:pic>
                </p:oleObj>
              </mc:Fallback>
            </mc:AlternateContent>
          </a:graphicData>
        </a:graphic>
      </p:graphicFrame>
      <p:graphicFrame>
        <p:nvGraphicFramePr>
          <p:cNvPr id="29" name="Object 28">
            <a:extLst>
              <a:ext uri="{FF2B5EF4-FFF2-40B4-BE49-F238E27FC236}">
                <a16:creationId xmlns:a16="http://schemas.microsoft.com/office/drawing/2014/main" id="{9F7B7028-FBFC-93A3-4E5E-17F4663D8DAF}"/>
              </a:ext>
            </a:extLst>
          </p:cNvPr>
          <p:cNvGraphicFramePr>
            <a:graphicFrameLocks noChangeAspect="1"/>
          </p:cNvGraphicFramePr>
          <p:nvPr>
            <p:extLst>
              <p:ext uri="{D42A27DB-BD31-4B8C-83A1-F6EECF244321}">
                <p14:modId xmlns:p14="http://schemas.microsoft.com/office/powerpoint/2010/main" val="3113069593"/>
              </p:ext>
            </p:extLst>
          </p:nvPr>
        </p:nvGraphicFramePr>
        <p:xfrm>
          <a:off x="762000" y="5466381"/>
          <a:ext cx="508000" cy="228600"/>
        </p:xfrm>
        <a:graphic>
          <a:graphicData uri="http://schemas.openxmlformats.org/presentationml/2006/ole">
            <mc:AlternateContent xmlns:mc="http://schemas.openxmlformats.org/markup-compatibility/2006">
              <mc:Choice xmlns:v="urn:schemas-microsoft-com:vml" Requires="v">
                <p:oleObj name="Equation" r:id="rId14" imgW="507960" imgH="228600" progId="Equation.DSMT4">
                  <p:embed/>
                </p:oleObj>
              </mc:Choice>
              <mc:Fallback>
                <p:oleObj name="Equation" r:id="rId14" imgW="507960" imgH="228600" progId="Equation.DSMT4">
                  <p:embed/>
                  <p:pic>
                    <p:nvPicPr>
                      <p:cNvPr id="27" name="Object 26">
                        <a:extLst>
                          <a:ext uri="{FF2B5EF4-FFF2-40B4-BE49-F238E27FC236}">
                            <a16:creationId xmlns:a16="http://schemas.microsoft.com/office/drawing/2014/main" id="{64ACA42B-ECC8-EC58-C9FA-463204CD6078}"/>
                          </a:ext>
                        </a:extLst>
                      </p:cNvPr>
                      <p:cNvPicPr>
                        <a:picLocks noChangeAspect="1" noChangeArrowheads="1"/>
                      </p:cNvPicPr>
                      <p:nvPr/>
                    </p:nvPicPr>
                    <p:blipFill>
                      <a:blip r:embed="rId15"/>
                      <a:srcRect/>
                      <a:stretch>
                        <a:fillRect/>
                      </a:stretch>
                    </p:blipFill>
                    <p:spPr bwMode="auto">
                      <a:xfrm>
                        <a:off x="762000" y="5466381"/>
                        <a:ext cx="508000" cy="228600"/>
                      </a:xfrm>
                      <a:prstGeom prst="rect">
                        <a:avLst/>
                      </a:prstGeom>
                      <a:noFill/>
                    </p:spPr>
                  </p:pic>
                </p:oleObj>
              </mc:Fallback>
            </mc:AlternateContent>
          </a:graphicData>
        </a:graphic>
      </p:graphicFrame>
      <p:sp>
        <p:nvSpPr>
          <p:cNvPr id="11" name="Content Placeholder 10">
            <a:extLst>
              <a:ext uri="{FF2B5EF4-FFF2-40B4-BE49-F238E27FC236}">
                <a16:creationId xmlns:a16="http://schemas.microsoft.com/office/drawing/2014/main" id="{5798DE15-ED4E-168F-6994-5AA36DA27594}"/>
              </a:ext>
            </a:extLst>
          </p:cNvPr>
          <p:cNvSpPr>
            <a:spLocks noGrp="1"/>
          </p:cNvSpPr>
          <p:nvPr>
            <p:ph sz="quarter" idx="21"/>
          </p:nvPr>
        </p:nvSpPr>
        <p:spPr>
          <a:xfrm>
            <a:off x="1196798" y="5448695"/>
            <a:ext cx="6868155" cy="281556"/>
          </a:xfrm>
        </p:spPr>
        <p:txBody>
          <a:bodyPr/>
          <a:lstStyle/>
          <a:p>
            <a:r>
              <a:rPr lang="en-IN" sz="1400" dirty="0"/>
              <a:t>constructing a confidence interval, we use </a:t>
            </a:r>
            <a:r>
              <a:rPr lang="en-IN" sz="1400" i="1" dirty="0"/>
              <a:t>p</a:t>
            </a:r>
            <a:r>
              <a:rPr lang="en-IN" sz="1400" dirty="0"/>
              <a:t> instead of </a:t>
            </a:r>
            <a:r>
              <a:rPr lang="el-GR" sz="1400" i="1" dirty="0"/>
              <a:t>π</a:t>
            </a:r>
            <a:r>
              <a:rPr lang="en-US" sz="1400" i="1" dirty="0"/>
              <a:t> </a:t>
            </a:r>
            <a:r>
              <a:rPr lang="en-IN" sz="1400" dirty="0"/>
              <a:t>in our rule of thumb to test</a:t>
            </a:r>
          </a:p>
        </p:txBody>
      </p:sp>
      <p:sp>
        <p:nvSpPr>
          <p:cNvPr id="13" name="Content Placeholder 12">
            <a:extLst>
              <a:ext uri="{FF2B5EF4-FFF2-40B4-BE49-F238E27FC236}">
                <a16:creationId xmlns:a16="http://schemas.microsoft.com/office/drawing/2014/main" id="{9689D35F-13A2-FEE0-80AC-AAFAF124A524}"/>
              </a:ext>
            </a:extLst>
          </p:cNvPr>
          <p:cNvSpPr>
            <a:spLocks noGrp="1"/>
          </p:cNvSpPr>
          <p:nvPr>
            <p:ph sz="quarter" idx="23"/>
          </p:nvPr>
        </p:nvSpPr>
        <p:spPr>
          <a:xfrm>
            <a:off x="762000" y="5730209"/>
            <a:ext cx="7344508" cy="547500"/>
          </a:xfrm>
        </p:spPr>
        <p:txBody>
          <a:bodyPr/>
          <a:lstStyle/>
          <a:p>
            <a:r>
              <a:rPr lang="en-US" sz="1400" dirty="0"/>
              <a:t>whether </a:t>
            </a:r>
            <a:r>
              <a:rPr lang="en-US" sz="1400" i="1" dirty="0"/>
              <a:t>n</a:t>
            </a:r>
            <a:r>
              <a:rPr lang="en-US" sz="1400" dirty="0"/>
              <a:t> is large enough to assure normality because </a:t>
            </a:r>
            <a:r>
              <a:rPr lang="el-GR" sz="1400" i="1" dirty="0"/>
              <a:t>π</a:t>
            </a:r>
            <a:r>
              <a:rPr lang="en-US" sz="1400" i="1" dirty="0"/>
              <a:t> </a:t>
            </a:r>
            <a:r>
              <a:rPr lang="en-IN" sz="1400" dirty="0"/>
              <a:t>is unknown. The test is therefore equivalent to asking if </a:t>
            </a:r>
            <a:r>
              <a:rPr lang="en-IN" sz="1400" i="1" dirty="0"/>
              <a:t>x</a:t>
            </a:r>
            <a:r>
              <a:rPr lang="en-IN" sz="1400" dirty="0"/>
              <a:t> ≥ 10 and </a:t>
            </a:r>
            <a:r>
              <a:rPr lang="en-IN" sz="1400" i="1" dirty="0"/>
              <a:t>n</a:t>
            </a:r>
            <a:r>
              <a:rPr lang="en-IN" sz="1400" dirty="0"/>
              <a:t> − </a:t>
            </a:r>
            <a:r>
              <a:rPr lang="en-IN" sz="1400" i="1" dirty="0"/>
              <a:t>x</a:t>
            </a:r>
            <a:r>
              <a:rPr lang="en-IN" sz="1400" dirty="0"/>
              <a:t> ≥ 10.</a:t>
            </a:r>
          </a:p>
        </p:txBody>
      </p:sp>
      <p:sp>
        <p:nvSpPr>
          <p:cNvPr id="17" name="Slide Number Placeholder 16">
            <a:extLst>
              <a:ext uri="{FF2B5EF4-FFF2-40B4-BE49-F238E27FC236}">
                <a16:creationId xmlns:a16="http://schemas.microsoft.com/office/drawing/2014/main" id="{18486AD0-2DD2-2FBA-AAAA-844291EBDCAA}"/>
              </a:ext>
            </a:extLst>
          </p:cNvPr>
          <p:cNvSpPr>
            <a:spLocks noGrp="1"/>
          </p:cNvSpPr>
          <p:nvPr>
            <p:ph type="sldNum" sz="quarter" idx="10"/>
          </p:nvPr>
        </p:nvSpPr>
        <p:spPr/>
        <p:txBody>
          <a:bodyPr/>
          <a:lstStyle/>
          <a:p>
            <a:fld id="{68151E55-6873-49E2-B8D5-2F265E6F1973}" type="slidenum">
              <a:rPr lang="en-US" smtClean="0"/>
              <a:t>48</a:t>
            </a:fld>
            <a:endParaRPr lang="en-US"/>
          </a:p>
        </p:txBody>
      </p:sp>
    </p:spTree>
    <p:extLst>
      <p:ext uri="{BB962C8B-B14F-4D97-AF65-F5344CB8AC3E}">
        <p14:creationId xmlns:p14="http://schemas.microsoft.com/office/powerpoint/2010/main" val="32074463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7611D079-39EF-8699-CFBC-FE176BA0827A}"/>
              </a:ext>
            </a:extLst>
          </p:cNvPr>
          <p:cNvSpPr>
            <a:spLocks noGrp="1"/>
          </p:cNvSpPr>
          <p:nvPr>
            <p:ph type="title"/>
          </p:nvPr>
        </p:nvSpPr>
        <p:spPr>
          <a:xfrm>
            <a:off x="342900" y="192490"/>
            <a:ext cx="8177156" cy="903231"/>
          </a:xfrm>
        </p:spPr>
        <p:txBody>
          <a:bodyPr>
            <a:normAutofit/>
          </a:bodyPr>
          <a:lstStyle/>
          <a:p>
            <a:r>
              <a:rPr lang="en-IN" sz="3600" dirty="0"/>
              <a:t>Example: Auditing </a:t>
            </a:r>
            <a:r>
              <a:rPr lang="en-IN" sz="1000" b="0" dirty="0"/>
              <a:t>2</a:t>
            </a:r>
            <a:endParaRPr lang="en-IN" sz="1000" dirty="0"/>
          </a:p>
        </p:txBody>
      </p:sp>
      <p:sp>
        <p:nvSpPr>
          <p:cNvPr id="3" name="Content Placeholder 2">
            <a:extLst>
              <a:ext uri="{FF2B5EF4-FFF2-40B4-BE49-F238E27FC236}">
                <a16:creationId xmlns:a16="http://schemas.microsoft.com/office/drawing/2014/main" id="{53C012C9-6871-6256-B404-C390E1473F6C}"/>
              </a:ext>
            </a:extLst>
          </p:cNvPr>
          <p:cNvSpPr>
            <a:spLocks noGrp="1"/>
          </p:cNvSpPr>
          <p:nvPr>
            <p:ph sz="quarter" idx="11"/>
          </p:nvPr>
        </p:nvSpPr>
        <p:spPr>
          <a:xfrm rot="5400000">
            <a:off x="8311623" y="382525"/>
            <a:ext cx="1163171" cy="444514"/>
          </a:xfrm>
        </p:spPr>
        <p:txBody>
          <a:bodyPr rIns="0"/>
          <a:lstStyle/>
          <a:p>
            <a:r>
              <a:rPr lang="en-IN" b="1" dirty="0"/>
              <a:t>L</a:t>
            </a:r>
            <a:r>
              <a:rPr lang="en-IN" sz="100" b="1" dirty="0"/>
              <a:t> </a:t>
            </a:r>
            <a:r>
              <a:rPr lang="en-IN" b="1" dirty="0"/>
              <a:t>O 8.7</a:t>
            </a:r>
            <a:endParaRPr lang="en-IN" dirty="0"/>
          </a:p>
        </p:txBody>
      </p:sp>
      <p:sp>
        <p:nvSpPr>
          <p:cNvPr id="34" name="Content Placeholder 33">
            <a:extLst>
              <a:ext uri="{FF2B5EF4-FFF2-40B4-BE49-F238E27FC236}">
                <a16:creationId xmlns:a16="http://schemas.microsoft.com/office/drawing/2014/main" id="{4AFE8CB9-625E-7170-2DEF-9321BE5268B9}"/>
              </a:ext>
            </a:extLst>
          </p:cNvPr>
          <p:cNvSpPr>
            <a:spLocks noGrp="1"/>
          </p:cNvSpPr>
          <p:nvPr>
            <p:ph sz="quarter" idx="14"/>
          </p:nvPr>
        </p:nvSpPr>
        <p:spPr>
          <a:xfrm>
            <a:off x="342900" y="1274429"/>
            <a:ext cx="6929269" cy="457552"/>
          </a:xfrm>
        </p:spPr>
        <p:txBody>
          <a:bodyPr/>
          <a:lstStyle/>
          <a:p>
            <a:pPr marL="292608" indent="-292608">
              <a:buFont typeface="Arial" panose="020B0604020202020204" pitchFamily="34" charset="0"/>
              <a:buChar char="•"/>
            </a:pPr>
            <a:r>
              <a:rPr lang="en-US" dirty="0"/>
              <a:t>We cannot know with certainty whether the true</a:t>
            </a:r>
            <a:endParaRPr lang="en-IN" dirty="0"/>
          </a:p>
        </p:txBody>
      </p:sp>
      <p:sp>
        <p:nvSpPr>
          <p:cNvPr id="36" name="Content Placeholder 35">
            <a:extLst>
              <a:ext uri="{FF2B5EF4-FFF2-40B4-BE49-F238E27FC236}">
                <a16:creationId xmlns:a16="http://schemas.microsoft.com/office/drawing/2014/main" id="{852E7166-2428-F62E-96E1-FB2E6A778222}"/>
              </a:ext>
            </a:extLst>
          </p:cNvPr>
          <p:cNvSpPr>
            <a:spLocks noGrp="1"/>
          </p:cNvSpPr>
          <p:nvPr>
            <p:ph sz="quarter" idx="15"/>
          </p:nvPr>
        </p:nvSpPr>
        <p:spPr>
          <a:xfrm>
            <a:off x="342900" y="1735727"/>
            <a:ext cx="4874559" cy="476957"/>
          </a:xfrm>
        </p:spPr>
        <p:txBody>
          <a:bodyPr/>
          <a:lstStyle/>
          <a:p>
            <a:pPr marL="292608"/>
            <a:r>
              <a:rPr lang="en-US" dirty="0"/>
              <a:t>proportion lies within the interval</a:t>
            </a:r>
            <a:endParaRPr lang="en-IN" dirty="0"/>
          </a:p>
        </p:txBody>
      </p:sp>
      <p:graphicFrame>
        <p:nvGraphicFramePr>
          <p:cNvPr id="57" name="Object 56">
            <a:extLst>
              <a:ext uri="{FF2B5EF4-FFF2-40B4-BE49-F238E27FC236}">
                <a16:creationId xmlns:a16="http://schemas.microsoft.com/office/drawing/2014/main" id="{8434519F-CEF6-01CA-4B2C-3377EB359A55}"/>
              </a:ext>
            </a:extLst>
          </p:cNvPr>
          <p:cNvGraphicFramePr>
            <a:graphicFrameLocks noChangeAspect="1"/>
          </p:cNvGraphicFramePr>
          <p:nvPr>
            <p:extLst>
              <p:ext uri="{D42A27DB-BD31-4B8C-83A1-F6EECF244321}">
                <p14:modId xmlns:p14="http://schemas.microsoft.com/office/powerpoint/2010/main" val="3722070671"/>
              </p:ext>
            </p:extLst>
          </p:nvPr>
        </p:nvGraphicFramePr>
        <p:xfrm>
          <a:off x="5218113" y="1817688"/>
          <a:ext cx="1524000" cy="330200"/>
        </p:xfrm>
        <a:graphic>
          <a:graphicData uri="http://schemas.openxmlformats.org/presentationml/2006/ole">
            <mc:AlternateContent xmlns:mc="http://schemas.openxmlformats.org/markup-compatibility/2006">
              <mc:Choice xmlns:v="urn:schemas-microsoft-com:vml" Requires="v">
                <p:oleObj name="Equation" r:id="rId2" imgW="1523880" imgH="330120" progId="Equation.DSMT4">
                  <p:embed/>
                </p:oleObj>
              </mc:Choice>
              <mc:Fallback>
                <p:oleObj name="Equation" r:id="rId2" imgW="1523880" imgH="330120" progId="Equation.DSMT4">
                  <p:embed/>
                  <p:pic>
                    <p:nvPicPr>
                      <p:cNvPr id="26" name="Object 25">
                        <a:extLst>
                          <a:ext uri="{FF2B5EF4-FFF2-40B4-BE49-F238E27FC236}">
                            <a16:creationId xmlns:a16="http://schemas.microsoft.com/office/drawing/2014/main" id="{AAEDEA86-CF26-4320-C29D-AE6D21021E12}"/>
                          </a:ext>
                        </a:extLst>
                      </p:cNvPr>
                      <p:cNvPicPr>
                        <a:picLocks noChangeAspect="1" noChangeArrowheads="1"/>
                      </p:cNvPicPr>
                      <p:nvPr/>
                    </p:nvPicPr>
                    <p:blipFill>
                      <a:blip r:embed="rId3"/>
                      <a:srcRect/>
                      <a:stretch>
                        <a:fillRect/>
                      </a:stretch>
                    </p:blipFill>
                    <p:spPr bwMode="auto">
                      <a:xfrm>
                        <a:off x="5218113" y="1817688"/>
                        <a:ext cx="1524000" cy="330200"/>
                      </a:xfrm>
                      <a:prstGeom prst="rect">
                        <a:avLst/>
                      </a:prstGeom>
                      <a:noFill/>
                    </p:spPr>
                  </p:pic>
                </p:oleObj>
              </mc:Fallback>
            </mc:AlternateContent>
          </a:graphicData>
        </a:graphic>
      </p:graphicFrame>
      <p:sp>
        <p:nvSpPr>
          <p:cNvPr id="38" name="Content Placeholder 37">
            <a:extLst>
              <a:ext uri="{FF2B5EF4-FFF2-40B4-BE49-F238E27FC236}">
                <a16:creationId xmlns:a16="http://schemas.microsoft.com/office/drawing/2014/main" id="{5B034059-5590-3FF2-9298-653EBC41D424}"/>
              </a:ext>
            </a:extLst>
          </p:cNvPr>
          <p:cNvSpPr>
            <a:spLocks noGrp="1"/>
          </p:cNvSpPr>
          <p:nvPr>
            <p:ph sz="quarter" idx="16"/>
          </p:nvPr>
        </p:nvSpPr>
        <p:spPr>
          <a:xfrm>
            <a:off x="342900" y="2284965"/>
            <a:ext cx="8144884" cy="2920085"/>
          </a:xfrm>
        </p:spPr>
        <p:txBody>
          <a:bodyPr/>
          <a:lstStyle/>
          <a:p>
            <a:pPr marL="292608" indent="-292608">
              <a:buFont typeface="Arial" panose="020B0604020202020204" pitchFamily="34" charset="0"/>
              <a:buChar char="•"/>
            </a:pPr>
            <a:r>
              <a:rPr lang="en-US" dirty="0"/>
              <a:t>Either it does or it does not. And it is true that different samples could yield different intervals.</a:t>
            </a:r>
          </a:p>
          <a:p>
            <a:pPr marL="292608" indent="-292608">
              <a:buFont typeface="Arial" panose="020B0604020202020204" pitchFamily="34" charset="0"/>
              <a:buChar char="•"/>
            </a:pPr>
            <a:r>
              <a:rPr lang="en-US" dirty="0"/>
              <a:t>But we can say that, on average, 95 percent of the intervals constructed in this way would contain the true </a:t>
            </a:r>
            <a:r>
              <a:rPr lang="en-IN" dirty="0"/>
              <a:t>population proportion </a:t>
            </a:r>
            <a:r>
              <a:rPr lang="el-GR" i="1" dirty="0"/>
              <a:t>π</a:t>
            </a:r>
            <a:r>
              <a:rPr lang="en-US" dirty="0"/>
              <a:t>.</a:t>
            </a:r>
          </a:p>
          <a:p>
            <a:pPr marL="292608" indent="-292608">
              <a:buFont typeface="Arial" panose="020B0604020202020204" pitchFamily="34" charset="0"/>
              <a:buChar char="•"/>
            </a:pPr>
            <a:r>
              <a:rPr lang="en-US" dirty="0"/>
              <a:t>Therefore, we are 95 percent </a:t>
            </a:r>
            <a:r>
              <a:rPr lang="en-US" i="1" dirty="0"/>
              <a:t>confident</a:t>
            </a:r>
            <a:r>
              <a:rPr lang="en-US" dirty="0"/>
              <a:t> that the true </a:t>
            </a:r>
            <a:r>
              <a:rPr lang="en-IN" dirty="0"/>
              <a:t>proportion </a:t>
            </a:r>
            <a:r>
              <a:rPr lang="el-GR" i="1" dirty="0"/>
              <a:t>π</a:t>
            </a:r>
            <a:r>
              <a:rPr lang="en-US" i="1" dirty="0"/>
              <a:t> </a:t>
            </a:r>
            <a:r>
              <a:rPr lang="en-IN" dirty="0"/>
              <a:t>is between .214 and .426.</a:t>
            </a:r>
          </a:p>
        </p:txBody>
      </p:sp>
      <p:sp>
        <p:nvSpPr>
          <p:cNvPr id="17" name="Slide Number Placeholder 16">
            <a:extLst>
              <a:ext uri="{FF2B5EF4-FFF2-40B4-BE49-F238E27FC236}">
                <a16:creationId xmlns:a16="http://schemas.microsoft.com/office/drawing/2014/main" id="{18486AD0-2DD2-2FBA-AAAA-844291EBDCAA}"/>
              </a:ext>
            </a:extLst>
          </p:cNvPr>
          <p:cNvSpPr>
            <a:spLocks noGrp="1"/>
          </p:cNvSpPr>
          <p:nvPr>
            <p:ph type="sldNum" sz="quarter" idx="10"/>
          </p:nvPr>
        </p:nvSpPr>
        <p:spPr/>
        <p:txBody>
          <a:bodyPr/>
          <a:lstStyle/>
          <a:p>
            <a:fld id="{68151E55-6873-49E2-B8D5-2F265E6F1973}" type="slidenum">
              <a:rPr lang="en-US" smtClean="0"/>
              <a:t>49</a:t>
            </a:fld>
            <a:endParaRPr lang="en-US"/>
          </a:p>
        </p:txBody>
      </p:sp>
    </p:spTree>
    <p:extLst>
      <p:ext uri="{BB962C8B-B14F-4D97-AF65-F5344CB8AC3E}">
        <p14:creationId xmlns:p14="http://schemas.microsoft.com/office/powerpoint/2010/main" val="5620159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US" sz="3600" dirty="0"/>
              <a:t>Reducing the Margin of Error</a:t>
            </a:r>
            <a:endParaRPr lang="en-IN" sz="36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899" y="1265584"/>
            <a:ext cx="8067770" cy="2031531"/>
          </a:xfrm>
        </p:spPr>
        <p:txBody>
          <a:bodyPr/>
          <a:lstStyle/>
          <a:p>
            <a:r>
              <a:rPr lang="en-US" dirty="0"/>
              <a:t>The width of the confidence interval for </a:t>
            </a:r>
            <a:r>
              <a:rPr lang="el-GR" i="1" dirty="0"/>
              <a:t>π</a:t>
            </a:r>
            <a:r>
              <a:rPr lang="en-US" i="1" dirty="0"/>
              <a:t> </a:t>
            </a:r>
            <a:r>
              <a:rPr lang="en-IN" dirty="0"/>
              <a:t>depends on.</a:t>
            </a:r>
          </a:p>
          <a:p>
            <a:pPr marL="292608" indent="-292608">
              <a:buFont typeface="Arial" panose="020B0604020202020204" pitchFamily="34" charset="0"/>
              <a:buChar char="•"/>
            </a:pPr>
            <a:r>
              <a:rPr lang="en-IN" dirty="0"/>
              <a:t>Sample size.</a:t>
            </a:r>
          </a:p>
          <a:p>
            <a:pPr marL="292608" indent="-292608">
              <a:buFont typeface="Arial" panose="020B0604020202020204" pitchFamily="34" charset="0"/>
              <a:buChar char="•"/>
            </a:pPr>
            <a:r>
              <a:rPr lang="en-IN" dirty="0"/>
              <a:t>Confidence level.</a:t>
            </a:r>
          </a:p>
          <a:p>
            <a:pPr marL="292608" indent="-292608">
              <a:buFont typeface="Arial" panose="020B0604020202020204" pitchFamily="34" charset="0"/>
              <a:buChar char="•"/>
            </a:pPr>
            <a:r>
              <a:rPr lang="en-IN" dirty="0"/>
              <a:t>Sample proportion </a:t>
            </a:r>
            <a:r>
              <a:rPr lang="en-IN" i="1" dirty="0"/>
              <a:t>p.</a:t>
            </a:r>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3424266"/>
            <a:ext cx="8076823" cy="1935388"/>
          </a:xfrm>
        </p:spPr>
        <p:txBody>
          <a:bodyPr/>
          <a:lstStyle/>
          <a:p>
            <a:r>
              <a:rPr lang="en-US" dirty="0"/>
              <a:t>We cannot do anything about </a:t>
            </a:r>
            <a:r>
              <a:rPr lang="en-US" i="1" dirty="0"/>
              <a:t>p</a:t>
            </a:r>
            <a:r>
              <a:rPr lang="en-US" dirty="0"/>
              <a:t> because it is calculated from the sample. If we want a narrower interval (that is, improved precision), we could either increase the sample size or reduce the confidence level (for example, from 95 percent to 90 percent).</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50</a:t>
            </a:fld>
            <a:endParaRPr lang="en-US"/>
          </a:p>
        </p:txBody>
      </p:sp>
    </p:spTree>
    <p:extLst>
      <p:ext uri="{BB962C8B-B14F-4D97-AF65-F5344CB8AC3E}">
        <p14:creationId xmlns:p14="http://schemas.microsoft.com/office/powerpoint/2010/main" val="37278184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Rule of Three</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049662" cy="463628"/>
          </a:xfrm>
        </p:spPr>
        <p:txBody>
          <a:bodyPr/>
          <a:lstStyle/>
          <a:p>
            <a:r>
              <a:rPr lang="en-US" sz="2200" dirty="0"/>
              <a:t>If in </a:t>
            </a:r>
            <a:r>
              <a:rPr lang="en-US" sz="2200" i="1" dirty="0"/>
              <a:t>n</a:t>
            </a:r>
            <a:r>
              <a:rPr lang="en-US" sz="2200" dirty="0"/>
              <a:t> independent trials no events occur, the upper 95 percent</a:t>
            </a:r>
            <a:endParaRPr lang="en-IN" sz="2200"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1" y="1790435"/>
            <a:ext cx="5567705" cy="436717"/>
          </a:xfrm>
        </p:spPr>
        <p:txBody>
          <a:bodyPr tIns="0"/>
          <a:lstStyle/>
          <a:p>
            <a:r>
              <a:rPr lang="en-US" sz="2200" dirty="0"/>
              <a:t>confidence bound is approximately</a:t>
            </a:r>
            <a:endParaRPr lang="en-IN" sz="2200" dirty="0"/>
          </a:p>
        </p:txBody>
      </p:sp>
      <p:graphicFrame>
        <p:nvGraphicFramePr>
          <p:cNvPr id="23" name="Object 22">
            <a:extLst>
              <a:ext uri="{FF2B5EF4-FFF2-40B4-BE49-F238E27FC236}">
                <a16:creationId xmlns:a16="http://schemas.microsoft.com/office/drawing/2014/main" id="{CAF421E8-6D54-B413-24EF-91D7845B6A0E}"/>
              </a:ext>
            </a:extLst>
          </p:cNvPr>
          <p:cNvGraphicFramePr>
            <a:graphicFrameLocks noChangeAspect="1"/>
          </p:cNvGraphicFramePr>
          <p:nvPr>
            <p:extLst>
              <p:ext uri="{D42A27DB-BD31-4B8C-83A1-F6EECF244321}">
                <p14:modId xmlns:p14="http://schemas.microsoft.com/office/powerpoint/2010/main" val="1742934057"/>
              </p:ext>
            </p:extLst>
          </p:nvPr>
        </p:nvGraphicFramePr>
        <p:xfrm>
          <a:off x="4833597" y="1838664"/>
          <a:ext cx="469900" cy="279400"/>
        </p:xfrm>
        <a:graphic>
          <a:graphicData uri="http://schemas.openxmlformats.org/presentationml/2006/ole">
            <mc:AlternateContent xmlns:mc="http://schemas.openxmlformats.org/markup-compatibility/2006">
              <mc:Choice xmlns:v="urn:schemas-microsoft-com:vml" Requires="v">
                <p:oleObj name="Equation" r:id="rId2" imgW="469800" imgH="279360" progId="Equation.DSMT4">
                  <p:embed/>
                </p:oleObj>
              </mc:Choice>
              <mc:Fallback>
                <p:oleObj name="Equation" r:id="rId2" imgW="469800" imgH="279360" progId="Equation.DSMT4">
                  <p:embed/>
                  <p:pic>
                    <p:nvPicPr>
                      <p:cNvPr id="23" name="Object 22">
                        <a:extLst>
                          <a:ext uri="{FF2B5EF4-FFF2-40B4-BE49-F238E27FC236}">
                            <a16:creationId xmlns:a16="http://schemas.microsoft.com/office/drawing/2014/main" id="{31673D5B-088D-ECB8-05ED-1486530412E7}"/>
                          </a:ext>
                        </a:extLst>
                      </p:cNvPr>
                      <p:cNvPicPr>
                        <a:picLocks noChangeAspect="1" noChangeArrowheads="1"/>
                      </p:cNvPicPr>
                      <p:nvPr/>
                    </p:nvPicPr>
                    <p:blipFill>
                      <a:blip r:embed="rId3"/>
                      <a:srcRect/>
                      <a:stretch>
                        <a:fillRect/>
                      </a:stretch>
                    </p:blipFill>
                    <p:spPr bwMode="auto">
                      <a:xfrm>
                        <a:off x="4833597" y="1838664"/>
                        <a:ext cx="469900" cy="279400"/>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2288375"/>
            <a:ext cx="8185464" cy="744536"/>
          </a:xfrm>
        </p:spPr>
        <p:txBody>
          <a:bodyPr/>
          <a:lstStyle/>
          <a:p>
            <a:pPr marL="292608" indent="-292608">
              <a:buFont typeface="Arial" panose="020B0604020202020204" pitchFamily="34" charset="0"/>
              <a:buChar char="•"/>
            </a:pPr>
            <a:r>
              <a:rPr lang="en-US" sz="2200" dirty="0"/>
              <a:t>For example, if no medical complications arise in 17 prenatal fetal surgeries, the upper bound on such complications is</a:t>
            </a:r>
            <a:endParaRPr lang="en-IN" sz="2200"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37465" y="3045981"/>
            <a:ext cx="1413474" cy="382397"/>
          </a:xfrm>
        </p:spPr>
        <p:txBody>
          <a:bodyPr tIns="0" rIns="0"/>
          <a:lstStyle/>
          <a:p>
            <a:pPr marL="292608"/>
            <a:r>
              <a:rPr lang="en-IN" sz="2200" dirty="0"/>
              <a:t>roughly</a:t>
            </a:r>
          </a:p>
        </p:txBody>
      </p:sp>
      <p:graphicFrame>
        <p:nvGraphicFramePr>
          <p:cNvPr id="24" name="Object 23">
            <a:extLst>
              <a:ext uri="{FF2B5EF4-FFF2-40B4-BE49-F238E27FC236}">
                <a16:creationId xmlns:a16="http://schemas.microsoft.com/office/drawing/2014/main" id="{BCCC41B3-CA87-14D9-651A-7CE4D3F5DCE9}"/>
              </a:ext>
            </a:extLst>
          </p:cNvPr>
          <p:cNvGraphicFramePr>
            <a:graphicFrameLocks noChangeAspect="1"/>
          </p:cNvGraphicFramePr>
          <p:nvPr>
            <p:extLst>
              <p:ext uri="{D42A27DB-BD31-4B8C-83A1-F6EECF244321}">
                <p14:modId xmlns:p14="http://schemas.microsoft.com/office/powerpoint/2010/main" val="2711922255"/>
              </p:ext>
            </p:extLst>
          </p:nvPr>
        </p:nvGraphicFramePr>
        <p:xfrm>
          <a:off x="1769774" y="3090025"/>
          <a:ext cx="1193800" cy="304800"/>
        </p:xfrm>
        <a:graphic>
          <a:graphicData uri="http://schemas.openxmlformats.org/presentationml/2006/ole">
            <mc:AlternateContent xmlns:mc="http://schemas.openxmlformats.org/markup-compatibility/2006">
              <mc:Choice xmlns:v="urn:schemas-microsoft-com:vml" Requires="v">
                <p:oleObj name="Equation" r:id="rId4" imgW="1193760" imgH="304560" progId="Equation.DSMT4">
                  <p:embed/>
                </p:oleObj>
              </mc:Choice>
              <mc:Fallback>
                <p:oleObj name="Equation" r:id="rId4" imgW="1193760" imgH="304560" progId="Equation.DSMT4">
                  <p:embed/>
                  <p:pic>
                    <p:nvPicPr>
                      <p:cNvPr id="23" name="Object 22">
                        <a:extLst>
                          <a:ext uri="{FF2B5EF4-FFF2-40B4-BE49-F238E27FC236}">
                            <a16:creationId xmlns:a16="http://schemas.microsoft.com/office/drawing/2014/main" id="{CAF421E8-6D54-B413-24EF-91D7845B6A0E}"/>
                          </a:ext>
                        </a:extLst>
                      </p:cNvPr>
                      <p:cNvPicPr>
                        <a:picLocks noChangeAspect="1" noChangeArrowheads="1"/>
                      </p:cNvPicPr>
                      <p:nvPr/>
                    </p:nvPicPr>
                    <p:blipFill>
                      <a:blip r:embed="rId5"/>
                      <a:srcRect/>
                      <a:stretch>
                        <a:fillRect/>
                      </a:stretch>
                    </p:blipFill>
                    <p:spPr bwMode="auto">
                      <a:xfrm>
                        <a:off x="1769774" y="3090025"/>
                        <a:ext cx="1193800" cy="304800"/>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070093" y="2997085"/>
            <a:ext cx="2602338" cy="430086"/>
          </a:xfrm>
        </p:spPr>
        <p:txBody>
          <a:bodyPr lIns="0"/>
          <a:lstStyle/>
          <a:p>
            <a:r>
              <a:rPr lang="en-IN" sz="2200" dirty="0"/>
              <a:t>or about 18 percent.</a:t>
            </a:r>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342900" y="3691034"/>
            <a:ext cx="8149250" cy="922159"/>
          </a:xfrm>
        </p:spPr>
        <p:txBody>
          <a:bodyPr/>
          <a:lstStyle/>
          <a:p>
            <a:r>
              <a:rPr lang="en-US" sz="2200" dirty="0"/>
              <a:t>This rule is sometimes used when limited data are available.</a:t>
            </a:r>
          </a:p>
          <a:p>
            <a:r>
              <a:rPr lang="en-US" sz="2200" dirty="0"/>
              <a:t>This rule is especially useful because the formula for the</a:t>
            </a:r>
            <a:endParaRPr lang="en-IN" sz="2200" dirty="0"/>
          </a:p>
        </p:txBody>
      </p:sp>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364626" y="4648633"/>
            <a:ext cx="2002048" cy="436090"/>
          </a:xfrm>
        </p:spPr>
        <p:txBody>
          <a:bodyPr tIns="0"/>
          <a:lstStyle/>
          <a:p>
            <a:r>
              <a:rPr lang="en-IN" sz="2200" dirty="0"/>
              <a:t>standard error</a:t>
            </a:r>
          </a:p>
        </p:txBody>
      </p:sp>
      <p:graphicFrame>
        <p:nvGraphicFramePr>
          <p:cNvPr id="25" name="Object 24">
            <a:extLst>
              <a:ext uri="{FF2B5EF4-FFF2-40B4-BE49-F238E27FC236}">
                <a16:creationId xmlns:a16="http://schemas.microsoft.com/office/drawing/2014/main" id="{7E6B419B-901E-023F-B8F2-8BEF2327A9FC}"/>
              </a:ext>
            </a:extLst>
          </p:cNvPr>
          <p:cNvGraphicFramePr>
            <a:graphicFrameLocks noChangeAspect="1"/>
          </p:cNvGraphicFramePr>
          <p:nvPr>
            <p:extLst>
              <p:ext uri="{D42A27DB-BD31-4B8C-83A1-F6EECF244321}">
                <p14:modId xmlns:p14="http://schemas.microsoft.com/office/powerpoint/2010/main" val="3038275374"/>
              </p:ext>
            </p:extLst>
          </p:nvPr>
        </p:nvGraphicFramePr>
        <p:xfrm>
          <a:off x="2278751" y="4648297"/>
          <a:ext cx="355600" cy="419100"/>
        </p:xfrm>
        <a:graphic>
          <a:graphicData uri="http://schemas.openxmlformats.org/presentationml/2006/ole">
            <mc:AlternateContent xmlns:mc="http://schemas.openxmlformats.org/markup-compatibility/2006">
              <mc:Choice xmlns:v="urn:schemas-microsoft-com:vml" Requires="v">
                <p:oleObj name="Equation" r:id="rId6" imgW="355320" imgH="419040" progId="Equation.DSMT4">
                  <p:embed/>
                </p:oleObj>
              </mc:Choice>
              <mc:Fallback>
                <p:oleObj name="Equation" r:id="rId6" imgW="355320" imgH="419040" progId="Equation.DSMT4">
                  <p:embed/>
                  <p:pic>
                    <p:nvPicPr>
                      <p:cNvPr id="23" name="Object 22">
                        <a:extLst>
                          <a:ext uri="{FF2B5EF4-FFF2-40B4-BE49-F238E27FC236}">
                            <a16:creationId xmlns:a16="http://schemas.microsoft.com/office/drawing/2014/main" id="{CAF421E8-6D54-B413-24EF-91D7845B6A0E}"/>
                          </a:ext>
                        </a:extLst>
                      </p:cNvPr>
                      <p:cNvPicPr>
                        <a:picLocks noChangeAspect="1" noChangeArrowheads="1"/>
                      </p:cNvPicPr>
                      <p:nvPr/>
                    </p:nvPicPr>
                    <p:blipFill>
                      <a:blip r:embed="rId7"/>
                      <a:srcRect/>
                      <a:stretch>
                        <a:fillRect/>
                      </a:stretch>
                    </p:blipFill>
                    <p:spPr bwMode="auto">
                      <a:xfrm>
                        <a:off x="2278751" y="4648297"/>
                        <a:ext cx="355600" cy="419100"/>
                      </a:xfrm>
                      <a:prstGeom prst="rect">
                        <a:avLst/>
                      </a:prstGeom>
                      <a:noFill/>
                    </p:spPr>
                  </p:pic>
                </p:oleObj>
              </mc:Fallback>
            </mc:AlternateContent>
          </a:graphicData>
        </a:graphic>
      </p:graphicFrame>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2668596" y="4657175"/>
            <a:ext cx="3534072" cy="437347"/>
          </a:xfrm>
        </p:spPr>
        <p:txBody>
          <a:bodyPr lIns="0" tIns="0"/>
          <a:lstStyle/>
          <a:p>
            <a:r>
              <a:rPr lang="en-US" sz="2200" dirty="0"/>
              <a:t>breaks down when </a:t>
            </a:r>
            <a:r>
              <a:rPr lang="en-US" sz="2200" i="1" dirty="0"/>
              <a:t>p</a:t>
            </a:r>
            <a:r>
              <a:rPr lang="en-US" sz="2200" dirty="0"/>
              <a:t> = 0.</a:t>
            </a:r>
            <a:endParaRPr lang="en-IN" sz="2200" dirty="0"/>
          </a:p>
        </p:txBody>
      </p:sp>
      <p:sp>
        <p:nvSpPr>
          <p:cNvPr id="12" name="Content Placeholder 11">
            <a:extLst>
              <a:ext uri="{FF2B5EF4-FFF2-40B4-BE49-F238E27FC236}">
                <a16:creationId xmlns:a16="http://schemas.microsoft.com/office/drawing/2014/main" id="{A7E6DC27-5814-3C67-2ABE-FFAE94392D25}"/>
              </a:ext>
            </a:extLst>
          </p:cNvPr>
          <p:cNvSpPr>
            <a:spLocks noGrp="1"/>
          </p:cNvSpPr>
          <p:nvPr>
            <p:ph sz="quarter" idx="22"/>
          </p:nvPr>
        </p:nvSpPr>
        <p:spPr>
          <a:xfrm>
            <a:off x="337465" y="5111379"/>
            <a:ext cx="8102474" cy="448006"/>
          </a:xfrm>
        </p:spPr>
        <p:txBody>
          <a:bodyPr tIns="0"/>
          <a:lstStyle/>
          <a:p>
            <a:r>
              <a:rPr lang="en-US" sz="2200" dirty="0"/>
              <a:t>The rule of three is a conservative approach.</a:t>
            </a:r>
            <a:endParaRPr lang="en-IN" sz="2200"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51</a:t>
            </a:fld>
            <a:endParaRPr lang="en-US"/>
          </a:p>
        </p:txBody>
      </p:sp>
    </p:spTree>
    <p:extLst>
      <p:ext uri="{BB962C8B-B14F-4D97-AF65-F5344CB8AC3E}">
        <p14:creationId xmlns:p14="http://schemas.microsoft.com/office/powerpoint/2010/main" val="25944546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fontScale="90000"/>
          </a:bodyPr>
          <a:lstStyle/>
          <a:p>
            <a:r>
              <a:rPr lang="en-IN" dirty="0"/>
              <a:t>Estimating From Finite Populations </a:t>
            </a:r>
            <a:r>
              <a:rPr lang="en-IN" sz="11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8.8</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77235" cy="5252911"/>
          </a:xfrm>
        </p:spPr>
        <p:txBody>
          <a:bodyPr/>
          <a:lstStyle/>
          <a:p>
            <a:pPr marL="292608" indent="-292608">
              <a:buFont typeface="Arial" panose="020B0604020202020204" pitchFamily="34" charset="0"/>
              <a:buChar char="•"/>
            </a:pPr>
            <a:r>
              <a:rPr lang="en-US" dirty="0"/>
              <a:t>If the sample size </a:t>
            </a:r>
            <a:r>
              <a:rPr lang="en-US" i="1" dirty="0"/>
              <a:t>n</a:t>
            </a:r>
            <a:r>
              <a:rPr lang="en-US" dirty="0"/>
              <a:t> is less than 5 percent of the population and we are sampling without replacement, then we consider the size of the population to be effectively infinite.</a:t>
            </a:r>
          </a:p>
          <a:p>
            <a:pPr marL="292608" indent="-292608">
              <a:buFont typeface="Arial" panose="020B0604020202020204" pitchFamily="34" charset="0"/>
              <a:buChar char="•"/>
            </a:pPr>
            <a:r>
              <a:rPr lang="en-US" dirty="0"/>
              <a:t>When we will take samples without replacement where </a:t>
            </a:r>
            <a:r>
              <a:rPr lang="en-US" i="1" dirty="0"/>
              <a:t>n</a:t>
            </a:r>
            <a:r>
              <a:rPr lang="en-US" dirty="0"/>
              <a:t> is greater than 5 percent of the population, our margin of error on the interval estimate is actually less than when the sample size is “small” relative to the population size.</a:t>
            </a:r>
          </a:p>
          <a:p>
            <a:pPr marL="292608" indent="-292608">
              <a:buFont typeface="Arial" panose="020B0604020202020204" pitchFamily="34" charset="0"/>
              <a:buChar char="•"/>
            </a:pPr>
            <a:r>
              <a:rPr lang="en-US" dirty="0"/>
              <a:t>As we sample more of the population, we get more precise estimates. We need to account for the fact that we are sampling a larger percentage of the population.</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52</a:t>
            </a:fld>
            <a:endParaRPr lang="en-US"/>
          </a:p>
        </p:txBody>
      </p:sp>
    </p:spTree>
    <p:extLst>
      <p:ext uri="{BB962C8B-B14F-4D97-AF65-F5344CB8AC3E}">
        <p14:creationId xmlns:p14="http://schemas.microsoft.com/office/powerpoint/2010/main" val="24296987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fontScale="90000"/>
          </a:bodyPr>
          <a:lstStyle/>
          <a:p>
            <a:r>
              <a:rPr lang="en-IN" dirty="0"/>
              <a:t>Estimating From Finite Populations </a:t>
            </a:r>
            <a:r>
              <a:rPr lang="en-IN" sz="1100" b="0" dirty="0"/>
              <a:t>2</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8.8</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076823" cy="1206012"/>
          </a:xfrm>
        </p:spPr>
        <p:txBody>
          <a:bodyPr/>
          <a:lstStyle/>
          <a:p>
            <a:pPr marL="292608" indent="-292608">
              <a:buFont typeface="Arial" panose="020B0604020202020204" pitchFamily="34" charset="0"/>
              <a:buChar char="•"/>
            </a:pPr>
            <a:r>
              <a:rPr lang="en-US" dirty="0"/>
              <a:t>The </a:t>
            </a:r>
            <a:r>
              <a:rPr lang="en-US" b="1" dirty="0"/>
              <a:t>finite population correction factor </a:t>
            </a:r>
            <a:r>
              <a:rPr lang="en-US" dirty="0"/>
              <a:t>(F</a:t>
            </a:r>
            <a:r>
              <a:rPr lang="en-US" sz="100" dirty="0"/>
              <a:t> </a:t>
            </a:r>
            <a:r>
              <a:rPr lang="en-US" dirty="0"/>
              <a:t>P</a:t>
            </a:r>
            <a:r>
              <a:rPr lang="en-US" sz="100" dirty="0"/>
              <a:t> </a:t>
            </a:r>
            <a:r>
              <a:rPr lang="en-US" dirty="0"/>
              <a:t>C</a:t>
            </a:r>
            <a:r>
              <a:rPr lang="en-US" sz="100" dirty="0"/>
              <a:t> </a:t>
            </a:r>
            <a:r>
              <a:rPr lang="en-US" dirty="0"/>
              <a:t>F) reduces the margin of error and provides a more precise interval estimate.</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2665367"/>
            <a:ext cx="8113037" cy="476187"/>
          </a:xfrm>
        </p:spPr>
        <p:txBody>
          <a:bodyPr/>
          <a:lstStyle/>
          <a:p>
            <a:r>
              <a:rPr lang="en-IN" b="1" dirty="0">
                <a:solidFill>
                  <a:schemeClr val="tx1"/>
                </a:solidFill>
              </a:rPr>
              <a:t>Finite Population Correction Factor:</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3618871"/>
            <a:ext cx="1015120" cy="459713"/>
          </a:xfrm>
        </p:spPr>
        <p:txBody>
          <a:bodyPr/>
          <a:lstStyle/>
          <a:p>
            <a:r>
              <a:rPr lang="en-IN" b="1" dirty="0"/>
              <a:t>(8.12)</a:t>
            </a:r>
          </a:p>
        </p:txBody>
      </p:sp>
      <p:graphicFrame>
        <p:nvGraphicFramePr>
          <p:cNvPr id="23" name="Object 22">
            <a:extLst>
              <a:ext uri="{FF2B5EF4-FFF2-40B4-BE49-F238E27FC236}">
                <a16:creationId xmlns:a16="http://schemas.microsoft.com/office/drawing/2014/main" id="{61A6A146-1398-C619-0C4E-4C5E56FB5400}"/>
              </a:ext>
            </a:extLst>
          </p:cNvPr>
          <p:cNvGraphicFramePr>
            <a:graphicFrameLocks noChangeAspect="1"/>
          </p:cNvGraphicFramePr>
          <p:nvPr>
            <p:extLst>
              <p:ext uri="{D42A27DB-BD31-4B8C-83A1-F6EECF244321}">
                <p14:modId xmlns:p14="http://schemas.microsoft.com/office/powerpoint/2010/main" val="2323489242"/>
              </p:ext>
            </p:extLst>
          </p:nvPr>
        </p:nvGraphicFramePr>
        <p:xfrm>
          <a:off x="1629579" y="3367133"/>
          <a:ext cx="914400" cy="762000"/>
        </p:xfrm>
        <a:graphic>
          <a:graphicData uri="http://schemas.openxmlformats.org/presentationml/2006/ole">
            <mc:AlternateContent xmlns:mc="http://schemas.openxmlformats.org/markup-compatibility/2006">
              <mc:Choice xmlns:v="urn:schemas-microsoft-com:vml" Requires="v">
                <p:oleObj name="Equation" r:id="rId2" imgW="914400" imgH="761760" progId="Equation.DSMT4">
                  <p:embed/>
                </p:oleObj>
              </mc:Choice>
              <mc:Fallback>
                <p:oleObj name="Equation" r:id="rId2" imgW="914400" imgH="761760" progId="Equation.DSMT4">
                  <p:embed/>
                  <p:pic>
                    <p:nvPicPr>
                      <p:cNvPr id="24" name="Object 23">
                        <a:extLst>
                          <a:ext uri="{FF2B5EF4-FFF2-40B4-BE49-F238E27FC236}">
                            <a16:creationId xmlns:a16="http://schemas.microsoft.com/office/drawing/2014/main" id="{BCCC41B3-CA87-14D9-651A-7CE4D3F5DCE9}"/>
                          </a:ext>
                        </a:extLst>
                      </p:cNvPr>
                      <p:cNvPicPr>
                        <a:picLocks noChangeAspect="1" noChangeArrowheads="1"/>
                      </p:cNvPicPr>
                      <p:nvPr/>
                    </p:nvPicPr>
                    <p:blipFill>
                      <a:blip r:embed="rId3"/>
                      <a:srcRect/>
                      <a:stretch>
                        <a:fillRect/>
                      </a:stretch>
                    </p:blipFill>
                    <p:spPr bwMode="auto">
                      <a:xfrm>
                        <a:off x="1629579" y="3367133"/>
                        <a:ext cx="914400" cy="762000"/>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2802811" y="3382977"/>
            <a:ext cx="5451841" cy="830906"/>
          </a:xfrm>
        </p:spPr>
        <p:txBody>
          <a:bodyPr/>
          <a:lstStyle/>
          <a:p>
            <a:r>
              <a:rPr lang="en-IN" dirty="0"/>
              <a:t>is the finite population correction factor (F</a:t>
            </a:r>
            <a:r>
              <a:rPr lang="en-IN" sz="100" dirty="0"/>
              <a:t> </a:t>
            </a:r>
            <a:r>
              <a:rPr lang="en-IN" dirty="0"/>
              <a:t>P</a:t>
            </a:r>
            <a:r>
              <a:rPr lang="en-IN" sz="100" dirty="0"/>
              <a:t> </a:t>
            </a:r>
            <a:r>
              <a:rPr lang="en-IN" dirty="0"/>
              <a:t>C</a:t>
            </a:r>
            <a:r>
              <a:rPr lang="en-IN" sz="100" dirty="0"/>
              <a:t> </a:t>
            </a:r>
            <a:r>
              <a:rPr lang="en-IN" dirty="0"/>
              <a:t>F).</a:t>
            </a:r>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897" y="4573265"/>
            <a:ext cx="1105657" cy="433302"/>
          </a:xfrm>
        </p:spPr>
        <p:txBody>
          <a:bodyPr/>
          <a:lstStyle/>
          <a:p>
            <a:r>
              <a:rPr lang="en-IN" dirty="0"/>
              <a:t>Where</a:t>
            </a:r>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1562100" y="4616877"/>
            <a:ext cx="6911944" cy="435507"/>
          </a:xfrm>
        </p:spPr>
        <p:txBody>
          <a:bodyPr/>
          <a:lstStyle/>
          <a:p>
            <a:r>
              <a:rPr lang="en-IN" i="1" dirty="0"/>
              <a:t>N</a:t>
            </a:r>
            <a:r>
              <a:rPr lang="en-IN" dirty="0"/>
              <a:t> = the number of items in the population.</a:t>
            </a:r>
          </a:p>
        </p:txBody>
      </p:sp>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1562100" y="5163764"/>
            <a:ext cx="6857623" cy="449621"/>
          </a:xfrm>
        </p:spPr>
        <p:txBody>
          <a:bodyPr/>
          <a:lstStyle/>
          <a:p>
            <a:r>
              <a:rPr lang="en-IN" i="1" dirty="0"/>
              <a:t>n</a:t>
            </a:r>
            <a:r>
              <a:rPr lang="en-IN" dirty="0"/>
              <a:t> = the number of items in the sample.</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53</a:t>
            </a:fld>
            <a:endParaRPr lang="en-US"/>
          </a:p>
        </p:txBody>
      </p:sp>
    </p:spTree>
    <p:extLst>
      <p:ext uri="{BB962C8B-B14F-4D97-AF65-F5344CB8AC3E}">
        <p14:creationId xmlns:p14="http://schemas.microsoft.com/office/powerpoint/2010/main" val="13487863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080131" cy="903231"/>
          </a:xfrm>
        </p:spPr>
        <p:txBody>
          <a:bodyPr>
            <a:normAutofit fontScale="90000"/>
          </a:bodyPr>
          <a:lstStyle/>
          <a:p>
            <a:r>
              <a:rPr lang="en-IN" dirty="0"/>
              <a:t>Estimating From Finite Populations </a:t>
            </a:r>
            <a:r>
              <a:rPr lang="en-IN" sz="1100" b="0" dirty="0"/>
              <a:t>3</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81368" y="416691"/>
            <a:ext cx="1066493" cy="454827"/>
          </a:xfrm>
        </p:spPr>
        <p:txBody>
          <a:bodyPr rIns="0"/>
          <a:lstStyle/>
          <a:p>
            <a:r>
              <a:rPr lang="en-IN" b="1" dirty="0"/>
              <a:t>L</a:t>
            </a:r>
            <a:r>
              <a:rPr lang="en-IN" sz="100" b="1" dirty="0"/>
              <a:t> </a:t>
            </a:r>
            <a:r>
              <a:rPr lang="en-IN" b="1" dirty="0"/>
              <a:t>O 8.8</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311172"/>
            <a:ext cx="6570785" cy="534613"/>
          </a:xfrm>
        </p:spPr>
        <p:txBody>
          <a:bodyPr/>
          <a:lstStyle/>
          <a:p>
            <a:r>
              <a:rPr lang="en-IN" b="1" dirty="0">
                <a:solidFill>
                  <a:schemeClr val="tx1"/>
                </a:solidFill>
              </a:rPr>
              <a:t>Confidence Intervals for Finite Populations:</a:t>
            </a:r>
          </a:p>
        </p:txBody>
      </p:sp>
      <p:graphicFrame>
        <p:nvGraphicFramePr>
          <p:cNvPr id="23" name="Object 22">
            <a:extLst>
              <a:ext uri="{FF2B5EF4-FFF2-40B4-BE49-F238E27FC236}">
                <a16:creationId xmlns:a16="http://schemas.microsoft.com/office/drawing/2014/main" id="{A14142C6-F6C9-46B9-E51D-13DEC431A1F8}"/>
              </a:ext>
            </a:extLst>
          </p:cNvPr>
          <p:cNvGraphicFramePr>
            <a:graphicFrameLocks noChangeAspect="1"/>
          </p:cNvGraphicFramePr>
          <p:nvPr>
            <p:extLst>
              <p:ext uri="{D42A27DB-BD31-4B8C-83A1-F6EECF244321}">
                <p14:modId xmlns:p14="http://schemas.microsoft.com/office/powerpoint/2010/main" val="756435679"/>
              </p:ext>
            </p:extLst>
          </p:nvPr>
        </p:nvGraphicFramePr>
        <p:xfrm>
          <a:off x="852488" y="2294000"/>
          <a:ext cx="2209800" cy="774700"/>
        </p:xfrm>
        <a:graphic>
          <a:graphicData uri="http://schemas.openxmlformats.org/presentationml/2006/ole">
            <mc:AlternateContent xmlns:mc="http://schemas.openxmlformats.org/markup-compatibility/2006">
              <mc:Choice xmlns:v="urn:schemas-microsoft-com:vml" Requires="v">
                <p:oleObj name="Equation" r:id="rId3" imgW="2209680" imgH="774360" progId="Equation.DSMT4">
                  <p:embed/>
                </p:oleObj>
              </mc:Choice>
              <mc:Fallback>
                <p:oleObj name="Equation" r:id="rId3" imgW="2209680" imgH="774360" progId="Equation.DSMT4">
                  <p:embed/>
                  <p:pic>
                    <p:nvPicPr>
                      <p:cNvPr id="23" name="Object 22">
                        <a:extLst>
                          <a:ext uri="{FF2B5EF4-FFF2-40B4-BE49-F238E27FC236}">
                            <a16:creationId xmlns:a16="http://schemas.microsoft.com/office/drawing/2014/main" id="{61A6A146-1398-C619-0C4E-4C5E56FB5400}"/>
                          </a:ext>
                        </a:extLst>
                      </p:cNvPr>
                      <p:cNvPicPr>
                        <a:picLocks noChangeAspect="1" noChangeArrowheads="1"/>
                      </p:cNvPicPr>
                      <p:nvPr/>
                    </p:nvPicPr>
                    <p:blipFill>
                      <a:blip r:embed="rId4"/>
                      <a:srcRect/>
                      <a:stretch>
                        <a:fillRect/>
                      </a:stretch>
                    </p:blipFill>
                    <p:spPr bwMode="auto">
                      <a:xfrm>
                        <a:off x="852488" y="2294000"/>
                        <a:ext cx="2209800" cy="774700"/>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BFAB40C0-A14A-432A-8281-C2D73779E0FC}"/>
              </a:ext>
            </a:extLst>
          </p:cNvPr>
          <p:cNvSpPr>
            <a:spLocks noGrp="1"/>
          </p:cNvSpPr>
          <p:nvPr>
            <p:ph sz="quarter" idx="18"/>
          </p:nvPr>
        </p:nvSpPr>
        <p:spPr>
          <a:xfrm>
            <a:off x="3317703" y="2470862"/>
            <a:ext cx="3427535" cy="447149"/>
          </a:xfrm>
        </p:spPr>
        <p:txBody>
          <a:bodyPr/>
          <a:lstStyle/>
          <a:p>
            <a:r>
              <a:rPr lang="en-US" sz="2200" dirty="0"/>
              <a:t>estimating </a:t>
            </a:r>
            <a:r>
              <a:rPr lang="el-GR" sz="2200" i="1" dirty="0"/>
              <a:t>μ</a:t>
            </a:r>
            <a:r>
              <a:rPr lang="en-US" sz="2200" dirty="0"/>
              <a:t> with known </a:t>
            </a:r>
            <a:r>
              <a:rPr lang="el-GR" sz="2200" i="1" dirty="0"/>
              <a:t>σ</a:t>
            </a:r>
            <a:endParaRPr lang="en-US" sz="2200" i="1"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7488481" y="2450012"/>
            <a:ext cx="998720" cy="476214"/>
          </a:xfrm>
        </p:spPr>
        <p:txBody>
          <a:bodyPr/>
          <a:lstStyle/>
          <a:p>
            <a:r>
              <a:rPr lang="en-IN" b="1" dirty="0"/>
              <a:t>(8.13)</a:t>
            </a:r>
          </a:p>
        </p:txBody>
      </p:sp>
      <p:graphicFrame>
        <p:nvGraphicFramePr>
          <p:cNvPr id="24" name="Object 23">
            <a:extLst>
              <a:ext uri="{FF2B5EF4-FFF2-40B4-BE49-F238E27FC236}">
                <a16:creationId xmlns:a16="http://schemas.microsoft.com/office/drawing/2014/main" id="{B01656DA-44EC-BC96-3FA5-31E40BF68EE7}"/>
              </a:ext>
            </a:extLst>
          </p:cNvPr>
          <p:cNvGraphicFramePr>
            <a:graphicFrameLocks noChangeAspect="1"/>
          </p:cNvGraphicFramePr>
          <p:nvPr>
            <p:extLst>
              <p:ext uri="{D42A27DB-BD31-4B8C-83A1-F6EECF244321}">
                <p14:modId xmlns:p14="http://schemas.microsoft.com/office/powerpoint/2010/main" val="823733259"/>
              </p:ext>
            </p:extLst>
          </p:nvPr>
        </p:nvGraphicFramePr>
        <p:xfrm>
          <a:off x="852488" y="3548483"/>
          <a:ext cx="2146300" cy="774700"/>
        </p:xfrm>
        <a:graphic>
          <a:graphicData uri="http://schemas.openxmlformats.org/presentationml/2006/ole">
            <mc:AlternateContent xmlns:mc="http://schemas.openxmlformats.org/markup-compatibility/2006">
              <mc:Choice xmlns:v="urn:schemas-microsoft-com:vml" Requires="v">
                <p:oleObj name="Equation" r:id="rId5" imgW="2145960" imgH="774360" progId="Equation.DSMT4">
                  <p:embed/>
                </p:oleObj>
              </mc:Choice>
              <mc:Fallback>
                <p:oleObj name="Equation" r:id="rId5" imgW="2145960" imgH="774360" progId="Equation.DSMT4">
                  <p:embed/>
                  <p:pic>
                    <p:nvPicPr>
                      <p:cNvPr id="23" name="Object 22">
                        <a:extLst>
                          <a:ext uri="{FF2B5EF4-FFF2-40B4-BE49-F238E27FC236}">
                            <a16:creationId xmlns:a16="http://schemas.microsoft.com/office/drawing/2014/main" id="{A14142C6-F6C9-46B9-E51D-13DEC431A1F8}"/>
                          </a:ext>
                        </a:extLst>
                      </p:cNvPr>
                      <p:cNvPicPr>
                        <a:picLocks noChangeAspect="1" noChangeArrowheads="1"/>
                      </p:cNvPicPr>
                      <p:nvPr/>
                    </p:nvPicPr>
                    <p:blipFill>
                      <a:blip r:embed="rId6"/>
                      <a:srcRect/>
                      <a:stretch>
                        <a:fillRect/>
                      </a:stretch>
                    </p:blipFill>
                    <p:spPr bwMode="auto">
                      <a:xfrm>
                        <a:off x="852488" y="3548483"/>
                        <a:ext cx="2146300" cy="774700"/>
                      </a:xfrm>
                      <a:prstGeom prst="rect">
                        <a:avLst/>
                      </a:prstGeom>
                      <a:noFill/>
                    </p:spPr>
                  </p:pic>
                </p:oleObj>
              </mc:Fallback>
            </mc:AlternateContent>
          </a:graphicData>
        </a:graphic>
      </p:graphicFrame>
      <p:sp>
        <p:nvSpPr>
          <p:cNvPr id="11" name="Content Placeholder 10">
            <a:extLst>
              <a:ext uri="{FF2B5EF4-FFF2-40B4-BE49-F238E27FC236}">
                <a16:creationId xmlns:a16="http://schemas.microsoft.com/office/drawing/2014/main" id="{F1635A53-DE6D-412D-B3C8-3AA49851AC19}"/>
              </a:ext>
            </a:extLst>
          </p:cNvPr>
          <p:cNvSpPr>
            <a:spLocks noGrp="1"/>
          </p:cNvSpPr>
          <p:nvPr>
            <p:ph sz="quarter" idx="19"/>
          </p:nvPr>
        </p:nvSpPr>
        <p:spPr>
          <a:xfrm>
            <a:off x="3317703" y="3687288"/>
            <a:ext cx="3764428" cy="498671"/>
          </a:xfrm>
        </p:spPr>
        <p:txBody>
          <a:bodyPr/>
          <a:lstStyle/>
          <a:p>
            <a:r>
              <a:rPr lang="en-US" sz="2200" dirty="0"/>
              <a:t>estimating </a:t>
            </a:r>
            <a:r>
              <a:rPr lang="el-GR" sz="2200" i="1" dirty="0"/>
              <a:t>μ</a:t>
            </a:r>
            <a:r>
              <a:rPr lang="en-US" sz="2200" dirty="0"/>
              <a:t> with unknown </a:t>
            </a:r>
            <a:r>
              <a:rPr lang="el-GR" sz="2200" i="1" dirty="0"/>
              <a:t>σ</a:t>
            </a:r>
            <a:endParaRPr lang="en-US" sz="2200" i="1" dirty="0"/>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7535674" y="3729454"/>
            <a:ext cx="998720" cy="494184"/>
          </a:xfrm>
        </p:spPr>
        <p:txBody>
          <a:bodyPr/>
          <a:lstStyle/>
          <a:p>
            <a:r>
              <a:rPr lang="en-IN" b="1" dirty="0"/>
              <a:t>(8.14)</a:t>
            </a:r>
          </a:p>
        </p:txBody>
      </p:sp>
      <p:graphicFrame>
        <p:nvGraphicFramePr>
          <p:cNvPr id="25" name="Object 24">
            <a:extLst>
              <a:ext uri="{FF2B5EF4-FFF2-40B4-BE49-F238E27FC236}">
                <a16:creationId xmlns:a16="http://schemas.microsoft.com/office/drawing/2014/main" id="{8528EDC3-BDD8-A715-033C-5F8E4A4DC797}"/>
              </a:ext>
            </a:extLst>
          </p:cNvPr>
          <p:cNvGraphicFramePr>
            <a:graphicFrameLocks noChangeAspect="1"/>
          </p:cNvGraphicFramePr>
          <p:nvPr>
            <p:extLst>
              <p:ext uri="{D42A27DB-BD31-4B8C-83A1-F6EECF244321}">
                <p14:modId xmlns:p14="http://schemas.microsoft.com/office/powerpoint/2010/main" val="2131074817"/>
              </p:ext>
            </p:extLst>
          </p:nvPr>
        </p:nvGraphicFramePr>
        <p:xfrm>
          <a:off x="852488" y="5194573"/>
          <a:ext cx="2971800" cy="812800"/>
        </p:xfrm>
        <a:graphic>
          <a:graphicData uri="http://schemas.openxmlformats.org/presentationml/2006/ole">
            <mc:AlternateContent xmlns:mc="http://schemas.openxmlformats.org/markup-compatibility/2006">
              <mc:Choice xmlns:v="urn:schemas-microsoft-com:vml" Requires="v">
                <p:oleObj name="Equation" r:id="rId7" imgW="2971800" imgH="812520" progId="Equation.DSMT4">
                  <p:embed/>
                </p:oleObj>
              </mc:Choice>
              <mc:Fallback>
                <p:oleObj name="Equation" r:id="rId7" imgW="2971800" imgH="812520" progId="Equation.DSMT4">
                  <p:embed/>
                  <p:pic>
                    <p:nvPicPr>
                      <p:cNvPr id="24" name="Object 23">
                        <a:extLst>
                          <a:ext uri="{FF2B5EF4-FFF2-40B4-BE49-F238E27FC236}">
                            <a16:creationId xmlns:a16="http://schemas.microsoft.com/office/drawing/2014/main" id="{B01656DA-44EC-BC96-3FA5-31E40BF68EE7}"/>
                          </a:ext>
                        </a:extLst>
                      </p:cNvPr>
                      <p:cNvPicPr>
                        <a:picLocks noChangeAspect="1" noChangeArrowheads="1"/>
                      </p:cNvPicPr>
                      <p:nvPr/>
                    </p:nvPicPr>
                    <p:blipFill>
                      <a:blip r:embed="rId8"/>
                      <a:srcRect/>
                      <a:stretch>
                        <a:fillRect/>
                      </a:stretch>
                    </p:blipFill>
                    <p:spPr bwMode="auto">
                      <a:xfrm>
                        <a:off x="852488" y="5194573"/>
                        <a:ext cx="2971800" cy="812800"/>
                      </a:xfrm>
                      <a:prstGeom prst="rect">
                        <a:avLst/>
                      </a:prstGeom>
                      <a:noFill/>
                    </p:spPr>
                  </p:pic>
                </p:oleObj>
              </mc:Fallback>
            </mc:AlternateContent>
          </a:graphicData>
        </a:graphic>
      </p:graphicFrame>
      <p:sp>
        <p:nvSpPr>
          <p:cNvPr id="12" name="Content Placeholder 11">
            <a:extLst>
              <a:ext uri="{FF2B5EF4-FFF2-40B4-BE49-F238E27FC236}">
                <a16:creationId xmlns:a16="http://schemas.microsoft.com/office/drawing/2014/main" id="{CDF71DED-1125-4946-A536-BF91C3892437}"/>
              </a:ext>
            </a:extLst>
          </p:cNvPr>
          <p:cNvSpPr>
            <a:spLocks noGrp="1"/>
          </p:cNvSpPr>
          <p:nvPr>
            <p:ph sz="quarter" idx="20"/>
          </p:nvPr>
        </p:nvSpPr>
        <p:spPr>
          <a:xfrm>
            <a:off x="4083366" y="5365149"/>
            <a:ext cx="1896208" cy="498671"/>
          </a:xfrm>
        </p:spPr>
        <p:txBody>
          <a:bodyPr/>
          <a:lstStyle/>
          <a:p>
            <a:r>
              <a:rPr lang="en-US" sz="2200" dirty="0"/>
              <a:t>estimating</a:t>
            </a:r>
            <a:r>
              <a:rPr lang="en-US" sz="2200" i="1" dirty="0"/>
              <a:t> </a:t>
            </a:r>
            <a:r>
              <a:rPr lang="el-GR" sz="2200" i="1" dirty="0"/>
              <a:t>π</a:t>
            </a:r>
            <a:endParaRPr lang="en-US" sz="2200"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7535674" y="5353881"/>
            <a:ext cx="998720" cy="494184"/>
          </a:xfrm>
        </p:spPr>
        <p:txBody>
          <a:bodyPr/>
          <a:lstStyle/>
          <a:p>
            <a:r>
              <a:rPr lang="en-IN" b="1" dirty="0"/>
              <a:t>(8.15)</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54</a:t>
            </a:fld>
            <a:endParaRPr lang="en-US"/>
          </a:p>
        </p:txBody>
      </p:sp>
    </p:spTree>
    <p:extLst>
      <p:ext uri="{BB962C8B-B14F-4D97-AF65-F5344CB8AC3E}">
        <p14:creationId xmlns:p14="http://schemas.microsoft.com/office/powerpoint/2010/main" val="4511641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fontScale="90000"/>
          </a:bodyPr>
          <a:lstStyle/>
          <a:p>
            <a:r>
              <a:rPr lang="en-IN" dirty="0"/>
              <a:t>Example: Streeling Pharmaceutical </a:t>
            </a:r>
            <a:r>
              <a:rPr lang="en-IN" sz="11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8.8</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049662" cy="1930289"/>
          </a:xfrm>
        </p:spPr>
        <p:txBody>
          <a:bodyPr/>
          <a:lstStyle/>
          <a:p>
            <a:pPr marL="292608" indent="-292608">
              <a:buFont typeface="Arial" panose="020B0604020202020204" pitchFamily="34" charset="0"/>
              <a:buChar char="•"/>
            </a:pPr>
            <a:r>
              <a:rPr lang="en-US" dirty="0"/>
              <a:t>Streeling Pharmaceutical has a staff of 1,000 employees. The human resources department sent a survey to a random sample of 75 employees to estimate the average number of hours per week its employees use the company’s on-site exercise facility.</a:t>
            </a:r>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365736"/>
            <a:ext cx="4201940" cy="463880"/>
          </a:xfrm>
        </p:spPr>
        <p:txBody>
          <a:bodyPr rIns="0"/>
          <a:lstStyle/>
          <a:p>
            <a:pPr marL="292608" indent="-292608">
              <a:buFont typeface="Arial" panose="020B0604020202020204" pitchFamily="34" charset="0"/>
              <a:buChar char="•"/>
            </a:pPr>
            <a:r>
              <a:rPr lang="en-IN" dirty="0"/>
              <a:t>The sample results showed</a:t>
            </a:r>
          </a:p>
        </p:txBody>
      </p:sp>
      <p:graphicFrame>
        <p:nvGraphicFramePr>
          <p:cNvPr id="23" name="Object 22">
            <a:extLst>
              <a:ext uri="{FF2B5EF4-FFF2-40B4-BE49-F238E27FC236}">
                <a16:creationId xmlns:a16="http://schemas.microsoft.com/office/drawing/2014/main" id="{F505B6FF-7FF5-1900-C882-917EC0A16BF3}"/>
              </a:ext>
            </a:extLst>
          </p:cNvPr>
          <p:cNvGraphicFramePr>
            <a:graphicFrameLocks noChangeAspect="1"/>
          </p:cNvGraphicFramePr>
          <p:nvPr>
            <p:extLst>
              <p:ext uri="{D42A27DB-BD31-4B8C-83A1-F6EECF244321}">
                <p14:modId xmlns:p14="http://schemas.microsoft.com/office/powerpoint/2010/main" val="1917664885"/>
              </p:ext>
            </p:extLst>
          </p:nvPr>
        </p:nvGraphicFramePr>
        <p:xfrm>
          <a:off x="4592937" y="3456122"/>
          <a:ext cx="1024579" cy="283108"/>
        </p:xfrm>
        <a:graphic>
          <a:graphicData uri="http://schemas.openxmlformats.org/presentationml/2006/ole">
            <mc:AlternateContent xmlns:mc="http://schemas.openxmlformats.org/markup-compatibility/2006">
              <mc:Choice xmlns:v="urn:schemas-microsoft-com:vml" Requires="v">
                <p:oleObj name="Equation" r:id="rId2" imgW="965160" imgH="266400" progId="Equation.DSMT4">
                  <p:embed/>
                </p:oleObj>
              </mc:Choice>
              <mc:Fallback>
                <p:oleObj name="Equation" r:id="rId2" imgW="965160" imgH="266400" progId="Equation.DSMT4">
                  <p:embed/>
                  <p:pic>
                    <p:nvPicPr>
                      <p:cNvPr id="23" name="Object 22">
                        <a:extLst>
                          <a:ext uri="{FF2B5EF4-FFF2-40B4-BE49-F238E27FC236}">
                            <a16:creationId xmlns:a16="http://schemas.microsoft.com/office/drawing/2014/main" id="{61A6A146-1398-C619-0C4E-4C5E56FB5400}"/>
                          </a:ext>
                        </a:extLst>
                      </p:cNvPr>
                      <p:cNvPicPr>
                        <a:picLocks noChangeAspect="1" noChangeArrowheads="1"/>
                      </p:cNvPicPr>
                      <p:nvPr/>
                    </p:nvPicPr>
                    <p:blipFill>
                      <a:blip r:embed="rId3"/>
                      <a:srcRect/>
                      <a:stretch>
                        <a:fillRect/>
                      </a:stretch>
                    </p:blipFill>
                    <p:spPr bwMode="auto">
                      <a:xfrm>
                        <a:off x="4592937" y="3456122"/>
                        <a:ext cx="1024579" cy="283108"/>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5753294" y="3365736"/>
            <a:ext cx="1493571" cy="436719"/>
          </a:xfrm>
        </p:spPr>
        <p:txBody>
          <a:bodyPr lIns="0"/>
          <a:lstStyle/>
          <a:p>
            <a:r>
              <a:rPr lang="en-US" dirty="0"/>
              <a:t>hours and</a:t>
            </a:r>
            <a:endParaRPr lang="en-IN"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36864" y="3898026"/>
            <a:ext cx="8336356" cy="402370"/>
          </a:xfrm>
        </p:spPr>
        <p:txBody>
          <a:bodyPr tIns="0"/>
          <a:lstStyle/>
          <a:p>
            <a:pPr marL="292608"/>
            <a:r>
              <a:rPr lang="en-US" i="1" dirty="0"/>
              <a:t>s</a:t>
            </a:r>
            <a:r>
              <a:rPr lang="en-US" dirty="0"/>
              <a:t> = 0.83 hour. Because more than 5 percent of the</a:t>
            </a:r>
            <a:endParaRPr lang="en-IN" dirty="0"/>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900" y="4401002"/>
            <a:ext cx="3740213" cy="406388"/>
          </a:xfrm>
        </p:spPr>
        <p:txBody>
          <a:bodyPr tIns="0" rIns="0"/>
          <a:lstStyle/>
          <a:p>
            <a:pPr marL="292608"/>
            <a:r>
              <a:rPr lang="en-IN" dirty="0"/>
              <a:t>population was sampled</a:t>
            </a:r>
          </a:p>
        </p:txBody>
      </p:sp>
      <p:graphicFrame>
        <p:nvGraphicFramePr>
          <p:cNvPr id="26" name="Object 25">
            <a:extLst>
              <a:ext uri="{FF2B5EF4-FFF2-40B4-BE49-F238E27FC236}">
                <a16:creationId xmlns:a16="http://schemas.microsoft.com/office/drawing/2014/main" id="{2BEC500C-68A0-C6C2-2552-70146626A3BD}"/>
              </a:ext>
            </a:extLst>
          </p:cNvPr>
          <p:cNvGraphicFramePr>
            <a:graphicFrameLocks noChangeAspect="1"/>
          </p:cNvGraphicFramePr>
          <p:nvPr>
            <p:extLst>
              <p:ext uri="{D42A27DB-BD31-4B8C-83A1-F6EECF244321}">
                <p14:modId xmlns:p14="http://schemas.microsoft.com/office/powerpoint/2010/main" val="3131351285"/>
              </p:ext>
            </p:extLst>
          </p:nvPr>
        </p:nvGraphicFramePr>
        <p:xfrm>
          <a:off x="4224510" y="4417417"/>
          <a:ext cx="2832100" cy="393700"/>
        </p:xfrm>
        <a:graphic>
          <a:graphicData uri="http://schemas.openxmlformats.org/presentationml/2006/ole">
            <mc:AlternateContent xmlns:mc="http://schemas.openxmlformats.org/markup-compatibility/2006">
              <mc:Choice xmlns:v="urn:schemas-microsoft-com:vml" Requires="v">
                <p:oleObj name="Equation" r:id="rId4" imgW="2831760" imgH="393480" progId="Equation.DSMT4">
                  <p:embed/>
                </p:oleObj>
              </mc:Choice>
              <mc:Fallback>
                <p:oleObj name="Equation" r:id="rId4" imgW="2831760" imgH="393480" progId="Equation.DSMT4">
                  <p:embed/>
                  <p:pic>
                    <p:nvPicPr>
                      <p:cNvPr id="23" name="Object 22">
                        <a:extLst>
                          <a:ext uri="{FF2B5EF4-FFF2-40B4-BE49-F238E27FC236}">
                            <a16:creationId xmlns:a16="http://schemas.microsoft.com/office/drawing/2014/main" id="{F505B6FF-7FF5-1900-C882-917EC0A16BF3}"/>
                          </a:ext>
                        </a:extLst>
                      </p:cNvPr>
                      <p:cNvPicPr>
                        <a:picLocks noChangeAspect="1" noChangeArrowheads="1"/>
                      </p:cNvPicPr>
                      <p:nvPr/>
                    </p:nvPicPr>
                    <p:blipFill>
                      <a:blip r:embed="rId5"/>
                      <a:srcRect/>
                      <a:stretch>
                        <a:fillRect/>
                      </a:stretch>
                    </p:blipFill>
                    <p:spPr bwMode="auto">
                      <a:xfrm>
                        <a:off x="4224510" y="4417417"/>
                        <a:ext cx="2832100" cy="393700"/>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7198007" y="4348413"/>
            <a:ext cx="1013486" cy="469762"/>
          </a:xfrm>
        </p:spPr>
        <p:txBody>
          <a:bodyPr lIns="0"/>
          <a:lstStyle/>
          <a:p>
            <a:r>
              <a:rPr lang="en-US" dirty="0"/>
              <a:t>a finite</a:t>
            </a:r>
            <a:endParaRPr lang="en-IN" dirty="0"/>
          </a:p>
        </p:txBody>
      </p:sp>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342900" y="4907997"/>
            <a:ext cx="8158304" cy="415441"/>
          </a:xfrm>
        </p:spPr>
        <p:txBody>
          <a:bodyPr tIns="0"/>
          <a:lstStyle/>
          <a:p>
            <a:pPr marL="292608"/>
            <a:r>
              <a:rPr lang="en-US" dirty="0"/>
              <a:t>population correction is suggested. The F</a:t>
            </a:r>
            <a:r>
              <a:rPr lang="en-US" sz="100" dirty="0"/>
              <a:t> </a:t>
            </a:r>
            <a:r>
              <a:rPr lang="en-US" dirty="0"/>
              <a:t>P</a:t>
            </a:r>
            <a:r>
              <a:rPr lang="en-US" sz="100" dirty="0"/>
              <a:t> </a:t>
            </a:r>
            <a:r>
              <a:rPr lang="en-US" dirty="0"/>
              <a:t>C</a:t>
            </a:r>
            <a:r>
              <a:rPr lang="en-US" sz="100" dirty="0"/>
              <a:t> </a:t>
            </a:r>
            <a:r>
              <a:rPr lang="en-US" dirty="0"/>
              <a:t>F would be,</a:t>
            </a:r>
            <a:endParaRPr lang="en-IN" dirty="0"/>
          </a:p>
        </p:txBody>
      </p:sp>
      <p:graphicFrame>
        <p:nvGraphicFramePr>
          <p:cNvPr id="27" name="Object 26">
            <a:extLst>
              <a:ext uri="{FF2B5EF4-FFF2-40B4-BE49-F238E27FC236}">
                <a16:creationId xmlns:a16="http://schemas.microsoft.com/office/drawing/2014/main" id="{9AC50B00-4BFA-48C5-844E-84E4E972443B}"/>
              </a:ext>
            </a:extLst>
          </p:cNvPr>
          <p:cNvGraphicFramePr>
            <a:graphicFrameLocks noChangeAspect="1"/>
          </p:cNvGraphicFramePr>
          <p:nvPr>
            <p:extLst>
              <p:ext uri="{D42A27DB-BD31-4B8C-83A1-F6EECF244321}">
                <p14:modId xmlns:p14="http://schemas.microsoft.com/office/powerpoint/2010/main" val="39921650"/>
              </p:ext>
            </p:extLst>
          </p:nvPr>
        </p:nvGraphicFramePr>
        <p:xfrm>
          <a:off x="1571625" y="5575300"/>
          <a:ext cx="4508500" cy="812800"/>
        </p:xfrm>
        <a:graphic>
          <a:graphicData uri="http://schemas.openxmlformats.org/presentationml/2006/ole">
            <mc:AlternateContent xmlns:mc="http://schemas.openxmlformats.org/markup-compatibility/2006">
              <mc:Choice xmlns:v="urn:schemas-microsoft-com:vml" Requires="v">
                <p:oleObj name="Equation" r:id="rId6" imgW="4508280" imgH="812520" progId="Equation.DSMT4">
                  <p:embed/>
                </p:oleObj>
              </mc:Choice>
              <mc:Fallback>
                <p:oleObj name="Equation" r:id="rId6" imgW="4508280" imgH="812520" progId="Equation.DSMT4">
                  <p:embed/>
                  <p:pic>
                    <p:nvPicPr>
                      <p:cNvPr id="26" name="Object 25">
                        <a:extLst>
                          <a:ext uri="{FF2B5EF4-FFF2-40B4-BE49-F238E27FC236}">
                            <a16:creationId xmlns:a16="http://schemas.microsoft.com/office/drawing/2014/main" id="{2BEC500C-68A0-C6C2-2552-70146626A3BD}"/>
                          </a:ext>
                        </a:extLst>
                      </p:cNvPr>
                      <p:cNvPicPr>
                        <a:picLocks noChangeAspect="1" noChangeArrowheads="1"/>
                      </p:cNvPicPr>
                      <p:nvPr/>
                    </p:nvPicPr>
                    <p:blipFill>
                      <a:blip r:embed="rId7"/>
                      <a:srcRect/>
                      <a:stretch>
                        <a:fillRect/>
                      </a:stretch>
                    </p:blipFill>
                    <p:spPr bwMode="auto">
                      <a:xfrm>
                        <a:off x="1571625" y="5575300"/>
                        <a:ext cx="4508500" cy="812800"/>
                      </a:xfrm>
                      <a:prstGeom prst="rect">
                        <a:avLst/>
                      </a:prstGeom>
                      <a:no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55</a:t>
            </a:fld>
            <a:endParaRPr lang="en-US"/>
          </a:p>
        </p:txBody>
      </p:sp>
    </p:spTree>
    <p:extLst>
      <p:ext uri="{BB962C8B-B14F-4D97-AF65-F5344CB8AC3E}">
        <p14:creationId xmlns:p14="http://schemas.microsoft.com/office/powerpoint/2010/main" val="36055880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fontScale="90000"/>
          </a:bodyPr>
          <a:lstStyle/>
          <a:p>
            <a:r>
              <a:rPr lang="en-IN" dirty="0"/>
              <a:t>Example: Streeling Pharmaceutical </a:t>
            </a:r>
            <a:r>
              <a:rPr lang="en-IN" sz="1100" b="0" dirty="0"/>
              <a:t>2</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8.8</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5"/>
            <a:ext cx="6021686" cy="382146"/>
          </a:xfrm>
        </p:spPr>
        <p:txBody>
          <a:bodyPr/>
          <a:lstStyle/>
          <a:p>
            <a:pPr marL="292608" indent="-292608">
              <a:buFont typeface="Arial" panose="020B0604020202020204" pitchFamily="34" charset="0"/>
              <a:buChar char="•"/>
            </a:pPr>
            <a:r>
              <a:rPr lang="en-US" sz="2000" dirty="0"/>
              <a:t>The 95 percent confidence interval estimate, with</a:t>
            </a:r>
            <a:endParaRPr lang="en-IN" sz="2000" dirty="0"/>
          </a:p>
        </p:txBody>
      </p:sp>
      <p:graphicFrame>
        <p:nvGraphicFramePr>
          <p:cNvPr id="23" name="Object 22">
            <a:extLst>
              <a:ext uri="{FF2B5EF4-FFF2-40B4-BE49-F238E27FC236}">
                <a16:creationId xmlns:a16="http://schemas.microsoft.com/office/drawing/2014/main" id="{7763424A-BC3B-3A7D-556D-B829887F2C0C}"/>
              </a:ext>
            </a:extLst>
          </p:cNvPr>
          <p:cNvGraphicFramePr>
            <a:graphicFrameLocks noChangeAspect="1"/>
          </p:cNvGraphicFramePr>
          <p:nvPr>
            <p:extLst>
              <p:ext uri="{D42A27DB-BD31-4B8C-83A1-F6EECF244321}">
                <p14:modId xmlns:p14="http://schemas.microsoft.com/office/powerpoint/2010/main" val="200035441"/>
              </p:ext>
            </p:extLst>
          </p:nvPr>
        </p:nvGraphicFramePr>
        <p:xfrm>
          <a:off x="6368795" y="1297682"/>
          <a:ext cx="1285240" cy="363220"/>
        </p:xfrm>
        <a:graphic>
          <a:graphicData uri="http://schemas.openxmlformats.org/presentationml/2006/ole">
            <mc:AlternateContent xmlns:mc="http://schemas.openxmlformats.org/markup-compatibility/2006">
              <mc:Choice xmlns:v="urn:schemas-microsoft-com:vml" Requires="v">
                <p:oleObj name="Equation" r:id="rId2" imgW="1168200" imgH="330120" progId="Equation.DSMT4">
                  <p:embed/>
                </p:oleObj>
              </mc:Choice>
              <mc:Fallback>
                <p:oleObj name="Equation" r:id="rId2" imgW="1168200" imgH="330120" progId="Equation.DSMT4">
                  <p:embed/>
                  <p:pic>
                    <p:nvPicPr>
                      <p:cNvPr id="23" name="Object 22">
                        <a:extLst>
                          <a:ext uri="{FF2B5EF4-FFF2-40B4-BE49-F238E27FC236}">
                            <a16:creationId xmlns:a16="http://schemas.microsoft.com/office/drawing/2014/main" id="{F505B6FF-7FF5-1900-C882-917EC0A16BF3}"/>
                          </a:ext>
                        </a:extLst>
                      </p:cNvPr>
                      <p:cNvPicPr>
                        <a:picLocks noChangeAspect="1" noChangeArrowheads="1"/>
                      </p:cNvPicPr>
                      <p:nvPr/>
                    </p:nvPicPr>
                    <p:blipFill>
                      <a:blip r:embed="rId3"/>
                      <a:srcRect/>
                      <a:stretch>
                        <a:fillRect/>
                      </a:stretch>
                    </p:blipFill>
                    <p:spPr bwMode="auto">
                      <a:xfrm>
                        <a:off x="6368795" y="1297682"/>
                        <a:ext cx="1285240" cy="363220"/>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1696352"/>
            <a:ext cx="2951445" cy="382145"/>
          </a:xfrm>
        </p:spPr>
        <p:txBody>
          <a:bodyPr/>
          <a:lstStyle/>
          <a:p>
            <a:pPr marL="292608"/>
            <a:r>
              <a:rPr lang="en-US" sz="2000" dirty="0"/>
              <a:t>(</a:t>
            </a:r>
            <a:r>
              <a:rPr lang="en-US" sz="2000" i="1" dirty="0" err="1"/>
              <a:t>d.f.</a:t>
            </a:r>
            <a:r>
              <a:rPr lang="en-US" sz="2000" dirty="0"/>
              <a:t> = 74), would be,</a:t>
            </a:r>
            <a:endParaRPr lang="en-IN" sz="2000" dirty="0"/>
          </a:p>
        </p:txBody>
      </p:sp>
      <p:graphicFrame>
        <p:nvGraphicFramePr>
          <p:cNvPr id="24" name="Object 23">
            <a:extLst>
              <a:ext uri="{FF2B5EF4-FFF2-40B4-BE49-F238E27FC236}">
                <a16:creationId xmlns:a16="http://schemas.microsoft.com/office/drawing/2014/main" id="{96AB5363-A6D8-E1DD-4E88-414B58BE5F71}"/>
              </a:ext>
            </a:extLst>
          </p:cNvPr>
          <p:cNvGraphicFramePr>
            <a:graphicFrameLocks noChangeAspect="1"/>
          </p:cNvGraphicFramePr>
          <p:nvPr>
            <p:extLst>
              <p:ext uri="{D42A27DB-BD31-4B8C-83A1-F6EECF244321}">
                <p14:modId xmlns:p14="http://schemas.microsoft.com/office/powerpoint/2010/main" val="3186833532"/>
              </p:ext>
            </p:extLst>
          </p:nvPr>
        </p:nvGraphicFramePr>
        <p:xfrm>
          <a:off x="868799" y="2263547"/>
          <a:ext cx="1943100" cy="723900"/>
        </p:xfrm>
        <a:graphic>
          <a:graphicData uri="http://schemas.openxmlformats.org/presentationml/2006/ole">
            <mc:AlternateContent xmlns:mc="http://schemas.openxmlformats.org/markup-compatibility/2006">
              <mc:Choice xmlns:v="urn:schemas-microsoft-com:vml" Requires="v">
                <p:oleObj name="Equation" r:id="rId4" imgW="1942920" imgH="723600" progId="Equation.DSMT4">
                  <p:embed/>
                </p:oleObj>
              </mc:Choice>
              <mc:Fallback>
                <p:oleObj name="Equation" r:id="rId4" imgW="1942920" imgH="723600" progId="Equation.DSMT4">
                  <p:embed/>
                  <p:pic>
                    <p:nvPicPr>
                      <p:cNvPr id="23" name="Object 22">
                        <a:extLst>
                          <a:ext uri="{FF2B5EF4-FFF2-40B4-BE49-F238E27FC236}">
                            <a16:creationId xmlns:a16="http://schemas.microsoft.com/office/drawing/2014/main" id="{7763424A-BC3B-3A7D-556D-B829887F2C0C}"/>
                          </a:ext>
                        </a:extLst>
                      </p:cNvPr>
                      <p:cNvPicPr>
                        <a:picLocks noChangeAspect="1" noChangeArrowheads="1"/>
                      </p:cNvPicPr>
                      <p:nvPr/>
                    </p:nvPicPr>
                    <p:blipFill>
                      <a:blip r:embed="rId5"/>
                      <a:srcRect/>
                      <a:stretch>
                        <a:fillRect/>
                      </a:stretch>
                    </p:blipFill>
                    <p:spPr bwMode="auto">
                      <a:xfrm>
                        <a:off x="868799" y="2263547"/>
                        <a:ext cx="1943100" cy="723900"/>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2635A7F6-D55B-4166-82F1-6314C5BC6A51}"/>
              </a:ext>
            </a:extLst>
          </p:cNvPr>
          <p:cNvGraphicFramePr>
            <a:graphicFrameLocks noChangeAspect="1"/>
          </p:cNvGraphicFramePr>
          <p:nvPr>
            <p:extLst>
              <p:ext uri="{D42A27DB-BD31-4B8C-83A1-F6EECF244321}">
                <p14:modId xmlns:p14="http://schemas.microsoft.com/office/powerpoint/2010/main" val="3574862591"/>
              </p:ext>
            </p:extLst>
          </p:nvPr>
        </p:nvGraphicFramePr>
        <p:xfrm>
          <a:off x="2963863" y="2527300"/>
          <a:ext cx="254000" cy="190500"/>
        </p:xfrm>
        <a:graphic>
          <a:graphicData uri="http://schemas.openxmlformats.org/presentationml/2006/ole">
            <mc:AlternateContent xmlns:mc="http://schemas.openxmlformats.org/markup-compatibility/2006">
              <mc:Choice xmlns:v="urn:schemas-microsoft-com:vml" Requires="v">
                <p:oleObj name="Equation" r:id="rId6" imgW="253800" imgH="190440" progId="Equation.DSMT4">
                  <p:embed/>
                </p:oleObj>
              </mc:Choice>
              <mc:Fallback>
                <p:oleObj name="Equation" r:id="rId6" imgW="253800" imgH="190440" progId="Equation.DSMT4">
                  <p:embed/>
                  <p:pic>
                    <p:nvPicPr>
                      <p:cNvPr id="0" name=""/>
                      <p:cNvPicPr/>
                      <p:nvPr/>
                    </p:nvPicPr>
                    <p:blipFill>
                      <a:blip r:embed="rId7"/>
                      <a:stretch>
                        <a:fillRect/>
                      </a:stretch>
                    </p:blipFill>
                    <p:spPr>
                      <a:xfrm>
                        <a:off x="2963863" y="2527300"/>
                        <a:ext cx="254000" cy="1905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2D491964-A9D3-4BED-B2C3-DAB30029244C}"/>
              </a:ext>
            </a:extLst>
          </p:cNvPr>
          <p:cNvGraphicFramePr>
            <a:graphicFrameLocks noChangeAspect="1"/>
          </p:cNvGraphicFramePr>
          <p:nvPr>
            <p:extLst>
              <p:ext uri="{D42A27DB-BD31-4B8C-83A1-F6EECF244321}">
                <p14:modId xmlns:p14="http://schemas.microsoft.com/office/powerpoint/2010/main" val="771315348"/>
              </p:ext>
            </p:extLst>
          </p:nvPr>
        </p:nvGraphicFramePr>
        <p:xfrm>
          <a:off x="3369827" y="2293095"/>
          <a:ext cx="2730500" cy="711200"/>
        </p:xfrm>
        <a:graphic>
          <a:graphicData uri="http://schemas.openxmlformats.org/presentationml/2006/ole">
            <mc:AlternateContent xmlns:mc="http://schemas.openxmlformats.org/markup-compatibility/2006">
              <mc:Choice xmlns:v="urn:schemas-microsoft-com:vml" Requires="v">
                <p:oleObj name="Equation" r:id="rId8" imgW="2730240" imgH="711000" progId="Equation.DSMT4">
                  <p:embed/>
                </p:oleObj>
              </mc:Choice>
              <mc:Fallback>
                <p:oleObj name="Equation" r:id="rId8" imgW="2730240" imgH="711000" progId="Equation.DSMT4">
                  <p:embed/>
                  <p:pic>
                    <p:nvPicPr>
                      <p:cNvPr id="0" name=""/>
                      <p:cNvPicPr/>
                      <p:nvPr/>
                    </p:nvPicPr>
                    <p:blipFill>
                      <a:blip r:embed="rId9"/>
                      <a:stretch>
                        <a:fillRect/>
                      </a:stretch>
                    </p:blipFill>
                    <p:spPr>
                      <a:xfrm>
                        <a:off x="3369827" y="2293095"/>
                        <a:ext cx="2730500" cy="7112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23818DB5-330B-466A-BCA3-6A0711929877}"/>
              </a:ext>
            </a:extLst>
          </p:cNvPr>
          <p:cNvGraphicFramePr>
            <a:graphicFrameLocks noChangeAspect="1"/>
          </p:cNvGraphicFramePr>
          <p:nvPr>
            <p:extLst>
              <p:ext uri="{D42A27DB-BD31-4B8C-83A1-F6EECF244321}">
                <p14:modId xmlns:p14="http://schemas.microsoft.com/office/powerpoint/2010/main" val="4051972048"/>
              </p:ext>
            </p:extLst>
          </p:nvPr>
        </p:nvGraphicFramePr>
        <p:xfrm>
          <a:off x="6316218" y="2540274"/>
          <a:ext cx="254000" cy="190500"/>
        </p:xfrm>
        <a:graphic>
          <a:graphicData uri="http://schemas.openxmlformats.org/presentationml/2006/ole">
            <mc:AlternateContent xmlns:mc="http://schemas.openxmlformats.org/markup-compatibility/2006">
              <mc:Choice xmlns:v="urn:schemas-microsoft-com:vml" Requires="v">
                <p:oleObj name="Equation" r:id="rId10" imgW="253800" imgH="190440" progId="Equation.DSMT4">
                  <p:embed/>
                </p:oleObj>
              </mc:Choice>
              <mc:Fallback>
                <p:oleObj name="Equation" r:id="rId10" imgW="253800" imgH="190440" progId="Equation.DSMT4">
                  <p:embed/>
                  <p:pic>
                    <p:nvPicPr>
                      <p:cNvPr id="0" name=""/>
                      <p:cNvPicPr/>
                      <p:nvPr/>
                    </p:nvPicPr>
                    <p:blipFill>
                      <a:blip r:embed="rId11"/>
                      <a:stretch>
                        <a:fillRect/>
                      </a:stretch>
                    </p:blipFill>
                    <p:spPr>
                      <a:xfrm>
                        <a:off x="6316218" y="2540274"/>
                        <a:ext cx="254000" cy="1905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AA098B01-ECD1-4D23-AD3D-DB7C6AC3112A}"/>
              </a:ext>
            </a:extLst>
          </p:cNvPr>
          <p:cNvGraphicFramePr>
            <a:graphicFrameLocks noChangeAspect="1"/>
          </p:cNvGraphicFramePr>
          <p:nvPr>
            <p:extLst>
              <p:ext uri="{D42A27DB-BD31-4B8C-83A1-F6EECF244321}">
                <p14:modId xmlns:p14="http://schemas.microsoft.com/office/powerpoint/2010/main" val="1512618079"/>
              </p:ext>
            </p:extLst>
          </p:nvPr>
        </p:nvGraphicFramePr>
        <p:xfrm>
          <a:off x="6786109" y="2499837"/>
          <a:ext cx="1270000" cy="241300"/>
        </p:xfrm>
        <a:graphic>
          <a:graphicData uri="http://schemas.openxmlformats.org/presentationml/2006/ole">
            <mc:AlternateContent xmlns:mc="http://schemas.openxmlformats.org/markup-compatibility/2006">
              <mc:Choice xmlns:v="urn:schemas-microsoft-com:vml" Requires="v">
                <p:oleObj name="Equation" r:id="rId12" imgW="1269720" imgH="241200" progId="Equation.DSMT4">
                  <p:embed/>
                </p:oleObj>
              </mc:Choice>
              <mc:Fallback>
                <p:oleObj name="Equation" r:id="rId12" imgW="1269720" imgH="241200" progId="Equation.DSMT4">
                  <p:embed/>
                  <p:pic>
                    <p:nvPicPr>
                      <p:cNvPr id="0" name=""/>
                      <p:cNvPicPr/>
                      <p:nvPr/>
                    </p:nvPicPr>
                    <p:blipFill>
                      <a:blip r:embed="rId13"/>
                      <a:stretch>
                        <a:fillRect/>
                      </a:stretch>
                    </p:blipFill>
                    <p:spPr>
                      <a:xfrm>
                        <a:off x="6786109" y="2499837"/>
                        <a:ext cx="1270000" cy="2413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3172497"/>
            <a:ext cx="8321267" cy="698500"/>
          </a:xfrm>
        </p:spPr>
        <p:txBody>
          <a:bodyPr/>
          <a:lstStyle/>
          <a:p>
            <a:pPr marL="292608" indent="-292608">
              <a:buFont typeface="Arial" panose="020B0604020202020204" pitchFamily="34" charset="0"/>
              <a:buChar char="•"/>
            </a:pPr>
            <a:r>
              <a:rPr lang="en-US" sz="2000" dirty="0"/>
              <a:t>If the F</a:t>
            </a:r>
            <a:r>
              <a:rPr lang="en-US" sz="100" dirty="0"/>
              <a:t> </a:t>
            </a:r>
            <a:r>
              <a:rPr lang="en-US" sz="2000" dirty="0"/>
              <a:t>P</a:t>
            </a:r>
            <a:r>
              <a:rPr lang="en-US" sz="100" dirty="0"/>
              <a:t> </a:t>
            </a:r>
            <a:r>
              <a:rPr lang="en-US" sz="2000" dirty="0"/>
              <a:t>C</a:t>
            </a:r>
            <a:r>
              <a:rPr lang="en-US" sz="100" dirty="0"/>
              <a:t> </a:t>
            </a:r>
            <a:r>
              <a:rPr lang="en-US" sz="2000" dirty="0"/>
              <a:t>F had been omitted, the confidence interval would have been:</a:t>
            </a:r>
            <a:endParaRPr lang="en-IN" sz="2000" dirty="0"/>
          </a:p>
        </p:txBody>
      </p:sp>
      <p:graphicFrame>
        <p:nvGraphicFramePr>
          <p:cNvPr id="25" name="Object 24">
            <a:extLst>
              <a:ext uri="{FF2B5EF4-FFF2-40B4-BE49-F238E27FC236}">
                <a16:creationId xmlns:a16="http://schemas.microsoft.com/office/drawing/2014/main" id="{C590892A-5B62-4B90-68B9-AD52964E3ED4}"/>
              </a:ext>
            </a:extLst>
          </p:cNvPr>
          <p:cNvGraphicFramePr>
            <a:graphicFrameLocks noChangeAspect="1"/>
          </p:cNvGraphicFramePr>
          <p:nvPr>
            <p:extLst>
              <p:ext uri="{D42A27DB-BD31-4B8C-83A1-F6EECF244321}">
                <p14:modId xmlns:p14="http://schemas.microsoft.com/office/powerpoint/2010/main" val="1037056686"/>
              </p:ext>
            </p:extLst>
          </p:nvPr>
        </p:nvGraphicFramePr>
        <p:xfrm>
          <a:off x="1643205" y="4021770"/>
          <a:ext cx="889000" cy="660400"/>
        </p:xfrm>
        <a:graphic>
          <a:graphicData uri="http://schemas.openxmlformats.org/presentationml/2006/ole">
            <mc:AlternateContent xmlns:mc="http://schemas.openxmlformats.org/markup-compatibility/2006">
              <mc:Choice xmlns:v="urn:schemas-microsoft-com:vml" Requires="v">
                <p:oleObj name="Equation" r:id="rId14" imgW="888840" imgH="660240" progId="Equation.DSMT4">
                  <p:embed/>
                </p:oleObj>
              </mc:Choice>
              <mc:Fallback>
                <p:oleObj name="Equation" r:id="rId14" imgW="888840" imgH="660240" progId="Equation.DSMT4">
                  <p:embed/>
                  <p:pic>
                    <p:nvPicPr>
                      <p:cNvPr id="24" name="Object 23">
                        <a:extLst>
                          <a:ext uri="{FF2B5EF4-FFF2-40B4-BE49-F238E27FC236}">
                            <a16:creationId xmlns:a16="http://schemas.microsoft.com/office/drawing/2014/main" id="{96AB5363-A6D8-E1DD-4E88-414B58BE5F71}"/>
                          </a:ext>
                        </a:extLst>
                      </p:cNvPr>
                      <p:cNvPicPr>
                        <a:picLocks noChangeAspect="1" noChangeArrowheads="1"/>
                      </p:cNvPicPr>
                      <p:nvPr/>
                    </p:nvPicPr>
                    <p:blipFill>
                      <a:blip r:embed="rId15"/>
                      <a:srcRect/>
                      <a:stretch>
                        <a:fillRect/>
                      </a:stretch>
                    </p:blipFill>
                    <p:spPr bwMode="auto">
                      <a:xfrm>
                        <a:off x="1643205" y="4021770"/>
                        <a:ext cx="889000" cy="660400"/>
                      </a:xfrm>
                      <a:prstGeom prst="rect">
                        <a:avLst/>
                      </a:prstGeom>
                      <a:noFill/>
                    </p:spPr>
                  </p:pic>
                </p:oleObj>
              </mc:Fallback>
            </mc:AlternateContent>
          </a:graphicData>
        </a:graphic>
      </p:graphicFrame>
      <p:graphicFrame>
        <p:nvGraphicFramePr>
          <p:cNvPr id="14" name="Object 13">
            <a:extLst>
              <a:ext uri="{FF2B5EF4-FFF2-40B4-BE49-F238E27FC236}">
                <a16:creationId xmlns:a16="http://schemas.microsoft.com/office/drawing/2014/main" id="{A71B6ACA-9ECA-464B-B97B-6838E4CEA5F8}"/>
              </a:ext>
            </a:extLst>
          </p:cNvPr>
          <p:cNvGraphicFramePr>
            <a:graphicFrameLocks noChangeAspect="1"/>
          </p:cNvGraphicFramePr>
          <p:nvPr>
            <p:extLst>
              <p:ext uri="{D42A27DB-BD31-4B8C-83A1-F6EECF244321}">
                <p14:modId xmlns:p14="http://schemas.microsoft.com/office/powerpoint/2010/main" val="2707203049"/>
              </p:ext>
            </p:extLst>
          </p:nvPr>
        </p:nvGraphicFramePr>
        <p:xfrm>
          <a:off x="2824016" y="4267641"/>
          <a:ext cx="254000" cy="190500"/>
        </p:xfrm>
        <a:graphic>
          <a:graphicData uri="http://schemas.openxmlformats.org/presentationml/2006/ole">
            <mc:AlternateContent xmlns:mc="http://schemas.openxmlformats.org/markup-compatibility/2006">
              <mc:Choice xmlns:v="urn:schemas-microsoft-com:vml" Requires="v">
                <p:oleObj name="Equation" r:id="rId16" imgW="253800" imgH="190440" progId="Equation.DSMT4">
                  <p:embed/>
                </p:oleObj>
              </mc:Choice>
              <mc:Fallback>
                <p:oleObj name="Equation" r:id="rId16" imgW="253800" imgH="190440" progId="Equation.DSMT4">
                  <p:embed/>
                  <p:pic>
                    <p:nvPicPr>
                      <p:cNvPr id="0" name=""/>
                      <p:cNvPicPr/>
                      <p:nvPr/>
                    </p:nvPicPr>
                    <p:blipFill>
                      <a:blip r:embed="rId17"/>
                      <a:stretch>
                        <a:fillRect/>
                      </a:stretch>
                    </p:blipFill>
                    <p:spPr>
                      <a:xfrm>
                        <a:off x="2824016" y="4267641"/>
                        <a:ext cx="254000" cy="1905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3BD75487-2D62-4B09-9B1D-0BA48B71F50F}"/>
              </a:ext>
            </a:extLst>
          </p:cNvPr>
          <p:cNvGraphicFramePr>
            <a:graphicFrameLocks noChangeAspect="1"/>
          </p:cNvGraphicFramePr>
          <p:nvPr>
            <p:extLst>
              <p:ext uri="{D42A27DB-BD31-4B8C-83A1-F6EECF244321}">
                <p14:modId xmlns:p14="http://schemas.microsoft.com/office/powerpoint/2010/main" val="2076673211"/>
              </p:ext>
            </p:extLst>
          </p:nvPr>
        </p:nvGraphicFramePr>
        <p:xfrm>
          <a:off x="3369827" y="4053557"/>
          <a:ext cx="1752601" cy="660400"/>
        </p:xfrm>
        <a:graphic>
          <a:graphicData uri="http://schemas.openxmlformats.org/presentationml/2006/ole">
            <mc:AlternateContent xmlns:mc="http://schemas.openxmlformats.org/markup-compatibility/2006">
              <mc:Choice xmlns:v="urn:schemas-microsoft-com:vml" Requires="v">
                <p:oleObj name="Equation" r:id="rId18" imgW="1752480" imgH="660240" progId="Equation.DSMT4">
                  <p:embed/>
                </p:oleObj>
              </mc:Choice>
              <mc:Fallback>
                <p:oleObj name="Equation" r:id="rId18" imgW="1752480" imgH="660240" progId="Equation.DSMT4">
                  <p:embed/>
                  <p:pic>
                    <p:nvPicPr>
                      <p:cNvPr id="0" name=""/>
                      <p:cNvPicPr/>
                      <p:nvPr/>
                    </p:nvPicPr>
                    <p:blipFill>
                      <a:blip r:embed="rId19"/>
                      <a:stretch>
                        <a:fillRect/>
                      </a:stretch>
                    </p:blipFill>
                    <p:spPr>
                      <a:xfrm>
                        <a:off x="3369827" y="4053557"/>
                        <a:ext cx="1752601" cy="6604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B5549E23-D18B-49A1-B398-371EBE69CAEB}"/>
              </a:ext>
            </a:extLst>
          </p:cNvPr>
          <p:cNvGraphicFramePr>
            <a:graphicFrameLocks noChangeAspect="1"/>
          </p:cNvGraphicFramePr>
          <p:nvPr>
            <p:extLst>
              <p:ext uri="{D42A27DB-BD31-4B8C-83A1-F6EECF244321}">
                <p14:modId xmlns:p14="http://schemas.microsoft.com/office/powerpoint/2010/main" val="2988058170"/>
              </p:ext>
            </p:extLst>
          </p:nvPr>
        </p:nvGraphicFramePr>
        <p:xfrm>
          <a:off x="5346406" y="4234401"/>
          <a:ext cx="254000" cy="190500"/>
        </p:xfrm>
        <a:graphic>
          <a:graphicData uri="http://schemas.openxmlformats.org/presentationml/2006/ole">
            <mc:AlternateContent xmlns:mc="http://schemas.openxmlformats.org/markup-compatibility/2006">
              <mc:Choice xmlns:v="urn:schemas-microsoft-com:vml" Requires="v">
                <p:oleObj name="Equation" r:id="rId20" imgW="253800" imgH="190440" progId="Equation.DSMT4">
                  <p:embed/>
                </p:oleObj>
              </mc:Choice>
              <mc:Fallback>
                <p:oleObj name="Equation" r:id="rId20" imgW="253800" imgH="190440" progId="Equation.DSMT4">
                  <p:embed/>
                  <p:pic>
                    <p:nvPicPr>
                      <p:cNvPr id="0" name=""/>
                      <p:cNvPicPr/>
                      <p:nvPr/>
                    </p:nvPicPr>
                    <p:blipFill>
                      <a:blip r:embed="rId21"/>
                      <a:stretch>
                        <a:fillRect/>
                      </a:stretch>
                    </p:blipFill>
                    <p:spPr>
                      <a:xfrm>
                        <a:off x="5346406" y="4234401"/>
                        <a:ext cx="254000" cy="1905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D997C273-6025-4221-AD7A-2B943CD0330A}"/>
              </a:ext>
            </a:extLst>
          </p:cNvPr>
          <p:cNvGraphicFramePr>
            <a:graphicFrameLocks noChangeAspect="1"/>
          </p:cNvGraphicFramePr>
          <p:nvPr>
            <p:extLst>
              <p:ext uri="{D42A27DB-BD31-4B8C-83A1-F6EECF244321}">
                <p14:modId xmlns:p14="http://schemas.microsoft.com/office/powerpoint/2010/main" val="1444624792"/>
              </p:ext>
            </p:extLst>
          </p:nvPr>
        </p:nvGraphicFramePr>
        <p:xfrm>
          <a:off x="5825877" y="4187485"/>
          <a:ext cx="1257301" cy="241300"/>
        </p:xfrm>
        <a:graphic>
          <a:graphicData uri="http://schemas.openxmlformats.org/presentationml/2006/ole">
            <mc:AlternateContent xmlns:mc="http://schemas.openxmlformats.org/markup-compatibility/2006">
              <mc:Choice xmlns:v="urn:schemas-microsoft-com:vml" Requires="v">
                <p:oleObj name="Equation" r:id="rId22" imgW="1257120" imgH="241200" progId="Equation.DSMT4">
                  <p:embed/>
                </p:oleObj>
              </mc:Choice>
              <mc:Fallback>
                <p:oleObj name="Equation" r:id="rId22" imgW="1257120" imgH="241200" progId="Equation.DSMT4">
                  <p:embed/>
                  <p:pic>
                    <p:nvPicPr>
                      <p:cNvPr id="0" name=""/>
                      <p:cNvPicPr/>
                      <p:nvPr/>
                    </p:nvPicPr>
                    <p:blipFill>
                      <a:blip r:embed="rId23"/>
                      <a:stretch>
                        <a:fillRect/>
                      </a:stretch>
                    </p:blipFill>
                    <p:spPr>
                      <a:xfrm>
                        <a:off x="5825877" y="4187485"/>
                        <a:ext cx="1257301" cy="2413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4858790"/>
            <a:ext cx="8094930" cy="1324727"/>
          </a:xfrm>
        </p:spPr>
        <p:txBody>
          <a:bodyPr/>
          <a:lstStyle/>
          <a:p>
            <a:pPr marL="292608" indent="-292608">
              <a:buFont typeface="Arial" panose="020B0604020202020204" pitchFamily="34" charset="0"/>
              <a:buChar char="•"/>
            </a:pPr>
            <a:r>
              <a:rPr lang="en-US" sz="2000" dirty="0"/>
              <a:t>In this example, the F</a:t>
            </a:r>
            <a:r>
              <a:rPr lang="en-US" sz="100" dirty="0"/>
              <a:t> </a:t>
            </a:r>
            <a:r>
              <a:rPr lang="en-US" sz="2000" dirty="0"/>
              <a:t>P</a:t>
            </a:r>
            <a:r>
              <a:rPr lang="en-US" sz="100" dirty="0"/>
              <a:t> </a:t>
            </a:r>
            <a:r>
              <a:rPr lang="en-US" sz="2000" dirty="0"/>
              <a:t>C</a:t>
            </a:r>
            <a:r>
              <a:rPr lang="en-US" sz="100" dirty="0"/>
              <a:t> </a:t>
            </a:r>
            <a:r>
              <a:rPr lang="en-US" sz="2000" dirty="0"/>
              <a:t>F narrowed the confidence interval only slightly, by reducing the margin of error from ±0.191 to ±0.184. Because it reduces the margin of error, using the F</a:t>
            </a:r>
            <a:r>
              <a:rPr lang="en-US" sz="100" dirty="0"/>
              <a:t> </a:t>
            </a:r>
            <a:r>
              <a:rPr lang="en-US" sz="2000" dirty="0"/>
              <a:t>P</a:t>
            </a:r>
            <a:r>
              <a:rPr lang="en-US" sz="100" dirty="0"/>
              <a:t> </a:t>
            </a:r>
            <a:r>
              <a:rPr lang="en-US" sz="2000" dirty="0"/>
              <a:t>C</a:t>
            </a:r>
            <a:r>
              <a:rPr lang="en-US" sz="100" dirty="0"/>
              <a:t> </a:t>
            </a:r>
            <a:r>
              <a:rPr lang="en-US" sz="2000" dirty="0"/>
              <a:t>F is desirable, even when its benefit is modest.</a:t>
            </a:r>
            <a:endParaRPr lang="en-IN" sz="2000"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56</a:t>
            </a:fld>
            <a:endParaRPr lang="en-US"/>
          </a:p>
        </p:txBody>
      </p:sp>
    </p:spTree>
    <p:extLst>
      <p:ext uri="{BB962C8B-B14F-4D97-AF65-F5344CB8AC3E}">
        <p14:creationId xmlns:p14="http://schemas.microsoft.com/office/powerpoint/2010/main" val="12007281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7702062" cy="903231"/>
          </a:xfrm>
        </p:spPr>
        <p:txBody>
          <a:bodyPr>
            <a:normAutofit/>
          </a:bodyPr>
          <a:lstStyle/>
          <a:p>
            <a:r>
              <a:rPr lang="en-US" sz="3600" dirty="0"/>
              <a:t>Sample Size to Estimate </a:t>
            </a:r>
            <a:r>
              <a:rPr lang="el-GR" sz="3600" i="1" dirty="0"/>
              <a:t>μ</a:t>
            </a:r>
            <a:endParaRPr lang="en-IN" sz="3600" i="1"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072370" y="403229"/>
            <a:ext cx="1116623" cy="481752"/>
          </a:xfrm>
        </p:spPr>
        <p:txBody>
          <a:bodyPr rIns="0"/>
          <a:lstStyle/>
          <a:p>
            <a:r>
              <a:rPr lang="en-IN" b="1" dirty="0"/>
              <a:t>L</a:t>
            </a:r>
            <a:r>
              <a:rPr lang="en-IN" sz="100" b="1" dirty="0"/>
              <a:t> </a:t>
            </a:r>
            <a:r>
              <a:rPr lang="en-IN" b="1" dirty="0"/>
              <a:t>O 8.9</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02418"/>
            <a:ext cx="8458200" cy="1144456"/>
          </a:xfrm>
        </p:spPr>
        <p:txBody>
          <a:bodyPr/>
          <a:lstStyle/>
          <a:p>
            <a:pPr marL="292608" indent="-292608">
              <a:buFont typeface="Arial" panose="020B0604020202020204" pitchFamily="34" charset="0"/>
              <a:buChar char="•"/>
            </a:pPr>
            <a:r>
              <a:rPr lang="en-US" sz="2200" dirty="0"/>
              <a:t>Suppose we wish to estimate a population mean with a maximum allowable margin of error of ± </a:t>
            </a:r>
            <a:r>
              <a:rPr lang="en-US" sz="2200" i="1" dirty="0"/>
              <a:t>E</a:t>
            </a:r>
            <a:r>
              <a:rPr lang="en-US" sz="2200" dirty="0"/>
              <a:t>. What sample size is required?</a:t>
            </a:r>
            <a:endParaRPr lang="en-IN" sz="2200" dirty="0"/>
          </a:p>
        </p:txBody>
      </p:sp>
      <p:graphicFrame>
        <p:nvGraphicFramePr>
          <p:cNvPr id="23" name="Object 22">
            <a:extLst>
              <a:ext uri="{FF2B5EF4-FFF2-40B4-BE49-F238E27FC236}">
                <a16:creationId xmlns:a16="http://schemas.microsoft.com/office/drawing/2014/main" id="{41748F9E-4711-DBAC-587A-FA9BECEA3D9F}"/>
              </a:ext>
            </a:extLst>
          </p:cNvPr>
          <p:cNvGraphicFramePr>
            <a:graphicFrameLocks noChangeAspect="1"/>
          </p:cNvGraphicFramePr>
          <p:nvPr>
            <p:extLst>
              <p:ext uri="{D42A27DB-BD31-4B8C-83A1-F6EECF244321}">
                <p14:modId xmlns:p14="http://schemas.microsoft.com/office/powerpoint/2010/main" val="3234128480"/>
              </p:ext>
            </p:extLst>
          </p:nvPr>
        </p:nvGraphicFramePr>
        <p:xfrm>
          <a:off x="1915746" y="2480561"/>
          <a:ext cx="1092200" cy="736600"/>
        </p:xfrm>
        <a:graphic>
          <a:graphicData uri="http://schemas.openxmlformats.org/presentationml/2006/ole">
            <mc:AlternateContent xmlns:mc="http://schemas.openxmlformats.org/markup-compatibility/2006">
              <mc:Choice xmlns:v="urn:schemas-microsoft-com:vml" Requires="v">
                <p:oleObj name="Equation" r:id="rId2" imgW="1091880" imgH="736560" progId="Equation.DSMT4">
                  <p:embed/>
                </p:oleObj>
              </mc:Choice>
              <mc:Fallback>
                <p:oleObj name="Equation" r:id="rId2" imgW="1091880" imgH="736560" progId="Equation.DSMT4">
                  <p:embed/>
                  <p:pic>
                    <p:nvPicPr>
                      <p:cNvPr id="25" name="Object 24">
                        <a:extLst>
                          <a:ext uri="{FF2B5EF4-FFF2-40B4-BE49-F238E27FC236}">
                            <a16:creationId xmlns:a16="http://schemas.microsoft.com/office/drawing/2014/main" id="{C590892A-5B62-4B90-68B9-AD52964E3ED4}"/>
                          </a:ext>
                        </a:extLst>
                      </p:cNvPr>
                      <p:cNvPicPr>
                        <a:picLocks noChangeAspect="1" noChangeArrowheads="1"/>
                      </p:cNvPicPr>
                      <p:nvPr/>
                    </p:nvPicPr>
                    <p:blipFill>
                      <a:blip r:embed="rId3"/>
                      <a:srcRect/>
                      <a:stretch>
                        <a:fillRect/>
                      </a:stretch>
                    </p:blipFill>
                    <p:spPr bwMode="auto">
                      <a:xfrm>
                        <a:off x="1915746" y="2480561"/>
                        <a:ext cx="1092200" cy="736600"/>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F8DD6CBB-6640-41B9-8597-5DC160E17A1C}"/>
              </a:ext>
            </a:extLst>
          </p:cNvPr>
          <p:cNvSpPr>
            <a:spLocks noGrp="1"/>
          </p:cNvSpPr>
          <p:nvPr>
            <p:ph sz="quarter" idx="17"/>
          </p:nvPr>
        </p:nvSpPr>
        <p:spPr>
          <a:xfrm>
            <a:off x="3130062" y="2629298"/>
            <a:ext cx="3560306" cy="447888"/>
          </a:xfrm>
        </p:spPr>
        <p:txBody>
          <a:bodyPr/>
          <a:lstStyle/>
          <a:p>
            <a:r>
              <a:rPr lang="en-US" sz="2200" dirty="0"/>
              <a:t>(sample size to estimate </a:t>
            </a:r>
            <a:r>
              <a:rPr lang="el-GR" sz="2200" i="1" dirty="0"/>
              <a:t>μ</a:t>
            </a:r>
            <a:r>
              <a:rPr lang="en-US" sz="2200" dirty="0"/>
              <a:t>)</a:t>
            </a:r>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3359610"/>
            <a:ext cx="8283512" cy="447888"/>
          </a:xfrm>
        </p:spPr>
        <p:txBody>
          <a:bodyPr/>
          <a:lstStyle/>
          <a:p>
            <a:pPr marL="292608" indent="-292608">
              <a:buFont typeface="Arial" panose="020B0604020202020204" pitchFamily="34" charset="0"/>
              <a:buChar char="•"/>
            </a:pPr>
            <a:r>
              <a:rPr lang="en-US" sz="2200" dirty="0"/>
              <a:t>Always round </a:t>
            </a:r>
            <a:r>
              <a:rPr lang="en-US" sz="2200" i="1" dirty="0"/>
              <a:t>n</a:t>
            </a:r>
            <a:r>
              <a:rPr lang="en-US" sz="2200" dirty="0"/>
              <a:t> to the next higher integer to be conservative.</a:t>
            </a:r>
            <a:endParaRPr lang="en-IN" sz="2200" dirty="0"/>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3914195"/>
            <a:ext cx="8458200" cy="2625567"/>
          </a:xfrm>
        </p:spPr>
        <p:txBody>
          <a:bodyPr/>
          <a:lstStyle/>
          <a:p>
            <a:r>
              <a:rPr lang="en-US" sz="2200" b="1" dirty="0">
                <a:solidFill>
                  <a:schemeClr val="tx1"/>
                </a:solidFill>
              </a:rPr>
              <a:t>A Myth:</a:t>
            </a:r>
          </a:p>
          <a:p>
            <a:r>
              <a:rPr lang="en-US" sz="2200" dirty="0">
                <a:solidFill>
                  <a:schemeClr val="tx1"/>
                </a:solidFill>
              </a:rPr>
              <a:t>Many people believe that when the population is large, you need a larger sample to obtain a given level of precision in the estimate. This is incorrect. For a given level of precision, it is only the sample size that matters, even if the population is a million or a billion. This is apparent from the confidence interval formula, which includes </a:t>
            </a:r>
            <a:r>
              <a:rPr lang="en-US" sz="2200" i="1" dirty="0">
                <a:solidFill>
                  <a:schemeClr val="tx1"/>
                </a:solidFill>
              </a:rPr>
              <a:t>n</a:t>
            </a:r>
            <a:r>
              <a:rPr lang="en-US" sz="2200" dirty="0">
                <a:solidFill>
                  <a:schemeClr val="tx1"/>
                </a:solidFill>
              </a:rPr>
              <a:t> but not </a:t>
            </a:r>
            <a:r>
              <a:rPr lang="en-US" sz="2200" i="1" dirty="0">
                <a:solidFill>
                  <a:schemeClr val="tx1"/>
                </a:solidFill>
              </a:rPr>
              <a:t>N.</a:t>
            </a:r>
            <a:endParaRPr lang="en-IN" sz="2200" i="1" dirty="0">
              <a:solidFill>
                <a:schemeClr val="tx1"/>
              </a:solidFill>
            </a:endParaRP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57</a:t>
            </a:fld>
            <a:endParaRPr lang="en-US"/>
          </a:p>
        </p:txBody>
      </p:sp>
    </p:spTree>
    <p:extLst>
      <p:ext uri="{BB962C8B-B14F-4D97-AF65-F5344CB8AC3E}">
        <p14:creationId xmlns:p14="http://schemas.microsoft.com/office/powerpoint/2010/main" val="16453684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How to Estimate </a:t>
            </a:r>
            <a:r>
              <a:rPr lang="el-GR" sz="3600" i="1" dirty="0"/>
              <a:t>σ</a:t>
            </a:r>
            <a:r>
              <a:rPr lang="en-IN" sz="3600" dirty="0"/>
              <a:t>?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8.9</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8127304" cy="1350689"/>
          </a:xfrm>
        </p:spPr>
        <p:txBody>
          <a:bodyPr/>
          <a:lstStyle/>
          <a:p>
            <a:r>
              <a:rPr lang="en-IN" sz="1800" b="1" dirty="0"/>
              <a:t>Method 1: Take a Preliminary Sample:</a:t>
            </a:r>
          </a:p>
          <a:p>
            <a:r>
              <a:rPr lang="en-IN" sz="1800" dirty="0"/>
              <a:t>Take a small preliminary sample and use the sample estimate </a:t>
            </a:r>
            <a:r>
              <a:rPr lang="en-IN" sz="1800" i="1" dirty="0"/>
              <a:t>s</a:t>
            </a:r>
            <a:r>
              <a:rPr lang="en-IN" sz="1800" dirty="0"/>
              <a:t> in place of </a:t>
            </a:r>
            <a:r>
              <a:rPr lang="el-GR" sz="1800" i="1" dirty="0"/>
              <a:t>σ</a:t>
            </a:r>
            <a:r>
              <a:rPr lang="en-US" sz="1800" dirty="0"/>
              <a:t>. </a:t>
            </a:r>
            <a:r>
              <a:rPr lang="en-IN" sz="1800" dirty="0"/>
              <a:t>This method is common, though its logic is somewhat circular (that is, we must take a sample to plan a sample).</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900" y="2786134"/>
            <a:ext cx="8067676" cy="370706"/>
          </a:xfrm>
        </p:spPr>
        <p:txBody>
          <a:bodyPr/>
          <a:lstStyle/>
          <a:p>
            <a:r>
              <a:rPr lang="en-IN" sz="1800" b="1" dirty="0"/>
              <a:t>Method 2: Assume Uniform Population:</a:t>
            </a:r>
            <a:endParaRPr lang="en-IN" sz="1800" dirty="0"/>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1" y="3224731"/>
            <a:ext cx="5057775" cy="374304"/>
          </a:xfrm>
        </p:spPr>
        <p:txBody>
          <a:bodyPr/>
          <a:lstStyle/>
          <a:p>
            <a:r>
              <a:rPr lang="en-IN" sz="1800" dirty="0"/>
              <a:t>Estimate upper and lower limits </a:t>
            </a:r>
            <a:r>
              <a:rPr lang="en-IN" sz="1800" i="1" dirty="0"/>
              <a:t>a</a:t>
            </a:r>
            <a:r>
              <a:rPr lang="en-IN" sz="1800" dirty="0"/>
              <a:t> and </a:t>
            </a:r>
            <a:r>
              <a:rPr lang="en-IN" sz="1800" i="1" dirty="0"/>
              <a:t>b</a:t>
            </a:r>
            <a:r>
              <a:rPr lang="en-IN" sz="1800" dirty="0"/>
              <a:t> and set</a:t>
            </a:r>
          </a:p>
        </p:txBody>
      </p:sp>
      <p:graphicFrame>
        <p:nvGraphicFramePr>
          <p:cNvPr id="26" name="Object 25">
            <a:extLst>
              <a:ext uri="{FF2B5EF4-FFF2-40B4-BE49-F238E27FC236}">
                <a16:creationId xmlns:a16="http://schemas.microsoft.com/office/drawing/2014/main" id="{ACB3A574-CA54-84A1-67F5-51DF4677C416}"/>
              </a:ext>
            </a:extLst>
          </p:cNvPr>
          <p:cNvGraphicFramePr>
            <a:graphicFrameLocks noChangeAspect="1"/>
          </p:cNvGraphicFramePr>
          <p:nvPr>
            <p:extLst>
              <p:ext uri="{D42A27DB-BD31-4B8C-83A1-F6EECF244321}">
                <p14:modId xmlns:p14="http://schemas.microsoft.com/office/powerpoint/2010/main" val="3554169513"/>
              </p:ext>
            </p:extLst>
          </p:nvPr>
        </p:nvGraphicFramePr>
        <p:xfrm>
          <a:off x="5390064" y="3169366"/>
          <a:ext cx="1930400" cy="508000"/>
        </p:xfrm>
        <a:graphic>
          <a:graphicData uri="http://schemas.openxmlformats.org/presentationml/2006/ole">
            <mc:AlternateContent xmlns:mc="http://schemas.openxmlformats.org/markup-compatibility/2006">
              <mc:Choice xmlns:v="urn:schemas-microsoft-com:vml" Requires="v">
                <p:oleObj name="Equation" r:id="rId2" imgW="1930320" imgH="507960" progId="Equation.DSMT4">
                  <p:embed/>
                </p:oleObj>
              </mc:Choice>
              <mc:Fallback>
                <p:oleObj name="Equation" r:id="rId2" imgW="1930320" imgH="507960" progId="Equation.DSMT4">
                  <p:embed/>
                  <p:pic>
                    <p:nvPicPr>
                      <p:cNvPr id="23" name="Object 22">
                        <a:extLst>
                          <a:ext uri="{FF2B5EF4-FFF2-40B4-BE49-F238E27FC236}">
                            <a16:creationId xmlns:a16="http://schemas.microsoft.com/office/drawing/2014/main" id="{41748F9E-4711-DBAC-587A-FA9BECEA3D9F}"/>
                          </a:ext>
                        </a:extLst>
                      </p:cNvPr>
                      <p:cNvPicPr>
                        <a:picLocks noChangeAspect="1" noChangeArrowheads="1"/>
                      </p:cNvPicPr>
                      <p:nvPr/>
                    </p:nvPicPr>
                    <p:blipFill>
                      <a:blip r:embed="rId3"/>
                      <a:srcRect/>
                      <a:stretch>
                        <a:fillRect/>
                      </a:stretch>
                    </p:blipFill>
                    <p:spPr bwMode="auto">
                      <a:xfrm>
                        <a:off x="5390064" y="3169366"/>
                        <a:ext cx="1930400" cy="508000"/>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901" y="3729556"/>
            <a:ext cx="8339349" cy="402879"/>
          </a:xfrm>
        </p:spPr>
        <p:txBody>
          <a:bodyPr/>
          <a:lstStyle/>
          <a:p>
            <a:r>
              <a:rPr lang="en-IN" sz="1800" dirty="0"/>
              <a:t>For example, we might guess the weight of a light-duty truck to range from 1,500</a:t>
            </a:r>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342900" y="4197695"/>
            <a:ext cx="6076954" cy="382853"/>
          </a:xfrm>
        </p:spPr>
        <p:txBody>
          <a:bodyPr/>
          <a:lstStyle/>
          <a:p>
            <a:r>
              <a:rPr lang="en-US" sz="1800" dirty="0"/>
              <a:t>pounds to 3,500 pounds, implying a standard deviation of</a:t>
            </a:r>
            <a:endParaRPr lang="en-IN" sz="1800" dirty="0"/>
          </a:p>
        </p:txBody>
      </p:sp>
      <p:graphicFrame>
        <p:nvGraphicFramePr>
          <p:cNvPr id="27" name="Object 26">
            <a:extLst>
              <a:ext uri="{FF2B5EF4-FFF2-40B4-BE49-F238E27FC236}">
                <a16:creationId xmlns:a16="http://schemas.microsoft.com/office/drawing/2014/main" id="{119A0E6C-8272-70DA-EF2E-45D1B3F3300E}"/>
              </a:ext>
            </a:extLst>
          </p:cNvPr>
          <p:cNvGraphicFramePr>
            <a:graphicFrameLocks noChangeAspect="1"/>
          </p:cNvGraphicFramePr>
          <p:nvPr>
            <p:extLst>
              <p:ext uri="{D42A27DB-BD31-4B8C-83A1-F6EECF244321}">
                <p14:modId xmlns:p14="http://schemas.microsoft.com/office/powerpoint/2010/main" val="1342846575"/>
              </p:ext>
            </p:extLst>
          </p:nvPr>
        </p:nvGraphicFramePr>
        <p:xfrm>
          <a:off x="454025" y="4627563"/>
          <a:ext cx="3925888" cy="517525"/>
        </p:xfrm>
        <a:graphic>
          <a:graphicData uri="http://schemas.openxmlformats.org/presentationml/2006/ole">
            <mc:AlternateContent xmlns:mc="http://schemas.openxmlformats.org/markup-compatibility/2006">
              <mc:Choice xmlns:v="urn:schemas-microsoft-com:vml" Requires="v">
                <p:oleObj name="Equation" r:id="rId4" imgW="3848040" imgH="507960" progId="Equation.DSMT4">
                  <p:embed/>
                </p:oleObj>
              </mc:Choice>
              <mc:Fallback>
                <p:oleObj name="Equation" r:id="rId4" imgW="3848040" imgH="507960" progId="Equation.DSMT4">
                  <p:embed/>
                  <p:pic>
                    <p:nvPicPr>
                      <p:cNvPr id="26" name="Object 25">
                        <a:extLst>
                          <a:ext uri="{FF2B5EF4-FFF2-40B4-BE49-F238E27FC236}">
                            <a16:creationId xmlns:a16="http://schemas.microsoft.com/office/drawing/2014/main" id="{ACB3A574-CA54-84A1-67F5-51DF4677C416}"/>
                          </a:ext>
                        </a:extLst>
                      </p:cNvPr>
                      <p:cNvPicPr>
                        <a:picLocks noChangeAspect="1" noChangeArrowheads="1"/>
                      </p:cNvPicPr>
                      <p:nvPr/>
                    </p:nvPicPr>
                    <p:blipFill>
                      <a:blip r:embed="rId5"/>
                      <a:srcRect/>
                      <a:stretch>
                        <a:fillRect/>
                      </a:stretch>
                    </p:blipFill>
                    <p:spPr bwMode="auto">
                      <a:xfrm>
                        <a:off x="454025" y="4627563"/>
                        <a:ext cx="3925888" cy="517525"/>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4426842" y="4702521"/>
            <a:ext cx="4043363" cy="391940"/>
          </a:xfrm>
        </p:spPr>
        <p:txBody>
          <a:bodyPr/>
          <a:lstStyle/>
          <a:p>
            <a:r>
              <a:rPr lang="en-IN" sz="1800" dirty="0"/>
              <a:t>Because a uniform distribution has no</a:t>
            </a:r>
          </a:p>
        </p:txBody>
      </p:sp>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342901" y="5239831"/>
            <a:ext cx="8185464" cy="657033"/>
          </a:xfrm>
        </p:spPr>
        <p:txBody>
          <a:bodyPr/>
          <a:lstStyle/>
          <a:p>
            <a:r>
              <a:rPr lang="en-IN" sz="1800" dirty="0"/>
              <a:t>central tendency, the actual </a:t>
            </a:r>
            <a:r>
              <a:rPr lang="el-GR" sz="1800" i="1" dirty="0"/>
              <a:t>σ</a:t>
            </a:r>
            <a:r>
              <a:rPr lang="en-US" sz="1800" i="1" dirty="0"/>
              <a:t> </a:t>
            </a:r>
            <a:r>
              <a:rPr lang="en-IN" sz="1800" dirty="0"/>
              <a:t>is probably smaller than our guess, so we get</a:t>
            </a:r>
            <a:r>
              <a:rPr lang="en-US" sz="1800" i="1" dirty="0"/>
              <a:t> </a:t>
            </a:r>
            <a:r>
              <a:rPr lang="en-US" sz="1800" dirty="0"/>
              <a:t>a larger </a:t>
            </a:r>
            <a:r>
              <a:rPr lang="en-US" sz="1800" i="1" dirty="0"/>
              <a:t>n</a:t>
            </a:r>
            <a:r>
              <a:rPr lang="en-US" sz="1800" dirty="0"/>
              <a:t> than necessary (a conservative result).</a:t>
            </a:r>
            <a:endParaRPr lang="en-IN" sz="1800"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58</a:t>
            </a:fld>
            <a:endParaRPr lang="en-US"/>
          </a:p>
        </p:txBody>
      </p:sp>
    </p:spTree>
    <p:extLst>
      <p:ext uri="{BB962C8B-B14F-4D97-AF65-F5344CB8AC3E}">
        <p14:creationId xmlns:p14="http://schemas.microsoft.com/office/powerpoint/2010/main" val="23966343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How to Estimate </a:t>
            </a:r>
            <a:r>
              <a:rPr lang="el-GR" sz="3600" i="1" dirty="0"/>
              <a:t>σ</a:t>
            </a:r>
            <a:r>
              <a:rPr lang="en-IN" sz="3600" dirty="0"/>
              <a:t>? </a:t>
            </a:r>
            <a:r>
              <a:rPr lang="en-IN" sz="1000" b="0" dirty="0"/>
              <a:t>2</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8.9</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020050" cy="363191"/>
          </a:xfrm>
        </p:spPr>
        <p:txBody>
          <a:bodyPr/>
          <a:lstStyle/>
          <a:p>
            <a:r>
              <a:rPr lang="en-IN" sz="1800" b="1" dirty="0"/>
              <a:t>Method 3: Assume Normal Population:</a:t>
            </a:r>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1" y="1754833"/>
            <a:ext cx="5341462" cy="350192"/>
          </a:xfrm>
        </p:spPr>
        <p:txBody>
          <a:bodyPr/>
          <a:lstStyle/>
          <a:p>
            <a:r>
              <a:rPr lang="en-IN" sz="1800" dirty="0"/>
              <a:t>Estimate upper and lower bounds </a:t>
            </a:r>
            <a:r>
              <a:rPr lang="en-IN" sz="1800" i="1" dirty="0"/>
              <a:t>a</a:t>
            </a:r>
            <a:r>
              <a:rPr lang="en-IN" sz="1800" dirty="0"/>
              <a:t> and </a:t>
            </a:r>
            <a:r>
              <a:rPr lang="en-IN" sz="1800" i="1" dirty="0"/>
              <a:t>b</a:t>
            </a:r>
            <a:r>
              <a:rPr lang="en-IN" sz="1800" dirty="0"/>
              <a:t>, and set</a:t>
            </a:r>
          </a:p>
        </p:txBody>
      </p:sp>
      <p:graphicFrame>
        <p:nvGraphicFramePr>
          <p:cNvPr id="25" name="Object 24">
            <a:extLst>
              <a:ext uri="{FF2B5EF4-FFF2-40B4-BE49-F238E27FC236}">
                <a16:creationId xmlns:a16="http://schemas.microsoft.com/office/drawing/2014/main" id="{38DE2DBB-6653-4B37-6450-587CD1D5456F}"/>
              </a:ext>
            </a:extLst>
          </p:cNvPr>
          <p:cNvGraphicFramePr>
            <a:graphicFrameLocks noChangeAspect="1"/>
          </p:cNvGraphicFramePr>
          <p:nvPr>
            <p:extLst>
              <p:ext uri="{D42A27DB-BD31-4B8C-83A1-F6EECF244321}">
                <p14:modId xmlns:p14="http://schemas.microsoft.com/office/powerpoint/2010/main" val="2669274968"/>
              </p:ext>
            </p:extLst>
          </p:nvPr>
        </p:nvGraphicFramePr>
        <p:xfrm>
          <a:off x="5591175" y="1789113"/>
          <a:ext cx="1346200" cy="342900"/>
        </p:xfrm>
        <a:graphic>
          <a:graphicData uri="http://schemas.openxmlformats.org/presentationml/2006/ole">
            <mc:AlternateContent xmlns:mc="http://schemas.openxmlformats.org/markup-compatibility/2006">
              <mc:Choice xmlns:v="urn:schemas-microsoft-com:vml" Requires="v">
                <p:oleObj name="Equation" r:id="rId2" imgW="1346040" imgH="342720" progId="Equation.DSMT4">
                  <p:embed/>
                </p:oleObj>
              </mc:Choice>
              <mc:Fallback>
                <p:oleObj name="Equation" r:id="rId2" imgW="1346040" imgH="342720" progId="Equation.DSMT4">
                  <p:embed/>
                  <p:pic>
                    <p:nvPicPr>
                      <p:cNvPr id="26" name="Object 25">
                        <a:extLst>
                          <a:ext uri="{FF2B5EF4-FFF2-40B4-BE49-F238E27FC236}">
                            <a16:creationId xmlns:a16="http://schemas.microsoft.com/office/drawing/2014/main" id="{ACB3A574-CA54-84A1-67F5-51DF4677C416}"/>
                          </a:ext>
                        </a:extLst>
                      </p:cNvPr>
                      <p:cNvPicPr>
                        <a:picLocks noChangeAspect="1" noChangeArrowheads="1"/>
                      </p:cNvPicPr>
                      <p:nvPr/>
                    </p:nvPicPr>
                    <p:blipFill>
                      <a:blip r:embed="rId3"/>
                      <a:srcRect/>
                      <a:stretch>
                        <a:fillRect/>
                      </a:stretch>
                    </p:blipFill>
                    <p:spPr bwMode="auto">
                      <a:xfrm>
                        <a:off x="5591175" y="1789113"/>
                        <a:ext cx="1346200" cy="342900"/>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6978587" y="1767038"/>
            <a:ext cx="1647825" cy="341432"/>
          </a:xfrm>
        </p:spPr>
        <p:txBody>
          <a:bodyPr/>
          <a:lstStyle/>
          <a:p>
            <a:r>
              <a:rPr lang="en-IN" sz="1800" dirty="0"/>
              <a:t>This assumes</a:t>
            </a:r>
          </a:p>
        </p:txBody>
      </p:sp>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2225675"/>
            <a:ext cx="3971925" cy="393700"/>
          </a:xfrm>
        </p:spPr>
        <p:txBody>
          <a:bodyPr/>
          <a:lstStyle/>
          <a:p>
            <a:r>
              <a:rPr lang="en-US" sz="1800" dirty="0"/>
              <a:t>normality with most of the data within</a:t>
            </a:r>
            <a:endParaRPr lang="en-IN" sz="1800" dirty="0"/>
          </a:p>
        </p:txBody>
      </p:sp>
      <p:graphicFrame>
        <p:nvGraphicFramePr>
          <p:cNvPr id="26" name="Object 25">
            <a:extLst>
              <a:ext uri="{FF2B5EF4-FFF2-40B4-BE49-F238E27FC236}">
                <a16:creationId xmlns:a16="http://schemas.microsoft.com/office/drawing/2014/main" id="{C97C6BB9-9FFA-C0E1-2626-4242697D8F24}"/>
              </a:ext>
            </a:extLst>
          </p:cNvPr>
          <p:cNvGraphicFramePr>
            <a:graphicFrameLocks noChangeAspect="1"/>
          </p:cNvGraphicFramePr>
          <p:nvPr>
            <p:extLst>
              <p:ext uri="{D42A27DB-BD31-4B8C-83A1-F6EECF244321}">
                <p14:modId xmlns:p14="http://schemas.microsoft.com/office/powerpoint/2010/main" val="3195742003"/>
              </p:ext>
            </p:extLst>
          </p:nvPr>
        </p:nvGraphicFramePr>
        <p:xfrm>
          <a:off x="4283597" y="2276301"/>
          <a:ext cx="1841500" cy="279400"/>
        </p:xfrm>
        <a:graphic>
          <a:graphicData uri="http://schemas.openxmlformats.org/presentationml/2006/ole">
            <mc:AlternateContent xmlns:mc="http://schemas.openxmlformats.org/markup-compatibility/2006">
              <mc:Choice xmlns:v="urn:schemas-microsoft-com:vml" Requires="v">
                <p:oleObj name="Equation" r:id="rId4" imgW="1841400" imgH="279360" progId="Equation.DSMT4">
                  <p:embed/>
                </p:oleObj>
              </mc:Choice>
              <mc:Fallback>
                <p:oleObj name="Equation" r:id="rId4" imgW="1841400" imgH="279360" progId="Equation.DSMT4">
                  <p:embed/>
                  <p:pic>
                    <p:nvPicPr>
                      <p:cNvPr id="25" name="Object 24">
                        <a:extLst>
                          <a:ext uri="{FF2B5EF4-FFF2-40B4-BE49-F238E27FC236}">
                            <a16:creationId xmlns:a16="http://schemas.microsoft.com/office/drawing/2014/main" id="{38DE2DBB-6653-4B37-6450-587CD1D5456F}"/>
                          </a:ext>
                        </a:extLst>
                      </p:cNvPr>
                      <p:cNvPicPr>
                        <a:picLocks noChangeAspect="1" noChangeArrowheads="1"/>
                      </p:cNvPicPr>
                      <p:nvPr/>
                    </p:nvPicPr>
                    <p:blipFill>
                      <a:blip r:embed="rId5"/>
                      <a:srcRect/>
                      <a:stretch>
                        <a:fillRect/>
                      </a:stretch>
                    </p:blipFill>
                    <p:spPr bwMode="auto">
                      <a:xfrm>
                        <a:off x="4283597" y="2276301"/>
                        <a:ext cx="1841500" cy="279400"/>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6145769" y="2212801"/>
            <a:ext cx="2753152" cy="381000"/>
          </a:xfrm>
        </p:spPr>
        <p:txBody>
          <a:bodyPr/>
          <a:lstStyle/>
          <a:p>
            <a:r>
              <a:rPr lang="en-IN" sz="1800" dirty="0"/>
              <a:t>so the estimated range is</a:t>
            </a:r>
          </a:p>
        </p:txBody>
      </p:sp>
      <p:graphicFrame>
        <p:nvGraphicFramePr>
          <p:cNvPr id="27" name="Object 26">
            <a:extLst>
              <a:ext uri="{FF2B5EF4-FFF2-40B4-BE49-F238E27FC236}">
                <a16:creationId xmlns:a16="http://schemas.microsoft.com/office/drawing/2014/main" id="{2A7F8CA1-3AAF-1077-871E-B03C46753E67}"/>
              </a:ext>
            </a:extLst>
          </p:cNvPr>
          <p:cNvGraphicFramePr>
            <a:graphicFrameLocks noChangeAspect="1"/>
          </p:cNvGraphicFramePr>
          <p:nvPr>
            <p:extLst>
              <p:ext uri="{D42A27DB-BD31-4B8C-83A1-F6EECF244321}">
                <p14:modId xmlns:p14="http://schemas.microsoft.com/office/powerpoint/2010/main" val="2184099884"/>
              </p:ext>
            </p:extLst>
          </p:nvPr>
        </p:nvGraphicFramePr>
        <p:xfrm>
          <a:off x="423984" y="2701864"/>
          <a:ext cx="355600" cy="228600"/>
        </p:xfrm>
        <a:graphic>
          <a:graphicData uri="http://schemas.openxmlformats.org/presentationml/2006/ole">
            <mc:AlternateContent xmlns:mc="http://schemas.openxmlformats.org/markup-compatibility/2006">
              <mc:Choice xmlns:v="urn:schemas-microsoft-com:vml" Requires="v">
                <p:oleObj name="Equation" r:id="rId6" imgW="355320" imgH="228600" progId="Equation.DSMT4">
                  <p:embed/>
                </p:oleObj>
              </mc:Choice>
              <mc:Fallback>
                <p:oleObj name="Equation" r:id="rId6" imgW="355320" imgH="228600" progId="Equation.DSMT4">
                  <p:embed/>
                  <p:pic>
                    <p:nvPicPr>
                      <p:cNvPr id="25" name="Object 24">
                        <a:extLst>
                          <a:ext uri="{FF2B5EF4-FFF2-40B4-BE49-F238E27FC236}">
                            <a16:creationId xmlns:a16="http://schemas.microsoft.com/office/drawing/2014/main" id="{38DE2DBB-6653-4B37-6450-587CD1D5456F}"/>
                          </a:ext>
                        </a:extLst>
                      </p:cNvPr>
                      <p:cNvPicPr>
                        <a:picLocks noChangeAspect="1" noChangeArrowheads="1"/>
                      </p:cNvPicPr>
                      <p:nvPr/>
                    </p:nvPicPr>
                    <p:blipFill>
                      <a:blip r:embed="rId7"/>
                      <a:srcRect/>
                      <a:stretch>
                        <a:fillRect/>
                      </a:stretch>
                    </p:blipFill>
                    <p:spPr bwMode="auto">
                      <a:xfrm>
                        <a:off x="423984" y="2701864"/>
                        <a:ext cx="355600" cy="228600"/>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770366" y="2632373"/>
            <a:ext cx="7960152" cy="358477"/>
          </a:xfrm>
        </p:spPr>
        <p:txBody>
          <a:bodyPr/>
          <a:lstStyle/>
          <a:p>
            <a:r>
              <a:rPr lang="en-IN" sz="1800" dirty="0"/>
              <a:t>For example, we might guess the weight of a light truck to range from 1,500</a:t>
            </a:r>
          </a:p>
        </p:txBody>
      </p:sp>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371262" y="3080049"/>
            <a:ext cx="3676864" cy="387052"/>
          </a:xfrm>
        </p:spPr>
        <p:txBody>
          <a:bodyPr/>
          <a:lstStyle/>
          <a:p>
            <a:r>
              <a:rPr lang="en-IN" sz="1800" dirty="0"/>
              <a:t>pounds to 3,500 pounds, implying</a:t>
            </a:r>
          </a:p>
        </p:txBody>
      </p:sp>
      <p:graphicFrame>
        <p:nvGraphicFramePr>
          <p:cNvPr id="28" name="Object 27">
            <a:extLst>
              <a:ext uri="{FF2B5EF4-FFF2-40B4-BE49-F238E27FC236}">
                <a16:creationId xmlns:a16="http://schemas.microsoft.com/office/drawing/2014/main" id="{5C4B666A-AB49-5975-1DEA-9CD781A10497}"/>
              </a:ext>
            </a:extLst>
          </p:cNvPr>
          <p:cNvGraphicFramePr>
            <a:graphicFrameLocks noChangeAspect="1"/>
          </p:cNvGraphicFramePr>
          <p:nvPr>
            <p:extLst>
              <p:ext uri="{D42A27DB-BD31-4B8C-83A1-F6EECF244321}">
                <p14:modId xmlns:p14="http://schemas.microsoft.com/office/powerpoint/2010/main" val="836176369"/>
              </p:ext>
            </p:extLst>
          </p:nvPr>
        </p:nvGraphicFramePr>
        <p:xfrm>
          <a:off x="4024313" y="3121025"/>
          <a:ext cx="3314700" cy="342900"/>
        </p:xfrm>
        <a:graphic>
          <a:graphicData uri="http://schemas.openxmlformats.org/presentationml/2006/ole">
            <mc:AlternateContent xmlns:mc="http://schemas.openxmlformats.org/markup-compatibility/2006">
              <mc:Choice xmlns:v="urn:schemas-microsoft-com:vml" Requires="v">
                <p:oleObj name="Equation" r:id="rId8" imgW="3314520" imgH="342720" progId="Equation.DSMT4">
                  <p:embed/>
                </p:oleObj>
              </mc:Choice>
              <mc:Fallback>
                <p:oleObj name="Equation" r:id="rId8" imgW="3314520" imgH="342720" progId="Equation.DSMT4">
                  <p:embed/>
                  <p:pic>
                    <p:nvPicPr>
                      <p:cNvPr id="26" name="Object 25">
                        <a:extLst>
                          <a:ext uri="{FF2B5EF4-FFF2-40B4-BE49-F238E27FC236}">
                            <a16:creationId xmlns:a16="http://schemas.microsoft.com/office/drawing/2014/main" id="{C97C6BB9-9FFA-C0E1-2626-4242697D8F24}"/>
                          </a:ext>
                        </a:extLst>
                      </p:cNvPr>
                      <p:cNvPicPr>
                        <a:picLocks noChangeAspect="1" noChangeArrowheads="1"/>
                      </p:cNvPicPr>
                      <p:nvPr/>
                    </p:nvPicPr>
                    <p:blipFill>
                      <a:blip r:embed="rId9"/>
                      <a:srcRect/>
                      <a:stretch>
                        <a:fillRect/>
                      </a:stretch>
                    </p:blipFill>
                    <p:spPr bwMode="auto">
                      <a:xfrm>
                        <a:off x="4024313" y="3121025"/>
                        <a:ext cx="3314700" cy="342900"/>
                      </a:xfrm>
                      <a:prstGeom prst="rect">
                        <a:avLst/>
                      </a:prstGeom>
                      <a:noFill/>
                    </p:spPr>
                  </p:pic>
                </p:oleObj>
              </mc:Fallback>
            </mc:AlternateContent>
          </a:graphicData>
        </a:graphic>
      </p:graphicFrame>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7293007" y="3083224"/>
            <a:ext cx="996951" cy="374352"/>
          </a:xfrm>
        </p:spPr>
        <p:txBody>
          <a:bodyPr/>
          <a:lstStyle/>
          <a:p>
            <a:r>
              <a:rPr lang="en-IN" sz="1800" dirty="0"/>
              <a:t>Recent</a:t>
            </a:r>
          </a:p>
        </p:txBody>
      </p:sp>
      <p:sp>
        <p:nvSpPr>
          <p:cNvPr id="12" name="Content Placeholder 11">
            <a:extLst>
              <a:ext uri="{FF2B5EF4-FFF2-40B4-BE49-F238E27FC236}">
                <a16:creationId xmlns:a16="http://schemas.microsoft.com/office/drawing/2014/main" id="{A7E6DC27-5814-3C67-2ABE-FFAE94392D25}"/>
              </a:ext>
            </a:extLst>
          </p:cNvPr>
          <p:cNvSpPr>
            <a:spLocks noGrp="1"/>
          </p:cNvSpPr>
          <p:nvPr>
            <p:ph sz="quarter" idx="22"/>
          </p:nvPr>
        </p:nvSpPr>
        <p:spPr>
          <a:xfrm>
            <a:off x="323852" y="3531197"/>
            <a:ext cx="8477248" cy="374054"/>
          </a:xfrm>
        </p:spPr>
        <p:txBody>
          <a:bodyPr/>
          <a:lstStyle/>
          <a:p>
            <a:r>
              <a:rPr lang="en-US" sz="1800" dirty="0"/>
              <a:t>research suggests that this method may not be conservative enough (see Related</a:t>
            </a:r>
            <a:endParaRPr lang="en-IN" sz="1800" dirty="0"/>
          </a:p>
        </p:txBody>
      </p:sp>
      <p:sp>
        <p:nvSpPr>
          <p:cNvPr id="13" name="Content Placeholder 12">
            <a:extLst>
              <a:ext uri="{FF2B5EF4-FFF2-40B4-BE49-F238E27FC236}">
                <a16:creationId xmlns:a16="http://schemas.microsoft.com/office/drawing/2014/main" id="{956568E8-0F4B-8B1F-9CDD-82CF3CA9EFEF}"/>
              </a:ext>
            </a:extLst>
          </p:cNvPr>
          <p:cNvSpPr>
            <a:spLocks noGrp="1"/>
          </p:cNvSpPr>
          <p:nvPr>
            <p:ph sz="quarter" idx="23"/>
          </p:nvPr>
        </p:nvSpPr>
        <p:spPr>
          <a:xfrm>
            <a:off x="342901" y="4013945"/>
            <a:ext cx="1219200" cy="377079"/>
          </a:xfrm>
        </p:spPr>
        <p:txBody>
          <a:bodyPr/>
          <a:lstStyle/>
          <a:p>
            <a:r>
              <a:rPr lang="en-IN" sz="1800" dirty="0"/>
              <a:t>Reading).</a:t>
            </a:r>
          </a:p>
        </p:txBody>
      </p:sp>
      <p:sp>
        <p:nvSpPr>
          <p:cNvPr id="14" name="Content Placeholder 13">
            <a:extLst>
              <a:ext uri="{FF2B5EF4-FFF2-40B4-BE49-F238E27FC236}">
                <a16:creationId xmlns:a16="http://schemas.microsoft.com/office/drawing/2014/main" id="{8F8CAFDE-3A0B-CC88-FBEE-2CF5614F726C}"/>
              </a:ext>
            </a:extLst>
          </p:cNvPr>
          <p:cNvSpPr>
            <a:spLocks noGrp="1"/>
          </p:cNvSpPr>
          <p:nvPr>
            <p:ph sz="quarter" idx="24"/>
          </p:nvPr>
        </p:nvSpPr>
        <p:spPr>
          <a:xfrm>
            <a:off x="342900" y="4460875"/>
            <a:ext cx="8077200" cy="390525"/>
          </a:xfrm>
        </p:spPr>
        <p:txBody>
          <a:bodyPr/>
          <a:lstStyle/>
          <a:p>
            <a:r>
              <a:rPr lang="en-IN" sz="1800" b="1" dirty="0"/>
              <a:t>Method 4: Poisson Arrivals:</a:t>
            </a:r>
          </a:p>
        </p:txBody>
      </p:sp>
      <p:sp>
        <p:nvSpPr>
          <p:cNvPr id="18" name="Content Placeholder 17">
            <a:extLst>
              <a:ext uri="{FF2B5EF4-FFF2-40B4-BE49-F238E27FC236}">
                <a16:creationId xmlns:a16="http://schemas.microsoft.com/office/drawing/2014/main" id="{0DC28BD8-E293-6FA5-4899-BCB9C6C6A16C}"/>
              </a:ext>
            </a:extLst>
          </p:cNvPr>
          <p:cNvSpPr>
            <a:spLocks noGrp="1"/>
          </p:cNvSpPr>
          <p:nvPr>
            <p:ph sz="quarter" idx="25"/>
          </p:nvPr>
        </p:nvSpPr>
        <p:spPr>
          <a:xfrm>
            <a:off x="371261" y="4955731"/>
            <a:ext cx="2714839" cy="366761"/>
          </a:xfrm>
        </p:spPr>
        <p:txBody>
          <a:bodyPr/>
          <a:lstStyle/>
          <a:p>
            <a:r>
              <a:rPr lang="en-IN" sz="1800" dirty="0"/>
              <a:t>In the special case when</a:t>
            </a:r>
          </a:p>
        </p:txBody>
      </p:sp>
      <p:graphicFrame>
        <p:nvGraphicFramePr>
          <p:cNvPr id="29" name="Object 28">
            <a:extLst>
              <a:ext uri="{FF2B5EF4-FFF2-40B4-BE49-F238E27FC236}">
                <a16:creationId xmlns:a16="http://schemas.microsoft.com/office/drawing/2014/main" id="{BA4B9ECA-777A-D526-B93C-DAF5D4BD3432}"/>
              </a:ext>
            </a:extLst>
          </p:cNvPr>
          <p:cNvGraphicFramePr>
            <a:graphicFrameLocks noChangeAspect="1"/>
          </p:cNvGraphicFramePr>
          <p:nvPr>
            <p:extLst>
              <p:ext uri="{D42A27DB-BD31-4B8C-83A1-F6EECF244321}">
                <p14:modId xmlns:p14="http://schemas.microsoft.com/office/powerpoint/2010/main" val="1158924890"/>
              </p:ext>
            </p:extLst>
          </p:nvPr>
        </p:nvGraphicFramePr>
        <p:xfrm>
          <a:off x="3062804" y="5014635"/>
          <a:ext cx="195580" cy="251460"/>
        </p:xfrm>
        <a:graphic>
          <a:graphicData uri="http://schemas.openxmlformats.org/presentationml/2006/ole">
            <mc:AlternateContent xmlns:mc="http://schemas.openxmlformats.org/markup-compatibility/2006">
              <mc:Choice xmlns:v="urn:schemas-microsoft-com:vml" Requires="v">
                <p:oleObj name="Equation" r:id="rId10" imgW="177480" imgH="228600" progId="Equation.DSMT4">
                  <p:embed/>
                </p:oleObj>
              </mc:Choice>
              <mc:Fallback>
                <p:oleObj name="Equation" r:id="rId10" imgW="177480" imgH="228600" progId="Equation.DSMT4">
                  <p:embed/>
                  <p:pic>
                    <p:nvPicPr>
                      <p:cNvPr id="25" name="Object 24">
                        <a:extLst>
                          <a:ext uri="{FF2B5EF4-FFF2-40B4-BE49-F238E27FC236}">
                            <a16:creationId xmlns:a16="http://schemas.microsoft.com/office/drawing/2014/main" id="{38DE2DBB-6653-4B37-6450-587CD1D5456F}"/>
                          </a:ext>
                        </a:extLst>
                      </p:cNvPr>
                      <p:cNvPicPr>
                        <a:picLocks noChangeAspect="1" noChangeArrowheads="1"/>
                      </p:cNvPicPr>
                      <p:nvPr/>
                    </p:nvPicPr>
                    <p:blipFill>
                      <a:blip r:embed="rId11"/>
                      <a:srcRect/>
                      <a:stretch>
                        <a:fillRect/>
                      </a:stretch>
                    </p:blipFill>
                    <p:spPr bwMode="auto">
                      <a:xfrm>
                        <a:off x="3062804" y="5014635"/>
                        <a:ext cx="195580" cy="251460"/>
                      </a:xfrm>
                      <a:prstGeom prst="rect">
                        <a:avLst/>
                      </a:prstGeom>
                      <a:noFill/>
                    </p:spPr>
                  </p:pic>
                </p:oleObj>
              </mc:Fallback>
            </mc:AlternateContent>
          </a:graphicData>
        </a:graphic>
      </p:graphicFrame>
      <p:sp>
        <p:nvSpPr>
          <p:cNvPr id="19" name="Content Placeholder 18">
            <a:extLst>
              <a:ext uri="{FF2B5EF4-FFF2-40B4-BE49-F238E27FC236}">
                <a16:creationId xmlns:a16="http://schemas.microsoft.com/office/drawing/2014/main" id="{745B4C15-E431-106B-73D5-962213D29CBD}"/>
              </a:ext>
            </a:extLst>
          </p:cNvPr>
          <p:cNvSpPr>
            <a:spLocks noGrp="1"/>
          </p:cNvSpPr>
          <p:nvPr>
            <p:ph sz="quarter" idx="26"/>
          </p:nvPr>
        </p:nvSpPr>
        <p:spPr>
          <a:xfrm>
            <a:off x="3324094" y="4962707"/>
            <a:ext cx="3252101" cy="385360"/>
          </a:xfrm>
        </p:spPr>
        <p:txBody>
          <a:bodyPr/>
          <a:lstStyle/>
          <a:p>
            <a:r>
              <a:rPr lang="en-IN" sz="1800" dirty="0"/>
              <a:t>is a Poisson arrival rate, then</a:t>
            </a:r>
          </a:p>
        </p:txBody>
      </p:sp>
      <p:graphicFrame>
        <p:nvGraphicFramePr>
          <p:cNvPr id="30" name="Object 29">
            <a:extLst>
              <a:ext uri="{FF2B5EF4-FFF2-40B4-BE49-F238E27FC236}">
                <a16:creationId xmlns:a16="http://schemas.microsoft.com/office/drawing/2014/main" id="{999F3A53-463E-6451-0196-18ACDEDA7100}"/>
              </a:ext>
            </a:extLst>
          </p:cNvPr>
          <p:cNvGraphicFramePr>
            <a:graphicFrameLocks noChangeAspect="1"/>
          </p:cNvGraphicFramePr>
          <p:nvPr>
            <p:extLst>
              <p:ext uri="{D42A27DB-BD31-4B8C-83A1-F6EECF244321}">
                <p14:modId xmlns:p14="http://schemas.microsoft.com/office/powerpoint/2010/main" val="652986000"/>
              </p:ext>
            </p:extLst>
          </p:nvPr>
        </p:nvGraphicFramePr>
        <p:xfrm>
          <a:off x="6505859" y="4985491"/>
          <a:ext cx="774700" cy="304800"/>
        </p:xfrm>
        <a:graphic>
          <a:graphicData uri="http://schemas.openxmlformats.org/presentationml/2006/ole">
            <mc:AlternateContent xmlns:mc="http://schemas.openxmlformats.org/markup-compatibility/2006">
              <mc:Choice xmlns:v="urn:schemas-microsoft-com:vml" Requires="v">
                <p:oleObj name="Equation" r:id="rId12" imgW="774360" imgH="304560" progId="Equation.DSMT4">
                  <p:embed/>
                </p:oleObj>
              </mc:Choice>
              <mc:Fallback>
                <p:oleObj name="Equation" r:id="rId12" imgW="774360" imgH="304560" progId="Equation.DSMT4">
                  <p:embed/>
                  <p:pic>
                    <p:nvPicPr>
                      <p:cNvPr id="25" name="Object 24">
                        <a:extLst>
                          <a:ext uri="{FF2B5EF4-FFF2-40B4-BE49-F238E27FC236}">
                            <a16:creationId xmlns:a16="http://schemas.microsoft.com/office/drawing/2014/main" id="{38DE2DBB-6653-4B37-6450-587CD1D5456F}"/>
                          </a:ext>
                        </a:extLst>
                      </p:cNvPr>
                      <p:cNvPicPr>
                        <a:picLocks noChangeAspect="1" noChangeArrowheads="1"/>
                      </p:cNvPicPr>
                      <p:nvPr/>
                    </p:nvPicPr>
                    <p:blipFill>
                      <a:blip r:embed="rId13"/>
                      <a:srcRect/>
                      <a:stretch>
                        <a:fillRect/>
                      </a:stretch>
                    </p:blipFill>
                    <p:spPr bwMode="auto">
                      <a:xfrm>
                        <a:off x="6505859" y="4985491"/>
                        <a:ext cx="774700" cy="304800"/>
                      </a:xfrm>
                      <a:prstGeom prst="rect">
                        <a:avLst/>
                      </a:prstGeom>
                      <a:noFill/>
                    </p:spPr>
                  </p:pic>
                </p:oleObj>
              </mc:Fallback>
            </mc:AlternateContent>
          </a:graphicData>
        </a:graphic>
      </p:graphicFrame>
      <p:sp>
        <p:nvSpPr>
          <p:cNvPr id="20" name="Content Placeholder 19">
            <a:extLst>
              <a:ext uri="{FF2B5EF4-FFF2-40B4-BE49-F238E27FC236}">
                <a16:creationId xmlns:a16="http://schemas.microsoft.com/office/drawing/2014/main" id="{C0743115-8C99-4AC1-C9CF-0EAAB4EA10E8}"/>
              </a:ext>
            </a:extLst>
          </p:cNvPr>
          <p:cNvSpPr>
            <a:spLocks noGrp="1"/>
          </p:cNvSpPr>
          <p:nvPr>
            <p:ph sz="quarter" idx="27"/>
          </p:nvPr>
        </p:nvSpPr>
        <p:spPr>
          <a:xfrm>
            <a:off x="357414" y="5433625"/>
            <a:ext cx="8458200" cy="395675"/>
          </a:xfrm>
        </p:spPr>
        <p:txBody>
          <a:bodyPr/>
          <a:lstStyle/>
          <a:p>
            <a:r>
              <a:rPr lang="en-IN" sz="1800" dirty="0"/>
              <a:t>For example, if you think the arrival rate is about 20 customers per hour, then you</a:t>
            </a:r>
          </a:p>
        </p:txBody>
      </p:sp>
      <p:sp>
        <p:nvSpPr>
          <p:cNvPr id="21" name="Content Placeholder 20">
            <a:extLst>
              <a:ext uri="{FF2B5EF4-FFF2-40B4-BE49-F238E27FC236}">
                <a16:creationId xmlns:a16="http://schemas.microsoft.com/office/drawing/2014/main" id="{78A05B4C-8679-6474-90D6-20FB556A3CCD}"/>
              </a:ext>
            </a:extLst>
          </p:cNvPr>
          <p:cNvSpPr>
            <a:spLocks noGrp="1"/>
          </p:cNvSpPr>
          <p:nvPr>
            <p:ph sz="quarter" idx="28"/>
          </p:nvPr>
        </p:nvSpPr>
        <p:spPr>
          <a:xfrm>
            <a:off x="371261" y="5908709"/>
            <a:ext cx="1749639" cy="408124"/>
          </a:xfrm>
        </p:spPr>
        <p:txBody>
          <a:bodyPr/>
          <a:lstStyle/>
          <a:p>
            <a:r>
              <a:rPr lang="en-IN" sz="1800" dirty="0"/>
              <a:t>would estimate</a:t>
            </a:r>
          </a:p>
        </p:txBody>
      </p:sp>
      <p:graphicFrame>
        <p:nvGraphicFramePr>
          <p:cNvPr id="31" name="Object 30">
            <a:extLst>
              <a:ext uri="{FF2B5EF4-FFF2-40B4-BE49-F238E27FC236}">
                <a16:creationId xmlns:a16="http://schemas.microsoft.com/office/drawing/2014/main" id="{FF3701D6-1A26-CF93-B663-FCF16586AA13}"/>
              </a:ext>
            </a:extLst>
          </p:cNvPr>
          <p:cNvGraphicFramePr>
            <a:graphicFrameLocks noChangeAspect="1"/>
          </p:cNvGraphicFramePr>
          <p:nvPr>
            <p:extLst>
              <p:ext uri="{D42A27DB-BD31-4B8C-83A1-F6EECF244321}">
                <p14:modId xmlns:p14="http://schemas.microsoft.com/office/powerpoint/2010/main" val="2734444036"/>
              </p:ext>
            </p:extLst>
          </p:nvPr>
        </p:nvGraphicFramePr>
        <p:xfrm>
          <a:off x="2079136" y="5919788"/>
          <a:ext cx="1511300" cy="304800"/>
        </p:xfrm>
        <a:graphic>
          <a:graphicData uri="http://schemas.openxmlformats.org/presentationml/2006/ole">
            <mc:AlternateContent xmlns:mc="http://schemas.openxmlformats.org/markup-compatibility/2006">
              <mc:Choice xmlns:v="urn:schemas-microsoft-com:vml" Requires="v">
                <p:oleObj name="Equation" r:id="rId14" imgW="1511280" imgH="304560" progId="Equation.DSMT4">
                  <p:embed/>
                </p:oleObj>
              </mc:Choice>
              <mc:Fallback>
                <p:oleObj name="Equation" r:id="rId14" imgW="1511280" imgH="304560" progId="Equation.DSMT4">
                  <p:embed/>
                  <p:pic>
                    <p:nvPicPr>
                      <p:cNvPr id="30" name="Object 29">
                        <a:extLst>
                          <a:ext uri="{FF2B5EF4-FFF2-40B4-BE49-F238E27FC236}">
                            <a16:creationId xmlns:a16="http://schemas.microsoft.com/office/drawing/2014/main" id="{999F3A53-463E-6451-0196-18ACDEDA7100}"/>
                          </a:ext>
                        </a:extLst>
                      </p:cNvPr>
                      <p:cNvPicPr>
                        <a:picLocks noChangeAspect="1" noChangeArrowheads="1"/>
                      </p:cNvPicPr>
                      <p:nvPr/>
                    </p:nvPicPr>
                    <p:blipFill>
                      <a:blip r:embed="rId15"/>
                      <a:srcRect/>
                      <a:stretch>
                        <a:fillRect/>
                      </a:stretch>
                    </p:blipFill>
                    <p:spPr bwMode="auto">
                      <a:xfrm>
                        <a:off x="2079136" y="5919788"/>
                        <a:ext cx="1511300" cy="304800"/>
                      </a:xfrm>
                      <a:prstGeom prst="rect">
                        <a:avLst/>
                      </a:prstGeom>
                      <a:no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59</a:t>
            </a:fld>
            <a:endParaRPr lang="en-US"/>
          </a:p>
        </p:txBody>
      </p:sp>
    </p:spTree>
    <p:extLst>
      <p:ext uri="{BB962C8B-B14F-4D97-AF65-F5344CB8AC3E}">
        <p14:creationId xmlns:p14="http://schemas.microsoft.com/office/powerpoint/2010/main" val="536150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12943" cy="903231"/>
          </a:xfrm>
        </p:spPr>
        <p:txBody>
          <a:bodyPr>
            <a:normAutofit/>
          </a:bodyPr>
          <a:lstStyle/>
          <a:p>
            <a:r>
              <a:rPr lang="en-US" sz="3600" dirty="0"/>
              <a:t>Sample Size for a Proportion</a:t>
            </a:r>
            <a:endParaRPr lang="en-IN" sz="36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66557" y="477133"/>
            <a:ext cx="1269084" cy="467249"/>
          </a:xfrm>
        </p:spPr>
        <p:txBody>
          <a:bodyPr rIns="0"/>
          <a:lstStyle/>
          <a:p>
            <a:r>
              <a:rPr lang="en-IN" b="1" dirty="0"/>
              <a:t>L</a:t>
            </a:r>
            <a:r>
              <a:rPr lang="en-IN" sz="100" b="1" dirty="0"/>
              <a:t> </a:t>
            </a:r>
            <a:r>
              <a:rPr lang="en-IN" b="1" dirty="0"/>
              <a:t>O 8.10</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899" y="1345300"/>
            <a:ext cx="8112943" cy="1195298"/>
          </a:xfrm>
        </p:spPr>
        <p:txBody>
          <a:bodyPr/>
          <a:lstStyle/>
          <a:p>
            <a:pPr marL="292608" indent="-292608">
              <a:buFont typeface="Arial" panose="020B0604020202020204" pitchFamily="34" charset="0"/>
              <a:buChar char="•"/>
            </a:pPr>
            <a:r>
              <a:rPr lang="en-US" dirty="0"/>
              <a:t>Suppose we wish to estimate a population proportion with a precision (maximum error) of ± </a:t>
            </a:r>
            <a:r>
              <a:rPr lang="en-US" i="1" dirty="0"/>
              <a:t>E</a:t>
            </a:r>
            <a:r>
              <a:rPr lang="en-US" dirty="0"/>
              <a:t>. What sample size is required?</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2690824"/>
            <a:ext cx="1250230" cy="428527"/>
          </a:xfrm>
        </p:spPr>
        <p:txBody>
          <a:bodyPr/>
          <a:lstStyle/>
          <a:p>
            <a:pPr marL="292608" indent="-292608">
              <a:buFont typeface="Arial" panose="020B0604020202020204" pitchFamily="34" charset="0"/>
              <a:buChar char="•"/>
            </a:pPr>
            <a:r>
              <a:rPr lang="en-IN" dirty="0"/>
              <a:t>Since</a:t>
            </a:r>
          </a:p>
        </p:txBody>
      </p:sp>
      <p:graphicFrame>
        <p:nvGraphicFramePr>
          <p:cNvPr id="10" name="Object 9">
            <a:extLst>
              <a:ext uri="{FF2B5EF4-FFF2-40B4-BE49-F238E27FC236}">
                <a16:creationId xmlns:a16="http://schemas.microsoft.com/office/drawing/2014/main" id="{6B5B9933-252C-4468-8F2F-517758B3B807}"/>
              </a:ext>
            </a:extLst>
          </p:cNvPr>
          <p:cNvGraphicFramePr>
            <a:graphicFrameLocks noChangeAspect="1"/>
          </p:cNvGraphicFramePr>
          <p:nvPr>
            <p:extLst>
              <p:ext uri="{D42A27DB-BD31-4B8C-83A1-F6EECF244321}">
                <p14:modId xmlns:p14="http://schemas.microsoft.com/office/powerpoint/2010/main" val="3270334083"/>
              </p:ext>
            </p:extLst>
          </p:nvPr>
        </p:nvGraphicFramePr>
        <p:xfrm>
          <a:off x="1593130" y="2800589"/>
          <a:ext cx="305068" cy="271174"/>
        </p:xfrm>
        <a:graphic>
          <a:graphicData uri="http://schemas.openxmlformats.org/presentationml/2006/ole">
            <mc:AlternateContent xmlns:mc="http://schemas.openxmlformats.org/markup-compatibility/2006">
              <mc:Choice xmlns:v="urn:schemas-microsoft-com:vml" Requires="v">
                <p:oleObj name="Equation" r:id="rId2" imgW="228600" imgH="203040" progId="Equation.DSMT4">
                  <p:embed/>
                </p:oleObj>
              </mc:Choice>
              <mc:Fallback>
                <p:oleObj name="Equation" r:id="rId2" imgW="228600" imgH="203040" progId="Equation.DSMT4">
                  <p:embed/>
                  <p:pic>
                    <p:nvPicPr>
                      <p:cNvPr id="0" name=""/>
                      <p:cNvPicPr/>
                      <p:nvPr/>
                    </p:nvPicPr>
                    <p:blipFill>
                      <a:blip r:embed="rId3"/>
                      <a:stretch>
                        <a:fillRect/>
                      </a:stretch>
                    </p:blipFill>
                    <p:spPr>
                      <a:xfrm>
                        <a:off x="1593130" y="2800589"/>
                        <a:ext cx="305068" cy="271174"/>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2007908" y="2686142"/>
            <a:ext cx="6793191" cy="513808"/>
          </a:xfrm>
        </p:spPr>
        <p:txBody>
          <a:bodyPr lIns="0"/>
          <a:lstStyle/>
          <a:p>
            <a:r>
              <a:rPr lang="en-US" dirty="0"/>
              <a:t>is a number between 0 and 1, the allowable error</a:t>
            </a:r>
            <a:endParaRPr lang="en-IN" dirty="0"/>
          </a:p>
        </p:txBody>
      </p:sp>
      <p:sp>
        <p:nvSpPr>
          <p:cNvPr id="9" name="Content Placeholder 8">
            <a:extLst>
              <a:ext uri="{FF2B5EF4-FFF2-40B4-BE49-F238E27FC236}">
                <a16:creationId xmlns:a16="http://schemas.microsoft.com/office/drawing/2014/main" id="{ABBE0853-0256-41DE-BE8E-881CF7E082D3}"/>
              </a:ext>
            </a:extLst>
          </p:cNvPr>
          <p:cNvSpPr>
            <a:spLocks noGrp="1"/>
          </p:cNvSpPr>
          <p:nvPr>
            <p:ph sz="quarter" idx="18"/>
          </p:nvPr>
        </p:nvSpPr>
        <p:spPr>
          <a:xfrm>
            <a:off x="342899" y="3138652"/>
            <a:ext cx="4068845" cy="474729"/>
          </a:xfrm>
        </p:spPr>
        <p:txBody>
          <a:bodyPr/>
          <a:lstStyle/>
          <a:p>
            <a:pPr marL="282575"/>
            <a:r>
              <a:rPr lang="en-US" i="1" dirty="0"/>
              <a:t>E</a:t>
            </a:r>
            <a:r>
              <a:rPr lang="en-US" dirty="0"/>
              <a:t> is also between 0 and 1.</a:t>
            </a:r>
          </a:p>
        </p:txBody>
      </p:sp>
      <p:graphicFrame>
        <p:nvGraphicFramePr>
          <p:cNvPr id="24" name="Object 23">
            <a:extLst>
              <a:ext uri="{FF2B5EF4-FFF2-40B4-BE49-F238E27FC236}">
                <a16:creationId xmlns:a16="http://schemas.microsoft.com/office/drawing/2014/main" id="{A77A2A21-149D-331E-333F-7AD1DCF42B63}"/>
              </a:ext>
            </a:extLst>
          </p:cNvPr>
          <p:cNvGraphicFramePr>
            <a:graphicFrameLocks noChangeAspect="1"/>
          </p:cNvGraphicFramePr>
          <p:nvPr>
            <p:extLst>
              <p:ext uri="{D42A27DB-BD31-4B8C-83A1-F6EECF244321}">
                <p14:modId xmlns:p14="http://schemas.microsoft.com/office/powerpoint/2010/main" val="841009321"/>
              </p:ext>
            </p:extLst>
          </p:nvPr>
        </p:nvGraphicFramePr>
        <p:xfrm>
          <a:off x="1686003" y="3783318"/>
          <a:ext cx="2458497" cy="958397"/>
        </p:xfrm>
        <a:graphic>
          <a:graphicData uri="http://schemas.openxmlformats.org/presentationml/2006/ole">
            <mc:AlternateContent xmlns:mc="http://schemas.openxmlformats.org/markup-compatibility/2006">
              <mc:Choice xmlns:v="urn:schemas-microsoft-com:vml" Requires="v">
                <p:oleObj name="Equation" r:id="rId4" imgW="2247840" imgH="876240" progId="Equation.DSMT4">
                  <p:embed/>
                </p:oleObj>
              </mc:Choice>
              <mc:Fallback>
                <p:oleObj name="Equation" r:id="rId4" imgW="2247840" imgH="876240" progId="Equation.DSMT4">
                  <p:embed/>
                  <p:pic>
                    <p:nvPicPr>
                      <p:cNvPr id="23" name="Object 22">
                        <a:extLst>
                          <a:ext uri="{FF2B5EF4-FFF2-40B4-BE49-F238E27FC236}">
                            <a16:creationId xmlns:a16="http://schemas.microsoft.com/office/drawing/2014/main" id="{45465CBC-9E97-BA96-99FC-BBB866126323}"/>
                          </a:ext>
                        </a:extLst>
                      </p:cNvPr>
                      <p:cNvPicPr>
                        <a:picLocks noChangeAspect="1" noChangeArrowheads="1"/>
                      </p:cNvPicPr>
                      <p:nvPr/>
                    </p:nvPicPr>
                    <p:blipFill>
                      <a:blip r:embed="rId5"/>
                      <a:srcRect/>
                      <a:stretch>
                        <a:fillRect/>
                      </a:stretch>
                    </p:blipFill>
                    <p:spPr bwMode="auto">
                      <a:xfrm>
                        <a:off x="1686003" y="3783318"/>
                        <a:ext cx="2458497" cy="958397"/>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5AC0CAA7-CDC0-4E8C-8DF8-7CD87792D9F7}"/>
              </a:ext>
            </a:extLst>
          </p:cNvPr>
          <p:cNvGraphicFramePr>
            <a:graphicFrameLocks noChangeAspect="1"/>
          </p:cNvGraphicFramePr>
          <p:nvPr>
            <p:extLst>
              <p:ext uri="{D42A27DB-BD31-4B8C-83A1-F6EECF244321}">
                <p14:modId xmlns:p14="http://schemas.microsoft.com/office/powerpoint/2010/main" val="3262850032"/>
              </p:ext>
            </p:extLst>
          </p:nvPr>
        </p:nvGraphicFramePr>
        <p:xfrm>
          <a:off x="4282129" y="4131019"/>
          <a:ext cx="3671859" cy="371311"/>
        </p:xfrm>
        <a:graphic>
          <a:graphicData uri="http://schemas.openxmlformats.org/presentationml/2006/ole">
            <mc:AlternateContent xmlns:mc="http://schemas.openxmlformats.org/markup-compatibility/2006">
              <mc:Choice xmlns:v="urn:schemas-microsoft-com:vml" Requires="v">
                <p:oleObj name="Equation" r:id="rId6" imgW="3390840" imgH="342720" progId="Equation.DSMT4">
                  <p:embed/>
                </p:oleObj>
              </mc:Choice>
              <mc:Fallback>
                <p:oleObj name="Equation" r:id="rId6" imgW="3390840" imgH="342720" progId="Equation.DSMT4">
                  <p:embed/>
                  <p:pic>
                    <p:nvPicPr>
                      <p:cNvPr id="0" name=""/>
                      <p:cNvPicPr/>
                      <p:nvPr/>
                    </p:nvPicPr>
                    <p:blipFill>
                      <a:blip r:embed="rId7"/>
                      <a:stretch>
                        <a:fillRect/>
                      </a:stretch>
                    </p:blipFill>
                    <p:spPr>
                      <a:xfrm>
                        <a:off x="4282129" y="4131019"/>
                        <a:ext cx="3671859" cy="371311"/>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7"/>
          </p:nvPr>
        </p:nvSpPr>
        <p:spPr>
          <a:xfrm>
            <a:off x="342900" y="4970379"/>
            <a:ext cx="8458200" cy="616263"/>
          </a:xfrm>
        </p:spPr>
        <p:txBody>
          <a:bodyPr/>
          <a:lstStyle/>
          <a:p>
            <a:pPr marL="292608" indent="-292608">
              <a:buFont typeface="Arial" panose="020B0604020202020204" pitchFamily="34" charset="0"/>
              <a:buChar char="•"/>
            </a:pPr>
            <a:r>
              <a:rPr lang="en-US" dirty="0"/>
              <a:t>Always round </a:t>
            </a:r>
            <a:r>
              <a:rPr lang="en-US" i="1" dirty="0"/>
              <a:t>n</a:t>
            </a:r>
            <a:r>
              <a:rPr lang="en-US" dirty="0"/>
              <a:t> to the next higher integer.</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60</a:t>
            </a:fld>
            <a:endParaRPr lang="en-US"/>
          </a:p>
        </p:txBody>
      </p:sp>
    </p:spTree>
    <p:extLst>
      <p:ext uri="{BB962C8B-B14F-4D97-AF65-F5344CB8AC3E}">
        <p14:creationId xmlns:p14="http://schemas.microsoft.com/office/powerpoint/2010/main" val="33728894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How to Estimate </a:t>
            </a:r>
            <a:r>
              <a:rPr lang="el-GR" sz="3600" i="1" dirty="0"/>
              <a:t>π</a:t>
            </a:r>
            <a:endParaRPr lang="en-IN" sz="3600" i="1"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24143" y="461570"/>
            <a:ext cx="1329464" cy="452502"/>
          </a:xfrm>
        </p:spPr>
        <p:txBody>
          <a:bodyPr rIns="0"/>
          <a:lstStyle/>
          <a:p>
            <a:r>
              <a:rPr lang="en-IN" b="1" dirty="0"/>
              <a:t>L</a:t>
            </a:r>
            <a:r>
              <a:rPr lang="en-IN" sz="100" b="1" dirty="0"/>
              <a:t> </a:t>
            </a:r>
            <a:r>
              <a:rPr lang="en-IN" b="1" dirty="0"/>
              <a:t>O 8.10</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1" y="1265583"/>
            <a:ext cx="7909562" cy="1469841"/>
          </a:xfrm>
        </p:spPr>
        <p:txBody>
          <a:bodyPr/>
          <a:lstStyle/>
          <a:p>
            <a:r>
              <a:rPr lang="en-IN" sz="1800" b="1" dirty="0"/>
              <a:t>Method 1: Assume That </a:t>
            </a:r>
            <a:r>
              <a:rPr lang="el-GR" sz="1800" b="1" i="1" dirty="0"/>
              <a:t>π</a:t>
            </a:r>
            <a:r>
              <a:rPr lang="en-US" sz="1800" b="1" i="1" dirty="0"/>
              <a:t> </a:t>
            </a:r>
            <a:r>
              <a:rPr lang="en-US" sz="1800" b="1" dirty="0"/>
              <a:t>= .50:</a:t>
            </a:r>
          </a:p>
          <a:p>
            <a:r>
              <a:rPr lang="en-IN" sz="1800" dirty="0"/>
              <a:t>This method is conservative and ensures the desired precision. It is therefore a sound choice and is often used. However, the sample may end up being larger than necessary.</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898" y="2829693"/>
            <a:ext cx="8191501" cy="1703823"/>
          </a:xfrm>
        </p:spPr>
        <p:txBody>
          <a:bodyPr/>
          <a:lstStyle/>
          <a:p>
            <a:r>
              <a:rPr lang="en-IN" sz="1800" b="1" dirty="0"/>
              <a:t>Method 2: Take a Preliminary Sample:</a:t>
            </a:r>
          </a:p>
          <a:p>
            <a:r>
              <a:rPr lang="en-IN" sz="1800" dirty="0"/>
              <a:t>Take a small preliminary sample and insert </a:t>
            </a:r>
            <a:r>
              <a:rPr lang="en-IN" sz="1800" i="1" dirty="0"/>
              <a:t>p</a:t>
            </a:r>
            <a:r>
              <a:rPr lang="en-IN" sz="1800" dirty="0"/>
              <a:t> into the sample size formula in place of </a:t>
            </a:r>
            <a:r>
              <a:rPr lang="el-GR" sz="1800" i="1" dirty="0"/>
              <a:t>π</a:t>
            </a:r>
            <a:r>
              <a:rPr lang="en-US" sz="1800" i="1" dirty="0"/>
              <a:t>.</a:t>
            </a:r>
            <a:r>
              <a:rPr lang="en-IN" sz="1800" i="1" dirty="0"/>
              <a:t> </a:t>
            </a:r>
            <a:r>
              <a:rPr lang="en-IN" sz="1800" dirty="0"/>
              <a:t>This method is appropriate if </a:t>
            </a:r>
            <a:r>
              <a:rPr lang="el-GR" sz="1800" i="1" dirty="0"/>
              <a:t>π</a:t>
            </a:r>
            <a:r>
              <a:rPr lang="en-US" sz="1800" i="1" dirty="0"/>
              <a:t> </a:t>
            </a:r>
            <a:r>
              <a:rPr lang="en-IN" sz="1800" dirty="0"/>
              <a:t>is believed to differ greatly from .50, as is often the case, though its logic is somewhat circular (that is, we must take a sample to plane our sample).</a:t>
            </a:r>
          </a:p>
        </p:txBody>
      </p:sp>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342898" y="4627785"/>
            <a:ext cx="8062548" cy="1096874"/>
          </a:xfrm>
        </p:spPr>
        <p:txBody>
          <a:bodyPr/>
          <a:lstStyle/>
          <a:p>
            <a:r>
              <a:rPr lang="en-IN" sz="1800" b="1" dirty="0"/>
              <a:t>Method 3: Use a Prior Sample or Historical Data:</a:t>
            </a:r>
          </a:p>
          <a:p>
            <a:r>
              <a:rPr lang="en-IN" sz="1800" dirty="0"/>
              <a:t>A reasonable approach, but how often are such data available? And might </a:t>
            </a:r>
            <a:r>
              <a:rPr lang="el-GR" sz="1800" i="1" dirty="0"/>
              <a:t>π</a:t>
            </a:r>
            <a:r>
              <a:rPr lang="en-US" sz="1800" i="1" dirty="0"/>
              <a:t> </a:t>
            </a:r>
            <a:r>
              <a:rPr lang="en-IN" sz="1800" dirty="0"/>
              <a:t>have changed enough to make it a questionable assumption?</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61</a:t>
            </a:fld>
            <a:endParaRPr lang="en-US"/>
          </a:p>
        </p:txBody>
      </p:sp>
    </p:spTree>
    <p:extLst>
      <p:ext uri="{BB962C8B-B14F-4D97-AF65-F5344CB8AC3E}">
        <p14:creationId xmlns:p14="http://schemas.microsoft.com/office/powerpoint/2010/main" val="10921835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7471921" cy="903231"/>
          </a:xfrm>
        </p:spPr>
        <p:txBody>
          <a:bodyPr>
            <a:normAutofit/>
          </a:bodyPr>
          <a:lstStyle/>
          <a:p>
            <a:r>
              <a:rPr lang="en-IN" sz="3600" dirty="0"/>
              <a:t>Example: A</a:t>
            </a:r>
            <a:r>
              <a:rPr lang="en-IN" sz="100" dirty="0"/>
              <a:t> </a:t>
            </a:r>
            <a:r>
              <a:rPr lang="en-IN" sz="3600" dirty="0"/>
              <a:t>T</a:t>
            </a:r>
            <a:r>
              <a:rPr lang="en-IN" sz="100" dirty="0"/>
              <a:t> </a:t>
            </a:r>
            <a:r>
              <a:rPr lang="en-IN" sz="3600" dirty="0"/>
              <a:t>M Withdrawals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28851" y="487337"/>
            <a:ext cx="1344498" cy="438968"/>
          </a:xfrm>
        </p:spPr>
        <p:txBody>
          <a:bodyPr rIns="0"/>
          <a:lstStyle/>
          <a:p>
            <a:r>
              <a:rPr lang="en-IN" b="1" dirty="0"/>
              <a:t>L</a:t>
            </a:r>
            <a:r>
              <a:rPr lang="en-IN" sz="100" b="1" dirty="0"/>
              <a:t> </a:t>
            </a:r>
            <a:r>
              <a:rPr lang="en-IN" b="1" dirty="0"/>
              <a:t>O 8.10</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375136"/>
            <a:ext cx="8065809" cy="2687817"/>
          </a:xfrm>
        </p:spPr>
        <p:txBody>
          <a:bodyPr/>
          <a:lstStyle/>
          <a:p>
            <a:pPr marL="292608" indent="-292608">
              <a:buFont typeface="Arial" panose="020B0604020202020204" pitchFamily="34" charset="0"/>
              <a:buChar char="•"/>
            </a:pPr>
            <a:r>
              <a:rPr lang="en-US" dirty="0"/>
              <a:t>A university credit union wants to know the proportion of cash withdrawals that exceed $50 at its ATM located in the student union building. With an error of ± 2 percent and a confidence level of 95 percent, how large a sample is needed to estimate the proportion of withdrawals exceeding $50? The </a:t>
            </a:r>
            <a:r>
              <a:rPr lang="en-US" i="1" dirty="0"/>
              <a:t>z</a:t>
            </a:r>
            <a:r>
              <a:rPr lang="en-US" dirty="0"/>
              <a:t>-value for 95 percent confidence is </a:t>
            </a:r>
            <a:r>
              <a:rPr lang="en-US" i="1" dirty="0"/>
              <a:t>z</a:t>
            </a:r>
            <a:r>
              <a:rPr lang="en-US" dirty="0"/>
              <a:t> = 1.960. Using </a:t>
            </a:r>
            <a:r>
              <a:rPr lang="en-US" i="1" dirty="0"/>
              <a:t>E</a:t>
            </a:r>
            <a:r>
              <a:rPr lang="en-US" dirty="0"/>
              <a:t> = 0.02 and assuming</a:t>
            </a:r>
            <a:endParaRPr lang="en-IN" dirty="0"/>
          </a:p>
        </p:txBody>
      </p:sp>
      <p:sp>
        <p:nvSpPr>
          <p:cNvPr id="9" name="Content Placeholder 8">
            <a:extLst>
              <a:ext uri="{FF2B5EF4-FFF2-40B4-BE49-F238E27FC236}">
                <a16:creationId xmlns:a16="http://schemas.microsoft.com/office/drawing/2014/main" id="{B85880FF-5C1D-4181-A804-6387B26C2403}"/>
              </a:ext>
            </a:extLst>
          </p:cNvPr>
          <p:cNvSpPr>
            <a:spLocks noGrp="1"/>
          </p:cNvSpPr>
          <p:nvPr>
            <p:ph sz="quarter" idx="17"/>
          </p:nvPr>
        </p:nvSpPr>
        <p:spPr>
          <a:xfrm>
            <a:off x="342900" y="4010674"/>
            <a:ext cx="3079030" cy="483586"/>
          </a:xfrm>
        </p:spPr>
        <p:txBody>
          <a:bodyPr/>
          <a:lstStyle/>
          <a:p>
            <a:pPr marL="282575"/>
            <a:r>
              <a:rPr lang="en-US" dirty="0"/>
              <a:t>conservatively that</a:t>
            </a:r>
          </a:p>
        </p:txBody>
      </p:sp>
      <p:graphicFrame>
        <p:nvGraphicFramePr>
          <p:cNvPr id="11" name="Object 10">
            <a:extLst>
              <a:ext uri="{FF2B5EF4-FFF2-40B4-BE49-F238E27FC236}">
                <a16:creationId xmlns:a16="http://schemas.microsoft.com/office/drawing/2014/main" id="{EFE82F63-74D1-461D-A152-E1E227E30941}"/>
              </a:ext>
            </a:extLst>
          </p:cNvPr>
          <p:cNvGraphicFramePr>
            <a:graphicFrameLocks noChangeAspect="1"/>
          </p:cNvGraphicFramePr>
          <p:nvPr>
            <p:extLst>
              <p:ext uri="{D42A27DB-BD31-4B8C-83A1-F6EECF244321}">
                <p14:modId xmlns:p14="http://schemas.microsoft.com/office/powerpoint/2010/main" val="3684570929"/>
              </p:ext>
            </p:extLst>
          </p:nvPr>
        </p:nvGraphicFramePr>
        <p:xfrm>
          <a:off x="3393388" y="4094456"/>
          <a:ext cx="977900" cy="368300"/>
        </p:xfrm>
        <a:graphic>
          <a:graphicData uri="http://schemas.openxmlformats.org/presentationml/2006/ole">
            <mc:AlternateContent xmlns:mc="http://schemas.openxmlformats.org/markup-compatibility/2006">
              <mc:Choice xmlns:v="urn:schemas-microsoft-com:vml" Requires="v">
                <p:oleObj name="Equation" r:id="rId2" imgW="977760" imgH="368280" progId="Equation.DSMT4">
                  <p:embed/>
                </p:oleObj>
              </mc:Choice>
              <mc:Fallback>
                <p:oleObj name="Equation" r:id="rId2" imgW="977760" imgH="368280" progId="Equation.DSMT4">
                  <p:embed/>
                  <p:pic>
                    <p:nvPicPr>
                      <p:cNvPr id="0" name=""/>
                      <p:cNvPicPr/>
                      <p:nvPr/>
                    </p:nvPicPr>
                    <p:blipFill>
                      <a:blip r:embed="rId3"/>
                      <a:stretch>
                        <a:fillRect/>
                      </a:stretch>
                    </p:blipFill>
                    <p:spPr>
                      <a:xfrm>
                        <a:off x="3393388" y="4094456"/>
                        <a:ext cx="977900" cy="3683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5CCAA27A-7F2A-4391-B6E1-CE6A1F005849}"/>
              </a:ext>
            </a:extLst>
          </p:cNvPr>
          <p:cNvSpPr>
            <a:spLocks noGrp="1"/>
          </p:cNvSpPr>
          <p:nvPr>
            <p:ph sz="quarter" idx="16"/>
          </p:nvPr>
        </p:nvSpPr>
        <p:spPr>
          <a:xfrm>
            <a:off x="4371288" y="4004742"/>
            <a:ext cx="3902698" cy="483586"/>
          </a:xfrm>
        </p:spPr>
        <p:txBody>
          <a:bodyPr/>
          <a:lstStyle/>
          <a:p>
            <a:r>
              <a:rPr lang="en-US" dirty="0"/>
              <a:t>the required sample size is,</a:t>
            </a:r>
          </a:p>
        </p:txBody>
      </p:sp>
      <p:graphicFrame>
        <p:nvGraphicFramePr>
          <p:cNvPr id="7" name="Object 6">
            <a:extLst>
              <a:ext uri="{FF2B5EF4-FFF2-40B4-BE49-F238E27FC236}">
                <a16:creationId xmlns:a16="http://schemas.microsoft.com/office/drawing/2014/main" id="{2B76DB62-39A1-DB4C-5500-747B993A6756}"/>
              </a:ext>
            </a:extLst>
          </p:cNvPr>
          <p:cNvGraphicFramePr>
            <a:graphicFrameLocks noChangeAspect="1"/>
          </p:cNvGraphicFramePr>
          <p:nvPr>
            <p:extLst>
              <p:ext uri="{D42A27DB-BD31-4B8C-83A1-F6EECF244321}">
                <p14:modId xmlns:p14="http://schemas.microsoft.com/office/powerpoint/2010/main" val="584794352"/>
              </p:ext>
            </p:extLst>
          </p:nvPr>
        </p:nvGraphicFramePr>
        <p:xfrm>
          <a:off x="1498600" y="4802716"/>
          <a:ext cx="6146800" cy="842962"/>
        </p:xfrm>
        <a:graphic>
          <a:graphicData uri="http://schemas.openxmlformats.org/presentationml/2006/ole">
            <mc:AlternateContent xmlns:mc="http://schemas.openxmlformats.org/markup-compatibility/2006">
              <mc:Choice xmlns:v="urn:schemas-microsoft-com:vml" Requires="v">
                <p:oleObj name="Equation" r:id="rId4" imgW="6858000" imgH="939600" progId="Equation.DSMT4">
                  <p:embed/>
                </p:oleObj>
              </mc:Choice>
              <mc:Fallback>
                <p:oleObj name="Equation" r:id="rId4" imgW="6858000" imgH="939600" progId="Equation.DSMT4">
                  <p:embed/>
                  <p:pic>
                    <p:nvPicPr>
                      <p:cNvPr id="7" name="Object 6">
                        <a:extLst>
                          <a:ext uri="{FF2B5EF4-FFF2-40B4-BE49-F238E27FC236}">
                            <a16:creationId xmlns:a16="http://schemas.microsoft.com/office/drawing/2014/main" id="{2B76DB62-39A1-DB4C-5500-747B993A6756}"/>
                          </a:ext>
                        </a:extLst>
                      </p:cNvPr>
                      <p:cNvPicPr>
                        <a:picLocks noChangeAspect="1" noChangeArrowheads="1"/>
                      </p:cNvPicPr>
                      <p:nvPr/>
                    </p:nvPicPr>
                    <p:blipFill>
                      <a:blip r:embed="rId5"/>
                      <a:srcRect/>
                      <a:stretch>
                        <a:fillRect/>
                      </a:stretch>
                    </p:blipFill>
                    <p:spPr bwMode="auto">
                      <a:xfrm>
                        <a:off x="1498600" y="4802716"/>
                        <a:ext cx="6146800" cy="842962"/>
                      </a:xfrm>
                      <a:prstGeom prst="rect">
                        <a:avLst/>
                      </a:prstGeom>
                      <a:no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62</a:t>
            </a:fld>
            <a:endParaRPr lang="en-US"/>
          </a:p>
        </p:txBody>
      </p:sp>
    </p:spTree>
    <p:extLst>
      <p:ext uri="{BB962C8B-B14F-4D97-AF65-F5344CB8AC3E}">
        <p14:creationId xmlns:p14="http://schemas.microsoft.com/office/powerpoint/2010/main" val="15600005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Example: A</a:t>
            </a:r>
            <a:r>
              <a:rPr lang="en-IN" sz="100" dirty="0"/>
              <a:t> </a:t>
            </a:r>
            <a:r>
              <a:rPr lang="en-IN" sz="3600" dirty="0"/>
              <a:t>T</a:t>
            </a:r>
            <a:r>
              <a:rPr lang="en-IN" sz="100" dirty="0"/>
              <a:t> </a:t>
            </a:r>
            <a:r>
              <a:rPr lang="en-IN" sz="3600" dirty="0"/>
              <a:t>M Withdrawals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14618" y="471096"/>
            <a:ext cx="1348513" cy="452502"/>
          </a:xfrm>
        </p:spPr>
        <p:txBody>
          <a:bodyPr rIns="0"/>
          <a:lstStyle/>
          <a:p>
            <a:r>
              <a:rPr lang="en-IN" b="1" dirty="0"/>
              <a:t>L</a:t>
            </a:r>
            <a:r>
              <a:rPr lang="en-IN" sz="100" b="1" dirty="0"/>
              <a:t> </a:t>
            </a:r>
            <a:r>
              <a:rPr lang="en-IN" b="1" dirty="0"/>
              <a:t>O 8.10</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8172450" cy="1842505"/>
          </a:xfrm>
        </p:spPr>
        <p:txBody>
          <a:bodyPr/>
          <a:lstStyle/>
          <a:p>
            <a:pPr marL="292608" indent="-292608">
              <a:buFont typeface="Arial" panose="020B0604020202020204" pitchFamily="34" charset="0"/>
              <a:buChar char="•"/>
            </a:pPr>
            <a:r>
              <a:rPr lang="en-US" sz="2200" dirty="0"/>
              <a:t>We would need to examine </a:t>
            </a:r>
            <a:r>
              <a:rPr lang="en-US" sz="2200" i="1" dirty="0"/>
              <a:t>n</a:t>
            </a:r>
            <a:r>
              <a:rPr lang="en-US" sz="2200" dirty="0"/>
              <a:t> = 2,401 withdrawals to </a:t>
            </a:r>
            <a:r>
              <a:rPr lang="en-IN" sz="2200" dirty="0"/>
              <a:t>estimate </a:t>
            </a:r>
            <a:r>
              <a:rPr lang="el-GR" sz="2200" i="1" dirty="0"/>
              <a:t>π</a:t>
            </a:r>
            <a:r>
              <a:rPr lang="en-US" sz="2200" i="1" dirty="0"/>
              <a:t> </a:t>
            </a:r>
            <a:r>
              <a:rPr lang="en-US" sz="2200" dirty="0"/>
              <a:t>within ± 2 percent and with 95 percent confidence. In this case, last year’s proportion of A</a:t>
            </a:r>
            <a:r>
              <a:rPr lang="en-US" sz="100" dirty="0"/>
              <a:t> </a:t>
            </a:r>
            <a:r>
              <a:rPr lang="en-US" sz="2200" dirty="0"/>
              <a:t>T</a:t>
            </a:r>
            <a:r>
              <a:rPr lang="en-US" sz="100" dirty="0"/>
              <a:t> </a:t>
            </a:r>
            <a:r>
              <a:rPr lang="en-US" sz="2200" dirty="0"/>
              <a:t>M withdrawals over $50 was 27 percent. If we had used this estimate of </a:t>
            </a:r>
            <a:r>
              <a:rPr lang="el-GR" sz="2200" i="1" dirty="0"/>
              <a:t>π </a:t>
            </a:r>
            <a:r>
              <a:rPr lang="en-US" sz="2200" dirty="0"/>
              <a:t>in our calculation, the required sample size would be,</a:t>
            </a:r>
            <a:endParaRPr lang="en-IN" sz="2200" dirty="0"/>
          </a:p>
        </p:txBody>
      </p:sp>
      <p:graphicFrame>
        <p:nvGraphicFramePr>
          <p:cNvPr id="26" name="Object 25">
            <a:extLst>
              <a:ext uri="{FF2B5EF4-FFF2-40B4-BE49-F238E27FC236}">
                <a16:creationId xmlns:a16="http://schemas.microsoft.com/office/drawing/2014/main" id="{B85E9CD7-862D-FD6C-2B55-929032406741}"/>
              </a:ext>
            </a:extLst>
          </p:cNvPr>
          <p:cNvGraphicFramePr>
            <a:graphicFrameLocks noChangeAspect="1"/>
          </p:cNvGraphicFramePr>
          <p:nvPr>
            <p:extLst>
              <p:ext uri="{D42A27DB-BD31-4B8C-83A1-F6EECF244321}">
                <p14:modId xmlns:p14="http://schemas.microsoft.com/office/powerpoint/2010/main" val="4173881137"/>
              </p:ext>
            </p:extLst>
          </p:nvPr>
        </p:nvGraphicFramePr>
        <p:xfrm>
          <a:off x="580166" y="3417596"/>
          <a:ext cx="4656562" cy="650969"/>
        </p:xfrm>
        <a:graphic>
          <a:graphicData uri="http://schemas.openxmlformats.org/presentationml/2006/ole">
            <mc:AlternateContent xmlns:mc="http://schemas.openxmlformats.org/markup-compatibility/2006">
              <mc:Choice xmlns:v="urn:schemas-microsoft-com:vml" Requires="v">
                <p:oleObj name="Equation" r:id="rId3" imgW="6260760" imgH="876240" progId="Equation.DSMT4">
                  <p:embed/>
                </p:oleObj>
              </mc:Choice>
              <mc:Fallback>
                <p:oleObj name="Equation" r:id="rId3" imgW="6260760" imgH="876240" progId="Equation.DSMT4">
                  <p:embed/>
                  <p:pic>
                    <p:nvPicPr>
                      <p:cNvPr id="26" name="Object 25">
                        <a:extLst>
                          <a:ext uri="{FF2B5EF4-FFF2-40B4-BE49-F238E27FC236}">
                            <a16:creationId xmlns:a16="http://schemas.microsoft.com/office/drawing/2014/main" id="{B85E9CD7-862D-FD6C-2B55-929032406741}"/>
                          </a:ext>
                        </a:extLst>
                      </p:cNvPr>
                      <p:cNvPicPr>
                        <a:picLocks noChangeAspect="1" noChangeArrowheads="1"/>
                      </p:cNvPicPr>
                      <p:nvPr/>
                    </p:nvPicPr>
                    <p:blipFill>
                      <a:blip r:embed="rId4"/>
                      <a:srcRect/>
                      <a:stretch>
                        <a:fillRect/>
                      </a:stretch>
                    </p:blipFill>
                    <p:spPr bwMode="auto">
                      <a:xfrm>
                        <a:off x="580166" y="3417596"/>
                        <a:ext cx="4656562" cy="650969"/>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5236728" y="3588180"/>
            <a:ext cx="3745524" cy="374317"/>
          </a:xfrm>
        </p:spPr>
        <p:txBody>
          <a:bodyPr tIns="0"/>
          <a:lstStyle/>
          <a:p>
            <a:r>
              <a:rPr lang="en-IN" sz="2000" dirty="0"/>
              <a:t>(rounded to next higher integer)</a:t>
            </a:r>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42900" y="4442588"/>
            <a:ext cx="8475785" cy="1122421"/>
          </a:xfrm>
        </p:spPr>
        <p:txBody>
          <a:bodyPr/>
          <a:lstStyle/>
          <a:p>
            <a:pPr marL="292608" indent="-292608">
              <a:buFont typeface="Arial" panose="020B0604020202020204" pitchFamily="34" charset="0"/>
              <a:buChar char="•"/>
            </a:pPr>
            <a:r>
              <a:rPr lang="en-US" sz="2200" dirty="0"/>
              <a:t>We would need to examine </a:t>
            </a:r>
            <a:r>
              <a:rPr lang="en-US" sz="2200" i="1" dirty="0"/>
              <a:t>n</a:t>
            </a:r>
            <a:r>
              <a:rPr lang="en-US" sz="2200" dirty="0"/>
              <a:t> = 1,893 withdrawals to </a:t>
            </a:r>
            <a:r>
              <a:rPr lang="en-IN" sz="2200" dirty="0"/>
              <a:t>estimate </a:t>
            </a:r>
            <a:r>
              <a:rPr lang="el-GR" sz="2200" i="1" dirty="0"/>
              <a:t>π</a:t>
            </a:r>
            <a:r>
              <a:rPr lang="en-US" sz="2200" i="1" dirty="0"/>
              <a:t> </a:t>
            </a:r>
            <a:r>
              <a:rPr lang="en-US" sz="2200" dirty="0"/>
              <a:t>within ± 0.02. The required sample size is smaller than when we make the conservative assumption</a:t>
            </a:r>
            <a:r>
              <a:rPr lang="en-IN" sz="2200" dirty="0"/>
              <a:t> </a:t>
            </a:r>
            <a:r>
              <a:rPr lang="el-GR" sz="2200" i="1" dirty="0"/>
              <a:t>π</a:t>
            </a:r>
            <a:r>
              <a:rPr lang="en-US" sz="2200" i="1" dirty="0"/>
              <a:t> </a:t>
            </a:r>
            <a:r>
              <a:rPr lang="en-US" sz="2200" dirty="0"/>
              <a:t>= .50.</a:t>
            </a:r>
            <a:endParaRPr lang="en-IN" sz="2200"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63</a:t>
            </a:fld>
            <a:endParaRPr lang="en-US"/>
          </a:p>
        </p:txBody>
      </p:sp>
    </p:spTree>
    <p:extLst>
      <p:ext uri="{BB962C8B-B14F-4D97-AF65-F5344CB8AC3E}">
        <p14:creationId xmlns:p14="http://schemas.microsoft.com/office/powerpoint/2010/main" val="4470448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Autofit/>
          </a:bodyPr>
          <a:lstStyle/>
          <a:p>
            <a:r>
              <a:rPr lang="en-IN" sz="3200" dirty="0"/>
              <a:t>Confidence Interval For A Population Variance, </a:t>
            </a:r>
            <a:r>
              <a:rPr lang="el-GR" sz="3200" i="1" dirty="0"/>
              <a:t>σ</a:t>
            </a:r>
            <a:r>
              <a:rPr lang="en-US" sz="100" i="1" baseline="30000" dirty="0">
                <a:solidFill>
                  <a:schemeClr val="bg2"/>
                </a:solidFill>
              </a:rPr>
              <a:t>power</a:t>
            </a:r>
            <a:r>
              <a:rPr lang="en-US" sz="3200" baseline="30000" dirty="0"/>
              <a:t>2</a:t>
            </a:r>
            <a:endParaRPr lang="en-IN" sz="3200" baseline="30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44042" y="441671"/>
            <a:ext cx="1289666" cy="452502"/>
          </a:xfrm>
        </p:spPr>
        <p:txBody>
          <a:bodyPr rIns="0"/>
          <a:lstStyle/>
          <a:p>
            <a:r>
              <a:rPr lang="en-IN" b="1" dirty="0"/>
              <a:t>L</a:t>
            </a:r>
            <a:r>
              <a:rPr lang="en-IN" sz="100" b="1" dirty="0"/>
              <a:t> </a:t>
            </a:r>
            <a:r>
              <a:rPr lang="en-IN" b="1" dirty="0"/>
              <a:t>O 8.11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1" y="1265584"/>
            <a:ext cx="6365718" cy="391766"/>
          </a:xfrm>
        </p:spPr>
        <p:txBody>
          <a:bodyPr/>
          <a:lstStyle/>
          <a:p>
            <a:pPr marL="292608" indent="-292608">
              <a:buFont typeface="Arial" panose="020B0604020202020204" pitchFamily="34" charset="0"/>
              <a:buChar char="•"/>
            </a:pPr>
            <a:r>
              <a:rPr lang="en-US" sz="2000" dirty="0"/>
              <a:t>If the population is normal, then the sample variance</a:t>
            </a:r>
            <a:endParaRPr lang="en-IN" sz="2000" dirty="0"/>
          </a:p>
        </p:txBody>
      </p:sp>
      <p:graphicFrame>
        <p:nvGraphicFramePr>
          <p:cNvPr id="24" name="Object 23">
            <a:extLst>
              <a:ext uri="{FF2B5EF4-FFF2-40B4-BE49-F238E27FC236}">
                <a16:creationId xmlns:a16="http://schemas.microsoft.com/office/drawing/2014/main" id="{5F22685A-AF74-86A0-F275-C68D1F3F44B8}"/>
              </a:ext>
            </a:extLst>
          </p:cNvPr>
          <p:cNvGraphicFramePr>
            <a:graphicFrameLocks noChangeAspect="1"/>
          </p:cNvGraphicFramePr>
          <p:nvPr>
            <p:extLst>
              <p:ext uri="{D42A27DB-BD31-4B8C-83A1-F6EECF244321}">
                <p14:modId xmlns:p14="http://schemas.microsoft.com/office/powerpoint/2010/main" val="244657729"/>
              </p:ext>
            </p:extLst>
          </p:nvPr>
        </p:nvGraphicFramePr>
        <p:xfrm>
          <a:off x="6710302" y="1296788"/>
          <a:ext cx="241300" cy="292100"/>
        </p:xfrm>
        <a:graphic>
          <a:graphicData uri="http://schemas.openxmlformats.org/presentationml/2006/ole">
            <mc:AlternateContent xmlns:mc="http://schemas.openxmlformats.org/markup-compatibility/2006">
              <mc:Choice xmlns:v="urn:schemas-microsoft-com:vml" Requires="v">
                <p:oleObj name="Equation" r:id="rId2" imgW="241200" imgH="291960" progId="Equation.DSMT4">
                  <p:embed/>
                </p:oleObj>
              </mc:Choice>
              <mc:Fallback>
                <p:oleObj name="Equation" r:id="rId2" imgW="241200" imgH="291960" progId="Equation.DSMT4">
                  <p:embed/>
                  <p:pic>
                    <p:nvPicPr>
                      <p:cNvPr id="24" name="Object 23">
                        <a:extLst>
                          <a:ext uri="{FF2B5EF4-FFF2-40B4-BE49-F238E27FC236}">
                            <a16:creationId xmlns:a16="http://schemas.microsoft.com/office/drawing/2014/main" id="{5F22685A-AF74-86A0-F275-C68D1F3F44B8}"/>
                          </a:ext>
                        </a:extLst>
                      </p:cNvPr>
                      <p:cNvPicPr>
                        <a:picLocks noChangeAspect="1" noChangeArrowheads="1"/>
                      </p:cNvPicPr>
                      <p:nvPr/>
                    </p:nvPicPr>
                    <p:blipFill>
                      <a:blip r:embed="rId3"/>
                      <a:srcRect/>
                      <a:stretch>
                        <a:fillRect/>
                      </a:stretch>
                    </p:blipFill>
                    <p:spPr bwMode="auto">
                      <a:xfrm>
                        <a:off x="6710302" y="1296788"/>
                        <a:ext cx="241300" cy="292100"/>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7023622" y="1276384"/>
            <a:ext cx="882146" cy="407342"/>
          </a:xfrm>
        </p:spPr>
        <p:txBody>
          <a:bodyPr lIns="0"/>
          <a:lstStyle/>
          <a:p>
            <a:r>
              <a:rPr lang="en-IN" sz="2000" dirty="0"/>
              <a:t>follows</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899" y="1715269"/>
            <a:ext cx="3448051" cy="399281"/>
          </a:xfrm>
        </p:spPr>
        <p:txBody>
          <a:bodyPr/>
          <a:lstStyle/>
          <a:p>
            <a:pPr marL="292608"/>
            <a:r>
              <a:rPr lang="en-IN" sz="2000" dirty="0"/>
              <a:t>the </a:t>
            </a:r>
            <a:r>
              <a:rPr lang="en-IN" sz="2000" i="1" dirty="0"/>
              <a:t>chi-square distribution</a:t>
            </a:r>
          </a:p>
        </p:txBody>
      </p:sp>
      <p:graphicFrame>
        <p:nvGraphicFramePr>
          <p:cNvPr id="25" name="Object 24">
            <a:extLst>
              <a:ext uri="{FF2B5EF4-FFF2-40B4-BE49-F238E27FC236}">
                <a16:creationId xmlns:a16="http://schemas.microsoft.com/office/drawing/2014/main" id="{E6EC9135-295C-CE41-8D42-229538CDEE77}"/>
              </a:ext>
            </a:extLst>
          </p:cNvPr>
          <p:cNvGraphicFramePr>
            <a:graphicFrameLocks noChangeAspect="1"/>
          </p:cNvGraphicFramePr>
          <p:nvPr/>
        </p:nvGraphicFramePr>
        <p:xfrm>
          <a:off x="3814724" y="1716038"/>
          <a:ext cx="558800" cy="431800"/>
        </p:xfrm>
        <a:graphic>
          <a:graphicData uri="http://schemas.openxmlformats.org/presentationml/2006/ole">
            <mc:AlternateContent xmlns:mc="http://schemas.openxmlformats.org/markup-compatibility/2006">
              <mc:Choice xmlns:v="urn:schemas-microsoft-com:vml" Requires="v">
                <p:oleObj name="Equation" r:id="rId4" imgW="558720" imgH="431640" progId="Equation.DSMT4">
                  <p:embed/>
                </p:oleObj>
              </mc:Choice>
              <mc:Fallback>
                <p:oleObj name="Equation" r:id="rId4" imgW="558720" imgH="431640" progId="Equation.DSMT4">
                  <p:embed/>
                  <p:pic>
                    <p:nvPicPr>
                      <p:cNvPr id="25" name="Object 24">
                        <a:extLst>
                          <a:ext uri="{FF2B5EF4-FFF2-40B4-BE49-F238E27FC236}">
                            <a16:creationId xmlns:a16="http://schemas.microsoft.com/office/drawing/2014/main" id="{E6EC9135-295C-CE41-8D42-229538CDEE77}"/>
                          </a:ext>
                        </a:extLst>
                      </p:cNvPr>
                      <p:cNvPicPr>
                        <a:picLocks noChangeAspect="1" noChangeArrowheads="1"/>
                      </p:cNvPicPr>
                      <p:nvPr/>
                    </p:nvPicPr>
                    <p:blipFill>
                      <a:blip r:embed="rId5"/>
                      <a:srcRect/>
                      <a:stretch>
                        <a:fillRect/>
                      </a:stretch>
                    </p:blipFill>
                    <p:spPr bwMode="auto">
                      <a:xfrm>
                        <a:off x="3814724" y="1716038"/>
                        <a:ext cx="558800" cy="431800"/>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4484318" y="1717476"/>
            <a:ext cx="4191754" cy="388509"/>
          </a:xfrm>
        </p:spPr>
        <p:txBody>
          <a:bodyPr lIns="0"/>
          <a:lstStyle/>
          <a:p>
            <a:r>
              <a:rPr lang="en-US" sz="2000" dirty="0"/>
              <a:t>with degrees of freedom </a:t>
            </a:r>
            <a:r>
              <a:rPr lang="en-US" sz="2000" i="1" dirty="0"/>
              <a:t>d.f.</a:t>
            </a:r>
            <a:r>
              <a:rPr lang="en-US" sz="2000" dirty="0"/>
              <a:t> = </a:t>
            </a:r>
            <a:r>
              <a:rPr lang="en-US" sz="2000" i="1" dirty="0"/>
              <a:t>n</a:t>
            </a:r>
            <a:r>
              <a:rPr lang="en-US" sz="2000" dirty="0"/>
              <a:t> − 1.</a:t>
            </a:r>
            <a:endParaRPr lang="en-IN" sz="2000" dirty="0"/>
          </a:p>
        </p:txBody>
      </p:sp>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71472" y="2219748"/>
            <a:ext cx="1190628" cy="398786"/>
          </a:xfrm>
        </p:spPr>
        <p:txBody>
          <a:bodyPr/>
          <a:lstStyle/>
          <a:p>
            <a:pPr marL="292608" indent="-292608">
              <a:buFont typeface="Arial" panose="020B0604020202020204" pitchFamily="34" charset="0"/>
              <a:buChar char="•"/>
            </a:pPr>
            <a:r>
              <a:rPr lang="en-IN" sz="2000" dirty="0"/>
              <a:t>Lower</a:t>
            </a:r>
          </a:p>
        </p:txBody>
      </p:sp>
      <p:graphicFrame>
        <p:nvGraphicFramePr>
          <p:cNvPr id="26" name="Object 25">
            <a:extLst>
              <a:ext uri="{FF2B5EF4-FFF2-40B4-BE49-F238E27FC236}">
                <a16:creationId xmlns:a16="http://schemas.microsoft.com/office/drawing/2014/main" id="{FA6368EA-AFBE-AAC3-6184-C48E744C8AF2}"/>
              </a:ext>
            </a:extLst>
          </p:cNvPr>
          <p:cNvGraphicFramePr>
            <a:graphicFrameLocks noChangeAspect="1"/>
          </p:cNvGraphicFramePr>
          <p:nvPr/>
        </p:nvGraphicFramePr>
        <p:xfrm>
          <a:off x="1553793" y="2219325"/>
          <a:ext cx="571500" cy="431800"/>
        </p:xfrm>
        <a:graphic>
          <a:graphicData uri="http://schemas.openxmlformats.org/presentationml/2006/ole">
            <mc:AlternateContent xmlns:mc="http://schemas.openxmlformats.org/markup-compatibility/2006">
              <mc:Choice xmlns:v="urn:schemas-microsoft-com:vml" Requires="v">
                <p:oleObj name="Equation" r:id="rId6" imgW="571320" imgH="431640" progId="Equation.DSMT4">
                  <p:embed/>
                </p:oleObj>
              </mc:Choice>
              <mc:Fallback>
                <p:oleObj name="Equation" r:id="rId6" imgW="571320" imgH="431640" progId="Equation.DSMT4">
                  <p:embed/>
                  <p:pic>
                    <p:nvPicPr>
                      <p:cNvPr id="26" name="Object 25">
                        <a:extLst>
                          <a:ext uri="{FF2B5EF4-FFF2-40B4-BE49-F238E27FC236}">
                            <a16:creationId xmlns:a16="http://schemas.microsoft.com/office/drawing/2014/main" id="{FA6368EA-AFBE-AAC3-6184-C48E744C8AF2}"/>
                          </a:ext>
                        </a:extLst>
                      </p:cNvPr>
                      <p:cNvPicPr>
                        <a:picLocks noChangeAspect="1" noChangeArrowheads="1"/>
                      </p:cNvPicPr>
                      <p:nvPr/>
                    </p:nvPicPr>
                    <p:blipFill>
                      <a:blip r:embed="rId7"/>
                      <a:srcRect/>
                      <a:stretch>
                        <a:fillRect/>
                      </a:stretch>
                    </p:blipFill>
                    <p:spPr bwMode="auto">
                      <a:xfrm>
                        <a:off x="1553793" y="2219325"/>
                        <a:ext cx="571500" cy="431800"/>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2230034" y="2219748"/>
            <a:ext cx="1352554" cy="411428"/>
          </a:xfrm>
        </p:spPr>
        <p:txBody>
          <a:bodyPr/>
          <a:lstStyle/>
          <a:p>
            <a:r>
              <a:rPr lang="en-IN" sz="2000" dirty="0"/>
              <a:t>and upper</a:t>
            </a:r>
          </a:p>
        </p:txBody>
      </p:sp>
      <p:graphicFrame>
        <p:nvGraphicFramePr>
          <p:cNvPr id="27" name="Object 26">
            <a:extLst>
              <a:ext uri="{FF2B5EF4-FFF2-40B4-BE49-F238E27FC236}">
                <a16:creationId xmlns:a16="http://schemas.microsoft.com/office/drawing/2014/main" id="{1DBCDA5D-BBEA-DA09-2D53-E6A8FFA585B0}"/>
              </a:ext>
            </a:extLst>
          </p:cNvPr>
          <p:cNvGraphicFramePr>
            <a:graphicFrameLocks noChangeAspect="1"/>
          </p:cNvGraphicFramePr>
          <p:nvPr/>
        </p:nvGraphicFramePr>
        <p:xfrm>
          <a:off x="3595144" y="2233091"/>
          <a:ext cx="584200" cy="431800"/>
        </p:xfrm>
        <a:graphic>
          <a:graphicData uri="http://schemas.openxmlformats.org/presentationml/2006/ole">
            <mc:AlternateContent xmlns:mc="http://schemas.openxmlformats.org/markup-compatibility/2006">
              <mc:Choice xmlns:v="urn:schemas-microsoft-com:vml" Requires="v">
                <p:oleObj name="Equation" r:id="rId8" imgW="583920" imgH="431640" progId="Equation.DSMT4">
                  <p:embed/>
                </p:oleObj>
              </mc:Choice>
              <mc:Fallback>
                <p:oleObj name="Equation" r:id="rId8" imgW="583920" imgH="431640" progId="Equation.DSMT4">
                  <p:embed/>
                  <p:pic>
                    <p:nvPicPr>
                      <p:cNvPr id="27" name="Object 26">
                        <a:extLst>
                          <a:ext uri="{FF2B5EF4-FFF2-40B4-BE49-F238E27FC236}">
                            <a16:creationId xmlns:a16="http://schemas.microsoft.com/office/drawing/2014/main" id="{1DBCDA5D-BBEA-DA09-2D53-E6A8FFA585B0}"/>
                          </a:ext>
                        </a:extLst>
                      </p:cNvPr>
                      <p:cNvPicPr>
                        <a:picLocks noChangeAspect="1" noChangeArrowheads="1"/>
                      </p:cNvPicPr>
                      <p:nvPr/>
                    </p:nvPicPr>
                    <p:blipFill>
                      <a:blip r:embed="rId9"/>
                      <a:srcRect/>
                      <a:stretch>
                        <a:fillRect/>
                      </a:stretch>
                    </p:blipFill>
                    <p:spPr bwMode="auto">
                      <a:xfrm>
                        <a:off x="3595144" y="2233091"/>
                        <a:ext cx="584200" cy="431800"/>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4270819" y="2219748"/>
            <a:ext cx="3915201" cy="418677"/>
          </a:xfrm>
        </p:spPr>
        <p:txBody>
          <a:bodyPr/>
          <a:lstStyle/>
          <a:p>
            <a:r>
              <a:rPr lang="en-IN" sz="2000" dirty="0"/>
              <a:t>tail percentiles for the chi-square</a:t>
            </a:r>
          </a:p>
        </p:txBody>
      </p:sp>
      <p:sp>
        <p:nvSpPr>
          <p:cNvPr id="11" name="Content Placeholder 10">
            <a:extLst>
              <a:ext uri="{FF2B5EF4-FFF2-40B4-BE49-F238E27FC236}">
                <a16:creationId xmlns:a16="http://schemas.microsoft.com/office/drawing/2014/main" id="{D0667E44-971E-D474-786A-44811F71B785}"/>
              </a:ext>
            </a:extLst>
          </p:cNvPr>
          <p:cNvSpPr>
            <a:spLocks noGrp="1"/>
          </p:cNvSpPr>
          <p:nvPr>
            <p:ph sz="quarter" idx="21"/>
          </p:nvPr>
        </p:nvSpPr>
        <p:spPr>
          <a:xfrm>
            <a:off x="361682" y="2737696"/>
            <a:ext cx="8353693" cy="376979"/>
          </a:xfrm>
        </p:spPr>
        <p:txBody>
          <a:bodyPr/>
          <a:lstStyle/>
          <a:p>
            <a:pPr marL="292608"/>
            <a:r>
              <a:rPr lang="en-US" sz="2000" dirty="0"/>
              <a:t>distribution can be found using Appendix E.</a:t>
            </a:r>
            <a:endParaRPr lang="en-IN" sz="2000" dirty="0"/>
          </a:p>
        </p:txBody>
      </p:sp>
      <p:sp>
        <p:nvSpPr>
          <p:cNvPr id="12" name="Content Placeholder 11">
            <a:extLst>
              <a:ext uri="{FF2B5EF4-FFF2-40B4-BE49-F238E27FC236}">
                <a16:creationId xmlns:a16="http://schemas.microsoft.com/office/drawing/2014/main" id="{A7E6DC27-5814-3C67-2ABE-FFAE94392D25}"/>
              </a:ext>
            </a:extLst>
          </p:cNvPr>
          <p:cNvSpPr>
            <a:spLocks noGrp="1"/>
          </p:cNvSpPr>
          <p:nvPr>
            <p:ph sz="quarter" idx="22"/>
          </p:nvPr>
        </p:nvSpPr>
        <p:spPr>
          <a:xfrm>
            <a:off x="371473" y="3200753"/>
            <a:ext cx="3514728" cy="418747"/>
          </a:xfrm>
        </p:spPr>
        <p:txBody>
          <a:bodyPr/>
          <a:lstStyle/>
          <a:p>
            <a:pPr marL="292608" indent="-292608">
              <a:buFont typeface="Arial" panose="020B0604020202020204" pitchFamily="34" charset="0"/>
              <a:buChar char="•"/>
            </a:pPr>
            <a:r>
              <a:rPr lang="en-IN" sz="2000" dirty="0"/>
              <a:t>Using the sample variance</a:t>
            </a:r>
          </a:p>
        </p:txBody>
      </p:sp>
      <p:graphicFrame>
        <p:nvGraphicFramePr>
          <p:cNvPr id="28" name="Object 27">
            <a:extLst>
              <a:ext uri="{FF2B5EF4-FFF2-40B4-BE49-F238E27FC236}">
                <a16:creationId xmlns:a16="http://schemas.microsoft.com/office/drawing/2014/main" id="{C22E4BC3-5FC3-A556-04B7-34783F81EC54}"/>
              </a:ext>
            </a:extLst>
          </p:cNvPr>
          <p:cNvGraphicFramePr>
            <a:graphicFrameLocks noChangeAspect="1"/>
          </p:cNvGraphicFramePr>
          <p:nvPr>
            <p:extLst>
              <p:ext uri="{D42A27DB-BD31-4B8C-83A1-F6EECF244321}">
                <p14:modId xmlns:p14="http://schemas.microsoft.com/office/powerpoint/2010/main" val="3141240572"/>
              </p:ext>
            </p:extLst>
          </p:nvPr>
        </p:nvGraphicFramePr>
        <p:xfrm>
          <a:off x="3865977" y="3203089"/>
          <a:ext cx="349250" cy="363220"/>
        </p:xfrm>
        <a:graphic>
          <a:graphicData uri="http://schemas.openxmlformats.org/presentationml/2006/ole">
            <mc:AlternateContent xmlns:mc="http://schemas.openxmlformats.org/markup-compatibility/2006">
              <mc:Choice xmlns:v="urn:schemas-microsoft-com:vml" Requires="v">
                <p:oleObj name="Equation" r:id="rId10" imgW="317160" imgH="330120" progId="Equation.DSMT4">
                  <p:embed/>
                </p:oleObj>
              </mc:Choice>
              <mc:Fallback>
                <p:oleObj name="Equation" r:id="rId10" imgW="317160" imgH="330120" progId="Equation.DSMT4">
                  <p:embed/>
                  <p:pic>
                    <p:nvPicPr>
                      <p:cNvPr id="28" name="Object 27">
                        <a:extLst>
                          <a:ext uri="{FF2B5EF4-FFF2-40B4-BE49-F238E27FC236}">
                            <a16:creationId xmlns:a16="http://schemas.microsoft.com/office/drawing/2014/main" id="{C22E4BC3-5FC3-A556-04B7-34783F81EC54}"/>
                          </a:ext>
                        </a:extLst>
                      </p:cNvPr>
                      <p:cNvPicPr>
                        <a:picLocks noChangeAspect="1" noChangeArrowheads="1"/>
                      </p:cNvPicPr>
                      <p:nvPr/>
                    </p:nvPicPr>
                    <p:blipFill>
                      <a:blip r:embed="rId11"/>
                      <a:srcRect/>
                      <a:stretch>
                        <a:fillRect/>
                      </a:stretch>
                    </p:blipFill>
                    <p:spPr bwMode="auto">
                      <a:xfrm>
                        <a:off x="3865977" y="3203089"/>
                        <a:ext cx="349250" cy="363220"/>
                      </a:xfrm>
                      <a:prstGeom prst="rect">
                        <a:avLst/>
                      </a:prstGeom>
                      <a:noFill/>
                    </p:spPr>
                  </p:pic>
                </p:oleObj>
              </mc:Fallback>
            </mc:AlternateContent>
          </a:graphicData>
        </a:graphic>
      </p:graphicFrame>
      <p:sp>
        <p:nvSpPr>
          <p:cNvPr id="13" name="Content Placeholder 12">
            <a:extLst>
              <a:ext uri="{FF2B5EF4-FFF2-40B4-BE49-F238E27FC236}">
                <a16:creationId xmlns:a16="http://schemas.microsoft.com/office/drawing/2014/main" id="{956568E8-0F4B-8B1F-9CDD-82CF3CA9EFEF}"/>
              </a:ext>
            </a:extLst>
          </p:cNvPr>
          <p:cNvSpPr>
            <a:spLocks noGrp="1"/>
          </p:cNvSpPr>
          <p:nvPr>
            <p:ph sz="quarter" idx="23"/>
          </p:nvPr>
        </p:nvSpPr>
        <p:spPr>
          <a:xfrm>
            <a:off x="4295045" y="3219599"/>
            <a:ext cx="3915201" cy="390376"/>
          </a:xfrm>
        </p:spPr>
        <p:txBody>
          <a:bodyPr lIns="0"/>
          <a:lstStyle/>
          <a:p>
            <a:r>
              <a:rPr lang="en-IN" sz="2000" dirty="0"/>
              <a:t>the confidence interval for the</a:t>
            </a:r>
          </a:p>
        </p:txBody>
      </p:sp>
      <p:sp>
        <p:nvSpPr>
          <p:cNvPr id="14" name="Content Placeholder 13">
            <a:extLst>
              <a:ext uri="{FF2B5EF4-FFF2-40B4-BE49-F238E27FC236}">
                <a16:creationId xmlns:a16="http://schemas.microsoft.com/office/drawing/2014/main" id="{8F8CAFDE-3A0B-CC88-FBEE-2CF5614F726C}"/>
              </a:ext>
            </a:extLst>
          </p:cNvPr>
          <p:cNvSpPr>
            <a:spLocks noGrp="1"/>
          </p:cNvSpPr>
          <p:nvPr>
            <p:ph sz="quarter" idx="24"/>
          </p:nvPr>
        </p:nvSpPr>
        <p:spPr>
          <a:xfrm>
            <a:off x="335063" y="3695701"/>
            <a:ext cx="8199337" cy="361949"/>
          </a:xfrm>
        </p:spPr>
        <p:txBody>
          <a:bodyPr tIns="0"/>
          <a:lstStyle/>
          <a:p>
            <a:pPr marL="292608"/>
            <a:r>
              <a:rPr lang="en-US" sz="2000" dirty="0"/>
              <a:t>variance is computed from the following relationship.</a:t>
            </a:r>
            <a:endParaRPr lang="en-IN" sz="2000" dirty="0"/>
          </a:p>
        </p:txBody>
      </p:sp>
      <p:graphicFrame>
        <p:nvGraphicFramePr>
          <p:cNvPr id="30" name="Object 29">
            <a:extLst>
              <a:ext uri="{FF2B5EF4-FFF2-40B4-BE49-F238E27FC236}">
                <a16:creationId xmlns:a16="http://schemas.microsoft.com/office/drawing/2014/main" id="{4519C9E2-C600-BED7-66E9-872A9AFC49F9}"/>
              </a:ext>
            </a:extLst>
          </p:cNvPr>
          <p:cNvGraphicFramePr>
            <a:graphicFrameLocks noChangeAspect="1"/>
          </p:cNvGraphicFramePr>
          <p:nvPr>
            <p:extLst>
              <p:ext uri="{D42A27DB-BD31-4B8C-83A1-F6EECF244321}">
                <p14:modId xmlns:p14="http://schemas.microsoft.com/office/powerpoint/2010/main" val="3541339381"/>
              </p:ext>
            </p:extLst>
          </p:nvPr>
        </p:nvGraphicFramePr>
        <p:xfrm>
          <a:off x="739774" y="4351741"/>
          <a:ext cx="2654300" cy="736600"/>
        </p:xfrm>
        <a:graphic>
          <a:graphicData uri="http://schemas.openxmlformats.org/presentationml/2006/ole">
            <mc:AlternateContent xmlns:mc="http://schemas.openxmlformats.org/markup-compatibility/2006">
              <mc:Choice xmlns:v="urn:schemas-microsoft-com:vml" Requires="v">
                <p:oleObj name="Equation" r:id="rId12" imgW="2654280" imgH="736560" progId="Equation.DSMT4">
                  <p:embed/>
                </p:oleObj>
              </mc:Choice>
              <mc:Fallback>
                <p:oleObj name="Equation" r:id="rId12" imgW="2654280" imgH="736560" progId="Equation.DSMT4">
                  <p:embed/>
                  <p:pic>
                    <p:nvPicPr>
                      <p:cNvPr id="30" name="Object 29">
                        <a:extLst>
                          <a:ext uri="{FF2B5EF4-FFF2-40B4-BE49-F238E27FC236}">
                            <a16:creationId xmlns:a16="http://schemas.microsoft.com/office/drawing/2014/main" id="{4519C9E2-C600-BED7-66E9-872A9AFC49F9}"/>
                          </a:ext>
                        </a:extLst>
                      </p:cNvPr>
                      <p:cNvPicPr>
                        <a:picLocks noChangeAspect="1" noChangeArrowheads="1"/>
                      </p:cNvPicPr>
                      <p:nvPr/>
                    </p:nvPicPr>
                    <p:blipFill>
                      <a:blip r:embed="rId13"/>
                      <a:srcRect/>
                      <a:stretch>
                        <a:fillRect/>
                      </a:stretch>
                    </p:blipFill>
                    <p:spPr bwMode="auto">
                      <a:xfrm>
                        <a:off x="739774" y="4351741"/>
                        <a:ext cx="2654300" cy="736600"/>
                      </a:xfrm>
                      <a:prstGeom prst="rect">
                        <a:avLst/>
                      </a:prstGeom>
                      <a:noFill/>
                    </p:spPr>
                  </p:pic>
                </p:oleObj>
              </mc:Fallback>
            </mc:AlternateContent>
          </a:graphicData>
        </a:graphic>
      </p:graphicFrame>
      <p:graphicFrame>
        <p:nvGraphicFramePr>
          <p:cNvPr id="15" name="Object 14">
            <a:extLst>
              <a:ext uri="{FF2B5EF4-FFF2-40B4-BE49-F238E27FC236}">
                <a16:creationId xmlns:a16="http://schemas.microsoft.com/office/drawing/2014/main" id="{716B2DBD-4E22-485D-8D6A-ABD4701F7DE1}"/>
              </a:ext>
            </a:extLst>
          </p:cNvPr>
          <p:cNvGraphicFramePr>
            <a:graphicFrameLocks noChangeAspect="1"/>
          </p:cNvGraphicFramePr>
          <p:nvPr>
            <p:extLst>
              <p:ext uri="{D42A27DB-BD31-4B8C-83A1-F6EECF244321}">
                <p14:modId xmlns:p14="http://schemas.microsoft.com/office/powerpoint/2010/main" val="2336631660"/>
              </p:ext>
            </p:extLst>
          </p:nvPr>
        </p:nvGraphicFramePr>
        <p:xfrm>
          <a:off x="3491375" y="4544656"/>
          <a:ext cx="5397500" cy="342900"/>
        </p:xfrm>
        <a:graphic>
          <a:graphicData uri="http://schemas.openxmlformats.org/presentationml/2006/ole">
            <mc:AlternateContent xmlns:mc="http://schemas.openxmlformats.org/markup-compatibility/2006">
              <mc:Choice xmlns:v="urn:schemas-microsoft-com:vml" Requires="v">
                <p:oleObj name="Equation" r:id="rId14" imgW="5397480" imgH="342720" progId="Equation.DSMT4">
                  <p:embed/>
                </p:oleObj>
              </mc:Choice>
              <mc:Fallback>
                <p:oleObj name="Equation" r:id="rId14" imgW="5397480" imgH="342720" progId="Equation.DSMT4">
                  <p:embed/>
                  <p:pic>
                    <p:nvPicPr>
                      <p:cNvPr id="15" name="Object 14">
                        <a:extLst>
                          <a:ext uri="{FF2B5EF4-FFF2-40B4-BE49-F238E27FC236}">
                            <a16:creationId xmlns:a16="http://schemas.microsoft.com/office/drawing/2014/main" id="{716B2DBD-4E22-485D-8D6A-ABD4701F7DE1}"/>
                          </a:ext>
                        </a:extLst>
                      </p:cNvPr>
                      <p:cNvPicPr/>
                      <p:nvPr/>
                    </p:nvPicPr>
                    <p:blipFill>
                      <a:blip r:embed="rId15"/>
                      <a:stretch>
                        <a:fillRect/>
                      </a:stretch>
                    </p:blipFill>
                    <p:spPr>
                      <a:xfrm>
                        <a:off x="3491375" y="4544656"/>
                        <a:ext cx="5397500" cy="34290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0DC28BD8-E293-6FA5-4899-BCB9C6C6A16C}"/>
              </a:ext>
            </a:extLst>
          </p:cNvPr>
          <p:cNvSpPr>
            <a:spLocks noGrp="1"/>
          </p:cNvSpPr>
          <p:nvPr>
            <p:ph sz="quarter" idx="25"/>
          </p:nvPr>
        </p:nvSpPr>
        <p:spPr>
          <a:xfrm>
            <a:off x="371472" y="5323037"/>
            <a:ext cx="8304600" cy="695657"/>
          </a:xfrm>
        </p:spPr>
        <p:txBody>
          <a:bodyPr/>
          <a:lstStyle/>
          <a:p>
            <a:pPr marL="292608" indent="-292608">
              <a:buFont typeface="Arial" panose="020B0604020202020204" pitchFamily="34" charset="0"/>
              <a:buChar char="•"/>
            </a:pPr>
            <a:r>
              <a:rPr lang="en-US" sz="2000" dirty="0"/>
              <a:t>To obtain a confidence interval for the standard deviation </a:t>
            </a:r>
            <a:r>
              <a:rPr lang="el-GR" sz="2000" i="1" dirty="0"/>
              <a:t>σ</a:t>
            </a:r>
            <a:r>
              <a:rPr lang="en-US" sz="2000" dirty="0"/>
              <a:t>, just take the square root of the interval bounds.</a:t>
            </a:r>
            <a:endParaRPr lang="en-IN" sz="2000"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64</a:t>
            </a:fld>
            <a:endParaRPr lang="en-US"/>
          </a:p>
        </p:txBody>
      </p:sp>
    </p:spTree>
    <p:extLst>
      <p:ext uri="{BB962C8B-B14F-4D97-AF65-F5344CB8AC3E}">
        <p14:creationId xmlns:p14="http://schemas.microsoft.com/office/powerpoint/2010/main" val="14602656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Example: Pizza Delivery </a:t>
            </a:r>
            <a:r>
              <a:rPr lang="en-IN" sz="1000" b="0" dirty="0"/>
              <a:t>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44042" y="441671"/>
            <a:ext cx="1289666" cy="452502"/>
          </a:xfrm>
        </p:spPr>
        <p:txBody>
          <a:bodyPr rIns="0"/>
          <a:lstStyle/>
          <a:p>
            <a:r>
              <a:rPr lang="en-IN" b="1" dirty="0"/>
              <a:t>L</a:t>
            </a:r>
            <a:r>
              <a:rPr lang="en-IN" sz="100" b="1" dirty="0"/>
              <a:t> </a:t>
            </a:r>
            <a:r>
              <a:rPr lang="en-IN" b="1" dirty="0"/>
              <a:t>O 8.11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3"/>
            <a:ext cx="7941021" cy="843873"/>
          </a:xfrm>
        </p:spPr>
        <p:txBody>
          <a:bodyPr/>
          <a:lstStyle/>
          <a:p>
            <a:pPr marL="292608" indent="-292608">
              <a:buFont typeface="Arial" panose="020B0604020202020204" pitchFamily="34" charset="0"/>
              <a:buChar char="•"/>
            </a:pPr>
            <a:r>
              <a:rPr lang="en-US" dirty="0"/>
              <a:t>On a particular Friday night, the charges for 40 pizza delivery orders from Mama Frida’s Pizza showed a</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2091639"/>
            <a:ext cx="1618675" cy="441010"/>
          </a:xfrm>
        </p:spPr>
        <p:txBody>
          <a:bodyPr tIns="0" rIns="0"/>
          <a:lstStyle/>
          <a:p>
            <a:pPr marL="292608"/>
            <a:r>
              <a:rPr lang="en-IN" dirty="0"/>
              <a:t>mean of</a:t>
            </a:r>
          </a:p>
        </p:txBody>
      </p:sp>
      <p:graphicFrame>
        <p:nvGraphicFramePr>
          <p:cNvPr id="23" name="Object 22">
            <a:extLst>
              <a:ext uri="{FF2B5EF4-FFF2-40B4-BE49-F238E27FC236}">
                <a16:creationId xmlns:a16="http://schemas.microsoft.com/office/drawing/2014/main" id="{065E5595-8800-965E-4819-10E4EA4D8E08}"/>
              </a:ext>
            </a:extLst>
          </p:cNvPr>
          <p:cNvGraphicFramePr>
            <a:graphicFrameLocks noChangeAspect="1"/>
          </p:cNvGraphicFramePr>
          <p:nvPr>
            <p:extLst>
              <p:ext uri="{D42A27DB-BD31-4B8C-83A1-F6EECF244321}">
                <p14:modId xmlns:p14="http://schemas.microsoft.com/office/powerpoint/2010/main" val="3193910760"/>
              </p:ext>
            </p:extLst>
          </p:nvPr>
        </p:nvGraphicFramePr>
        <p:xfrm>
          <a:off x="1951004" y="2159808"/>
          <a:ext cx="1206500" cy="279400"/>
        </p:xfrm>
        <a:graphic>
          <a:graphicData uri="http://schemas.openxmlformats.org/presentationml/2006/ole">
            <mc:AlternateContent xmlns:mc="http://schemas.openxmlformats.org/markup-compatibility/2006">
              <mc:Choice xmlns:v="urn:schemas-microsoft-com:vml" Requires="v">
                <p:oleObj name="Equation" r:id="rId2" imgW="1206360" imgH="279360" progId="Equation.DSMT4">
                  <p:embed/>
                </p:oleObj>
              </mc:Choice>
              <mc:Fallback>
                <p:oleObj name="Equation" r:id="rId2" imgW="1206360" imgH="279360" progId="Equation.DSMT4">
                  <p:embed/>
                  <p:pic>
                    <p:nvPicPr>
                      <p:cNvPr id="23" name="Object 22">
                        <a:extLst>
                          <a:ext uri="{FF2B5EF4-FFF2-40B4-BE49-F238E27FC236}">
                            <a16:creationId xmlns:a16="http://schemas.microsoft.com/office/drawing/2014/main" id="{065E5595-8800-965E-4819-10E4EA4D8E08}"/>
                          </a:ext>
                        </a:extLst>
                      </p:cNvPr>
                      <p:cNvPicPr>
                        <a:picLocks noChangeAspect="1" noChangeArrowheads="1"/>
                      </p:cNvPicPr>
                      <p:nvPr/>
                    </p:nvPicPr>
                    <p:blipFill>
                      <a:blip r:embed="rId3"/>
                      <a:srcRect/>
                      <a:stretch>
                        <a:fillRect/>
                      </a:stretch>
                    </p:blipFill>
                    <p:spPr bwMode="auto">
                      <a:xfrm>
                        <a:off x="1951004" y="2159808"/>
                        <a:ext cx="1206500" cy="279400"/>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157504" y="2050911"/>
            <a:ext cx="3296594" cy="438607"/>
          </a:xfrm>
        </p:spPr>
        <p:txBody>
          <a:bodyPr/>
          <a:lstStyle/>
          <a:p>
            <a:r>
              <a:rPr lang="en-IN" dirty="0"/>
              <a:t>with a sample variance</a:t>
            </a:r>
          </a:p>
        </p:txBody>
      </p:sp>
      <p:graphicFrame>
        <p:nvGraphicFramePr>
          <p:cNvPr id="24" name="Object 23">
            <a:extLst>
              <a:ext uri="{FF2B5EF4-FFF2-40B4-BE49-F238E27FC236}">
                <a16:creationId xmlns:a16="http://schemas.microsoft.com/office/drawing/2014/main" id="{206EFA41-7378-1A58-0AB9-EC4485D572C2}"/>
              </a:ext>
            </a:extLst>
          </p:cNvPr>
          <p:cNvGraphicFramePr>
            <a:graphicFrameLocks noChangeAspect="1"/>
          </p:cNvGraphicFramePr>
          <p:nvPr>
            <p:extLst>
              <p:ext uri="{D42A27DB-BD31-4B8C-83A1-F6EECF244321}">
                <p14:modId xmlns:p14="http://schemas.microsoft.com/office/powerpoint/2010/main" val="2306897871"/>
              </p:ext>
            </p:extLst>
          </p:nvPr>
        </p:nvGraphicFramePr>
        <p:xfrm>
          <a:off x="6446194" y="2089263"/>
          <a:ext cx="1320800" cy="342900"/>
        </p:xfrm>
        <a:graphic>
          <a:graphicData uri="http://schemas.openxmlformats.org/presentationml/2006/ole">
            <mc:AlternateContent xmlns:mc="http://schemas.openxmlformats.org/markup-compatibility/2006">
              <mc:Choice xmlns:v="urn:schemas-microsoft-com:vml" Requires="v">
                <p:oleObj name="Equation" r:id="rId4" imgW="1320480" imgH="342720" progId="Equation.DSMT4">
                  <p:embed/>
                </p:oleObj>
              </mc:Choice>
              <mc:Fallback>
                <p:oleObj name="Equation" r:id="rId4" imgW="1320480" imgH="342720" progId="Equation.DSMT4">
                  <p:embed/>
                  <p:pic>
                    <p:nvPicPr>
                      <p:cNvPr id="24" name="Object 23">
                        <a:extLst>
                          <a:ext uri="{FF2B5EF4-FFF2-40B4-BE49-F238E27FC236}">
                            <a16:creationId xmlns:a16="http://schemas.microsoft.com/office/drawing/2014/main" id="{206EFA41-7378-1A58-0AB9-EC4485D572C2}"/>
                          </a:ext>
                        </a:extLst>
                      </p:cNvPr>
                      <p:cNvPicPr>
                        <a:picLocks noChangeAspect="1" noChangeArrowheads="1"/>
                      </p:cNvPicPr>
                      <p:nvPr/>
                    </p:nvPicPr>
                    <p:blipFill>
                      <a:blip r:embed="rId5"/>
                      <a:srcRect/>
                      <a:stretch>
                        <a:fillRect/>
                      </a:stretch>
                    </p:blipFill>
                    <p:spPr bwMode="auto">
                      <a:xfrm>
                        <a:off x="6446194" y="2089263"/>
                        <a:ext cx="1320800" cy="342900"/>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9870" y="2768961"/>
            <a:ext cx="7934051" cy="3094512"/>
          </a:xfrm>
        </p:spPr>
        <p:txBody>
          <a:bodyPr tIns="0"/>
          <a:lstStyle/>
          <a:p>
            <a:pPr marL="292608" indent="-292608">
              <a:buFont typeface="Arial" panose="020B0604020202020204" pitchFamily="34" charset="0"/>
              <a:buChar char="•"/>
            </a:pPr>
            <a:r>
              <a:rPr lang="en-US" dirty="0"/>
              <a:t>Construct a 95% confidence interval for the population variance for the charges.</a:t>
            </a:r>
          </a:p>
          <a:p>
            <a:pPr marL="292608" indent="-292608">
              <a:buFont typeface="Arial" panose="020B0604020202020204" pitchFamily="34" charset="0"/>
              <a:buChar char="•"/>
            </a:pPr>
            <a:r>
              <a:rPr lang="en-US" dirty="0"/>
              <a:t>The sample data were nearly symmetric (median $24.98) with no outliers. Normality of the prices will be assumed. From Appendix E, using 39 degrees of freedom (</a:t>
            </a:r>
            <a:r>
              <a:rPr lang="en-US" i="1" dirty="0" err="1"/>
              <a:t>d.f.</a:t>
            </a:r>
            <a:r>
              <a:rPr lang="en-US" dirty="0"/>
              <a:t> = </a:t>
            </a:r>
            <a:r>
              <a:rPr lang="en-US" i="1" dirty="0"/>
              <a:t>n</a:t>
            </a:r>
            <a:r>
              <a:rPr lang="en-US" dirty="0"/>
              <a:t> − 1 = 40 − 1 = 39), we obtain bounds for the 95 percent middle area.</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65</a:t>
            </a:fld>
            <a:endParaRPr lang="en-US"/>
          </a:p>
        </p:txBody>
      </p:sp>
    </p:spTree>
    <p:extLst>
      <p:ext uri="{BB962C8B-B14F-4D97-AF65-F5344CB8AC3E}">
        <p14:creationId xmlns:p14="http://schemas.microsoft.com/office/powerpoint/2010/main" val="14924934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Autofit/>
          </a:bodyPr>
          <a:lstStyle/>
          <a:p>
            <a:r>
              <a:rPr lang="en-IN" sz="3600" dirty="0"/>
              <a:t>Example: Pizza Delivery </a:t>
            </a:r>
            <a:r>
              <a:rPr lang="en-IN" sz="1000" b="0" dirty="0"/>
              <a:t>2</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16883" y="468830"/>
            <a:ext cx="1343984" cy="452502"/>
          </a:xfrm>
        </p:spPr>
        <p:txBody>
          <a:bodyPr rIns="0"/>
          <a:lstStyle/>
          <a:p>
            <a:r>
              <a:rPr lang="en-IN" b="1" dirty="0"/>
              <a:t>L</a:t>
            </a:r>
            <a:r>
              <a:rPr lang="en-IN" sz="100" b="1" dirty="0"/>
              <a:t> </a:t>
            </a:r>
            <a:r>
              <a:rPr lang="en-IN" b="1" dirty="0"/>
              <a:t>O 8.11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38153"/>
            <a:ext cx="5922108" cy="259912"/>
          </a:xfrm>
        </p:spPr>
        <p:txBody>
          <a:bodyPr/>
          <a:lstStyle/>
          <a:p>
            <a:r>
              <a:rPr lang="en-IN" sz="1400" b="1" dirty="0"/>
              <a:t>Chi-Square Values for 95 Percent Confidence with </a:t>
            </a:r>
            <a:r>
              <a:rPr lang="en-IN" sz="1400" b="1" i="1" dirty="0" err="1"/>
              <a:t>d.f.</a:t>
            </a:r>
            <a:r>
              <a:rPr lang="en-IN" sz="1400" b="1" dirty="0"/>
              <a:t> = 39</a:t>
            </a:r>
            <a:endParaRPr lang="en-IN" sz="1400" b="1" dirty="0">
              <a:solidFill>
                <a:schemeClr val="tx1"/>
              </a:solidFill>
            </a:endParaRPr>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1" y="1556064"/>
            <a:ext cx="6374610" cy="782864"/>
          </a:xfrm>
        </p:spPr>
        <p:txBody>
          <a:bodyPr/>
          <a:lstStyle/>
          <a:p>
            <a:pPr>
              <a:spcBef>
                <a:spcPts val="500"/>
              </a:spcBef>
            </a:pPr>
            <a:r>
              <a:rPr lang="en-IN" sz="1400" b="1" dirty="0">
                <a:solidFill>
                  <a:schemeClr val="tx1"/>
                </a:solidFill>
              </a:rPr>
              <a:t>CHI-SQUARE CRITICAL VALUES:</a:t>
            </a:r>
          </a:p>
          <a:p>
            <a:pPr>
              <a:spcBef>
                <a:spcPts val="500"/>
              </a:spcBef>
            </a:pPr>
            <a:r>
              <a:rPr lang="en-IN" sz="1400" dirty="0"/>
              <a:t>This table shows the critical values of chi-square for each desired tail area and degrees of freedom (</a:t>
            </a:r>
            <a:r>
              <a:rPr lang="en-IN" sz="1400" i="1" dirty="0" err="1"/>
              <a:t>d.f.</a:t>
            </a:r>
            <a:r>
              <a:rPr lang="en-IN" sz="1400" dirty="0"/>
              <a:t>).</a:t>
            </a:r>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2786770" y="2376199"/>
            <a:ext cx="1648862" cy="316274"/>
          </a:xfrm>
        </p:spPr>
        <p:txBody>
          <a:bodyPr/>
          <a:lstStyle/>
          <a:p>
            <a:r>
              <a:rPr lang="en-IN" sz="1400" dirty="0"/>
              <a:t>Area in Upper Tail</a:t>
            </a:r>
          </a:p>
        </p:txBody>
      </p:sp>
      <p:graphicFrame>
        <p:nvGraphicFramePr>
          <p:cNvPr id="8" name="Table 8">
            <a:extLst>
              <a:ext uri="{FF2B5EF4-FFF2-40B4-BE49-F238E27FC236}">
                <a16:creationId xmlns:a16="http://schemas.microsoft.com/office/drawing/2014/main" id="{0B5124CE-2246-B135-3DCF-6005C26757A9}"/>
              </a:ext>
            </a:extLst>
          </p:cNvPr>
          <p:cNvGraphicFramePr>
            <a:graphicFrameLocks noGrp="1"/>
          </p:cNvGraphicFramePr>
          <p:nvPr/>
        </p:nvGraphicFramePr>
        <p:xfrm>
          <a:off x="789518" y="2752426"/>
          <a:ext cx="6096002" cy="3413760"/>
        </p:xfrm>
        <a:graphic>
          <a:graphicData uri="http://schemas.openxmlformats.org/drawingml/2006/table">
            <a:tbl>
              <a:tblPr firstRow="1" bandRow="1">
                <a:tableStyleId>{5940675A-B579-460E-94D1-54222C63F5DA}</a:tableStyleId>
              </a:tblPr>
              <a:tblGrid>
                <a:gridCol w="554182">
                  <a:extLst>
                    <a:ext uri="{9D8B030D-6E8A-4147-A177-3AD203B41FA5}">
                      <a16:colId xmlns:a16="http://schemas.microsoft.com/office/drawing/2014/main" val="3513005321"/>
                    </a:ext>
                  </a:extLst>
                </a:gridCol>
                <a:gridCol w="554182">
                  <a:extLst>
                    <a:ext uri="{9D8B030D-6E8A-4147-A177-3AD203B41FA5}">
                      <a16:colId xmlns:a16="http://schemas.microsoft.com/office/drawing/2014/main" val="2731596804"/>
                    </a:ext>
                  </a:extLst>
                </a:gridCol>
                <a:gridCol w="554182">
                  <a:extLst>
                    <a:ext uri="{9D8B030D-6E8A-4147-A177-3AD203B41FA5}">
                      <a16:colId xmlns:a16="http://schemas.microsoft.com/office/drawing/2014/main" val="73441672"/>
                    </a:ext>
                  </a:extLst>
                </a:gridCol>
                <a:gridCol w="554182">
                  <a:extLst>
                    <a:ext uri="{9D8B030D-6E8A-4147-A177-3AD203B41FA5}">
                      <a16:colId xmlns:a16="http://schemas.microsoft.com/office/drawing/2014/main" val="271735451"/>
                    </a:ext>
                  </a:extLst>
                </a:gridCol>
                <a:gridCol w="554182">
                  <a:extLst>
                    <a:ext uri="{9D8B030D-6E8A-4147-A177-3AD203B41FA5}">
                      <a16:colId xmlns:a16="http://schemas.microsoft.com/office/drawing/2014/main" val="1050781033"/>
                    </a:ext>
                  </a:extLst>
                </a:gridCol>
                <a:gridCol w="554182">
                  <a:extLst>
                    <a:ext uri="{9D8B030D-6E8A-4147-A177-3AD203B41FA5}">
                      <a16:colId xmlns:a16="http://schemas.microsoft.com/office/drawing/2014/main" val="3544950390"/>
                    </a:ext>
                  </a:extLst>
                </a:gridCol>
                <a:gridCol w="554182">
                  <a:extLst>
                    <a:ext uri="{9D8B030D-6E8A-4147-A177-3AD203B41FA5}">
                      <a16:colId xmlns:a16="http://schemas.microsoft.com/office/drawing/2014/main" val="3990792380"/>
                    </a:ext>
                  </a:extLst>
                </a:gridCol>
                <a:gridCol w="554182">
                  <a:extLst>
                    <a:ext uri="{9D8B030D-6E8A-4147-A177-3AD203B41FA5}">
                      <a16:colId xmlns:a16="http://schemas.microsoft.com/office/drawing/2014/main" val="3868896704"/>
                    </a:ext>
                  </a:extLst>
                </a:gridCol>
                <a:gridCol w="554182">
                  <a:extLst>
                    <a:ext uri="{9D8B030D-6E8A-4147-A177-3AD203B41FA5}">
                      <a16:colId xmlns:a16="http://schemas.microsoft.com/office/drawing/2014/main" val="2115890199"/>
                    </a:ext>
                  </a:extLst>
                </a:gridCol>
                <a:gridCol w="554182">
                  <a:extLst>
                    <a:ext uri="{9D8B030D-6E8A-4147-A177-3AD203B41FA5}">
                      <a16:colId xmlns:a16="http://schemas.microsoft.com/office/drawing/2014/main" val="3536910264"/>
                    </a:ext>
                  </a:extLst>
                </a:gridCol>
                <a:gridCol w="554182">
                  <a:extLst>
                    <a:ext uri="{9D8B030D-6E8A-4147-A177-3AD203B41FA5}">
                      <a16:colId xmlns:a16="http://schemas.microsoft.com/office/drawing/2014/main" val="1973113933"/>
                    </a:ext>
                  </a:extLst>
                </a:gridCol>
              </a:tblGrid>
              <a:tr h="187666">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409356"/>
                  </a:ext>
                </a:extLst>
              </a:tr>
              <a:tr h="187666">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16779197"/>
                  </a:ext>
                </a:extLst>
              </a:tr>
              <a:tr h="187666">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22759374"/>
                  </a:ext>
                </a:extLst>
              </a:tr>
              <a:tr h="187666">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6521413"/>
                  </a:ext>
                </a:extLst>
              </a:tr>
              <a:tr h="187666">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00800566"/>
                  </a:ext>
                </a:extLst>
              </a:tr>
              <a:tr h="187666">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32605001"/>
                  </a:ext>
                </a:extLst>
              </a:tr>
              <a:tr h="187666">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23704121"/>
                  </a:ext>
                </a:extLst>
              </a:tr>
              <a:tr h="187666">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67381659"/>
                  </a:ext>
                </a:extLst>
              </a:tr>
              <a:tr h="187666">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1319826"/>
                  </a:ext>
                </a:extLst>
              </a:tr>
              <a:tr h="187666">
                <a:tc>
                  <a:txBody>
                    <a:bodyPr/>
                    <a:lstStyle/>
                    <a:p>
                      <a:endParaRPr lang="en-IN" sz="100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7419269"/>
                  </a:ext>
                </a:extLst>
              </a:tr>
              <a:tr h="187666">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1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15056"/>
                  </a:ext>
                </a:extLst>
              </a:tr>
              <a:tr h="187666">
                <a:tc>
                  <a:txBody>
                    <a:bodyPr/>
                    <a:lstStyle/>
                    <a:p>
                      <a:endParaRPr lang="en-IN"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8060503"/>
                  </a:ext>
                </a:extLst>
              </a:tr>
              <a:tr h="187666">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27843139"/>
                  </a:ext>
                </a:extLst>
              </a:tr>
              <a:tr h="187666">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01488499"/>
                  </a:ext>
                </a:extLst>
              </a:tr>
            </a:tbl>
          </a:graphicData>
        </a:graphic>
      </p:graphicFrame>
      <p:graphicFrame>
        <p:nvGraphicFramePr>
          <p:cNvPr id="10" name="Object 9">
            <a:extLst>
              <a:ext uri="{FF2B5EF4-FFF2-40B4-BE49-F238E27FC236}">
                <a16:creationId xmlns:a16="http://schemas.microsoft.com/office/drawing/2014/main" id="{4E24FB01-9FD5-8C4A-4FCF-BB6C70F3D227}"/>
              </a:ext>
            </a:extLst>
          </p:cNvPr>
          <p:cNvGraphicFramePr>
            <a:graphicFrameLocks noChangeAspect="1"/>
          </p:cNvGraphicFramePr>
          <p:nvPr>
            <p:extLst>
              <p:ext uri="{D42A27DB-BD31-4B8C-83A1-F6EECF244321}">
                <p14:modId xmlns:p14="http://schemas.microsoft.com/office/powerpoint/2010/main" val="1492347108"/>
              </p:ext>
            </p:extLst>
          </p:nvPr>
        </p:nvGraphicFramePr>
        <p:xfrm>
          <a:off x="895350" y="2787650"/>
          <a:ext cx="254000" cy="190500"/>
        </p:xfrm>
        <a:graphic>
          <a:graphicData uri="http://schemas.openxmlformats.org/presentationml/2006/ole">
            <mc:AlternateContent xmlns:mc="http://schemas.openxmlformats.org/markup-compatibility/2006">
              <mc:Choice xmlns:v="urn:schemas-microsoft-com:vml" Requires="v">
                <p:oleObj name="Equation" r:id="rId2" imgW="253800" imgH="190440" progId="Equation.DSMT4">
                  <p:embed/>
                </p:oleObj>
              </mc:Choice>
              <mc:Fallback>
                <p:oleObj name="Equation" r:id="rId2" imgW="253800" imgH="190440" progId="Equation.DSMT4">
                  <p:embed/>
                  <p:pic>
                    <p:nvPicPr>
                      <p:cNvPr id="10" name="Object 9">
                        <a:extLst>
                          <a:ext uri="{FF2B5EF4-FFF2-40B4-BE49-F238E27FC236}">
                            <a16:creationId xmlns:a16="http://schemas.microsoft.com/office/drawing/2014/main" id="{4E24FB01-9FD5-8C4A-4FCF-BB6C70F3D227}"/>
                          </a:ext>
                        </a:extLst>
                      </p:cNvPr>
                      <p:cNvPicPr>
                        <a:picLocks noChangeAspect="1" noChangeArrowheads="1"/>
                      </p:cNvPicPr>
                      <p:nvPr/>
                    </p:nvPicPr>
                    <p:blipFill>
                      <a:blip r:embed="rId3"/>
                      <a:srcRect/>
                      <a:stretch>
                        <a:fillRect/>
                      </a:stretch>
                    </p:blipFill>
                    <p:spPr bwMode="auto">
                      <a:xfrm>
                        <a:off x="895350" y="2787650"/>
                        <a:ext cx="254000" cy="190500"/>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E449C409-8EF3-054D-C6FD-F4210C039FB0}"/>
              </a:ext>
            </a:extLst>
          </p:cNvPr>
          <p:cNvGraphicFramePr>
            <a:graphicFrameLocks noChangeAspect="1"/>
          </p:cNvGraphicFramePr>
          <p:nvPr/>
        </p:nvGraphicFramePr>
        <p:xfrm>
          <a:off x="1502449" y="2788247"/>
          <a:ext cx="266700" cy="152400"/>
        </p:xfrm>
        <a:graphic>
          <a:graphicData uri="http://schemas.openxmlformats.org/presentationml/2006/ole">
            <mc:AlternateContent xmlns:mc="http://schemas.openxmlformats.org/markup-compatibility/2006">
              <mc:Choice xmlns:v="urn:schemas-microsoft-com:vml" Requires="v">
                <p:oleObj name="Equation" r:id="rId4" imgW="266400" imgH="152280" progId="Equation.DSMT4">
                  <p:embed/>
                </p:oleObj>
              </mc:Choice>
              <mc:Fallback>
                <p:oleObj name="Equation" r:id="rId4" imgW="266400" imgH="152280" progId="Equation.DSMT4">
                  <p:embed/>
                  <p:pic>
                    <p:nvPicPr>
                      <p:cNvPr id="11" name="Object 10">
                        <a:extLst>
                          <a:ext uri="{FF2B5EF4-FFF2-40B4-BE49-F238E27FC236}">
                            <a16:creationId xmlns:a16="http://schemas.microsoft.com/office/drawing/2014/main" id="{E449C409-8EF3-054D-C6FD-F4210C039FB0}"/>
                          </a:ext>
                        </a:extLst>
                      </p:cNvPr>
                      <p:cNvPicPr>
                        <a:picLocks noChangeAspect="1" noChangeArrowheads="1"/>
                      </p:cNvPicPr>
                      <p:nvPr/>
                    </p:nvPicPr>
                    <p:blipFill>
                      <a:blip r:embed="rId5"/>
                      <a:srcRect/>
                      <a:stretch>
                        <a:fillRect/>
                      </a:stretch>
                    </p:blipFill>
                    <p:spPr bwMode="auto">
                      <a:xfrm>
                        <a:off x="1502449" y="2788247"/>
                        <a:ext cx="266700" cy="152400"/>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6AED6C5A-0704-7FF4-C452-4139AE95B670}"/>
              </a:ext>
            </a:extLst>
          </p:cNvPr>
          <p:cNvGraphicFramePr>
            <a:graphicFrameLocks noChangeAspect="1"/>
          </p:cNvGraphicFramePr>
          <p:nvPr/>
        </p:nvGraphicFramePr>
        <p:xfrm>
          <a:off x="1991780" y="2806289"/>
          <a:ext cx="266700" cy="152400"/>
        </p:xfrm>
        <a:graphic>
          <a:graphicData uri="http://schemas.openxmlformats.org/presentationml/2006/ole">
            <mc:AlternateContent xmlns:mc="http://schemas.openxmlformats.org/markup-compatibility/2006">
              <mc:Choice xmlns:v="urn:schemas-microsoft-com:vml" Requires="v">
                <p:oleObj name="Equation" r:id="rId6" imgW="266400" imgH="152280" progId="Equation.DSMT4">
                  <p:embed/>
                </p:oleObj>
              </mc:Choice>
              <mc:Fallback>
                <p:oleObj name="Equation" r:id="rId6" imgW="266400" imgH="152280" progId="Equation.DSMT4">
                  <p:embed/>
                  <p:pic>
                    <p:nvPicPr>
                      <p:cNvPr id="12" name="Object 11">
                        <a:extLst>
                          <a:ext uri="{FF2B5EF4-FFF2-40B4-BE49-F238E27FC236}">
                            <a16:creationId xmlns:a16="http://schemas.microsoft.com/office/drawing/2014/main" id="{6AED6C5A-0704-7FF4-C452-4139AE95B670}"/>
                          </a:ext>
                        </a:extLst>
                      </p:cNvPr>
                      <p:cNvPicPr>
                        <a:picLocks noChangeAspect="1" noChangeArrowheads="1"/>
                      </p:cNvPicPr>
                      <p:nvPr/>
                    </p:nvPicPr>
                    <p:blipFill>
                      <a:blip r:embed="rId7"/>
                      <a:srcRect/>
                      <a:stretch>
                        <a:fillRect/>
                      </a:stretch>
                    </p:blipFill>
                    <p:spPr bwMode="auto">
                      <a:xfrm>
                        <a:off x="1991780" y="2806289"/>
                        <a:ext cx="266700" cy="152400"/>
                      </a:xfrm>
                      <a:prstGeom prst="rect">
                        <a:avLst/>
                      </a:prstGeom>
                      <a:solidFill>
                        <a:schemeClr val="bg1"/>
                      </a:solidFill>
                    </p:spPr>
                  </p:pic>
                </p:oleObj>
              </mc:Fallback>
            </mc:AlternateContent>
          </a:graphicData>
        </a:graphic>
      </p:graphicFrame>
      <p:graphicFrame>
        <p:nvGraphicFramePr>
          <p:cNvPr id="13" name="Object 12">
            <a:extLst>
              <a:ext uri="{FF2B5EF4-FFF2-40B4-BE49-F238E27FC236}">
                <a16:creationId xmlns:a16="http://schemas.microsoft.com/office/drawing/2014/main" id="{FFC96505-E242-000B-BEB7-ACA2DE1ADC87}"/>
              </a:ext>
            </a:extLst>
          </p:cNvPr>
          <p:cNvGraphicFramePr>
            <a:graphicFrameLocks noChangeAspect="1"/>
          </p:cNvGraphicFramePr>
          <p:nvPr/>
        </p:nvGraphicFramePr>
        <p:xfrm>
          <a:off x="2587798" y="2794984"/>
          <a:ext cx="266700" cy="152400"/>
        </p:xfrm>
        <a:graphic>
          <a:graphicData uri="http://schemas.openxmlformats.org/presentationml/2006/ole">
            <mc:AlternateContent xmlns:mc="http://schemas.openxmlformats.org/markup-compatibility/2006">
              <mc:Choice xmlns:v="urn:schemas-microsoft-com:vml" Requires="v">
                <p:oleObj name="Equation" r:id="rId8" imgW="266400" imgH="152280" progId="Equation.DSMT4">
                  <p:embed/>
                </p:oleObj>
              </mc:Choice>
              <mc:Fallback>
                <p:oleObj name="Equation" r:id="rId8" imgW="266400" imgH="152280" progId="Equation.DSMT4">
                  <p:embed/>
                  <p:pic>
                    <p:nvPicPr>
                      <p:cNvPr id="13" name="Object 12">
                        <a:extLst>
                          <a:ext uri="{FF2B5EF4-FFF2-40B4-BE49-F238E27FC236}">
                            <a16:creationId xmlns:a16="http://schemas.microsoft.com/office/drawing/2014/main" id="{FFC96505-E242-000B-BEB7-ACA2DE1ADC87}"/>
                          </a:ext>
                        </a:extLst>
                      </p:cNvPr>
                      <p:cNvPicPr>
                        <a:picLocks noChangeAspect="1" noChangeArrowheads="1"/>
                      </p:cNvPicPr>
                      <p:nvPr/>
                    </p:nvPicPr>
                    <p:blipFill>
                      <a:blip r:embed="rId9"/>
                      <a:srcRect/>
                      <a:stretch>
                        <a:fillRect/>
                      </a:stretch>
                    </p:blipFill>
                    <p:spPr bwMode="auto">
                      <a:xfrm>
                        <a:off x="2587798" y="2794984"/>
                        <a:ext cx="266700" cy="152400"/>
                      </a:xfrm>
                      <a:prstGeom prst="rect">
                        <a:avLst/>
                      </a:prstGeom>
                      <a:solidFill>
                        <a:schemeClr val="bg1"/>
                      </a:solidFill>
                    </p:spPr>
                  </p:pic>
                </p:oleObj>
              </mc:Fallback>
            </mc:AlternateContent>
          </a:graphicData>
        </a:graphic>
      </p:graphicFrame>
      <p:graphicFrame>
        <p:nvGraphicFramePr>
          <p:cNvPr id="14" name="Object 13">
            <a:extLst>
              <a:ext uri="{FF2B5EF4-FFF2-40B4-BE49-F238E27FC236}">
                <a16:creationId xmlns:a16="http://schemas.microsoft.com/office/drawing/2014/main" id="{33ECAD3A-AFAA-606A-CECF-161A7DC7352D}"/>
              </a:ext>
            </a:extLst>
          </p:cNvPr>
          <p:cNvGraphicFramePr>
            <a:graphicFrameLocks noChangeAspect="1"/>
          </p:cNvGraphicFramePr>
          <p:nvPr/>
        </p:nvGraphicFramePr>
        <p:xfrm>
          <a:off x="3183816" y="2794984"/>
          <a:ext cx="203200" cy="152400"/>
        </p:xfrm>
        <a:graphic>
          <a:graphicData uri="http://schemas.openxmlformats.org/presentationml/2006/ole">
            <mc:AlternateContent xmlns:mc="http://schemas.openxmlformats.org/markup-compatibility/2006">
              <mc:Choice xmlns:v="urn:schemas-microsoft-com:vml" Requires="v">
                <p:oleObj name="Equation" r:id="rId10" imgW="203040" imgH="152280" progId="Equation.DSMT4">
                  <p:embed/>
                </p:oleObj>
              </mc:Choice>
              <mc:Fallback>
                <p:oleObj name="Equation" r:id="rId10" imgW="203040" imgH="152280" progId="Equation.DSMT4">
                  <p:embed/>
                  <p:pic>
                    <p:nvPicPr>
                      <p:cNvPr id="14" name="Object 13">
                        <a:extLst>
                          <a:ext uri="{FF2B5EF4-FFF2-40B4-BE49-F238E27FC236}">
                            <a16:creationId xmlns:a16="http://schemas.microsoft.com/office/drawing/2014/main" id="{33ECAD3A-AFAA-606A-CECF-161A7DC7352D}"/>
                          </a:ext>
                        </a:extLst>
                      </p:cNvPr>
                      <p:cNvPicPr>
                        <a:picLocks noChangeAspect="1" noChangeArrowheads="1"/>
                      </p:cNvPicPr>
                      <p:nvPr/>
                    </p:nvPicPr>
                    <p:blipFill>
                      <a:blip r:embed="rId11"/>
                      <a:srcRect/>
                      <a:stretch>
                        <a:fillRect/>
                      </a:stretch>
                    </p:blipFill>
                    <p:spPr bwMode="auto">
                      <a:xfrm>
                        <a:off x="3183816" y="2794984"/>
                        <a:ext cx="203200" cy="152400"/>
                      </a:xfrm>
                      <a:prstGeom prst="rect">
                        <a:avLst/>
                      </a:prstGeom>
                      <a:solidFill>
                        <a:schemeClr val="bg1"/>
                      </a:solidFill>
                    </p:spPr>
                  </p:pic>
                </p:oleObj>
              </mc:Fallback>
            </mc:AlternateContent>
          </a:graphicData>
        </a:graphic>
      </p:graphicFrame>
      <p:graphicFrame>
        <p:nvGraphicFramePr>
          <p:cNvPr id="15" name="Object 14">
            <a:extLst>
              <a:ext uri="{FF2B5EF4-FFF2-40B4-BE49-F238E27FC236}">
                <a16:creationId xmlns:a16="http://schemas.microsoft.com/office/drawing/2014/main" id="{394AFDE6-15EC-FF4F-A700-08D0BFA123A9}"/>
              </a:ext>
            </a:extLst>
          </p:cNvPr>
          <p:cNvGraphicFramePr>
            <a:graphicFrameLocks noChangeAspect="1"/>
          </p:cNvGraphicFramePr>
          <p:nvPr/>
        </p:nvGraphicFramePr>
        <p:xfrm>
          <a:off x="3735919" y="2805167"/>
          <a:ext cx="203200" cy="152400"/>
        </p:xfrm>
        <a:graphic>
          <a:graphicData uri="http://schemas.openxmlformats.org/presentationml/2006/ole">
            <mc:AlternateContent xmlns:mc="http://schemas.openxmlformats.org/markup-compatibility/2006">
              <mc:Choice xmlns:v="urn:schemas-microsoft-com:vml" Requires="v">
                <p:oleObj name="Equation" r:id="rId12" imgW="203040" imgH="152280" progId="Equation.DSMT4">
                  <p:embed/>
                </p:oleObj>
              </mc:Choice>
              <mc:Fallback>
                <p:oleObj name="Equation" r:id="rId12" imgW="203040" imgH="152280" progId="Equation.DSMT4">
                  <p:embed/>
                  <p:pic>
                    <p:nvPicPr>
                      <p:cNvPr id="15" name="Object 14">
                        <a:extLst>
                          <a:ext uri="{FF2B5EF4-FFF2-40B4-BE49-F238E27FC236}">
                            <a16:creationId xmlns:a16="http://schemas.microsoft.com/office/drawing/2014/main" id="{394AFDE6-15EC-FF4F-A700-08D0BFA123A9}"/>
                          </a:ext>
                        </a:extLst>
                      </p:cNvPr>
                      <p:cNvPicPr>
                        <a:picLocks noChangeAspect="1" noChangeArrowheads="1"/>
                      </p:cNvPicPr>
                      <p:nvPr/>
                    </p:nvPicPr>
                    <p:blipFill>
                      <a:blip r:embed="rId13"/>
                      <a:srcRect/>
                      <a:stretch>
                        <a:fillRect/>
                      </a:stretch>
                    </p:blipFill>
                    <p:spPr bwMode="auto">
                      <a:xfrm>
                        <a:off x="3735919" y="2805167"/>
                        <a:ext cx="203200" cy="152400"/>
                      </a:xfrm>
                      <a:prstGeom prst="rect">
                        <a:avLst/>
                      </a:prstGeom>
                      <a:solidFill>
                        <a:schemeClr val="bg1"/>
                      </a:solidFill>
                    </p:spPr>
                  </p:pic>
                </p:oleObj>
              </mc:Fallback>
            </mc:AlternateContent>
          </a:graphicData>
        </a:graphic>
      </p:graphicFrame>
      <p:graphicFrame>
        <p:nvGraphicFramePr>
          <p:cNvPr id="16" name="Object 15">
            <a:extLst>
              <a:ext uri="{FF2B5EF4-FFF2-40B4-BE49-F238E27FC236}">
                <a16:creationId xmlns:a16="http://schemas.microsoft.com/office/drawing/2014/main" id="{176DA259-3639-9467-A6E3-A22B93FD3245}"/>
              </a:ext>
            </a:extLst>
          </p:cNvPr>
          <p:cNvGraphicFramePr>
            <a:graphicFrameLocks noChangeAspect="1"/>
          </p:cNvGraphicFramePr>
          <p:nvPr/>
        </p:nvGraphicFramePr>
        <p:xfrm>
          <a:off x="4232432" y="2794984"/>
          <a:ext cx="203200" cy="152400"/>
        </p:xfrm>
        <a:graphic>
          <a:graphicData uri="http://schemas.openxmlformats.org/presentationml/2006/ole">
            <mc:AlternateContent xmlns:mc="http://schemas.openxmlformats.org/markup-compatibility/2006">
              <mc:Choice xmlns:v="urn:schemas-microsoft-com:vml" Requires="v">
                <p:oleObj name="Equation" r:id="rId14" imgW="203040" imgH="152280" progId="Equation.DSMT4">
                  <p:embed/>
                </p:oleObj>
              </mc:Choice>
              <mc:Fallback>
                <p:oleObj name="Equation" r:id="rId14" imgW="203040" imgH="152280" progId="Equation.DSMT4">
                  <p:embed/>
                  <p:pic>
                    <p:nvPicPr>
                      <p:cNvPr id="16" name="Object 15">
                        <a:extLst>
                          <a:ext uri="{FF2B5EF4-FFF2-40B4-BE49-F238E27FC236}">
                            <a16:creationId xmlns:a16="http://schemas.microsoft.com/office/drawing/2014/main" id="{176DA259-3639-9467-A6E3-A22B93FD3245}"/>
                          </a:ext>
                        </a:extLst>
                      </p:cNvPr>
                      <p:cNvPicPr>
                        <a:picLocks noChangeAspect="1" noChangeArrowheads="1"/>
                      </p:cNvPicPr>
                      <p:nvPr/>
                    </p:nvPicPr>
                    <p:blipFill>
                      <a:blip r:embed="rId15"/>
                      <a:srcRect/>
                      <a:stretch>
                        <a:fillRect/>
                      </a:stretch>
                    </p:blipFill>
                    <p:spPr bwMode="auto">
                      <a:xfrm>
                        <a:off x="4232432" y="2794984"/>
                        <a:ext cx="203200" cy="152400"/>
                      </a:xfrm>
                      <a:prstGeom prst="rect">
                        <a:avLst/>
                      </a:prstGeom>
                      <a:solidFill>
                        <a:schemeClr val="bg1"/>
                      </a:solidFill>
                    </p:spPr>
                  </p:pic>
                </p:oleObj>
              </mc:Fallback>
            </mc:AlternateContent>
          </a:graphicData>
        </a:graphic>
      </p:graphicFrame>
      <p:graphicFrame>
        <p:nvGraphicFramePr>
          <p:cNvPr id="18" name="Object 17">
            <a:extLst>
              <a:ext uri="{FF2B5EF4-FFF2-40B4-BE49-F238E27FC236}">
                <a16:creationId xmlns:a16="http://schemas.microsoft.com/office/drawing/2014/main" id="{37F153B9-D0BB-BC09-32E4-42EB2FC3D1E0}"/>
              </a:ext>
            </a:extLst>
          </p:cNvPr>
          <p:cNvGraphicFramePr>
            <a:graphicFrameLocks noChangeAspect="1"/>
          </p:cNvGraphicFramePr>
          <p:nvPr/>
        </p:nvGraphicFramePr>
        <p:xfrm>
          <a:off x="4820540" y="2781899"/>
          <a:ext cx="203200" cy="152400"/>
        </p:xfrm>
        <a:graphic>
          <a:graphicData uri="http://schemas.openxmlformats.org/presentationml/2006/ole">
            <mc:AlternateContent xmlns:mc="http://schemas.openxmlformats.org/markup-compatibility/2006">
              <mc:Choice xmlns:v="urn:schemas-microsoft-com:vml" Requires="v">
                <p:oleObj name="Equation" r:id="rId16" imgW="203040" imgH="152280" progId="Equation.DSMT4">
                  <p:embed/>
                </p:oleObj>
              </mc:Choice>
              <mc:Fallback>
                <p:oleObj name="Equation" r:id="rId16" imgW="203040" imgH="152280" progId="Equation.DSMT4">
                  <p:embed/>
                  <p:pic>
                    <p:nvPicPr>
                      <p:cNvPr id="18" name="Object 17">
                        <a:extLst>
                          <a:ext uri="{FF2B5EF4-FFF2-40B4-BE49-F238E27FC236}">
                            <a16:creationId xmlns:a16="http://schemas.microsoft.com/office/drawing/2014/main" id="{37F153B9-D0BB-BC09-32E4-42EB2FC3D1E0}"/>
                          </a:ext>
                        </a:extLst>
                      </p:cNvPr>
                      <p:cNvPicPr>
                        <a:picLocks noChangeAspect="1" noChangeArrowheads="1"/>
                      </p:cNvPicPr>
                      <p:nvPr/>
                    </p:nvPicPr>
                    <p:blipFill>
                      <a:blip r:embed="rId17"/>
                      <a:srcRect/>
                      <a:stretch>
                        <a:fillRect/>
                      </a:stretch>
                    </p:blipFill>
                    <p:spPr bwMode="auto">
                      <a:xfrm>
                        <a:off x="4820540" y="2781899"/>
                        <a:ext cx="203200" cy="152400"/>
                      </a:xfrm>
                      <a:prstGeom prst="rect">
                        <a:avLst/>
                      </a:prstGeom>
                      <a:solidFill>
                        <a:schemeClr val="bg1"/>
                      </a:solidFill>
                    </p:spPr>
                  </p:pic>
                </p:oleObj>
              </mc:Fallback>
            </mc:AlternateContent>
          </a:graphicData>
        </a:graphic>
      </p:graphicFrame>
      <p:graphicFrame>
        <p:nvGraphicFramePr>
          <p:cNvPr id="19" name="Object 18">
            <a:extLst>
              <a:ext uri="{FF2B5EF4-FFF2-40B4-BE49-F238E27FC236}">
                <a16:creationId xmlns:a16="http://schemas.microsoft.com/office/drawing/2014/main" id="{457CE3BB-4827-4B0F-A419-68B1ACA17253}"/>
              </a:ext>
            </a:extLst>
          </p:cNvPr>
          <p:cNvGraphicFramePr>
            <a:graphicFrameLocks noChangeAspect="1"/>
          </p:cNvGraphicFramePr>
          <p:nvPr/>
        </p:nvGraphicFramePr>
        <p:xfrm>
          <a:off x="5309871" y="2797214"/>
          <a:ext cx="266700" cy="152400"/>
        </p:xfrm>
        <a:graphic>
          <a:graphicData uri="http://schemas.openxmlformats.org/presentationml/2006/ole">
            <mc:AlternateContent xmlns:mc="http://schemas.openxmlformats.org/markup-compatibility/2006">
              <mc:Choice xmlns:v="urn:schemas-microsoft-com:vml" Requires="v">
                <p:oleObj name="Equation" r:id="rId18" imgW="266400" imgH="152280" progId="Equation.DSMT4">
                  <p:embed/>
                </p:oleObj>
              </mc:Choice>
              <mc:Fallback>
                <p:oleObj name="Equation" r:id="rId18" imgW="266400" imgH="152280" progId="Equation.DSMT4">
                  <p:embed/>
                  <p:pic>
                    <p:nvPicPr>
                      <p:cNvPr id="19" name="Object 18">
                        <a:extLst>
                          <a:ext uri="{FF2B5EF4-FFF2-40B4-BE49-F238E27FC236}">
                            <a16:creationId xmlns:a16="http://schemas.microsoft.com/office/drawing/2014/main" id="{457CE3BB-4827-4B0F-A419-68B1ACA17253}"/>
                          </a:ext>
                        </a:extLst>
                      </p:cNvPr>
                      <p:cNvPicPr>
                        <a:picLocks noChangeAspect="1" noChangeArrowheads="1"/>
                      </p:cNvPicPr>
                      <p:nvPr/>
                    </p:nvPicPr>
                    <p:blipFill>
                      <a:blip r:embed="rId19"/>
                      <a:srcRect/>
                      <a:stretch>
                        <a:fillRect/>
                      </a:stretch>
                    </p:blipFill>
                    <p:spPr bwMode="auto">
                      <a:xfrm>
                        <a:off x="5309871" y="2797214"/>
                        <a:ext cx="266700" cy="152400"/>
                      </a:xfrm>
                      <a:prstGeom prst="rect">
                        <a:avLst/>
                      </a:prstGeom>
                      <a:solidFill>
                        <a:schemeClr val="bg1"/>
                      </a:solidFill>
                    </p:spPr>
                  </p:pic>
                </p:oleObj>
              </mc:Fallback>
            </mc:AlternateContent>
          </a:graphicData>
        </a:graphic>
      </p:graphicFrame>
      <p:graphicFrame>
        <p:nvGraphicFramePr>
          <p:cNvPr id="20" name="Object 19">
            <a:extLst>
              <a:ext uri="{FF2B5EF4-FFF2-40B4-BE49-F238E27FC236}">
                <a16:creationId xmlns:a16="http://schemas.microsoft.com/office/drawing/2014/main" id="{058F04BC-C2AC-D5F2-ABFA-DDB75535928A}"/>
              </a:ext>
            </a:extLst>
          </p:cNvPr>
          <p:cNvGraphicFramePr>
            <a:graphicFrameLocks noChangeAspect="1"/>
          </p:cNvGraphicFramePr>
          <p:nvPr/>
        </p:nvGraphicFramePr>
        <p:xfrm>
          <a:off x="5910585" y="2796037"/>
          <a:ext cx="190500" cy="152400"/>
        </p:xfrm>
        <a:graphic>
          <a:graphicData uri="http://schemas.openxmlformats.org/presentationml/2006/ole">
            <mc:AlternateContent xmlns:mc="http://schemas.openxmlformats.org/markup-compatibility/2006">
              <mc:Choice xmlns:v="urn:schemas-microsoft-com:vml" Requires="v">
                <p:oleObj name="Equation" r:id="rId20" imgW="190440" imgH="152280" progId="Equation.DSMT4">
                  <p:embed/>
                </p:oleObj>
              </mc:Choice>
              <mc:Fallback>
                <p:oleObj name="Equation" r:id="rId20" imgW="190440" imgH="152280" progId="Equation.DSMT4">
                  <p:embed/>
                  <p:pic>
                    <p:nvPicPr>
                      <p:cNvPr id="20" name="Object 19">
                        <a:extLst>
                          <a:ext uri="{FF2B5EF4-FFF2-40B4-BE49-F238E27FC236}">
                            <a16:creationId xmlns:a16="http://schemas.microsoft.com/office/drawing/2014/main" id="{058F04BC-C2AC-D5F2-ABFA-DDB75535928A}"/>
                          </a:ext>
                        </a:extLst>
                      </p:cNvPr>
                      <p:cNvPicPr>
                        <a:picLocks noChangeAspect="1" noChangeArrowheads="1"/>
                      </p:cNvPicPr>
                      <p:nvPr/>
                    </p:nvPicPr>
                    <p:blipFill>
                      <a:blip r:embed="rId21"/>
                      <a:srcRect/>
                      <a:stretch>
                        <a:fillRect/>
                      </a:stretch>
                    </p:blipFill>
                    <p:spPr bwMode="auto">
                      <a:xfrm>
                        <a:off x="5910585" y="2796037"/>
                        <a:ext cx="190500" cy="152400"/>
                      </a:xfrm>
                      <a:prstGeom prst="rect">
                        <a:avLst/>
                      </a:prstGeom>
                      <a:solidFill>
                        <a:schemeClr val="bg1"/>
                      </a:solidFill>
                    </p:spPr>
                  </p:pic>
                </p:oleObj>
              </mc:Fallback>
            </mc:AlternateContent>
          </a:graphicData>
        </a:graphic>
      </p:graphicFrame>
      <p:graphicFrame>
        <p:nvGraphicFramePr>
          <p:cNvPr id="21" name="Object 20">
            <a:extLst>
              <a:ext uri="{FF2B5EF4-FFF2-40B4-BE49-F238E27FC236}">
                <a16:creationId xmlns:a16="http://schemas.microsoft.com/office/drawing/2014/main" id="{78510478-B49D-3739-6FA7-152DE27D4E65}"/>
              </a:ext>
            </a:extLst>
          </p:cNvPr>
          <p:cNvGraphicFramePr>
            <a:graphicFrameLocks noChangeAspect="1"/>
          </p:cNvGraphicFramePr>
          <p:nvPr/>
        </p:nvGraphicFramePr>
        <p:xfrm>
          <a:off x="6450810" y="2794984"/>
          <a:ext cx="266700" cy="152400"/>
        </p:xfrm>
        <a:graphic>
          <a:graphicData uri="http://schemas.openxmlformats.org/presentationml/2006/ole">
            <mc:AlternateContent xmlns:mc="http://schemas.openxmlformats.org/markup-compatibility/2006">
              <mc:Choice xmlns:v="urn:schemas-microsoft-com:vml" Requires="v">
                <p:oleObj name="Equation" r:id="rId22" imgW="266400" imgH="152280" progId="Equation.DSMT4">
                  <p:embed/>
                </p:oleObj>
              </mc:Choice>
              <mc:Fallback>
                <p:oleObj name="Equation" r:id="rId22" imgW="266400" imgH="152280" progId="Equation.DSMT4">
                  <p:embed/>
                  <p:pic>
                    <p:nvPicPr>
                      <p:cNvPr id="21" name="Object 20">
                        <a:extLst>
                          <a:ext uri="{FF2B5EF4-FFF2-40B4-BE49-F238E27FC236}">
                            <a16:creationId xmlns:a16="http://schemas.microsoft.com/office/drawing/2014/main" id="{78510478-B49D-3739-6FA7-152DE27D4E65}"/>
                          </a:ext>
                        </a:extLst>
                      </p:cNvPr>
                      <p:cNvPicPr>
                        <a:picLocks noChangeAspect="1" noChangeArrowheads="1"/>
                      </p:cNvPicPr>
                      <p:nvPr/>
                    </p:nvPicPr>
                    <p:blipFill>
                      <a:blip r:embed="rId23"/>
                      <a:srcRect/>
                      <a:stretch>
                        <a:fillRect/>
                      </a:stretch>
                    </p:blipFill>
                    <p:spPr bwMode="auto">
                      <a:xfrm>
                        <a:off x="6450810" y="2794984"/>
                        <a:ext cx="266700" cy="152400"/>
                      </a:xfrm>
                      <a:prstGeom prst="rect">
                        <a:avLst/>
                      </a:prstGeom>
                      <a:solidFill>
                        <a:schemeClr val="bg1"/>
                      </a:solidFill>
                    </p:spPr>
                  </p:pic>
                </p:oleObj>
              </mc:Fallback>
            </mc:AlternateContent>
          </a:graphicData>
        </a:graphic>
      </p:graphicFrame>
      <p:graphicFrame>
        <p:nvGraphicFramePr>
          <p:cNvPr id="22" name="Object 21">
            <a:extLst>
              <a:ext uri="{FF2B5EF4-FFF2-40B4-BE49-F238E27FC236}">
                <a16:creationId xmlns:a16="http://schemas.microsoft.com/office/drawing/2014/main" id="{25F8D44B-A375-582F-DF85-BCBE54F36C65}"/>
              </a:ext>
            </a:extLst>
          </p:cNvPr>
          <p:cNvGraphicFramePr>
            <a:graphicFrameLocks noChangeAspect="1"/>
          </p:cNvGraphicFramePr>
          <p:nvPr/>
        </p:nvGraphicFramePr>
        <p:xfrm>
          <a:off x="977871" y="3068837"/>
          <a:ext cx="88900" cy="139700"/>
        </p:xfrm>
        <a:graphic>
          <a:graphicData uri="http://schemas.openxmlformats.org/presentationml/2006/ole">
            <mc:AlternateContent xmlns:mc="http://schemas.openxmlformats.org/markup-compatibility/2006">
              <mc:Choice xmlns:v="urn:schemas-microsoft-com:vml" Requires="v">
                <p:oleObj name="Equation" r:id="rId24" imgW="88560" imgH="139680" progId="Equation.DSMT4">
                  <p:embed/>
                </p:oleObj>
              </mc:Choice>
              <mc:Fallback>
                <p:oleObj name="Equation" r:id="rId24" imgW="88560" imgH="139680" progId="Equation.DSMT4">
                  <p:embed/>
                  <p:pic>
                    <p:nvPicPr>
                      <p:cNvPr id="22" name="Object 21">
                        <a:extLst>
                          <a:ext uri="{FF2B5EF4-FFF2-40B4-BE49-F238E27FC236}">
                            <a16:creationId xmlns:a16="http://schemas.microsoft.com/office/drawing/2014/main" id="{25F8D44B-A375-582F-DF85-BCBE54F36C65}"/>
                          </a:ext>
                        </a:extLst>
                      </p:cNvPr>
                      <p:cNvPicPr>
                        <a:picLocks noChangeAspect="1" noChangeArrowheads="1"/>
                      </p:cNvPicPr>
                      <p:nvPr/>
                    </p:nvPicPr>
                    <p:blipFill>
                      <a:blip r:embed="rId25"/>
                      <a:srcRect/>
                      <a:stretch>
                        <a:fillRect/>
                      </a:stretch>
                    </p:blipFill>
                    <p:spPr bwMode="auto">
                      <a:xfrm>
                        <a:off x="977871" y="3068837"/>
                        <a:ext cx="88900" cy="139700"/>
                      </a:xfrm>
                      <a:prstGeom prst="rect">
                        <a:avLst/>
                      </a:prstGeom>
                      <a:solidFill>
                        <a:schemeClr val="bg1"/>
                      </a:solidFill>
                    </p:spPr>
                  </p:pic>
                </p:oleObj>
              </mc:Fallback>
            </mc:AlternateContent>
          </a:graphicData>
        </a:graphic>
      </p:graphicFrame>
      <p:graphicFrame>
        <p:nvGraphicFramePr>
          <p:cNvPr id="25" name="Object 24">
            <a:extLst>
              <a:ext uri="{FF2B5EF4-FFF2-40B4-BE49-F238E27FC236}">
                <a16:creationId xmlns:a16="http://schemas.microsoft.com/office/drawing/2014/main" id="{1B412BD9-F040-EAE0-DA62-BFDBAABE3415}"/>
              </a:ext>
            </a:extLst>
          </p:cNvPr>
          <p:cNvGraphicFramePr>
            <a:graphicFrameLocks noChangeAspect="1"/>
          </p:cNvGraphicFramePr>
          <p:nvPr/>
        </p:nvGraphicFramePr>
        <p:xfrm>
          <a:off x="1469429" y="3046320"/>
          <a:ext cx="330200" cy="152400"/>
        </p:xfrm>
        <a:graphic>
          <a:graphicData uri="http://schemas.openxmlformats.org/presentationml/2006/ole">
            <mc:AlternateContent xmlns:mc="http://schemas.openxmlformats.org/markup-compatibility/2006">
              <mc:Choice xmlns:v="urn:schemas-microsoft-com:vml" Requires="v">
                <p:oleObj name="Equation" r:id="rId26" imgW="330120" imgH="152280" progId="Equation.DSMT4">
                  <p:embed/>
                </p:oleObj>
              </mc:Choice>
              <mc:Fallback>
                <p:oleObj name="Equation" r:id="rId26" imgW="330120" imgH="152280" progId="Equation.DSMT4">
                  <p:embed/>
                  <p:pic>
                    <p:nvPicPr>
                      <p:cNvPr id="25" name="Object 24">
                        <a:extLst>
                          <a:ext uri="{FF2B5EF4-FFF2-40B4-BE49-F238E27FC236}">
                            <a16:creationId xmlns:a16="http://schemas.microsoft.com/office/drawing/2014/main" id="{1B412BD9-F040-EAE0-DA62-BFDBAABE3415}"/>
                          </a:ext>
                        </a:extLst>
                      </p:cNvPr>
                      <p:cNvPicPr>
                        <a:picLocks noChangeAspect="1" noChangeArrowheads="1"/>
                      </p:cNvPicPr>
                      <p:nvPr/>
                    </p:nvPicPr>
                    <p:blipFill>
                      <a:blip r:embed="rId27"/>
                      <a:srcRect/>
                      <a:stretch>
                        <a:fillRect/>
                      </a:stretch>
                    </p:blipFill>
                    <p:spPr bwMode="auto">
                      <a:xfrm>
                        <a:off x="1469429" y="3046320"/>
                        <a:ext cx="330200" cy="152400"/>
                      </a:xfrm>
                      <a:prstGeom prst="rect">
                        <a:avLst/>
                      </a:prstGeom>
                      <a:solidFill>
                        <a:schemeClr val="bg1"/>
                      </a:solidFill>
                    </p:spPr>
                  </p:pic>
                </p:oleObj>
              </mc:Fallback>
            </mc:AlternateContent>
          </a:graphicData>
        </a:graphic>
      </p:graphicFrame>
      <p:graphicFrame>
        <p:nvGraphicFramePr>
          <p:cNvPr id="26" name="Object 25">
            <a:extLst>
              <a:ext uri="{FF2B5EF4-FFF2-40B4-BE49-F238E27FC236}">
                <a16:creationId xmlns:a16="http://schemas.microsoft.com/office/drawing/2014/main" id="{EF93DDB3-7648-4FF6-A91C-8E85B3E74C4C}"/>
              </a:ext>
            </a:extLst>
          </p:cNvPr>
          <p:cNvGraphicFramePr>
            <a:graphicFrameLocks noChangeAspect="1"/>
          </p:cNvGraphicFramePr>
          <p:nvPr/>
        </p:nvGraphicFramePr>
        <p:xfrm>
          <a:off x="1970190" y="3044288"/>
          <a:ext cx="330200" cy="152400"/>
        </p:xfrm>
        <a:graphic>
          <a:graphicData uri="http://schemas.openxmlformats.org/presentationml/2006/ole">
            <mc:AlternateContent xmlns:mc="http://schemas.openxmlformats.org/markup-compatibility/2006">
              <mc:Choice xmlns:v="urn:schemas-microsoft-com:vml" Requires="v">
                <p:oleObj name="Equation" r:id="rId26" imgW="330120" imgH="152280" progId="Equation.DSMT4">
                  <p:embed/>
                </p:oleObj>
              </mc:Choice>
              <mc:Fallback>
                <p:oleObj name="Equation" r:id="rId26" imgW="330120" imgH="152280" progId="Equation.DSMT4">
                  <p:embed/>
                  <p:pic>
                    <p:nvPicPr>
                      <p:cNvPr id="26" name="Object 25">
                        <a:extLst>
                          <a:ext uri="{FF2B5EF4-FFF2-40B4-BE49-F238E27FC236}">
                            <a16:creationId xmlns:a16="http://schemas.microsoft.com/office/drawing/2014/main" id="{EF93DDB3-7648-4FF6-A91C-8E85B3E74C4C}"/>
                          </a:ext>
                        </a:extLst>
                      </p:cNvPr>
                      <p:cNvPicPr>
                        <a:picLocks noChangeAspect="1" noChangeArrowheads="1"/>
                      </p:cNvPicPr>
                      <p:nvPr/>
                    </p:nvPicPr>
                    <p:blipFill>
                      <a:blip r:embed="rId27"/>
                      <a:srcRect/>
                      <a:stretch>
                        <a:fillRect/>
                      </a:stretch>
                    </p:blipFill>
                    <p:spPr bwMode="auto">
                      <a:xfrm>
                        <a:off x="1970190" y="3044288"/>
                        <a:ext cx="330200" cy="152400"/>
                      </a:xfrm>
                      <a:prstGeom prst="rect">
                        <a:avLst/>
                      </a:prstGeom>
                      <a:solidFill>
                        <a:schemeClr val="bg1"/>
                      </a:solidFill>
                    </p:spPr>
                  </p:pic>
                </p:oleObj>
              </mc:Fallback>
            </mc:AlternateContent>
          </a:graphicData>
        </a:graphic>
      </p:graphicFrame>
      <p:graphicFrame>
        <p:nvGraphicFramePr>
          <p:cNvPr id="27" name="Object 26">
            <a:extLst>
              <a:ext uri="{FF2B5EF4-FFF2-40B4-BE49-F238E27FC236}">
                <a16:creationId xmlns:a16="http://schemas.microsoft.com/office/drawing/2014/main" id="{F76FB5BC-7803-7C27-B1A0-ACEC86BA2554}"/>
              </a:ext>
            </a:extLst>
          </p:cNvPr>
          <p:cNvGraphicFramePr>
            <a:graphicFrameLocks noChangeAspect="1"/>
          </p:cNvGraphicFramePr>
          <p:nvPr/>
        </p:nvGraphicFramePr>
        <p:xfrm>
          <a:off x="2536701" y="3053057"/>
          <a:ext cx="317500" cy="152400"/>
        </p:xfrm>
        <a:graphic>
          <a:graphicData uri="http://schemas.openxmlformats.org/presentationml/2006/ole">
            <mc:AlternateContent xmlns:mc="http://schemas.openxmlformats.org/markup-compatibility/2006">
              <mc:Choice xmlns:v="urn:schemas-microsoft-com:vml" Requires="v">
                <p:oleObj name="Equation" r:id="rId28" imgW="317160" imgH="152280" progId="Equation.DSMT4">
                  <p:embed/>
                </p:oleObj>
              </mc:Choice>
              <mc:Fallback>
                <p:oleObj name="Equation" r:id="rId28" imgW="317160" imgH="152280" progId="Equation.DSMT4">
                  <p:embed/>
                  <p:pic>
                    <p:nvPicPr>
                      <p:cNvPr id="27" name="Object 26">
                        <a:extLst>
                          <a:ext uri="{FF2B5EF4-FFF2-40B4-BE49-F238E27FC236}">
                            <a16:creationId xmlns:a16="http://schemas.microsoft.com/office/drawing/2014/main" id="{F76FB5BC-7803-7C27-B1A0-ACEC86BA2554}"/>
                          </a:ext>
                        </a:extLst>
                      </p:cNvPr>
                      <p:cNvPicPr>
                        <a:picLocks noChangeAspect="1" noChangeArrowheads="1"/>
                      </p:cNvPicPr>
                      <p:nvPr/>
                    </p:nvPicPr>
                    <p:blipFill>
                      <a:blip r:embed="rId29"/>
                      <a:srcRect/>
                      <a:stretch>
                        <a:fillRect/>
                      </a:stretch>
                    </p:blipFill>
                    <p:spPr bwMode="auto">
                      <a:xfrm>
                        <a:off x="2536701" y="3053057"/>
                        <a:ext cx="317500" cy="152400"/>
                      </a:xfrm>
                      <a:prstGeom prst="rect">
                        <a:avLst/>
                      </a:prstGeom>
                      <a:solidFill>
                        <a:schemeClr val="bg1"/>
                      </a:solidFill>
                    </p:spPr>
                  </p:pic>
                </p:oleObj>
              </mc:Fallback>
            </mc:AlternateContent>
          </a:graphicData>
        </a:graphic>
      </p:graphicFrame>
      <p:graphicFrame>
        <p:nvGraphicFramePr>
          <p:cNvPr id="28" name="Object 27">
            <a:extLst>
              <a:ext uri="{FF2B5EF4-FFF2-40B4-BE49-F238E27FC236}">
                <a16:creationId xmlns:a16="http://schemas.microsoft.com/office/drawing/2014/main" id="{9888AE2A-D677-F6AA-E1ED-A9541D8CF535}"/>
              </a:ext>
            </a:extLst>
          </p:cNvPr>
          <p:cNvGraphicFramePr>
            <a:graphicFrameLocks noChangeAspect="1"/>
          </p:cNvGraphicFramePr>
          <p:nvPr/>
        </p:nvGraphicFramePr>
        <p:xfrm>
          <a:off x="3100672" y="3041492"/>
          <a:ext cx="330200" cy="152400"/>
        </p:xfrm>
        <a:graphic>
          <a:graphicData uri="http://schemas.openxmlformats.org/presentationml/2006/ole">
            <mc:AlternateContent xmlns:mc="http://schemas.openxmlformats.org/markup-compatibility/2006">
              <mc:Choice xmlns:v="urn:schemas-microsoft-com:vml" Requires="v">
                <p:oleObj name="Equation" r:id="rId30" imgW="330120" imgH="152280" progId="Equation.DSMT4">
                  <p:embed/>
                </p:oleObj>
              </mc:Choice>
              <mc:Fallback>
                <p:oleObj name="Equation" r:id="rId30" imgW="330120" imgH="152280" progId="Equation.DSMT4">
                  <p:embed/>
                  <p:pic>
                    <p:nvPicPr>
                      <p:cNvPr id="28" name="Object 27">
                        <a:extLst>
                          <a:ext uri="{FF2B5EF4-FFF2-40B4-BE49-F238E27FC236}">
                            <a16:creationId xmlns:a16="http://schemas.microsoft.com/office/drawing/2014/main" id="{9888AE2A-D677-F6AA-E1ED-A9541D8CF535}"/>
                          </a:ext>
                        </a:extLst>
                      </p:cNvPr>
                      <p:cNvPicPr>
                        <a:picLocks noChangeAspect="1" noChangeArrowheads="1"/>
                      </p:cNvPicPr>
                      <p:nvPr/>
                    </p:nvPicPr>
                    <p:blipFill>
                      <a:blip r:embed="rId31"/>
                      <a:srcRect/>
                      <a:stretch>
                        <a:fillRect/>
                      </a:stretch>
                    </p:blipFill>
                    <p:spPr bwMode="auto">
                      <a:xfrm>
                        <a:off x="3100672" y="3041492"/>
                        <a:ext cx="330200" cy="152400"/>
                      </a:xfrm>
                      <a:prstGeom prst="rect">
                        <a:avLst/>
                      </a:prstGeom>
                      <a:solidFill>
                        <a:schemeClr val="bg1"/>
                      </a:solidFill>
                    </p:spPr>
                  </p:pic>
                </p:oleObj>
              </mc:Fallback>
            </mc:AlternateContent>
          </a:graphicData>
        </a:graphic>
      </p:graphicFrame>
      <p:graphicFrame>
        <p:nvGraphicFramePr>
          <p:cNvPr id="29" name="Object 28">
            <a:extLst>
              <a:ext uri="{FF2B5EF4-FFF2-40B4-BE49-F238E27FC236}">
                <a16:creationId xmlns:a16="http://schemas.microsoft.com/office/drawing/2014/main" id="{D8EA7109-77C2-7CB4-B899-FE69C69F75D1}"/>
              </a:ext>
            </a:extLst>
          </p:cNvPr>
          <p:cNvGraphicFramePr>
            <a:graphicFrameLocks noChangeAspect="1"/>
          </p:cNvGraphicFramePr>
          <p:nvPr/>
        </p:nvGraphicFramePr>
        <p:xfrm>
          <a:off x="3657706" y="3038696"/>
          <a:ext cx="330200" cy="152400"/>
        </p:xfrm>
        <a:graphic>
          <a:graphicData uri="http://schemas.openxmlformats.org/presentationml/2006/ole">
            <mc:AlternateContent xmlns:mc="http://schemas.openxmlformats.org/markup-compatibility/2006">
              <mc:Choice xmlns:v="urn:schemas-microsoft-com:vml" Requires="v">
                <p:oleObj name="Equation" r:id="rId32" imgW="330120" imgH="152280" progId="Equation.DSMT4">
                  <p:embed/>
                </p:oleObj>
              </mc:Choice>
              <mc:Fallback>
                <p:oleObj name="Equation" r:id="rId32" imgW="330120" imgH="152280" progId="Equation.DSMT4">
                  <p:embed/>
                  <p:pic>
                    <p:nvPicPr>
                      <p:cNvPr id="29" name="Object 28">
                        <a:extLst>
                          <a:ext uri="{FF2B5EF4-FFF2-40B4-BE49-F238E27FC236}">
                            <a16:creationId xmlns:a16="http://schemas.microsoft.com/office/drawing/2014/main" id="{D8EA7109-77C2-7CB4-B899-FE69C69F75D1}"/>
                          </a:ext>
                        </a:extLst>
                      </p:cNvPr>
                      <p:cNvPicPr>
                        <a:picLocks noChangeAspect="1" noChangeArrowheads="1"/>
                      </p:cNvPicPr>
                      <p:nvPr/>
                    </p:nvPicPr>
                    <p:blipFill>
                      <a:blip r:embed="rId33"/>
                      <a:srcRect/>
                      <a:stretch>
                        <a:fillRect/>
                      </a:stretch>
                    </p:blipFill>
                    <p:spPr bwMode="auto">
                      <a:xfrm>
                        <a:off x="3657706" y="3038696"/>
                        <a:ext cx="330200" cy="152400"/>
                      </a:xfrm>
                      <a:prstGeom prst="rect">
                        <a:avLst/>
                      </a:prstGeom>
                      <a:solidFill>
                        <a:schemeClr val="bg1"/>
                      </a:solidFill>
                    </p:spPr>
                  </p:pic>
                </p:oleObj>
              </mc:Fallback>
            </mc:AlternateContent>
          </a:graphicData>
        </a:graphic>
      </p:graphicFrame>
      <p:graphicFrame>
        <p:nvGraphicFramePr>
          <p:cNvPr id="30" name="Object 29">
            <a:extLst>
              <a:ext uri="{FF2B5EF4-FFF2-40B4-BE49-F238E27FC236}">
                <a16:creationId xmlns:a16="http://schemas.microsoft.com/office/drawing/2014/main" id="{5251CD6F-86CA-B06F-9A3F-C7ACAFCD6491}"/>
              </a:ext>
            </a:extLst>
          </p:cNvPr>
          <p:cNvGraphicFramePr>
            <a:graphicFrameLocks noChangeAspect="1"/>
          </p:cNvGraphicFramePr>
          <p:nvPr/>
        </p:nvGraphicFramePr>
        <p:xfrm>
          <a:off x="4221677" y="3062487"/>
          <a:ext cx="330200" cy="152400"/>
        </p:xfrm>
        <a:graphic>
          <a:graphicData uri="http://schemas.openxmlformats.org/presentationml/2006/ole">
            <mc:AlternateContent xmlns:mc="http://schemas.openxmlformats.org/markup-compatibility/2006">
              <mc:Choice xmlns:v="urn:schemas-microsoft-com:vml" Requires="v">
                <p:oleObj name="Equation" r:id="rId34" imgW="330120" imgH="152280" progId="Equation.DSMT4">
                  <p:embed/>
                </p:oleObj>
              </mc:Choice>
              <mc:Fallback>
                <p:oleObj name="Equation" r:id="rId34" imgW="330120" imgH="152280" progId="Equation.DSMT4">
                  <p:embed/>
                  <p:pic>
                    <p:nvPicPr>
                      <p:cNvPr id="30" name="Object 29">
                        <a:extLst>
                          <a:ext uri="{FF2B5EF4-FFF2-40B4-BE49-F238E27FC236}">
                            <a16:creationId xmlns:a16="http://schemas.microsoft.com/office/drawing/2014/main" id="{5251CD6F-86CA-B06F-9A3F-C7ACAFCD6491}"/>
                          </a:ext>
                        </a:extLst>
                      </p:cNvPr>
                      <p:cNvPicPr>
                        <a:picLocks noChangeAspect="1" noChangeArrowheads="1"/>
                      </p:cNvPicPr>
                      <p:nvPr/>
                    </p:nvPicPr>
                    <p:blipFill>
                      <a:blip r:embed="rId35"/>
                      <a:srcRect/>
                      <a:stretch>
                        <a:fillRect/>
                      </a:stretch>
                    </p:blipFill>
                    <p:spPr bwMode="auto">
                      <a:xfrm>
                        <a:off x="4221677" y="3062487"/>
                        <a:ext cx="330200" cy="152400"/>
                      </a:xfrm>
                      <a:prstGeom prst="rect">
                        <a:avLst/>
                      </a:prstGeom>
                      <a:solidFill>
                        <a:schemeClr val="bg1"/>
                      </a:solidFill>
                    </p:spPr>
                  </p:pic>
                </p:oleObj>
              </mc:Fallback>
            </mc:AlternateContent>
          </a:graphicData>
        </a:graphic>
      </p:graphicFrame>
      <p:graphicFrame>
        <p:nvGraphicFramePr>
          <p:cNvPr id="31" name="Object 30">
            <a:extLst>
              <a:ext uri="{FF2B5EF4-FFF2-40B4-BE49-F238E27FC236}">
                <a16:creationId xmlns:a16="http://schemas.microsoft.com/office/drawing/2014/main" id="{406F52B0-251B-636B-9C44-AB3903FB42F3}"/>
              </a:ext>
            </a:extLst>
          </p:cNvPr>
          <p:cNvGraphicFramePr>
            <a:graphicFrameLocks noChangeAspect="1"/>
          </p:cNvGraphicFramePr>
          <p:nvPr/>
        </p:nvGraphicFramePr>
        <p:xfrm>
          <a:off x="4792875" y="3038696"/>
          <a:ext cx="317500" cy="152400"/>
        </p:xfrm>
        <a:graphic>
          <a:graphicData uri="http://schemas.openxmlformats.org/presentationml/2006/ole">
            <mc:AlternateContent xmlns:mc="http://schemas.openxmlformats.org/markup-compatibility/2006">
              <mc:Choice xmlns:v="urn:schemas-microsoft-com:vml" Requires="v">
                <p:oleObj name="Equation" r:id="rId36" imgW="317160" imgH="152280" progId="Equation.DSMT4">
                  <p:embed/>
                </p:oleObj>
              </mc:Choice>
              <mc:Fallback>
                <p:oleObj name="Equation" r:id="rId36" imgW="317160" imgH="152280" progId="Equation.DSMT4">
                  <p:embed/>
                  <p:pic>
                    <p:nvPicPr>
                      <p:cNvPr id="31" name="Object 30">
                        <a:extLst>
                          <a:ext uri="{FF2B5EF4-FFF2-40B4-BE49-F238E27FC236}">
                            <a16:creationId xmlns:a16="http://schemas.microsoft.com/office/drawing/2014/main" id="{406F52B0-251B-636B-9C44-AB3903FB42F3}"/>
                          </a:ext>
                        </a:extLst>
                      </p:cNvPr>
                      <p:cNvPicPr>
                        <a:picLocks noChangeAspect="1" noChangeArrowheads="1"/>
                      </p:cNvPicPr>
                      <p:nvPr/>
                    </p:nvPicPr>
                    <p:blipFill>
                      <a:blip r:embed="rId37"/>
                      <a:srcRect/>
                      <a:stretch>
                        <a:fillRect/>
                      </a:stretch>
                    </p:blipFill>
                    <p:spPr bwMode="auto">
                      <a:xfrm>
                        <a:off x="4792875" y="3038696"/>
                        <a:ext cx="317500" cy="152400"/>
                      </a:xfrm>
                      <a:prstGeom prst="rect">
                        <a:avLst/>
                      </a:prstGeom>
                      <a:solidFill>
                        <a:schemeClr val="bg1"/>
                      </a:solidFill>
                    </p:spPr>
                  </p:pic>
                </p:oleObj>
              </mc:Fallback>
            </mc:AlternateContent>
          </a:graphicData>
        </a:graphic>
      </p:graphicFrame>
      <p:graphicFrame>
        <p:nvGraphicFramePr>
          <p:cNvPr id="32" name="Object 31">
            <a:extLst>
              <a:ext uri="{FF2B5EF4-FFF2-40B4-BE49-F238E27FC236}">
                <a16:creationId xmlns:a16="http://schemas.microsoft.com/office/drawing/2014/main" id="{F868CD9F-C274-5425-7B8C-97398CE107B6}"/>
              </a:ext>
            </a:extLst>
          </p:cNvPr>
          <p:cNvGraphicFramePr>
            <a:graphicFrameLocks noChangeAspect="1"/>
          </p:cNvGraphicFramePr>
          <p:nvPr/>
        </p:nvGraphicFramePr>
        <p:xfrm>
          <a:off x="5335992" y="3050878"/>
          <a:ext cx="330200" cy="152400"/>
        </p:xfrm>
        <a:graphic>
          <a:graphicData uri="http://schemas.openxmlformats.org/presentationml/2006/ole">
            <mc:AlternateContent xmlns:mc="http://schemas.openxmlformats.org/markup-compatibility/2006">
              <mc:Choice xmlns:v="urn:schemas-microsoft-com:vml" Requires="v">
                <p:oleObj name="Equation" r:id="rId38" imgW="330120" imgH="152280" progId="Equation.DSMT4">
                  <p:embed/>
                </p:oleObj>
              </mc:Choice>
              <mc:Fallback>
                <p:oleObj name="Equation" r:id="rId38" imgW="330120" imgH="152280" progId="Equation.DSMT4">
                  <p:embed/>
                  <p:pic>
                    <p:nvPicPr>
                      <p:cNvPr id="32" name="Object 31">
                        <a:extLst>
                          <a:ext uri="{FF2B5EF4-FFF2-40B4-BE49-F238E27FC236}">
                            <a16:creationId xmlns:a16="http://schemas.microsoft.com/office/drawing/2014/main" id="{F868CD9F-C274-5425-7B8C-97398CE107B6}"/>
                          </a:ext>
                        </a:extLst>
                      </p:cNvPr>
                      <p:cNvPicPr>
                        <a:picLocks noChangeAspect="1" noChangeArrowheads="1"/>
                      </p:cNvPicPr>
                      <p:nvPr/>
                    </p:nvPicPr>
                    <p:blipFill>
                      <a:blip r:embed="rId39"/>
                      <a:srcRect/>
                      <a:stretch>
                        <a:fillRect/>
                      </a:stretch>
                    </p:blipFill>
                    <p:spPr bwMode="auto">
                      <a:xfrm>
                        <a:off x="5335992" y="3050878"/>
                        <a:ext cx="330200" cy="152400"/>
                      </a:xfrm>
                      <a:prstGeom prst="rect">
                        <a:avLst/>
                      </a:prstGeom>
                      <a:solidFill>
                        <a:schemeClr val="bg1"/>
                      </a:solidFill>
                    </p:spPr>
                  </p:pic>
                </p:oleObj>
              </mc:Fallback>
            </mc:AlternateContent>
          </a:graphicData>
        </a:graphic>
      </p:graphicFrame>
      <p:graphicFrame>
        <p:nvGraphicFramePr>
          <p:cNvPr id="33" name="Object 32">
            <a:extLst>
              <a:ext uri="{FF2B5EF4-FFF2-40B4-BE49-F238E27FC236}">
                <a16:creationId xmlns:a16="http://schemas.microsoft.com/office/drawing/2014/main" id="{7004070B-5924-D98C-1F9B-F39D4922ECF4}"/>
              </a:ext>
            </a:extLst>
          </p:cNvPr>
          <p:cNvGraphicFramePr>
            <a:graphicFrameLocks noChangeAspect="1"/>
          </p:cNvGraphicFramePr>
          <p:nvPr/>
        </p:nvGraphicFramePr>
        <p:xfrm>
          <a:off x="5896929" y="3041208"/>
          <a:ext cx="330200" cy="152400"/>
        </p:xfrm>
        <a:graphic>
          <a:graphicData uri="http://schemas.openxmlformats.org/presentationml/2006/ole">
            <mc:AlternateContent xmlns:mc="http://schemas.openxmlformats.org/markup-compatibility/2006">
              <mc:Choice xmlns:v="urn:schemas-microsoft-com:vml" Requires="v">
                <p:oleObj name="Equation" r:id="rId40" imgW="330120" imgH="152280" progId="Equation.DSMT4">
                  <p:embed/>
                </p:oleObj>
              </mc:Choice>
              <mc:Fallback>
                <p:oleObj name="Equation" r:id="rId40" imgW="330120" imgH="152280" progId="Equation.DSMT4">
                  <p:embed/>
                  <p:pic>
                    <p:nvPicPr>
                      <p:cNvPr id="33" name="Object 32">
                        <a:extLst>
                          <a:ext uri="{FF2B5EF4-FFF2-40B4-BE49-F238E27FC236}">
                            <a16:creationId xmlns:a16="http://schemas.microsoft.com/office/drawing/2014/main" id="{7004070B-5924-D98C-1F9B-F39D4922ECF4}"/>
                          </a:ext>
                        </a:extLst>
                      </p:cNvPr>
                      <p:cNvPicPr>
                        <a:picLocks noChangeAspect="1" noChangeArrowheads="1"/>
                      </p:cNvPicPr>
                      <p:nvPr/>
                    </p:nvPicPr>
                    <p:blipFill>
                      <a:blip r:embed="rId41"/>
                      <a:srcRect/>
                      <a:stretch>
                        <a:fillRect/>
                      </a:stretch>
                    </p:blipFill>
                    <p:spPr bwMode="auto">
                      <a:xfrm>
                        <a:off x="5896929" y="3041208"/>
                        <a:ext cx="330200" cy="152400"/>
                      </a:xfrm>
                      <a:prstGeom prst="rect">
                        <a:avLst/>
                      </a:prstGeom>
                      <a:solidFill>
                        <a:schemeClr val="bg1"/>
                      </a:solidFill>
                    </p:spPr>
                  </p:pic>
                </p:oleObj>
              </mc:Fallback>
            </mc:AlternateContent>
          </a:graphicData>
        </a:graphic>
      </p:graphicFrame>
      <p:graphicFrame>
        <p:nvGraphicFramePr>
          <p:cNvPr id="34" name="Object 33">
            <a:extLst>
              <a:ext uri="{FF2B5EF4-FFF2-40B4-BE49-F238E27FC236}">
                <a16:creationId xmlns:a16="http://schemas.microsoft.com/office/drawing/2014/main" id="{A5F71948-AB33-A250-2087-016016E43E10}"/>
              </a:ext>
            </a:extLst>
          </p:cNvPr>
          <p:cNvGraphicFramePr>
            <a:graphicFrameLocks noChangeAspect="1"/>
          </p:cNvGraphicFramePr>
          <p:nvPr/>
        </p:nvGraphicFramePr>
        <p:xfrm>
          <a:off x="6450810" y="3062487"/>
          <a:ext cx="330200" cy="152400"/>
        </p:xfrm>
        <a:graphic>
          <a:graphicData uri="http://schemas.openxmlformats.org/presentationml/2006/ole">
            <mc:AlternateContent xmlns:mc="http://schemas.openxmlformats.org/markup-compatibility/2006">
              <mc:Choice xmlns:v="urn:schemas-microsoft-com:vml" Requires="v">
                <p:oleObj name="Equation" r:id="rId42" imgW="330120" imgH="152280" progId="Equation.DSMT4">
                  <p:embed/>
                </p:oleObj>
              </mc:Choice>
              <mc:Fallback>
                <p:oleObj name="Equation" r:id="rId42" imgW="330120" imgH="152280" progId="Equation.DSMT4">
                  <p:embed/>
                  <p:pic>
                    <p:nvPicPr>
                      <p:cNvPr id="34" name="Object 33">
                        <a:extLst>
                          <a:ext uri="{FF2B5EF4-FFF2-40B4-BE49-F238E27FC236}">
                            <a16:creationId xmlns:a16="http://schemas.microsoft.com/office/drawing/2014/main" id="{A5F71948-AB33-A250-2087-016016E43E10}"/>
                          </a:ext>
                        </a:extLst>
                      </p:cNvPr>
                      <p:cNvPicPr>
                        <a:picLocks noChangeAspect="1" noChangeArrowheads="1"/>
                      </p:cNvPicPr>
                      <p:nvPr/>
                    </p:nvPicPr>
                    <p:blipFill>
                      <a:blip r:embed="rId43"/>
                      <a:srcRect/>
                      <a:stretch>
                        <a:fillRect/>
                      </a:stretch>
                    </p:blipFill>
                    <p:spPr bwMode="auto">
                      <a:xfrm>
                        <a:off x="6450810" y="3062487"/>
                        <a:ext cx="330200" cy="152400"/>
                      </a:xfrm>
                      <a:prstGeom prst="rect">
                        <a:avLst/>
                      </a:prstGeom>
                      <a:solidFill>
                        <a:schemeClr val="bg1"/>
                      </a:solidFill>
                    </p:spPr>
                  </p:pic>
                </p:oleObj>
              </mc:Fallback>
            </mc:AlternateContent>
          </a:graphicData>
        </a:graphic>
      </p:graphicFrame>
      <p:graphicFrame>
        <p:nvGraphicFramePr>
          <p:cNvPr id="35" name="Object 34">
            <a:extLst>
              <a:ext uri="{FF2B5EF4-FFF2-40B4-BE49-F238E27FC236}">
                <a16:creationId xmlns:a16="http://schemas.microsoft.com/office/drawing/2014/main" id="{4FC9033A-C37D-5993-219E-A47F093116DA}"/>
              </a:ext>
            </a:extLst>
          </p:cNvPr>
          <p:cNvGraphicFramePr>
            <a:graphicFrameLocks noChangeAspect="1"/>
          </p:cNvGraphicFramePr>
          <p:nvPr/>
        </p:nvGraphicFramePr>
        <p:xfrm>
          <a:off x="952471" y="3265505"/>
          <a:ext cx="114300" cy="139700"/>
        </p:xfrm>
        <a:graphic>
          <a:graphicData uri="http://schemas.openxmlformats.org/presentationml/2006/ole">
            <mc:AlternateContent xmlns:mc="http://schemas.openxmlformats.org/markup-compatibility/2006">
              <mc:Choice xmlns:v="urn:schemas-microsoft-com:vml" Requires="v">
                <p:oleObj name="Equation" r:id="rId44" imgW="114120" imgH="139680" progId="Equation.DSMT4">
                  <p:embed/>
                </p:oleObj>
              </mc:Choice>
              <mc:Fallback>
                <p:oleObj name="Equation" r:id="rId44" imgW="114120" imgH="139680" progId="Equation.DSMT4">
                  <p:embed/>
                  <p:pic>
                    <p:nvPicPr>
                      <p:cNvPr id="35" name="Object 34">
                        <a:extLst>
                          <a:ext uri="{FF2B5EF4-FFF2-40B4-BE49-F238E27FC236}">
                            <a16:creationId xmlns:a16="http://schemas.microsoft.com/office/drawing/2014/main" id="{4FC9033A-C37D-5993-219E-A47F093116DA}"/>
                          </a:ext>
                        </a:extLst>
                      </p:cNvPr>
                      <p:cNvPicPr>
                        <a:picLocks noChangeAspect="1" noChangeArrowheads="1"/>
                      </p:cNvPicPr>
                      <p:nvPr/>
                    </p:nvPicPr>
                    <p:blipFill>
                      <a:blip r:embed="rId45"/>
                      <a:srcRect/>
                      <a:stretch>
                        <a:fillRect/>
                      </a:stretch>
                    </p:blipFill>
                    <p:spPr bwMode="auto">
                      <a:xfrm>
                        <a:off x="952471" y="3265505"/>
                        <a:ext cx="114300" cy="139700"/>
                      </a:xfrm>
                      <a:prstGeom prst="rect">
                        <a:avLst/>
                      </a:prstGeom>
                      <a:solidFill>
                        <a:schemeClr val="bg1"/>
                      </a:solidFill>
                    </p:spPr>
                  </p:pic>
                </p:oleObj>
              </mc:Fallback>
            </mc:AlternateContent>
          </a:graphicData>
        </a:graphic>
      </p:graphicFrame>
      <p:graphicFrame>
        <p:nvGraphicFramePr>
          <p:cNvPr id="36" name="Object 35">
            <a:extLst>
              <a:ext uri="{FF2B5EF4-FFF2-40B4-BE49-F238E27FC236}">
                <a16:creationId xmlns:a16="http://schemas.microsoft.com/office/drawing/2014/main" id="{76EE0342-83A3-15D0-3A4A-26654916C06D}"/>
              </a:ext>
            </a:extLst>
          </p:cNvPr>
          <p:cNvGraphicFramePr>
            <a:graphicFrameLocks noChangeAspect="1"/>
          </p:cNvGraphicFramePr>
          <p:nvPr/>
        </p:nvGraphicFramePr>
        <p:xfrm>
          <a:off x="1470699" y="3276600"/>
          <a:ext cx="330200" cy="152400"/>
        </p:xfrm>
        <a:graphic>
          <a:graphicData uri="http://schemas.openxmlformats.org/presentationml/2006/ole">
            <mc:AlternateContent xmlns:mc="http://schemas.openxmlformats.org/markup-compatibility/2006">
              <mc:Choice xmlns:v="urn:schemas-microsoft-com:vml" Requires="v">
                <p:oleObj name="Equation" r:id="rId46" imgW="330120" imgH="152280" progId="Equation.DSMT4">
                  <p:embed/>
                </p:oleObj>
              </mc:Choice>
              <mc:Fallback>
                <p:oleObj name="Equation" r:id="rId46" imgW="330120" imgH="152280" progId="Equation.DSMT4">
                  <p:embed/>
                  <p:pic>
                    <p:nvPicPr>
                      <p:cNvPr id="36" name="Object 35">
                        <a:extLst>
                          <a:ext uri="{FF2B5EF4-FFF2-40B4-BE49-F238E27FC236}">
                            <a16:creationId xmlns:a16="http://schemas.microsoft.com/office/drawing/2014/main" id="{76EE0342-83A3-15D0-3A4A-26654916C06D}"/>
                          </a:ext>
                        </a:extLst>
                      </p:cNvPr>
                      <p:cNvPicPr>
                        <a:picLocks noChangeAspect="1" noChangeArrowheads="1"/>
                      </p:cNvPicPr>
                      <p:nvPr/>
                    </p:nvPicPr>
                    <p:blipFill>
                      <a:blip r:embed="rId47"/>
                      <a:srcRect/>
                      <a:stretch>
                        <a:fillRect/>
                      </a:stretch>
                    </p:blipFill>
                    <p:spPr bwMode="auto">
                      <a:xfrm>
                        <a:off x="1470699" y="3276600"/>
                        <a:ext cx="330200" cy="152400"/>
                      </a:xfrm>
                      <a:prstGeom prst="rect">
                        <a:avLst/>
                      </a:prstGeom>
                      <a:solidFill>
                        <a:schemeClr val="bg1"/>
                      </a:solidFill>
                    </p:spPr>
                  </p:pic>
                </p:oleObj>
              </mc:Fallback>
            </mc:AlternateContent>
          </a:graphicData>
        </a:graphic>
      </p:graphicFrame>
      <p:graphicFrame>
        <p:nvGraphicFramePr>
          <p:cNvPr id="37" name="Object 36">
            <a:extLst>
              <a:ext uri="{FF2B5EF4-FFF2-40B4-BE49-F238E27FC236}">
                <a16:creationId xmlns:a16="http://schemas.microsoft.com/office/drawing/2014/main" id="{4E311ABA-6C8E-8196-3D47-47E42A23F3CE}"/>
              </a:ext>
            </a:extLst>
          </p:cNvPr>
          <p:cNvGraphicFramePr>
            <a:graphicFrameLocks noChangeAspect="1"/>
          </p:cNvGraphicFramePr>
          <p:nvPr/>
        </p:nvGraphicFramePr>
        <p:xfrm>
          <a:off x="1965793" y="3300182"/>
          <a:ext cx="330200" cy="152400"/>
        </p:xfrm>
        <a:graphic>
          <a:graphicData uri="http://schemas.openxmlformats.org/presentationml/2006/ole">
            <mc:AlternateContent xmlns:mc="http://schemas.openxmlformats.org/markup-compatibility/2006">
              <mc:Choice xmlns:v="urn:schemas-microsoft-com:vml" Requires="v">
                <p:oleObj name="Equation" r:id="rId48" imgW="330120" imgH="152280" progId="Equation.DSMT4">
                  <p:embed/>
                </p:oleObj>
              </mc:Choice>
              <mc:Fallback>
                <p:oleObj name="Equation" r:id="rId48" imgW="330120" imgH="152280" progId="Equation.DSMT4">
                  <p:embed/>
                  <p:pic>
                    <p:nvPicPr>
                      <p:cNvPr id="37" name="Object 36">
                        <a:extLst>
                          <a:ext uri="{FF2B5EF4-FFF2-40B4-BE49-F238E27FC236}">
                            <a16:creationId xmlns:a16="http://schemas.microsoft.com/office/drawing/2014/main" id="{4E311ABA-6C8E-8196-3D47-47E42A23F3CE}"/>
                          </a:ext>
                        </a:extLst>
                      </p:cNvPr>
                      <p:cNvPicPr>
                        <a:picLocks noChangeAspect="1" noChangeArrowheads="1"/>
                      </p:cNvPicPr>
                      <p:nvPr/>
                    </p:nvPicPr>
                    <p:blipFill>
                      <a:blip r:embed="rId49"/>
                      <a:srcRect/>
                      <a:stretch>
                        <a:fillRect/>
                      </a:stretch>
                    </p:blipFill>
                    <p:spPr bwMode="auto">
                      <a:xfrm>
                        <a:off x="1965793" y="3300182"/>
                        <a:ext cx="330200" cy="152400"/>
                      </a:xfrm>
                      <a:prstGeom prst="rect">
                        <a:avLst/>
                      </a:prstGeom>
                      <a:solidFill>
                        <a:schemeClr val="bg1"/>
                      </a:solidFill>
                    </p:spPr>
                  </p:pic>
                </p:oleObj>
              </mc:Fallback>
            </mc:AlternateContent>
          </a:graphicData>
        </a:graphic>
      </p:graphicFrame>
      <p:graphicFrame>
        <p:nvGraphicFramePr>
          <p:cNvPr id="38" name="Object 37">
            <a:extLst>
              <a:ext uri="{FF2B5EF4-FFF2-40B4-BE49-F238E27FC236}">
                <a16:creationId xmlns:a16="http://schemas.microsoft.com/office/drawing/2014/main" id="{22C00283-29C6-0585-305F-862D4C90117D}"/>
              </a:ext>
            </a:extLst>
          </p:cNvPr>
          <p:cNvGraphicFramePr>
            <a:graphicFrameLocks noChangeAspect="1"/>
          </p:cNvGraphicFramePr>
          <p:nvPr/>
        </p:nvGraphicFramePr>
        <p:xfrm>
          <a:off x="2536701" y="3299428"/>
          <a:ext cx="317500" cy="152400"/>
        </p:xfrm>
        <a:graphic>
          <a:graphicData uri="http://schemas.openxmlformats.org/presentationml/2006/ole">
            <mc:AlternateContent xmlns:mc="http://schemas.openxmlformats.org/markup-compatibility/2006">
              <mc:Choice xmlns:v="urn:schemas-microsoft-com:vml" Requires="v">
                <p:oleObj name="Equation" r:id="rId50" imgW="317160" imgH="152280" progId="Equation.DSMT4">
                  <p:embed/>
                </p:oleObj>
              </mc:Choice>
              <mc:Fallback>
                <p:oleObj name="Equation" r:id="rId50" imgW="317160" imgH="152280" progId="Equation.DSMT4">
                  <p:embed/>
                  <p:pic>
                    <p:nvPicPr>
                      <p:cNvPr id="38" name="Object 37">
                        <a:extLst>
                          <a:ext uri="{FF2B5EF4-FFF2-40B4-BE49-F238E27FC236}">
                            <a16:creationId xmlns:a16="http://schemas.microsoft.com/office/drawing/2014/main" id="{22C00283-29C6-0585-305F-862D4C90117D}"/>
                          </a:ext>
                        </a:extLst>
                      </p:cNvPr>
                      <p:cNvPicPr>
                        <a:picLocks noChangeAspect="1" noChangeArrowheads="1"/>
                      </p:cNvPicPr>
                      <p:nvPr/>
                    </p:nvPicPr>
                    <p:blipFill>
                      <a:blip r:embed="rId51"/>
                      <a:srcRect/>
                      <a:stretch>
                        <a:fillRect/>
                      </a:stretch>
                    </p:blipFill>
                    <p:spPr bwMode="auto">
                      <a:xfrm>
                        <a:off x="2536701" y="3299428"/>
                        <a:ext cx="317500" cy="152400"/>
                      </a:xfrm>
                      <a:prstGeom prst="rect">
                        <a:avLst/>
                      </a:prstGeom>
                      <a:solidFill>
                        <a:schemeClr val="bg1"/>
                      </a:solidFill>
                    </p:spPr>
                  </p:pic>
                </p:oleObj>
              </mc:Fallback>
            </mc:AlternateContent>
          </a:graphicData>
        </a:graphic>
      </p:graphicFrame>
      <p:graphicFrame>
        <p:nvGraphicFramePr>
          <p:cNvPr id="39" name="Object 38">
            <a:extLst>
              <a:ext uri="{FF2B5EF4-FFF2-40B4-BE49-F238E27FC236}">
                <a16:creationId xmlns:a16="http://schemas.microsoft.com/office/drawing/2014/main" id="{999807D7-5343-BCFB-B439-9C142CBBE204}"/>
              </a:ext>
            </a:extLst>
          </p:cNvPr>
          <p:cNvGraphicFramePr>
            <a:graphicFrameLocks noChangeAspect="1"/>
          </p:cNvGraphicFramePr>
          <p:nvPr/>
        </p:nvGraphicFramePr>
        <p:xfrm>
          <a:off x="3087970" y="3285562"/>
          <a:ext cx="330200" cy="152400"/>
        </p:xfrm>
        <a:graphic>
          <a:graphicData uri="http://schemas.openxmlformats.org/presentationml/2006/ole">
            <mc:AlternateContent xmlns:mc="http://schemas.openxmlformats.org/markup-compatibility/2006">
              <mc:Choice xmlns:v="urn:schemas-microsoft-com:vml" Requires="v">
                <p:oleObj name="Equation" r:id="rId52" imgW="330120" imgH="152280" progId="Equation.DSMT4">
                  <p:embed/>
                </p:oleObj>
              </mc:Choice>
              <mc:Fallback>
                <p:oleObj name="Equation" r:id="rId52" imgW="330120" imgH="152280" progId="Equation.DSMT4">
                  <p:embed/>
                  <p:pic>
                    <p:nvPicPr>
                      <p:cNvPr id="39" name="Object 38">
                        <a:extLst>
                          <a:ext uri="{FF2B5EF4-FFF2-40B4-BE49-F238E27FC236}">
                            <a16:creationId xmlns:a16="http://schemas.microsoft.com/office/drawing/2014/main" id="{999807D7-5343-BCFB-B439-9C142CBBE204}"/>
                          </a:ext>
                        </a:extLst>
                      </p:cNvPr>
                      <p:cNvPicPr>
                        <a:picLocks noChangeAspect="1" noChangeArrowheads="1"/>
                      </p:cNvPicPr>
                      <p:nvPr/>
                    </p:nvPicPr>
                    <p:blipFill>
                      <a:blip r:embed="rId53"/>
                      <a:srcRect/>
                      <a:stretch>
                        <a:fillRect/>
                      </a:stretch>
                    </p:blipFill>
                    <p:spPr bwMode="auto">
                      <a:xfrm>
                        <a:off x="3087970" y="3285562"/>
                        <a:ext cx="330200" cy="152400"/>
                      </a:xfrm>
                      <a:prstGeom prst="rect">
                        <a:avLst/>
                      </a:prstGeom>
                      <a:solidFill>
                        <a:schemeClr val="bg1"/>
                      </a:solidFill>
                    </p:spPr>
                  </p:pic>
                </p:oleObj>
              </mc:Fallback>
            </mc:AlternateContent>
          </a:graphicData>
        </a:graphic>
      </p:graphicFrame>
      <p:graphicFrame>
        <p:nvGraphicFramePr>
          <p:cNvPr id="40" name="Object 39">
            <a:extLst>
              <a:ext uri="{FF2B5EF4-FFF2-40B4-BE49-F238E27FC236}">
                <a16:creationId xmlns:a16="http://schemas.microsoft.com/office/drawing/2014/main" id="{C25C6FE0-C2D9-955F-1898-20153F2170D2}"/>
              </a:ext>
            </a:extLst>
          </p:cNvPr>
          <p:cNvGraphicFramePr>
            <a:graphicFrameLocks noChangeAspect="1"/>
          </p:cNvGraphicFramePr>
          <p:nvPr/>
        </p:nvGraphicFramePr>
        <p:xfrm>
          <a:off x="3666010" y="3268962"/>
          <a:ext cx="317500" cy="152400"/>
        </p:xfrm>
        <a:graphic>
          <a:graphicData uri="http://schemas.openxmlformats.org/presentationml/2006/ole">
            <mc:AlternateContent xmlns:mc="http://schemas.openxmlformats.org/markup-compatibility/2006">
              <mc:Choice xmlns:v="urn:schemas-microsoft-com:vml" Requires="v">
                <p:oleObj name="Equation" r:id="rId54" imgW="317160" imgH="152280" progId="Equation.DSMT4">
                  <p:embed/>
                </p:oleObj>
              </mc:Choice>
              <mc:Fallback>
                <p:oleObj name="Equation" r:id="rId54" imgW="317160" imgH="152280" progId="Equation.DSMT4">
                  <p:embed/>
                  <p:pic>
                    <p:nvPicPr>
                      <p:cNvPr id="40" name="Object 39">
                        <a:extLst>
                          <a:ext uri="{FF2B5EF4-FFF2-40B4-BE49-F238E27FC236}">
                            <a16:creationId xmlns:a16="http://schemas.microsoft.com/office/drawing/2014/main" id="{C25C6FE0-C2D9-955F-1898-20153F2170D2}"/>
                          </a:ext>
                        </a:extLst>
                      </p:cNvPr>
                      <p:cNvPicPr>
                        <a:picLocks noChangeAspect="1" noChangeArrowheads="1"/>
                      </p:cNvPicPr>
                      <p:nvPr/>
                    </p:nvPicPr>
                    <p:blipFill>
                      <a:blip r:embed="rId55"/>
                      <a:srcRect/>
                      <a:stretch>
                        <a:fillRect/>
                      </a:stretch>
                    </p:blipFill>
                    <p:spPr bwMode="auto">
                      <a:xfrm>
                        <a:off x="3666010" y="3268962"/>
                        <a:ext cx="317500" cy="152400"/>
                      </a:xfrm>
                      <a:prstGeom prst="rect">
                        <a:avLst/>
                      </a:prstGeom>
                      <a:solidFill>
                        <a:schemeClr val="bg1"/>
                      </a:solidFill>
                    </p:spPr>
                  </p:pic>
                </p:oleObj>
              </mc:Fallback>
            </mc:AlternateContent>
          </a:graphicData>
        </a:graphic>
      </p:graphicFrame>
      <p:graphicFrame>
        <p:nvGraphicFramePr>
          <p:cNvPr id="41" name="Object 40">
            <a:extLst>
              <a:ext uri="{FF2B5EF4-FFF2-40B4-BE49-F238E27FC236}">
                <a16:creationId xmlns:a16="http://schemas.microsoft.com/office/drawing/2014/main" id="{4A7A8A45-D382-3B97-2EBA-2CE31E5B559E}"/>
              </a:ext>
            </a:extLst>
          </p:cNvPr>
          <p:cNvGraphicFramePr>
            <a:graphicFrameLocks noChangeAspect="1"/>
          </p:cNvGraphicFramePr>
          <p:nvPr/>
        </p:nvGraphicFramePr>
        <p:xfrm>
          <a:off x="4214738" y="3278108"/>
          <a:ext cx="330200" cy="152400"/>
        </p:xfrm>
        <a:graphic>
          <a:graphicData uri="http://schemas.openxmlformats.org/presentationml/2006/ole">
            <mc:AlternateContent xmlns:mc="http://schemas.openxmlformats.org/markup-compatibility/2006">
              <mc:Choice xmlns:v="urn:schemas-microsoft-com:vml" Requires="v">
                <p:oleObj name="Equation" r:id="rId56" imgW="330120" imgH="152280" progId="Equation.DSMT4">
                  <p:embed/>
                </p:oleObj>
              </mc:Choice>
              <mc:Fallback>
                <p:oleObj name="Equation" r:id="rId56" imgW="330120" imgH="152280" progId="Equation.DSMT4">
                  <p:embed/>
                  <p:pic>
                    <p:nvPicPr>
                      <p:cNvPr id="41" name="Object 40">
                        <a:extLst>
                          <a:ext uri="{FF2B5EF4-FFF2-40B4-BE49-F238E27FC236}">
                            <a16:creationId xmlns:a16="http://schemas.microsoft.com/office/drawing/2014/main" id="{4A7A8A45-D382-3B97-2EBA-2CE31E5B559E}"/>
                          </a:ext>
                        </a:extLst>
                      </p:cNvPr>
                      <p:cNvPicPr>
                        <a:picLocks noChangeAspect="1" noChangeArrowheads="1"/>
                      </p:cNvPicPr>
                      <p:nvPr/>
                    </p:nvPicPr>
                    <p:blipFill>
                      <a:blip r:embed="rId57"/>
                      <a:srcRect/>
                      <a:stretch>
                        <a:fillRect/>
                      </a:stretch>
                    </p:blipFill>
                    <p:spPr bwMode="auto">
                      <a:xfrm>
                        <a:off x="4214738" y="3278108"/>
                        <a:ext cx="330200" cy="152400"/>
                      </a:xfrm>
                      <a:prstGeom prst="rect">
                        <a:avLst/>
                      </a:prstGeom>
                      <a:solidFill>
                        <a:schemeClr val="bg1"/>
                      </a:solidFill>
                    </p:spPr>
                  </p:pic>
                </p:oleObj>
              </mc:Fallback>
            </mc:AlternateContent>
          </a:graphicData>
        </a:graphic>
      </p:graphicFrame>
      <p:graphicFrame>
        <p:nvGraphicFramePr>
          <p:cNvPr id="42" name="Object 41">
            <a:extLst>
              <a:ext uri="{FF2B5EF4-FFF2-40B4-BE49-F238E27FC236}">
                <a16:creationId xmlns:a16="http://schemas.microsoft.com/office/drawing/2014/main" id="{9BE6128D-2313-664B-B2B4-E47DCDB87B8F}"/>
              </a:ext>
            </a:extLst>
          </p:cNvPr>
          <p:cNvGraphicFramePr>
            <a:graphicFrameLocks noChangeAspect="1"/>
          </p:cNvGraphicFramePr>
          <p:nvPr/>
        </p:nvGraphicFramePr>
        <p:xfrm>
          <a:off x="4816806" y="3276600"/>
          <a:ext cx="317500" cy="152400"/>
        </p:xfrm>
        <a:graphic>
          <a:graphicData uri="http://schemas.openxmlformats.org/presentationml/2006/ole">
            <mc:AlternateContent xmlns:mc="http://schemas.openxmlformats.org/markup-compatibility/2006">
              <mc:Choice xmlns:v="urn:schemas-microsoft-com:vml" Requires="v">
                <p:oleObj name="Equation" r:id="rId58" imgW="317160" imgH="152280" progId="Equation.DSMT4">
                  <p:embed/>
                </p:oleObj>
              </mc:Choice>
              <mc:Fallback>
                <p:oleObj name="Equation" r:id="rId58" imgW="317160" imgH="152280" progId="Equation.DSMT4">
                  <p:embed/>
                  <p:pic>
                    <p:nvPicPr>
                      <p:cNvPr id="42" name="Object 41">
                        <a:extLst>
                          <a:ext uri="{FF2B5EF4-FFF2-40B4-BE49-F238E27FC236}">
                            <a16:creationId xmlns:a16="http://schemas.microsoft.com/office/drawing/2014/main" id="{9BE6128D-2313-664B-B2B4-E47DCDB87B8F}"/>
                          </a:ext>
                        </a:extLst>
                      </p:cNvPr>
                      <p:cNvPicPr>
                        <a:picLocks noChangeAspect="1" noChangeArrowheads="1"/>
                      </p:cNvPicPr>
                      <p:nvPr/>
                    </p:nvPicPr>
                    <p:blipFill>
                      <a:blip r:embed="rId59"/>
                      <a:srcRect/>
                      <a:stretch>
                        <a:fillRect/>
                      </a:stretch>
                    </p:blipFill>
                    <p:spPr bwMode="auto">
                      <a:xfrm>
                        <a:off x="4816806" y="3276600"/>
                        <a:ext cx="317500" cy="152400"/>
                      </a:xfrm>
                      <a:prstGeom prst="rect">
                        <a:avLst/>
                      </a:prstGeom>
                      <a:solidFill>
                        <a:schemeClr val="bg1"/>
                      </a:solidFill>
                    </p:spPr>
                  </p:pic>
                </p:oleObj>
              </mc:Fallback>
            </mc:AlternateContent>
          </a:graphicData>
        </a:graphic>
      </p:graphicFrame>
      <p:graphicFrame>
        <p:nvGraphicFramePr>
          <p:cNvPr id="43" name="Object 42">
            <a:extLst>
              <a:ext uri="{FF2B5EF4-FFF2-40B4-BE49-F238E27FC236}">
                <a16:creationId xmlns:a16="http://schemas.microsoft.com/office/drawing/2014/main" id="{672C3273-0B2B-A759-555B-D10579098BE9}"/>
              </a:ext>
            </a:extLst>
          </p:cNvPr>
          <p:cNvGraphicFramePr>
            <a:graphicFrameLocks noChangeAspect="1"/>
          </p:cNvGraphicFramePr>
          <p:nvPr/>
        </p:nvGraphicFramePr>
        <p:xfrm>
          <a:off x="5324894" y="3277169"/>
          <a:ext cx="330200" cy="152400"/>
        </p:xfrm>
        <a:graphic>
          <a:graphicData uri="http://schemas.openxmlformats.org/presentationml/2006/ole">
            <mc:AlternateContent xmlns:mc="http://schemas.openxmlformats.org/markup-compatibility/2006">
              <mc:Choice xmlns:v="urn:schemas-microsoft-com:vml" Requires="v">
                <p:oleObj name="Equation" r:id="rId60" imgW="330120" imgH="152280" progId="Equation.DSMT4">
                  <p:embed/>
                </p:oleObj>
              </mc:Choice>
              <mc:Fallback>
                <p:oleObj name="Equation" r:id="rId60" imgW="330120" imgH="152280" progId="Equation.DSMT4">
                  <p:embed/>
                  <p:pic>
                    <p:nvPicPr>
                      <p:cNvPr id="43" name="Object 42">
                        <a:extLst>
                          <a:ext uri="{FF2B5EF4-FFF2-40B4-BE49-F238E27FC236}">
                            <a16:creationId xmlns:a16="http://schemas.microsoft.com/office/drawing/2014/main" id="{672C3273-0B2B-A759-555B-D10579098BE9}"/>
                          </a:ext>
                        </a:extLst>
                      </p:cNvPr>
                      <p:cNvPicPr>
                        <a:picLocks noChangeAspect="1" noChangeArrowheads="1"/>
                      </p:cNvPicPr>
                      <p:nvPr/>
                    </p:nvPicPr>
                    <p:blipFill>
                      <a:blip r:embed="rId61"/>
                      <a:srcRect/>
                      <a:stretch>
                        <a:fillRect/>
                      </a:stretch>
                    </p:blipFill>
                    <p:spPr bwMode="auto">
                      <a:xfrm>
                        <a:off x="5324894" y="3277169"/>
                        <a:ext cx="330200" cy="152400"/>
                      </a:xfrm>
                      <a:prstGeom prst="rect">
                        <a:avLst/>
                      </a:prstGeom>
                      <a:solidFill>
                        <a:schemeClr val="bg1"/>
                      </a:solidFill>
                    </p:spPr>
                  </p:pic>
                </p:oleObj>
              </mc:Fallback>
            </mc:AlternateContent>
          </a:graphicData>
        </a:graphic>
      </p:graphicFrame>
      <p:graphicFrame>
        <p:nvGraphicFramePr>
          <p:cNvPr id="44" name="Object 43">
            <a:extLst>
              <a:ext uri="{FF2B5EF4-FFF2-40B4-BE49-F238E27FC236}">
                <a16:creationId xmlns:a16="http://schemas.microsoft.com/office/drawing/2014/main" id="{A39BF023-5D9F-BCB4-EDF0-841A65C76E5B}"/>
              </a:ext>
            </a:extLst>
          </p:cNvPr>
          <p:cNvGraphicFramePr>
            <a:graphicFrameLocks noChangeAspect="1"/>
          </p:cNvGraphicFramePr>
          <p:nvPr/>
        </p:nvGraphicFramePr>
        <p:xfrm>
          <a:off x="5886322" y="3285562"/>
          <a:ext cx="330200" cy="152400"/>
        </p:xfrm>
        <a:graphic>
          <a:graphicData uri="http://schemas.openxmlformats.org/presentationml/2006/ole">
            <mc:AlternateContent xmlns:mc="http://schemas.openxmlformats.org/markup-compatibility/2006">
              <mc:Choice xmlns:v="urn:schemas-microsoft-com:vml" Requires="v">
                <p:oleObj name="Equation" r:id="rId62" imgW="330120" imgH="152280" progId="Equation.DSMT4">
                  <p:embed/>
                </p:oleObj>
              </mc:Choice>
              <mc:Fallback>
                <p:oleObj name="Equation" r:id="rId62" imgW="330120" imgH="152280" progId="Equation.DSMT4">
                  <p:embed/>
                  <p:pic>
                    <p:nvPicPr>
                      <p:cNvPr id="44" name="Object 43">
                        <a:extLst>
                          <a:ext uri="{FF2B5EF4-FFF2-40B4-BE49-F238E27FC236}">
                            <a16:creationId xmlns:a16="http://schemas.microsoft.com/office/drawing/2014/main" id="{A39BF023-5D9F-BCB4-EDF0-841A65C76E5B}"/>
                          </a:ext>
                        </a:extLst>
                      </p:cNvPr>
                      <p:cNvPicPr>
                        <a:picLocks noChangeAspect="1" noChangeArrowheads="1"/>
                      </p:cNvPicPr>
                      <p:nvPr/>
                    </p:nvPicPr>
                    <p:blipFill>
                      <a:blip r:embed="rId63"/>
                      <a:srcRect/>
                      <a:stretch>
                        <a:fillRect/>
                      </a:stretch>
                    </p:blipFill>
                    <p:spPr bwMode="auto">
                      <a:xfrm>
                        <a:off x="5886322" y="3285562"/>
                        <a:ext cx="330200" cy="152400"/>
                      </a:xfrm>
                      <a:prstGeom prst="rect">
                        <a:avLst/>
                      </a:prstGeom>
                      <a:solidFill>
                        <a:schemeClr val="bg1"/>
                      </a:solidFill>
                    </p:spPr>
                  </p:pic>
                </p:oleObj>
              </mc:Fallback>
            </mc:AlternateContent>
          </a:graphicData>
        </a:graphic>
      </p:graphicFrame>
      <p:graphicFrame>
        <p:nvGraphicFramePr>
          <p:cNvPr id="45" name="Object 44">
            <a:extLst>
              <a:ext uri="{FF2B5EF4-FFF2-40B4-BE49-F238E27FC236}">
                <a16:creationId xmlns:a16="http://schemas.microsoft.com/office/drawing/2014/main" id="{E9CEFB56-DF2B-B223-AE9F-315572F0DDB4}"/>
              </a:ext>
            </a:extLst>
          </p:cNvPr>
          <p:cNvGraphicFramePr>
            <a:graphicFrameLocks noChangeAspect="1"/>
          </p:cNvGraphicFramePr>
          <p:nvPr/>
        </p:nvGraphicFramePr>
        <p:xfrm>
          <a:off x="6463510" y="3296990"/>
          <a:ext cx="317500" cy="152400"/>
        </p:xfrm>
        <a:graphic>
          <a:graphicData uri="http://schemas.openxmlformats.org/presentationml/2006/ole">
            <mc:AlternateContent xmlns:mc="http://schemas.openxmlformats.org/markup-compatibility/2006">
              <mc:Choice xmlns:v="urn:schemas-microsoft-com:vml" Requires="v">
                <p:oleObj name="Equation" r:id="rId64" imgW="317160" imgH="152280" progId="Equation.DSMT4">
                  <p:embed/>
                </p:oleObj>
              </mc:Choice>
              <mc:Fallback>
                <p:oleObj name="Equation" r:id="rId64" imgW="317160" imgH="152280" progId="Equation.DSMT4">
                  <p:embed/>
                  <p:pic>
                    <p:nvPicPr>
                      <p:cNvPr id="45" name="Object 44">
                        <a:extLst>
                          <a:ext uri="{FF2B5EF4-FFF2-40B4-BE49-F238E27FC236}">
                            <a16:creationId xmlns:a16="http://schemas.microsoft.com/office/drawing/2014/main" id="{E9CEFB56-DF2B-B223-AE9F-315572F0DDB4}"/>
                          </a:ext>
                        </a:extLst>
                      </p:cNvPr>
                      <p:cNvPicPr>
                        <a:picLocks noChangeAspect="1" noChangeArrowheads="1"/>
                      </p:cNvPicPr>
                      <p:nvPr/>
                    </p:nvPicPr>
                    <p:blipFill>
                      <a:blip r:embed="rId65"/>
                      <a:srcRect/>
                      <a:stretch>
                        <a:fillRect/>
                      </a:stretch>
                    </p:blipFill>
                    <p:spPr bwMode="auto">
                      <a:xfrm>
                        <a:off x="6463510" y="3296990"/>
                        <a:ext cx="317500" cy="152400"/>
                      </a:xfrm>
                      <a:prstGeom prst="rect">
                        <a:avLst/>
                      </a:prstGeom>
                      <a:solidFill>
                        <a:schemeClr val="bg1"/>
                      </a:solidFill>
                    </p:spPr>
                  </p:pic>
                </p:oleObj>
              </mc:Fallback>
            </mc:AlternateContent>
          </a:graphicData>
        </a:graphic>
      </p:graphicFrame>
      <p:graphicFrame>
        <p:nvGraphicFramePr>
          <p:cNvPr id="46" name="Object 45">
            <a:extLst>
              <a:ext uri="{FF2B5EF4-FFF2-40B4-BE49-F238E27FC236}">
                <a16:creationId xmlns:a16="http://schemas.microsoft.com/office/drawing/2014/main" id="{67C5C53B-E26D-716E-AA04-63249CFC2053}"/>
              </a:ext>
            </a:extLst>
          </p:cNvPr>
          <p:cNvGraphicFramePr>
            <a:graphicFrameLocks noChangeAspect="1"/>
          </p:cNvGraphicFramePr>
          <p:nvPr/>
        </p:nvGraphicFramePr>
        <p:xfrm>
          <a:off x="971521" y="3538809"/>
          <a:ext cx="101600" cy="152400"/>
        </p:xfrm>
        <a:graphic>
          <a:graphicData uri="http://schemas.openxmlformats.org/presentationml/2006/ole">
            <mc:AlternateContent xmlns:mc="http://schemas.openxmlformats.org/markup-compatibility/2006">
              <mc:Choice xmlns:v="urn:schemas-microsoft-com:vml" Requires="v">
                <p:oleObj name="Equation" r:id="rId66" imgW="101520" imgH="152280" progId="Equation.DSMT4">
                  <p:embed/>
                </p:oleObj>
              </mc:Choice>
              <mc:Fallback>
                <p:oleObj name="Equation" r:id="rId66" imgW="101520" imgH="152280" progId="Equation.DSMT4">
                  <p:embed/>
                  <p:pic>
                    <p:nvPicPr>
                      <p:cNvPr id="46" name="Object 45">
                        <a:extLst>
                          <a:ext uri="{FF2B5EF4-FFF2-40B4-BE49-F238E27FC236}">
                            <a16:creationId xmlns:a16="http://schemas.microsoft.com/office/drawing/2014/main" id="{67C5C53B-E26D-716E-AA04-63249CFC2053}"/>
                          </a:ext>
                        </a:extLst>
                      </p:cNvPr>
                      <p:cNvPicPr>
                        <a:picLocks noChangeAspect="1" noChangeArrowheads="1"/>
                      </p:cNvPicPr>
                      <p:nvPr/>
                    </p:nvPicPr>
                    <p:blipFill>
                      <a:blip r:embed="rId67"/>
                      <a:srcRect/>
                      <a:stretch>
                        <a:fillRect/>
                      </a:stretch>
                    </p:blipFill>
                    <p:spPr bwMode="auto">
                      <a:xfrm>
                        <a:off x="971521" y="3538809"/>
                        <a:ext cx="101600" cy="152400"/>
                      </a:xfrm>
                      <a:prstGeom prst="rect">
                        <a:avLst/>
                      </a:prstGeom>
                      <a:solidFill>
                        <a:schemeClr val="bg1"/>
                      </a:solidFill>
                    </p:spPr>
                  </p:pic>
                </p:oleObj>
              </mc:Fallback>
            </mc:AlternateContent>
          </a:graphicData>
        </a:graphic>
      </p:graphicFrame>
      <p:graphicFrame>
        <p:nvGraphicFramePr>
          <p:cNvPr id="47" name="Object 46">
            <a:extLst>
              <a:ext uri="{FF2B5EF4-FFF2-40B4-BE49-F238E27FC236}">
                <a16:creationId xmlns:a16="http://schemas.microsoft.com/office/drawing/2014/main" id="{02B2DD1F-5570-EF92-C82F-FB8EE40C2505}"/>
              </a:ext>
            </a:extLst>
          </p:cNvPr>
          <p:cNvGraphicFramePr>
            <a:graphicFrameLocks noChangeAspect="1"/>
          </p:cNvGraphicFramePr>
          <p:nvPr/>
        </p:nvGraphicFramePr>
        <p:xfrm>
          <a:off x="1470625" y="3538809"/>
          <a:ext cx="330200" cy="152400"/>
        </p:xfrm>
        <a:graphic>
          <a:graphicData uri="http://schemas.openxmlformats.org/presentationml/2006/ole">
            <mc:AlternateContent xmlns:mc="http://schemas.openxmlformats.org/markup-compatibility/2006">
              <mc:Choice xmlns:v="urn:schemas-microsoft-com:vml" Requires="v">
                <p:oleObj name="Equation" r:id="rId68" imgW="330120" imgH="152280" progId="Equation.DSMT4">
                  <p:embed/>
                </p:oleObj>
              </mc:Choice>
              <mc:Fallback>
                <p:oleObj name="Equation" r:id="rId68" imgW="330120" imgH="152280" progId="Equation.DSMT4">
                  <p:embed/>
                  <p:pic>
                    <p:nvPicPr>
                      <p:cNvPr id="47" name="Object 46">
                        <a:extLst>
                          <a:ext uri="{FF2B5EF4-FFF2-40B4-BE49-F238E27FC236}">
                            <a16:creationId xmlns:a16="http://schemas.microsoft.com/office/drawing/2014/main" id="{02B2DD1F-5570-EF92-C82F-FB8EE40C2505}"/>
                          </a:ext>
                        </a:extLst>
                      </p:cNvPr>
                      <p:cNvPicPr>
                        <a:picLocks noChangeAspect="1" noChangeArrowheads="1"/>
                      </p:cNvPicPr>
                      <p:nvPr/>
                    </p:nvPicPr>
                    <p:blipFill>
                      <a:blip r:embed="rId69"/>
                      <a:srcRect/>
                      <a:stretch>
                        <a:fillRect/>
                      </a:stretch>
                    </p:blipFill>
                    <p:spPr bwMode="auto">
                      <a:xfrm>
                        <a:off x="1470625" y="3538809"/>
                        <a:ext cx="330200" cy="152400"/>
                      </a:xfrm>
                      <a:prstGeom prst="rect">
                        <a:avLst/>
                      </a:prstGeom>
                      <a:solidFill>
                        <a:schemeClr val="bg1"/>
                      </a:solidFill>
                    </p:spPr>
                  </p:pic>
                </p:oleObj>
              </mc:Fallback>
            </mc:AlternateContent>
          </a:graphicData>
        </a:graphic>
      </p:graphicFrame>
      <p:graphicFrame>
        <p:nvGraphicFramePr>
          <p:cNvPr id="48" name="Object 47">
            <a:extLst>
              <a:ext uri="{FF2B5EF4-FFF2-40B4-BE49-F238E27FC236}">
                <a16:creationId xmlns:a16="http://schemas.microsoft.com/office/drawing/2014/main" id="{5B4EA02D-006D-C391-5300-3C665AA2E51E}"/>
              </a:ext>
            </a:extLst>
          </p:cNvPr>
          <p:cNvGraphicFramePr>
            <a:graphicFrameLocks noChangeAspect="1"/>
          </p:cNvGraphicFramePr>
          <p:nvPr/>
        </p:nvGraphicFramePr>
        <p:xfrm>
          <a:off x="1984841" y="3529756"/>
          <a:ext cx="330200" cy="152400"/>
        </p:xfrm>
        <a:graphic>
          <a:graphicData uri="http://schemas.openxmlformats.org/presentationml/2006/ole">
            <mc:AlternateContent xmlns:mc="http://schemas.openxmlformats.org/markup-compatibility/2006">
              <mc:Choice xmlns:v="urn:schemas-microsoft-com:vml" Requires="v">
                <p:oleObj name="Equation" r:id="rId70" imgW="330120" imgH="152280" progId="Equation.DSMT4">
                  <p:embed/>
                </p:oleObj>
              </mc:Choice>
              <mc:Fallback>
                <p:oleObj name="Equation" r:id="rId70" imgW="330120" imgH="152280" progId="Equation.DSMT4">
                  <p:embed/>
                  <p:pic>
                    <p:nvPicPr>
                      <p:cNvPr id="48" name="Object 47">
                        <a:extLst>
                          <a:ext uri="{FF2B5EF4-FFF2-40B4-BE49-F238E27FC236}">
                            <a16:creationId xmlns:a16="http://schemas.microsoft.com/office/drawing/2014/main" id="{5B4EA02D-006D-C391-5300-3C665AA2E51E}"/>
                          </a:ext>
                        </a:extLst>
                      </p:cNvPr>
                      <p:cNvPicPr>
                        <a:picLocks noChangeAspect="1" noChangeArrowheads="1"/>
                      </p:cNvPicPr>
                      <p:nvPr/>
                    </p:nvPicPr>
                    <p:blipFill>
                      <a:blip r:embed="rId71"/>
                      <a:srcRect/>
                      <a:stretch>
                        <a:fillRect/>
                      </a:stretch>
                    </p:blipFill>
                    <p:spPr bwMode="auto">
                      <a:xfrm>
                        <a:off x="1984841" y="3529756"/>
                        <a:ext cx="330200" cy="152400"/>
                      </a:xfrm>
                      <a:prstGeom prst="rect">
                        <a:avLst/>
                      </a:prstGeom>
                      <a:solidFill>
                        <a:schemeClr val="bg1"/>
                      </a:solidFill>
                    </p:spPr>
                  </p:pic>
                </p:oleObj>
              </mc:Fallback>
            </mc:AlternateContent>
          </a:graphicData>
        </a:graphic>
      </p:graphicFrame>
      <p:graphicFrame>
        <p:nvGraphicFramePr>
          <p:cNvPr id="49" name="Object 48">
            <a:extLst>
              <a:ext uri="{FF2B5EF4-FFF2-40B4-BE49-F238E27FC236}">
                <a16:creationId xmlns:a16="http://schemas.microsoft.com/office/drawing/2014/main" id="{6C647B78-A942-DC57-9648-A33178F9078B}"/>
              </a:ext>
            </a:extLst>
          </p:cNvPr>
          <p:cNvGraphicFramePr>
            <a:graphicFrameLocks noChangeAspect="1"/>
          </p:cNvGraphicFramePr>
          <p:nvPr/>
        </p:nvGraphicFramePr>
        <p:xfrm>
          <a:off x="2547445" y="3504578"/>
          <a:ext cx="330200" cy="152400"/>
        </p:xfrm>
        <a:graphic>
          <a:graphicData uri="http://schemas.openxmlformats.org/presentationml/2006/ole">
            <mc:AlternateContent xmlns:mc="http://schemas.openxmlformats.org/markup-compatibility/2006">
              <mc:Choice xmlns:v="urn:schemas-microsoft-com:vml" Requires="v">
                <p:oleObj name="Equation" r:id="rId72" imgW="330120" imgH="152280" progId="Equation.DSMT4">
                  <p:embed/>
                </p:oleObj>
              </mc:Choice>
              <mc:Fallback>
                <p:oleObj name="Equation" r:id="rId72" imgW="330120" imgH="152280" progId="Equation.DSMT4">
                  <p:embed/>
                  <p:pic>
                    <p:nvPicPr>
                      <p:cNvPr id="49" name="Object 48">
                        <a:extLst>
                          <a:ext uri="{FF2B5EF4-FFF2-40B4-BE49-F238E27FC236}">
                            <a16:creationId xmlns:a16="http://schemas.microsoft.com/office/drawing/2014/main" id="{6C647B78-A942-DC57-9648-A33178F9078B}"/>
                          </a:ext>
                        </a:extLst>
                      </p:cNvPr>
                      <p:cNvPicPr>
                        <a:picLocks noChangeAspect="1" noChangeArrowheads="1"/>
                      </p:cNvPicPr>
                      <p:nvPr/>
                    </p:nvPicPr>
                    <p:blipFill>
                      <a:blip r:embed="rId73"/>
                      <a:srcRect/>
                      <a:stretch>
                        <a:fillRect/>
                      </a:stretch>
                    </p:blipFill>
                    <p:spPr bwMode="auto">
                      <a:xfrm>
                        <a:off x="2547445" y="3504578"/>
                        <a:ext cx="330200" cy="152400"/>
                      </a:xfrm>
                      <a:prstGeom prst="rect">
                        <a:avLst/>
                      </a:prstGeom>
                      <a:solidFill>
                        <a:schemeClr val="bg1"/>
                      </a:solidFill>
                    </p:spPr>
                  </p:pic>
                </p:oleObj>
              </mc:Fallback>
            </mc:AlternateContent>
          </a:graphicData>
        </a:graphic>
      </p:graphicFrame>
      <p:graphicFrame>
        <p:nvGraphicFramePr>
          <p:cNvPr id="50" name="Object 49">
            <a:extLst>
              <a:ext uri="{FF2B5EF4-FFF2-40B4-BE49-F238E27FC236}">
                <a16:creationId xmlns:a16="http://schemas.microsoft.com/office/drawing/2014/main" id="{0107A447-7AC4-35A7-9C61-822C9B399017}"/>
              </a:ext>
            </a:extLst>
          </p:cNvPr>
          <p:cNvGraphicFramePr>
            <a:graphicFrameLocks noChangeAspect="1"/>
          </p:cNvGraphicFramePr>
          <p:nvPr/>
        </p:nvGraphicFramePr>
        <p:xfrm>
          <a:off x="3082963" y="3538809"/>
          <a:ext cx="330200" cy="152400"/>
        </p:xfrm>
        <a:graphic>
          <a:graphicData uri="http://schemas.openxmlformats.org/presentationml/2006/ole">
            <mc:AlternateContent xmlns:mc="http://schemas.openxmlformats.org/markup-compatibility/2006">
              <mc:Choice xmlns:v="urn:schemas-microsoft-com:vml" Requires="v">
                <p:oleObj name="Equation" r:id="rId74" imgW="330120" imgH="152280" progId="Equation.DSMT4">
                  <p:embed/>
                </p:oleObj>
              </mc:Choice>
              <mc:Fallback>
                <p:oleObj name="Equation" r:id="rId74" imgW="330120" imgH="152280" progId="Equation.DSMT4">
                  <p:embed/>
                  <p:pic>
                    <p:nvPicPr>
                      <p:cNvPr id="50" name="Object 49">
                        <a:extLst>
                          <a:ext uri="{FF2B5EF4-FFF2-40B4-BE49-F238E27FC236}">
                            <a16:creationId xmlns:a16="http://schemas.microsoft.com/office/drawing/2014/main" id="{0107A447-7AC4-35A7-9C61-822C9B399017}"/>
                          </a:ext>
                        </a:extLst>
                      </p:cNvPr>
                      <p:cNvPicPr>
                        <a:picLocks noChangeAspect="1" noChangeArrowheads="1"/>
                      </p:cNvPicPr>
                      <p:nvPr/>
                    </p:nvPicPr>
                    <p:blipFill>
                      <a:blip r:embed="rId75"/>
                      <a:srcRect/>
                      <a:stretch>
                        <a:fillRect/>
                      </a:stretch>
                    </p:blipFill>
                    <p:spPr bwMode="auto">
                      <a:xfrm>
                        <a:off x="3082963" y="3538809"/>
                        <a:ext cx="330200" cy="152400"/>
                      </a:xfrm>
                      <a:prstGeom prst="rect">
                        <a:avLst/>
                      </a:prstGeom>
                      <a:solidFill>
                        <a:schemeClr val="bg1"/>
                      </a:solidFill>
                    </p:spPr>
                  </p:pic>
                </p:oleObj>
              </mc:Fallback>
            </mc:AlternateContent>
          </a:graphicData>
        </a:graphic>
      </p:graphicFrame>
      <p:graphicFrame>
        <p:nvGraphicFramePr>
          <p:cNvPr id="51" name="Object 50">
            <a:extLst>
              <a:ext uri="{FF2B5EF4-FFF2-40B4-BE49-F238E27FC236}">
                <a16:creationId xmlns:a16="http://schemas.microsoft.com/office/drawing/2014/main" id="{7ADEC84E-AF8D-368C-0A73-F6D0C8B69142}"/>
              </a:ext>
            </a:extLst>
          </p:cNvPr>
          <p:cNvGraphicFramePr>
            <a:graphicFrameLocks noChangeAspect="1"/>
          </p:cNvGraphicFramePr>
          <p:nvPr/>
        </p:nvGraphicFramePr>
        <p:xfrm>
          <a:off x="3659820" y="3538809"/>
          <a:ext cx="330200" cy="152400"/>
        </p:xfrm>
        <a:graphic>
          <a:graphicData uri="http://schemas.openxmlformats.org/presentationml/2006/ole">
            <mc:AlternateContent xmlns:mc="http://schemas.openxmlformats.org/markup-compatibility/2006">
              <mc:Choice xmlns:v="urn:schemas-microsoft-com:vml" Requires="v">
                <p:oleObj name="Equation" r:id="rId76" imgW="330120" imgH="152280" progId="Equation.DSMT4">
                  <p:embed/>
                </p:oleObj>
              </mc:Choice>
              <mc:Fallback>
                <p:oleObj name="Equation" r:id="rId76" imgW="330120" imgH="152280" progId="Equation.DSMT4">
                  <p:embed/>
                  <p:pic>
                    <p:nvPicPr>
                      <p:cNvPr id="51" name="Object 50">
                        <a:extLst>
                          <a:ext uri="{FF2B5EF4-FFF2-40B4-BE49-F238E27FC236}">
                            <a16:creationId xmlns:a16="http://schemas.microsoft.com/office/drawing/2014/main" id="{7ADEC84E-AF8D-368C-0A73-F6D0C8B69142}"/>
                          </a:ext>
                        </a:extLst>
                      </p:cNvPr>
                      <p:cNvPicPr>
                        <a:picLocks noChangeAspect="1" noChangeArrowheads="1"/>
                      </p:cNvPicPr>
                      <p:nvPr/>
                    </p:nvPicPr>
                    <p:blipFill>
                      <a:blip r:embed="rId77"/>
                      <a:srcRect/>
                      <a:stretch>
                        <a:fillRect/>
                      </a:stretch>
                    </p:blipFill>
                    <p:spPr bwMode="auto">
                      <a:xfrm>
                        <a:off x="3659820" y="3538809"/>
                        <a:ext cx="330200" cy="152400"/>
                      </a:xfrm>
                      <a:prstGeom prst="rect">
                        <a:avLst/>
                      </a:prstGeom>
                      <a:solidFill>
                        <a:schemeClr val="bg1"/>
                      </a:solidFill>
                    </p:spPr>
                  </p:pic>
                </p:oleObj>
              </mc:Fallback>
            </mc:AlternateContent>
          </a:graphicData>
        </a:graphic>
      </p:graphicFrame>
      <p:graphicFrame>
        <p:nvGraphicFramePr>
          <p:cNvPr id="52" name="Object 51">
            <a:extLst>
              <a:ext uri="{FF2B5EF4-FFF2-40B4-BE49-F238E27FC236}">
                <a16:creationId xmlns:a16="http://schemas.microsoft.com/office/drawing/2014/main" id="{813D0653-7DB9-804F-D14A-138ECFE8ED82}"/>
              </a:ext>
            </a:extLst>
          </p:cNvPr>
          <p:cNvGraphicFramePr>
            <a:graphicFrameLocks noChangeAspect="1"/>
          </p:cNvGraphicFramePr>
          <p:nvPr/>
        </p:nvGraphicFramePr>
        <p:xfrm>
          <a:off x="4228027" y="3543300"/>
          <a:ext cx="317500" cy="152400"/>
        </p:xfrm>
        <a:graphic>
          <a:graphicData uri="http://schemas.openxmlformats.org/presentationml/2006/ole">
            <mc:AlternateContent xmlns:mc="http://schemas.openxmlformats.org/markup-compatibility/2006">
              <mc:Choice xmlns:v="urn:schemas-microsoft-com:vml" Requires="v">
                <p:oleObj name="Equation" r:id="rId78" imgW="317160" imgH="152280" progId="Equation.DSMT4">
                  <p:embed/>
                </p:oleObj>
              </mc:Choice>
              <mc:Fallback>
                <p:oleObj name="Equation" r:id="rId78" imgW="317160" imgH="152280" progId="Equation.DSMT4">
                  <p:embed/>
                  <p:pic>
                    <p:nvPicPr>
                      <p:cNvPr id="52" name="Object 51">
                        <a:extLst>
                          <a:ext uri="{FF2B5EF4-FFF2-40B4-BE49-F238E27FC236}">
                            <a16:creationId xmlns:a16="http://schemas.microsoft.com/office/drawing/2014/main" id="{813D0653-7DB9-804F-D14A-138ECFE8ED82}"/>
                          </a:ext>
                        </a:extLst>
                      </p:cNvPr>
                      <p:cNvPicPr>
                        <a:picLocks noChangeAspect="1" noChangeArrowheads="1"/>
                      </p:cNvPicPr>
                      <p:nvPr/>
                    </p:nvPicPr>
                    <p:blipFill>
                      <a:blip r:embed="rId79"/>
                      <a:srcRect/>
                      <a:stretch>
                        <a:fillRect/>
                      </a:stretch>
                    </p:blipFill>
                    <p:spPr bwMode="auto">
                      <a:xfrm>
                        <a:off x="4228027" y="3543300"/>
                        <a:ext cx="317500" cy="152400"/>
                      </a:xfrm>
                      <a:prstGeom prst="rect">
                        <a:avLst/>
                      </a:prstGeom>
                      <a:solidFill>
                        <a:schemeClr val="bg1"/>
                      </a:solidFill>
                    </p:spPr>
                  </p:pic>
                </p:oleObj>
              </mc:Fallback>
            </mc:AlternateContent>
          </a:graphicData>
        </a:graphic>
      </p:graphicFrame>
      <p:graphicFrame>
        <p:nvGraphicFramePr>
          <p:cNvPr id="53" name="Object 52">
            <a:extLst>
              <a:ext uri="{FF2B5EF4-FFF2-40B4-BE49-F238E27FC236}">
                <a16:creationId xmlns:a16="http://schemas.microsoft.com/office/drawing/2014/main" id="{913438BD-8C23-9F88-68A3-5FE482C29CB5}"/>
              </a:ext>
            </a:extLst>
          </p:cNvPr>
          <p:cNvGraphicFramePr>
            <a:graphicFrameLocks noChangeAspect="1"/>
          </p:cNvGraphicFramePr>
          <p:nvPr/>
        </p:nvGraphicFramePr>
        <p:xfrm>
          <a:off x="4813645" y="3551775"/>
          <a:ext cx="330200" cy="152400"/>
        </p:xfrm>
        <a:graphic>
          <a:graphicData uri="http://schemas.openxmlformats.org/presentationml/2006/ole">
            <mc:AlternateContent xmlns:mc="http://schemas.openxmlformats.org/markup-compatibility/2006">
              <mc:Choice xmlns:v="urn:schemas-microsoft-com:vml" Requires="v">
                <p:oleObj name="Equation" r:id="rId80" imgW="330120" imgH="152280" progId="Equation.DSMT4">
                  <p:embed/>
                </p:oleObj>
              </mc:Choice>
              <mc:Fallback>
                <p:oleObj name="Equation" r:id="rId80" imgW="330120" imgH="152280" progId="Equation.DSMT4">
                  <p:embed/>
                  <p:pic>
                    <p:nvPicPr>
                      <p:cNvPr id="53" name="Object 52">
                        <a:extLst>
                          <a:ext uri="{FF2B5EF4-FFF2-40B4-BE49-F238E27FC236}">
                            <a16:creationId xmlns:a16="http://schemas.microsoft.com/office/drawing/2014/main" id="{913438BD-8C23-9F88-68A3-5FE482C29CB5}"/>
                          </a:ext>
                        </a:extLst>
                      </p:cNvPr>
                      <p:cNvPicPr>
                        <a:picLocks noChangeAspect="1" noChangeArrowheads="1"/>
                      </p:cNvPicPr>
                      <p:nvPr/>
                    </p:nvPicPr>
                    <p:blipFill>
                      <a:blip r:embed="rId81"/>
                      <a:srcRect/>
                      <a:stretch>
                        <a:fillRect/>
                      </a:stretch>
                    </p:blipFill>
                    <p:spPr bwMode="auto">
                      <a:xfrm>
                        <a:off x="4813645" y="3551775"/>
                        <a:ext cx="330200" cy="152400"/>
                      </a:xfrm>
                      <a:prstGeom prst="rect">
                        <a:avLst/>
                      </a:prstGeom>
                      <a:solidFill>
                        <a:schemeClr val="bg1"/>
                      </a:solidFill>
                    </p:spPr>
                  </p:pic>
                </p:oleObj>
              </mc:Fallback>
            </mc:AlternateContent>
          </a:graphicData>
        </a:graphic>
      </p:graphicFrame>
      <p:graphicFrame>
        <p:nvGraphicFramePr>
          <p:cNvPr id="54" name="Object 53">
            <a:extLst>
              <a:ext uri="{FF2B5EF4-FFF2-40B4-BE49-F238E27FC236}">
                <a16:creationId xmlns:a16="http://schemas.microsoft.com/office/drawing/2014/main" id="{B6D356FA-2CF6-BE0C-B1A6-CCE85B1E6457}"/>
              </a:ext>
            </a:extLst>
          </p:cNvPr>
          <p:cNvGraphicFramePr>
            <a:graphicFrameLocks noChangeAspect="1"/>
          </p:cNvGraphicFramePr>
          <p:nvPr/>
        </p:nvGraphicFramePr>
        <p:xfrm>
          <a:off x="5347861" y="3540283"/>
          <a:ext cx="330200" cy="152400"/>
        </p:xfrm>
        <a:graphic>
          <a:graphicData uri="http://schemas.openxmlformats.org/presentationml/2006/ole">
            <mc:AlternateContent xmlns:mc="http://schemas.openxmlformats.org/markup-compatibility/2006">
              <mc:Choice xmlns:v="urn:schemas-microsoft-com:vml" Requires="v">
                <p:oleObj name="Equation" r:id="rId82" imgW="330120" imgH="152280" progId="Equation.DSMT4">
                  <p:embed/>
                </p:oleObj>
              </mc:Choice>
              <mc:Fallback>
                <p:oleObj name="Equation" r:id="rId82" imgW="330120" imgH="152280" progId="Equation.DSMT4">
                  <p:embed/>
                  <p:pic>
                    <p:nvPicPr>
                      <p:cNvPr id="54" name="Object 53">
                        <a:extLst>
                          <a:ext uri="{FF2B5EF4-FFF2-40B4-BE49-F238E27FC236}">
                            <a16:creationId xmlns:a16="http://schemas.microsoft.com/office/drawing/2014/main" id="{B6D356FA-2CF6-BE0C-B1A6-CCE85B1E6457}"/>
                          </a:ext>
                        </a:extLst>
                      </p:cNvPr>
                      <p:cNvPicPr>
                        <a:picLocks noChangeAspect="1" noChangeArrowheads="1"/>
                      </p:cNvPicPr>
                      <p:nvPr/>
                    </p:nvPicPr>
                    <p:blipFill>
                      <a:blip r:embed="rId83"/>
                      <a:srcRect/>
                      <a:stretch>
                        <a:fillRect/>
                      </a:stretch>
                    </p:blipFill>
                    <p:spPr bwMode="auto">
                      <a:xfrm>
                        <a:off x="5347861" y="3540283"/>
                        <a:ext cx="330200" cy="152400"/>
                      </a:xfrm>
                      <a:prstGeom prst="rect">
                        <a:avLst/>
                      </a:prstGeom>
                      <a:solidFill>
                        <a:schemeClr val="bg1"/>
                      </a:solidFill>
                    </p:spPr>
                  </p:pic>
                </p:oleObj>
              </mc:Fallback>
            </mc:AlternateContent>
          </a:graphicData>
        </a:graphic>
      </p:graphicFrame>
      <p:graphicFrame>
        <p:nvGraphicFramePr>
          <p:cNvPr id="55" name="Object 54">
            <a:extLst>
              <a:ext uri="{FF2B5EF4-FFF2-40B4-BE49-F238E27FC236}">
                <a16:creationId xmlns:a16="http://schemas.microsoft.com/office/drawing/2014/main" id="{248EE51C-E73E-2A23-FEA5-A88C364FBF93}"/>
              </a:ext>
            </a:extLst>
          </p:cNvPr>
          <p:cNvGraphicFramePr>
            <a:graphicFrameLocks noChangeAspect="1"/>
          </p:cNvGraphicFramePr>
          <p:nvPr/>
        </p:nvGraphicFramePr>
        <p:xfrm>
          <a:off x="5873801" y="3540338"/>
          <a:ext cx="317500" cy="152400"/>
        </p:xfrm>
        <a:graphic>
          <a:graphicData uri="http://schemas.openxmlformats.org/presentationml/2006/ole">
            <mc:AlternateContent xmlns:mc="http://schemas.openxmlformats.org/markup-compatibility/2006">
              <mc:Choice xmlns:v="urn:schemas-microsoft-com:vml" Requires="v">
                <p:oleObj name="Equation" r:id="rId84" imgW="317160" imgH="152280" progId="Equation.DSMT4">
                  <p:embed/>
                </p:oleObj>
              </mc:Choice>
              <mc:Fallback>
                <p:oleObj name="Equation" r:id="rId84" imgW="317160" imgH="152280" progId="Equation.DSMT4">
                  <p:embed/>
                  <p:pic>
                    <p:nvPicPr>
                      <p:cNvPr id="55" name="Object 54">
                        <a:extLst>
                          <a:ext uri="{FF2B5EF4-FFF2-40B4-BE49-F238E27FC236}">
                            <a16:creationId xmlns:a16="http://schemas.microsoft.com/office/drawing/2014/main" id="{248EE51C-E73E-2A23-FEA5-A88C364FBF93}"/>
                          </a:ext>
                        </a:extLst>
                      </p:cNvPr>
                      <p:cNvPicPr>
                        <a:picLocks noChangeAspect="1" noChangeArrowheads="1"/>
                      </p:cNvPicPr>
                      <p:nvPr/>
                    </p:nvPicPr>
                    <p:blipFill>
                      <a:blip r:embed="rId85"/>
                      <a:srcRect/>
                      <a:stretch>
                        <a:fillRect/>
                      </a:stretch>
                    </p:blipFill>
                    <p:spPr bwMode="auto">
                      <a:xfrm>
                        <a:off x="5873801" y="3540338"/>
                        <a:ext cx="317500" cy="152400"/>
                      </a:xfrm>
                      <a:prstGeom prst="rect">
                        <a:avLst/>
                      </a:prstGeom>
                      <a:solidFill>
                        <a:schemeClr val="bg1"/>
                      </a:solidFill>
                    </p:spPr>
                  </p:pic>
                </p:oleObj>
              </mc:Fallback>
            </mc:AlternateContent>
          </a:graphicData>
        </a:graphic>
      </p:graphicFrame>
      <p:graphicFrame>
        <p:nvGraphicFramePr>
          <p:cNvPr id="56" name="Object 55">
            <a:extLst>
              <a:ext uri="{FF2B5EF4-FFF2-40B4-BE49-F238E27FC236}">
                <a16:creationId xmlns:a16="http://schemas.microsoft.com/office/drawing/2014/main" id="{5503DEBC-F4C5-15D8-6E9D-BAAD24E69CB2}"/>
              </a:ext>
            </a:extLst>
          </p:cNvPr>
          <p:cNvGraphicFramePr>
            <a:graphicFrameLocks noChangeAspect="1"/>
          </p:cNvGraphicFramePr>
          <p:nvPr/>
        </p:nvGraphicFramePr>
        <p:xfrm>
          <a:off x="6466699" y="3530598"/>
          <a:ext cx="317500" cy="152400"/>
        </p:xfrm>
        <a:graphic>
          <a:graphicData uri="http://schemas.openxmlformats.org/presentationml/2006/ole">
            <mc:AlternateContent xmlns:mc="http://schemas.openxmlformats.org/markup-compatibility/2006">
              <mc:Choice xmlns:v="urn:schemas-microsoft-com:vml" Requires="v">
                <p:oleObj name="Equation" r:id="rId86" imgW="317160" imgH="152280" progId="Equation.DSMT4">
                  <p:embed/>
                </p:oleObj>
              </mc:Choice>
              <mc:Fallback>
                <p:oleObj name="Equation" r:id="rId86" imgW="317160" imgH="152280" progId="Equation.DSMT4">
                  <p:embed/>
                  <p:pic>
                    <p:nvPicPr>
                      <p:cNvPr id="56" name="Object 55">
                        <a:extLst>
                          <a:ext uri="{FF2B5EF4-FFF2-40B4-BE49-F238E27FC236}">
                            <a16:creationId xmlns:a16="http://schemas.microsoft.com/office/drawing/2014/main" id="{5503DEBC-F4C5-15D8-6E9D-BAAD24E69CB2}"/>
                          </a:ext>
                        </a:extLst>
                      </p:cNvPr>
                      <p:cNvPicPr>
                        <a:picLocks noChangeAspect="1" noChangeArrowheads="1"/>
                      </p:cNvPicPr>
                      <p:nvPr/>
                    </p:nvPicPr>
                    <p:blipFill>
                      <a:blip r:embed="rId87"/>
                      <a:srcRect/>
                      <a:stretch>
                        <a:fillRect/>
                      </a:stretch>
                    </p:blipFill>
                    <p:spPr bwMode="auto">
                      <a:xfrm>
                        <a:off x="6466699" y="3530598"/>
                        <a:ext cx="317500" cy="152400"/>
                      </a:xfrm>
                      <a:prstGeom prst="rect">
                        <a:avLst/>
                      </a:prstGeom>
                      <a:solidFill>
                        <a:schemeClr val="bg1"/>
                      </a:solidFill>
                    </p:spPr>
                  </p:pic>
                </p:oleObj>
              </mc:Fallback>
            </mc:AlternateContent>
          </a:graphicData>
        </a:graphic>
      </p:graphicFrame>
      <p:graphicFrame>
        <p:nvGraphicFramePr>
          <p:cNvPr id="57" name="Object 56">
            <a:extLst>
              <a:ext uri="{FF2B5EF4-FFF2-40B4-BE49-F238E27FC236}">
                <a16:creationId xmlns:a16="http://schemas.microsoft.com/office/drawing/2014/main" id="{218F1E73-16A7-6CD5-93F7-555D97A42522}"/>
              </a:ext>
            </a:extLst>
          </p:cNvPr>
          <p:cNvGraphicFramePr>
            <a:graphicFrameLocks noChangeAspect="1"/>
          </p:cNvGraphicFramePr>
          <p:nvPr/>
        </p:nvGraphicFramePr>
        <p:xfrm>
          <a:off x="952471" y="3766696"/>
          <a:ext cx="114300" cy="139700"/>
        </p:xfrm>
        <a:graphic>
          <a:graphicData uri="http://schemas.openxmlformats.org/presentationml/2006/ole">
            <mc:AlternateContent xmlns:mc="http://schemas.openxmlformats.org/markup-compatibility/2006">
              <mc:Choice xmlns:v="urn:schemas-microsoft-com:vml" Requires="v">
                <p:oleObj name="Equation" r:id="rId88" imgW="114120" imgH="139680" progId="Equation.DSMT4">
                  <p:embed/>
                </p:oleObj>
              </mc:Choice>
              <mc:Fallback>
                <p:oleObj name="Equation" r:id="rId88" imgW="114120" imgH="139680" progId="Equation.DSMT4">
                  <p:embed/>
                  <p:pic>
                    <p:nvPicPr>
                      <p:cNvPr id="57" name="Object 56">
                        <a:extLst>
                          <a:ext uri="{FF2B5EF4-FFF2-40B4-BE49-F238E27FC236}">
                            <a16:creationId xmlns:a16="http://schemas.microsoft.com/office/drawing/2014/main" id="{218F1E73-16A7-6CD5-93F7-555D97A42522}"/>
                          </a:ext>
                        </a:extLst>
                      </p:cNvPr>
                      <p:cNvPicPr>
                        <a:picLocks noChangeAspect="1" noChangeArrowheads="1"/>
                      </p:cNvPicPr>
                      <p:nvPr/>
                    </p:nvPicPr>
                    <p:blipFill>
                      <a:blip r:embed="rId89"/>
                      <a:srcRect/>
                      <a:stretch>
                        <a:fillRect/>
                      </a:stretch>
                    </p:blipFill>
                    <p:spPr bwMode="auto">
                      <a:xfrm>
                        <a:off x="952471" y="3766696"/>
                        <a:ext cx="114300" cy="139700"/>
                      </a:xfrm>
                      <a:prstGeom prst="rect">
                        <a:avLst/>
                      </a:prstGeom>
                      <a:solidFill>
                        <a:schemeClr val="bg1"/>
                      </a:solidFill>
                    </p:spPr>
                  </p:pic>
                </p:oleObj>
              </mc:Fallback>
            </mc:AlternateContent>
          </a:graphicData>
        </a:graphic>
      </p:graphicFrame>
      <p:graphicFrame>
        <p:nvGraphicFramePr>
          <p:cNvPr id="58" name="Object 57">
            <a:extLst>
              <a:ext uri="{FF2B5EF4-FFF2-40B4-BE49-F238E27FC236}">
                <a16:creationId xmlns:a16="http://schemas.microsoft.com/office/drawing/2014/main" id="{89B469BA-0333-D734-2373-CC4BFF20112A}"/>
              </a:ext>
            </a:extLst>
          </p:cNvPr>
          <p:cNvGraphicFramePr>
            <a:graphicFrameLocks noChangeAspect="1"/>
          </p:cNvGraphicFramePr>
          <p:nvPr/>
        </p:nvGraphicFramePr>
        <p:xfrm>
          <a:off x="1468163" y="3780937"/>
          <a:ext cx="330200" cy="152400"/>
        </p:xfrm>
        <a:graphic>
          <a:graphicData uri="http://schemas.openxmlformats.org/presentationml/2006/ole">
            <mc:AlternateContent xmlns:mc="http://schemas.openxmlformats.org/markup-compatibility/2006">
              <mc:Choice xmlns:v="urn:schemas-microsoft-com:vml" Requires="v">
                <p:oleObj name="Equation" r:id="rId90" imgW="330120" imgH="152280" progId="Equation.DSMT4">
                  <p:embed/>
                </p:oleObj>
              </mc:Choice>
              <mc:Fallback>
                <p:oleObj name="Equation" r:id="rId90" imgW="330120" imgH="152280" progId="Equation.DSMT4">
                  <p:embed/>
                  <p:pic>
                    <p:nvPicPr>
                      <p:cNvPr id="58" name="Object 57">
                        <a:extLst>
                          <a:ext uri="{FF2B5EF4-FFF2-40B4-BE49-F238E27FC236}">
                            <a16:creationId xmlns:a16="http://schemas.microsoft.com/office/drawing/2014/main" id="{89B469BA-0333-D734-2373-CC4BFF20112A}"/>
                          </a:ext>
                        </a:extLst>
                      </p:cNvPr>
                      <p:cNvPicPr>
                        <a:picLocks noChangeAspect="1" noChangeArrowheads="1"/>
                      </p:cNvPicPr>
                      <p:nvPr/>
                    </p:nvPicPr>
                    <p:blipFill>
                      <a:blip r:embed="rId91"/>
                      <a:srcRect/>
                      <a:stretch>
                        <a:fillRect/>
                      </a:stretch>
                    </p:blipFill>
                    <p:spPr bwMode="auto">
                      <a:xfrm>
                        <a:off x="1468163" y="3780937"/>
                        <a:ext cx="330200" cy="152400"/>
                      </a:xfrm>
                      <a:prstGeom prst="rect">
                        <a:avLst/>
                      </a:prstGeom>
                      <a:solidFill>
                        <a:schemeClr val="bg1"/>
                      </a:solidFill>
                    </p:spPr>
                  </p:pic>
                </p:oleObj>
              </mc:Fallback>
            </mc:AlternateContent>
          </a:graphicData>
        </a:graphic>
      </p:graphicFrame>
      <p:graphicFrame>
        <p:nvGraphicFramePr>
          <p:cNvPr id="59" name="Object 58">
            <a:extLst>
              <a:ext uri="{FF2B5EF4-FFF2-40B4-BE49-F238E27FC236}">
                <a16:creationId xmlns:a16="http://schemas.microsoft.com/office/drawing/2014/main" id="{C38B9C79-FE34-9E5A-DE00-68253E41AD32}"/>
              </a:ext>
            </a:extLst>
          </p:cNvPr>
          <p:cNvGraphicFramePr>
            <a:graphicFrameLocks noChangeAspect="1"/>
          </p:cNvGraphicFramePr>
          <p:nvPr/>
        </p:nvGraphicFramePr>
        <p:xfrm>
          <a:off x="1973326" y="3780937"/>
          <a:ext cx="330200" cy="152400"/>
        </p:xfrm>
        <a:graphic>
          <a:graphicData uri="http://schemas.openxmlformats.org/presentationml/2006/ole">
            <mc:AlternateContent xmlns:mc="http://schemas.openxmlformats.org/markup-compatibility/2006">
              <mc:Choice xmlns:v="urn:schemas-microsoft-com:vml" Requires="v">
                <p:oleObj name="Equation" r:id="rId92" imgW="330120" imgH="152280" progId="Equation.DSMT4">
                  <p:embed/>
                </p:oleObj>
              </mc:Choice>
              <mc:Fallback>
                <p:oleObj name="Equation" r:id="rId92" imgW="330120" imgH="152280" progId="Equation.DSMT4">
                  <p:embed/>
                  <p:pic>
                    <p:nvPicPr>
                      <p:cNvPr id="59" name="Object 58">
                        <a:extLst>
                          <a:ext uri="{FF2B5EF4-FFF2-40B4-BE49-F238E27FC236}">
                            <a16:creationId xmlns:a16="http://schemas.microsoft.com/office/drawing/2014/main" id="{C38B9C79-FE34-9E5A-DE00-68253E41AD32}"/>
                          </a:ext>
                        </a:extLst>
                      </p:cNvPr>
                      <p:cNvPicPr>
                        <a:picLocks noChangeAspect="1" noChangeArrowheads="1"/>
                      </p:cNvPicPr>
                      <p:nvPr/>
                    </p:nvPicPr>
                    <p:blipFill>
                      <a:blip r:embed="rId93"/>
                      <a:srcRect/>
                      <a:stretch>
                        <a:fillRect/>
                      </a:stretch>
                    </p:blipFill>
                    <p:spPr bwMode="auto">
                      <a:xfrm>
                        <a:off x="1973326" y="3780937"/>
                        <a:ext cx="330200" cy="152400"/>
                      </a:xfrm>
                      <a:prstGeom prst="rect">
                        <a:avLst/>
                      </a:prstGeom>
                      <a:solidFill>
                        <a:schemeClr val="bg1"/>
                      </a:solidFill>
                    </p:spPr>
                  </p:pic>
                </p:oleObj>
              </mc:Fallback>
            </mc:AlternateContent>
          </a:graphicData>
        </a:graphic>
      </p:graphicFrame>
      <p:graphicFrame>
        <p:nvGraphicFramePr>
          <p:cNvPr id="60" name="Object 59">
            <a:extLst>
              <a:ext uri="{FF2B5EF4-FFF2-40B4-BE49-F238E27FC236}">
                <a16:creationId xmlns:a16="http://schemas.microsoft.com/office/drawing/2014/main" id="{831C50D0-9D4D-E786-5156-ADC911210925}"/>
              </a:ext>
            </a:extLst>
          </p:cNvPr>
          <p:cNvGraphicFramePr>
            <a:graphicFrameLocks noChangeAspect="1"/>
          </p:cNvGraphicFramePr>
          <p:nvPr/>
        </p:nvGraphicFramePr>
        <p:xfrm>
          <a:off x="2556048" y="3780937"/>
          <a:ext cx="330200" cy="152400"/>
        </p:xfrm>
        <a:graphic>
          <a:graphicData uri="http://schemas.openxmlformats.org/presentationml/2006/ole">
            <mc:AlternateContent xmlns:mc="http://schemas.openxmlformats.org/markup-compatibility/2006">
              <mc:Choice xmlns:v="urn:schemas-microsoft-com:vml" Requires="v">
                <p:oleObj name="Equation" r:id="rId94" imgW="330120" imgH="152280" progId="Equation.DSMT4">
                  <p:embed/>
                </p:oleObj>
              </mc:Choice>
              <mc:Fallback>
                <p:oleObj name="Equation" r:id="rId94" imgW="330120" imgH="152280" progId="Equation.DSMT4">
                  <p:embed/>
                  <p:pic>
                    <p:nvPicPr>
                      <p:cNvPr id="60" name="Object 59">
                        <a:extLst>
                          <a:ext uri="{FF2B5EF4-FFF2-40B4-BE49-F238E27FC236}">
                            <a16:creationId xmlns:a16="http://schemas.microsoft.com/office/drawing/2014/main" id="{831C50D0-9D4D-E786-5156-ADC911210925}"/>
                          </a:ext>
                        </a:extLst>
                      </p:cNvPr>
                      <p:cNvPicPr>
                        <a:picLocks noChangeAspect="1" noChangeArrowheads="1"/>
                      </p:cNvPicPr>
                      <p:nvPr/>
                    </p:nvPicPr>
                    <p:blipFill>
                      <a:blip r:embed="rId95"/>
                      <a:srcRect/>
                      <a:stretch>
                        <a:fillRect/>
                      </a:stretch>
                    </p:blipFill>
                    <p:spPr bwMode="auto">
                      <a:xfrm>
                        <a:off x="2556048" y="3780937"/>
                        <a:ext cx="330200" cy="152400"/>
                      </a:xfrm>
                      <a:prstGeom prst="rect">
                        <a:avLst/>
                      </a:prstGeom>
                      <a:solidFill>
                        <a:schemeClr val="bg1"/>
                      </a:solidFill>
                    </p:spPr>
                  </p:pic>
                </p:oleObj>
              </mc:Fallback>
            </mc:AlternateContent>
          </a:graphicData>
        </a:graphic>
      </p:graphicFrame>
      <p:graphicFrame>
        <p:nvGraphicFramePr>
          <p:cNvPr id="61" name="Object 60">
            <a:extLst>
              <a:ext uri="{FF2B5EF4-FFF2-40B4-BE49-F238E27FC236}">
                <a16:creationId xmlns:a16="http://schemas.microsoft.com/office/drawing/2014/main" id="{E815AE54-9D2E-DA67-8D12-5B7595E811F6}"/>
              </a:ext>
            </a:extLst>
          </p:cNvPr>
          <p:cNvGraphicFramePr>
            <a:graphicFrameLocks noChangeAspect="1"/>
          </p:cNvGraphicFramePr>
          <p:nvPr/>
        </p:nvGraphicFramePr>
        <p:xfrm>
          <a:off x="3072645" y="3798641"/>
          <a:ext cx="317500" cy="152400"/>
        </p:xfrm>
        <a:graphic>
          <a:graphicData uri="http://schemas.openxmlformats.org/presentationml/2006/ole">
            <mc:AlternateContent xmlns:mc="http://schemas.openxmlformats.org/markup-compatibility/2006">
              <mc:Choice xmlns:v="urn:schemas-microsoft-com:vml" Requires="v">
                <p:oleObj name="Equation" r:id="rId96" imgW="317160" imgH="152280" progId="Equation.DSMT4">
                  <p:embed/>
                </p:oleObj>
              </mc:Choice>
              <mc:Fallback>
                <p:oleObj name="Equation" r:id="rId96" imgW="317160" imgH="152280" progId="Equation.DSMT4">
                  <p:embed/>
                  <p:pic>
                    <p:nvPicPr>
                      <p:cNvPr id="61" name="Object 60">
                        <a:extLst>
                          <a:ext uri="{FF2B5EF4-FFF2-40B4-BE49-F238E27FC236}">
                            <a16:creationId xmlns:a16="http://schemas.microsoft.com/office/drawing/2014/main" id="{E815AE54-9D2E-DA67-8D12-5B7595E811F6}"/>
                          </a:ext>
                        </a:extLst>
                      </p:cNvPr>
                      <p:cNvPicPr>
                        <a:picLocks noChangeAspect="1" noChangeArrowheads="1"/>
                      </p:cNvPicPr>
                      <p:nvPr/>
                    </p:nvPicPr>
                    <p:blipFill>
                      <a:blip r:embed="rId97"/>
                      <a:srcRect/>
                      <a:stretch>
                        <a:fillRect/>
                      </a:stretch>
                    </p:blipFill>
                    <p:spPr bwMode="auto">
                      <a:xfrm>
                        <a:off x="3072645" y="3798641"/>
                        <a:ext cx="317500" cy="152400"/>
                      </a:xfrm>
                      <a:prstGeom prst="rect">
                        <a:avLst/>
                      </a:prstGeom>
                      <a:solidFill>
                        <a:schemeClr val="bg1"/>
                      </a:solidFill>
                    </p:spPr>
                  </p:pic>
                </p:oleObj>
              </mc:Fallback>
            </mc:AlternateContent>
          </a:graphicData>
        </a:graphic>
      </p:graphicFrame>
      <p:graphicFrame>
        <p:nvGraphicFramePr>
          <p:cNvPr id="62" name="Object 61">
            <a:extLst>
              <a:ext uri="{FF2B5EF4-FFF2-40B4-BE49-F238E27FC236}">
                <a16:creationId xmlns:a16="http://schemas.microsoft.com/office/drawing/2014/main" id="{4D1ABCB5-5E34-5F0D-E19E-AF455D713648}"/>
              </a:ext>
            </a:extLst>
          </p:cNvPr>
          <p:cNvGraphicFramePr>
            <a:graphicFrameLocks noChangeAspect="1"/>
          </p:cNvGraphicFramePr>
          <p:nvPr/>
        </p:nvGraphicFramePr>
        <p:xfrm>
          <a:off x="3666010" y="3763284"/>
          <a:ext cx="317500" cy="152400"/>
        </p:xfrm>
        <a:graphic>
          <a:graphicData uri="http://schemas.openxmlformats.org/presentationml/2006/ole">
            <mc:AlternateContent xmlns:mc="http://schemas.openxmlformats.org/markup-compatibility/2006">
              <mc:Choice xmlns:v="urn:schemas-microsoft-com:vml" Requires="v">
                <p:oleObj name="Equation" r:id="rId98" imgW="317160" imgH="152280" progId="Equation.DSMT4">
                  <p:embed/>
                </p:oleObj>
              </mc:Choice>
              <mc:Fallback>
                <p:oleObj name="Equation" r:id="rId98" imgW="317160" imgH="152280" progId="Equation.DSMT4">
                  <p:embed/>
                  <p:pic>
                    <p:nvPicPr>
                      <p:cNvPr id="62" name="Object 61">
                        <a:extLst>
                          <a:ext uri="{FF2B5EF4-FFF2-40B4-BE49-F238E27FC236}">
                            <a16:creationId xmlns:a16="http://schemas.microsoft.com/office/drawing/2014/main" id="{4D1ABCB5-5E34-5F0D-E19E-AF455D713648}"/>
                          </a:ext>
                        </a:extLst>
                      </p:cNvPr>
                      <p:cNvPicPr>
                        <a:picLocks noChangeAspect="1" noChangeArrowheads="1"/>
                      </p:cNvPicPr>
                      <p:nvPr/>
                    </p:nvPicPr>
                    <p:blipFill>
                      <a:blip r:embed="rId99"/>
                      <a:srcRect/>
                      <a:stretch>
                        <a:fillRect/>
                      </a:stretch>
                    </p:blipFill>
                    <p:spPr bwMode="auto">
                      <a:xfrm>
                        <a:off x="3666010" y="3763284"/>
                        <a:ext cx="317500" cy="152400"/>
                      </a:xfrm>
                      <a:prstGeom prst="rect">
                        <a:avLst/>
                      </a:prstGeom>
                      <a:solidFill>
                        <a:schemeClr val="bg1"/>
                      </a:solidFill>
                    </p:spPr>
                  </p:pic>
                </p:oleObj>
              </mc:Fallback>
            </mc:AlternateContent>
          </a:graphicData>
        </a:graphic>
      </p:graphicFrame>
      <p:graphicFrame>
        <p:nvGraphicFramePr>
          <p:cNvPr id="63" name="Object 62">
            <a:extLst>
              <a:ext uri="{FF2B5EF4-FFF2-40B4-BE49-F238E27FC236}">
                <a16:creationId xmlns:a16="http://schemas.microsoft.com/office/drawing/2014/main" id="{15F8D6FC-4468-9FD3-A077-041D67C5D604}"/>
              </a:ext>
            </a:extLst>
          </p:cNvPr>
          <p:cNvGraphicFramePr>
            <a:graphicFrameLocks noChangeAspect="1"/>
          </p:cNvGraphicFramePr>
          <p:nvPr/>
        </p:nvGraphicFramePr>
        <p:xfrm>
          <a:off x="4232502" y="3772338"/>
          <a:ext cx="330200" cy="152400"/>
        </p:xfrm>
        <a:graphic>
          <a:graphicData uri="http://schemas.openxmlformats.org/presentationml/2006/ole">
            <mc:AlternateContent xmlns:mc="http://schemas.openxmlformats.org/markup-compatibility/2006">
              <mc:Choice xmlns:v="urn:schemas-microsoft-com:vml" Requires="v">
                <p:oleObj name="Equation" r:id="rId100" imgW="330120" imgH="152280" progId="Equation.DSMT4">
                  <p:embed/>
                </p:oleObj>
              </mc:Choice>
              <mc:Fallback>
                <p:oleObj name="Equation" r:id="rId100" imgW="330120" imgH="152280" progId="Equation.DSMT4">
                  <p:embed/>
                  <p:pic>
                    <p:nvPicPr>
                      <p:cNvPr id="63" name="Object 62">
                        <a:extLst>
                          <a:ext uri="{FF2B5EF4-FFF2-40B4-BE49-F238E27FC236}">
                            <a16:creationId xmlns:a16="http://schemas.microsoft.com/office/drawing/2014/main" id="{15F8D6FC-4468-9FD3-A077-041D67C5D604}"/>
                          </a:ext>
                        </a:extLst>
                      </p:cNvPr>
                      <p:cNvPicPr>
                        <a:picLocks noChangeAspect="1" noChangeArrowheads="1"/>
                      </p:cNvPicPr>
                      <p:nvPr/>
                    </p:nvPicPr>
                    <p:blipFill>
                      <a:blip r:embed="rId101"/>
                      <a:srcRect/>
                      <a:stretch>
                        <a:fillRect/>
                      </a:stretch>
                    </p:blipFill>
                    <p:spPr bwMode="auto">
                      <a:xfrm>
                        <a:off x="4232502" y="3772338"/>
                        <a:ext cx="330200" cy="152400"/>
                      </a:xfrm>
                      <a:prstGeom prst="rect">
                        <a:avLst/>
                      </a:prstGeom>
                      <a:solidFill>
                        <a:schemeClr val="bg1"/>
                      </a:solidFill>
                    </p:spPr>
                  </p:pic>
                </p:oleObj>
              </mc:Fallback>
            </mc:AlternateContent>
          </a:graphicData>
        </a:graphic>
      </p:graphicFrame>
      <p:graphicFrame>
        <p:nvGraphicFramePr>
          <p:cNvPr id="64" name="Object 63">
            <a:extLst>
              <a:ext uri="{FF2B5EF4-FFF2-40B4-BE49-F238E27FC236}">
                <a16:creationId xmlns:a16="http://schemas.microsoft.com/office/drawing/2014/main" id="{9008C676-3C0D-36B5-2516-325962A46705}"/>
              </a:ext>
            </a:extLst>
          </p:cNvPr>
          <p:cNvGraphicFramePr>
            <a:graphicFrameLocks noChangeAspect="1"/>
          </p:cNvGraphicFramePr>
          <p:nvPr/>
        </p:nvGraphicFramePr>
        <p:xfrm>
          <a:off x="4811694" y="3780937"/>
          <a:ext cx="330200" cy="152400"/>
        </p:xfrm>
        <a:graphic>
          <a:graphicData uri="http://schemas.openxmlformats.org/presentationml/2006/ole">
            <mc:AlternateContent xmlns:mc="http://schemas.openxmlformats.org/markup-compatibility/2006">
              <mc:Choice xmlns:v="urn:schemas-microsoft-com:vml" Requires="v">
                <p:oleObj name="Equation" r:id="rId102" imgW="330120" imgH="152280" progId="Equation.DSMT4">
                  <p:embed/>
                </p:oleObj>
              </mc:Choice>
              <mc:Fallback>
                <p:oleObj name="Equation" r:id="rId102" imgW="330120" imgH="152280" progId="Equation.DSMT4">
                  <p:embed/>
                  <p:pic>
                    <p:nvPicPr>
                      <p:cNvPr id="64" name="Object 63">
                        <a:extLst>
                          <a:ext uri="{FF2B5EF4-FFF2-40B4-BE49-F238E27FC236}">
                            <a16:creationId xmlns:a16="http://schemas.microsoft.com/office/drawing/2014/main" id="{9008C676-3C0D-36B5-2516-325962A46705}"/>
                          </a:ext>
                        </a:extLst>
                      </p:cNvPr>
                      <p:cNvPicPr>
                        <a:picLocks noChangeAspect="1" noChangeArrowheads="1"/>
                      </p:cNvPicPr>
                      <p:nvPr/>
                    </p:nvPicPr>
                    <p:blipFill>
                      <a:blip r:embed="rId103"/>
                      <a:srcRect/>
                      <a:stretch>
                        <a:fillRect/>
                      </a:stretch>
                    </p:blipFill>
                    <p:spPr bwMode="auto">
                      <a:xfrm>
                        <a:off x="4811694" y="3780937"/>
                        <a:ext cx="330200" cy="152400"/>
                      </a:xfrm>
                      <a:prstGeom prst="rect">
                        <a:avLst/>
                      </a:prstGeom>
                      <a:solidFill>
                        <a:schemeClr val="bg1"/>
                      </a:solidFill>
                    </p:spPr>
                  </p:pic>
                </p:oleObj>
              </mc:Fallback>
            </mc:AlternateContent>
          </a:graphicData>
        </a:graphic>
      </p:graphicFrame>
      <p:graphicFrame>
        <p:nvGraphicFramePr>
          <p:cNvPr id="65" name="Object 64">
            <a:extLst>
              <a:ext uri="{FF2B5EF4-FFF2-40B4-BE49-F238E27FC236}">
                <a16:creationId xmlns:a16="http://schemas.microsoft.com/office/drawing/2014/main" id="{485AEC1E-BE53-37C6-D0BA-F258EE24AA4F}"/>
              </a:ext>
            </a:extLst>
          </p:cNvPr>
          <p:cNvGraphicFramePr>
            <a:graphicFrameLocks noChangeAspect="1"/>
          </p:cNvGraphicFramePr>
          <p:nvPr/>
        </p:nvGraphicFramePr>
        <p:xfrm>
          <a:off x="5349876" y="3780937"/>
          <a:ext cx="317500" cy="152400"/>
        </p:xfrm>
        <a:graphic>
          <a:graphicData uri="http://schemas.openxmlformats.org/presentationml/2006/ole">
            <mc:AlternateContent xmlns:mc="http://schemas.openxmlformats.org/markup-compatibility/2006">
              <mc:Choice xmlns:v="urn:schemas-microsoft-com:vml" Requires="v">
                <p:oleObj name="Equation" r:id="rId104" imgW="317160" imgH="152280" progId="Equation.DSMT4">
                  <p:embed/>
                </p:oleObj>
              </mc:Choice>
              <mc:Fallback>
                <p:oleObj name="Equation" r:id="rId104" imgW="317160" imgH="152280" progId="Equation.DSMT4">
                  <p:embed/>
                  <p:pic>
                    <p:nvPicPr>
                      <p:cNvPr id="65" name="Object 64">
                        <a:extLst>
                          <a:ext uri="{FF2B5EF4-FFF2-40B4-BE49-F238E27FC236}">
                            <a16:creationId xmlns:a16="http://schemas.microsoft.com/office/drawing/2014/main" id="{485AEC1E-BE53-37C6-D0BA-F258EE24AA4F}"/>
                          </a:ext>
                        </a:extLst>
                      </p:cNvPr>
                      <p:cNvPicPr>
                        <a:picLocks noChangeAspect="1" noChangeArrowheads="1"/>
                      </p:cNvPicPr>
                      <p:nvPr/>
                    </p:nvPicPr>
                    <p:blipFill>
                      <a:blip r:embed="rId105"/>
                      <a:srcRect/>
                      <a:stretch>
                        <a:fillRect/>
                      </a:stretch>
                    </p:blipFill>
                    <p:spPr bwMode="auto">
                      <a:xfrm>
                        <a:off x="5349876" y="3780937"/>
                        <a:ext cx="317500" cy="152400"/>
                      </a:xfrm>
                      <a:prstGeom prst="rect">
                        <a:avLst/>
                      </a:prstGeom>
                      <a:solidFill>
                        <a:schemeClr val="bg1"/>
                      </a:solidFill>
                    </p:spPr>
                  </p:pic>
                </p:oleObj>
              </mc:Fallback>
            </mc:AlternateContent>
          </a:graphicData>
        </a:graphic>
      </p:graphicFrame>
      <p:graphicFrame>
        <p:nvGraphicFramePr>
          <p:cNvPr id="66" name="Object 65">
            <a:extLst>
              <a:ext uri="{FF2B5EF4-FFF2-40B4-BE49-F238E27FC236}">
                <a16:creationId xmlns:a16="http://schemas.microsoft.com/office/drawing/2014/main" id="{F8610071-B72A-B602-E266-269A547DC650}"/>
              </a:ext>
            </a:extLst>
          </p:cNvPr>
          <p:cNvGraphicFramePr>
            <a:graphicFrameLocks noChangeAspect="1"/>
          </p:cNvGraphicFramePr>
          <p:nvPr/>
        </p:nvGraphicFramePr>
        <p:xfrm>
          <a:off x="5910585" y="3792156"/>
          <a:ext cx="317500" cy="152400"/>
        </p:xfrm>
        <a:graphic>
          <a:graphicData uri="http://schemas.openxmlformats.org/presentationml/2006/ole">
            <mc:AlternateContent xmlns:mc="http://schemas.openxmlformats.org/markup-compatibility/2006">
              <mc:Choice xmlns:v="urn:schemas-microsoft-com:vml" Requires="v">
                <p:oleObj name="Equation" r:id="rId106" imgW="317160" imgH="152280" progId="Equation.DSMT4">
                  <p:embed/>
                </p:oleObj>
              </mc:Choice>
              <mc:Fallback>
                <p:oleObj name="Equation" r:id="rId106" imgW="317160" imgH="152280" progId="Equation.DSMT4">
                  <p:embed/>
                  <p:pic>
                    <p:nvPicPr>
                      <p:cNvPr id="66" name="Object 65">
                        <a:extLst>
                          <a:ext uri="{FF2B5EF4-FFF2-40B4-BE49-F238E27FC236}">
                            <a16:creationId xmlns:a16="http://schemas.microsoft.com/office/drawing/2014/main" id="{F8610071-B72A-B602-E266-269A547DC650}"/>
                          </a:ext>
                        </a:extLst>
                      </p:cNvPr>
                      <p:cNvPicPr>
                        <a:picLocks noChangeAspect="1" noChangeArrowheads="1"/>
                      </p:cNvPicPr>
                      <p:nvPr/>
                    </p:nvPicPr>
                    <p:blipFill>
                      <a:blip r:embed="rId107"/>
                      <a:srcRect/>
                      <a:stretch>
                        <a:fillRect/>
                      </a:stretch>
                    </p:blipFill>
                    <p:spPr bwMode="auto">
                      <a:xfrm>
                        <a:off x="5910585" y="3792156"/>
                        <a:ext cx="317500" cy="152400"/>
                      </a:xfrm>
                      <a:prstGeom prst="rect">
                        <a:avLst/>
                      </a:prstGeom>
                      <a:solidFill>
                        <a:schemeClr val="bg1"/>
                      </a:solidFill>
                    </p:spPr>
                  </p:pic>
                </p:oleObj>
              </mc:Fallback>
            </mc:AlternateContent>
          </a:graphicData>
        </a:graphic>
      </p:graphicFrame>
      <p:graphicFrame>
        <p:nvGraphicFramePr>
          <p:cNvPr id="67" name="Object 66">
            <a:extLst>
              <a:ext uri="{FF2B5EF4-FFF2-40B4-BE49-F238E27FC236}">
                <a16:creationId xmlns:a16="http://schemas.microsoft.com/office/drawing/2014/main" id="{64206190-4C41-0B12-FC76-E24957A2D59C}"/>
              </a:ext>
            </a:extLst>
          </p:cNvPr>
          <p:cNvGraphicFramePr>
            <a:graphicFrameLocks noChangeAspect="1"/>
          </p:cNvGraphicFramePr>
          <p:nvPr/>
        </p:nvGraphicFramePr>
        <p:xfrm>
          <a:off x="6463510" y="3772338"/>
          <a:ext cx="317500" cy="152400"/>
        </p:xfrm>
        <a:graphic>
          <a:graphicData uri="http://schemas.openxmlformats.org/presentationml/2006/ole">
            <mc:AlternateContent xmlns:mc="http://schemas.openxmlformats.org/markup-compatibility/2006">
              <mc:Choice xmlns:v="urn:schemas-microsoft-com:vml" Requires="v">
                <p:oleObj name="Equation" r:id="rId108" imgW="317160" imgH="152280" progId="Equation.DSMT4">
                  <p:embed/>
                </p:oleObj>
              </mc:Choice>
              <mc:Fallback>
                <p:oleObj name="Equation" r:id="rId108" imgW="317160" imgH="152280" progId="Equation.DSMT4">
                  <p:embed/>
                  <p:pic>
                    <p:nvPicPr>
                      <p:cNvPr id="67" name="Object 66">
                        <a:extLst>
                          <a:ext uri="{FF2B5EF4-FFF2-40B4-BE49-F238E27FC236}">
                            <a16:creationId xmlns:a16="http://schemas.microsoft.com/office/drawing/2014/main" id="{64206190-4C41-0B12-FC76-E24957A2D59C}"/>
                          </a:ext>
                        </a:extLst>
                      </p:cNvPr>
                      <p:cNvPicPr>
                        <a:picLocks noChangeAspect="1" noChangeArrowheads="1"/>
                      </p:cNvPicPr>
                      <p:nvPr/>
                    </p:nvPicPr>
                    <p:blipFill>
                      <a:blip r:embed="rId109"/>
                      <a:srcRect/>
                      <a:stretch>
                        <a:fillRect/>
                      </a:stretch>
                    </p:blipFill>
                    <p:spPr bwMode="auto">
                      <a:xfrm>
                        <a:off x="6463510" y="3772338"/>
                        <a:ext cx="317500" cy="152400"/>
                      </a:xfrm>
                      <a:prstGeom prst="rect">
                        <a:avLst/>
                      </a:prstGeom>
                      <a:solidFill>
                        <a:schemeClr val="bg1"/>
                      </a:solidFill>
                    </p:spPr>
                  </p:pic>
                </p:oleObj>
              </mc:Fallback>
            </mc:AlternateContent>
          </a:graphicData>
        </a:graphic>
      </p:graphicFrame>
      <p:graphicFrame>
        <p:nvGraphicFramePr>
          <p:cNvPr id="68" name="Object 67">
            <a:extLst>
              <a:ext uri="{FF2B5EF4-FFF2-40B4-BE49-F238E27FC236}">
                <a16:creationId xmlns:a16="http://schemas.microsoft.com/office/drawing/2014/main" id="{BA09FF36-E040-B5B0-6C22-1EFE458C3549}"/>
              </a:ext>
            </a:extLst>
          </p:cNvPr>
          <p:cNvGraphicFramePr>
            <a:graphicFrameLocks noChangeAspect="1"/>
          </p:cNvGraphicFramePr>
          <p:nvPr/>
        </p:nvGraphicFramePr>
        <p:xfrm>
          <a:off x="987166" y="3996688"/>
          <a:ext cx="101600" cy="152400"/>
        </p:xfrm>
        <a:graphic>
          <a:graphicData uri="http://schemas.openxmlformats.org/presentationml/2006/ole">
            <mc:AlternateContent xmlns:mc="http://schemas.openxmlformats.org/markup-compatibility/2006">
              <mc:Choice xmlns:v="urn:schemas-microsoft-com:vml" Requires="v">
                <p:oleObj name="Equation" r:id="rId110" imgW="101520" imgH="152280" progId="Equation.DSMT4">
                  <p:embed/>
                </p:oleObj>
              </mc:Choice>
              <mc:Fallback>
                <p:oleObj name="Equation" r:id="rId110" imgW="101520" imgH="152280" progId="Equation.DSMT4">
                  <p:embed/>
                  <p:pic>
                    <p:nvPicPr>
                      <p:cNvPr id="68" name="Object 67">
                        <a:extLst>
                          <a:ext uri="{FF2B5EF4-FFF2-40B4-BE49-F238E27FC236}">
                            <a16:creationId xmlns:a16="http://schemas.microsoft.com/office/drawing/2014/main" id="{BA09FF36-E040-B5B0-6C22-1EFE458C3549}"/>
                          </a:ext>
                        </a:extLst>
                      </p:cNvPr>
                      <p:cNvPicPr>
                        <a:picLocks noChangeAspect="1" noChangeArrowheads="1"/>
                      </p:cNvPicPr>
                      <p:nvPr/>
                    </p:nvPicPr>
                    <p:blipFill>
                      <a:blip r:embed="rId111"/>
                      <a:srcRect/>
                      <a:stretch>
                        <a:fillRect/>
                      </a:stretch>
                    </p:blipFill>
                    <p:spPr bwMode="auto">
                      <a:xfrm>
                        <a:off x="987166" y="3996688"/>
                        <a:ext cx="101600" cy="152400"/>
                      </a:xfrm>
                      <a:prstGeom prst="rect">
                        <a:avLst/>
                      </a:prstGeom>
                      <a:solidFill>
                        <a:schemeClr val="bg1"/>
                      </a:solidFill>
                    </p:spPr>
                  </p:pic>
                </p:oleObj>
              </mc:Fallback>
            </mc:AlternateContent>
          </a:graphicData>
        </a:graphic>
      </p:graphicFrame>
      <p:graphicFrame>
        <p:nvGraphicFramePr>
          <p:cNvPr id="69" name="Object 68">
            <a:extLst>
              <a:ext uri="{FF2B5EF4-FFF2-40B4-BE49-F238E27FC236}">
                <a16:creationId xmlns:a16="http://schemas.microsoft.com/office/drawing/2014/main" id="{2D311319-FE7D-4018-08B0-B5EC1BF331A8}"/>
              </a:ext>
            </a:extLst>
          </p:cNvPr>
          <p:cNvGraphicFramePr>
            <a:graphicFrameLocks noChangeAspect="1"/>
          </p:cNvGraphicFramePr>
          <p:nvPr/>
        </p:nvGraphicFramePr>
        <p:xfrm>
          <a:off x="1458553" y="4023065"/>
          <a:ext cx="330200" cy="152400"/>
        </p:xfrm>
        <a:graphic>
          <a:graphicData uri="http://schemas.openxmlformats.org/presentationml/2006/ole">
            <mc:AlternateContent xmlns:mc="http://schemas.openxmlformats.org/markup-compatibility/2006">
              <mc:Choice xmlns:v="urn:schemas-microsoft-com:vml" Requires="v">
                <p:oleObj name="Equation" r:id="rId112" imgW="330120" imgH="152280" progId="Equation.DSMT4">
                  <p:embed/>
                </p:oleObj>
              </mc:Choice>
              <mc:Fallback>
                <p:oleObj name="Equation" r:id="rId112" imgW="330120" imgH="152280" progId="Equation.DSMT4">
                  <p:embed/>
                  <p:pic>
                    <p:nvPicPr>
                      <p:cNvPr id="69" name="Object 68">
                        <a:extLst>
                          <a:ext uri="{FF2B5EF4-FFF2-40B4-BE49-F238E27FC236}">
                            <a16:creationId xmlns:a16="http://schemas.microsoft.com/office/drawing/2014/main" id="{2D311319-FE7D-4018-08B0-B5EC1BF331A8}"/>
                          </a:ext>
                        </a:extLst>
                      </p:cNvPr>
                      <p:cNvPicPr>
                        <a:picLocks noChangeAspect="1" noChangeArrowheads="1"/>
                      </p:cNvPicPr>
                      <p:nvPr/>
                    </p:nvPicPr>
                    <p:blipFill>
                      <a:blip r:embed="rId113"/>
                      <a:srcRect/>
                      <a:stretch>
                        <a:fillRect/>
                      </a:stretch>
                    </p:blipFill>
                    <p:spPr bwMode="auto">
                      <a:xfrm>
                        <a:off x="1458553" y="4023065"/>
                        <a:ext cx="330200" cy="152400"/>
                      </a:xfrm>
                      <a:prstGeom prst="rect">
                        <a:avLst/>
                      </a:prstGeom>
                      <a:solidFill>
                        <a:schemeClr val="bg1"/>
                      </a:solidFill>
                    </p:spPr>
                  </p:pic>
                </p:oleObj>
              </mc:Fallback>
            </mc:AlternateContent>
          </a:graphicData>
        </a:graphic>
      </p:graphicFrame>
      <p:graphicFrame>
        <p:nvGraphicFramePr>
          <p:cNvPr id="70" name="Object 69">
            <a:extLst>
              <a:ext uri="{FF2B5EF4-FFF2-40B4-BE49-F238E27FC236}">
                <a16:creationId xmlns:a16="http://schemas.microsoft.com/office/drawing/2014/main" id="{C8D62913-E541-56D1-28F9-26043ADF8A1F}"/>
              </a:ext>
            </a:extLst>
          </p:cNvPr>
          <p:cNvGraphicFramePr>
            <a:graphicFrameLocks noChangeAspect="1"/>
          </p:cNvGraphicFramePr>
          <p:nvPr/>
        </p:nvGraphicFramePr>
        <p:xfrm>
          <a:off x="1978136" y="4036676"/>
          <a:ext cx="330200" cy="152400"/>
        </p:xfrm>
        <a:graphic>
          <a:graphicData uri="http://schemas.openxmlformats.org/presentationml/2006/ole">
            <mc:AlternateContent xmlns:mc="http://schemas.openxmlformats.org/markup-compatibility/2006">
              <mc:Choice xmlns:v="urn:schemas-microsoft-com:vml" Requires="v">
                <p:oleObj name="Equation" r:id="rId114" imgW="330120" imgH="152280" progId="Equation.DSMT4">
                  <p:embed/>
                </p:oleObj>
              </mc:Choice>
              <mc:Fallback>
                <p:oleObj name="Equation" r:id="rId114" imgW="330120" imgH="152280" progId="Equation.DSMT4">
                  <p:embed/>
                  <p:pic>
                    <p:nvPicPr>
                      <p:cNvPr id="70" name="Object 69">
                        <a:extLst>
                          <a:ext uri="{FF2B5EF4-FFF2-40B4-BE49-F238E27FC236}">
                            <a16:creationId xmlns:a16="http://schemas.microsoft.com/office/drawing/2014/main" id="{C8D62913-E541-56D1-28F9-26043ADF8A1F}"/>
                          </a:ext>
                        </a:extLst>
                      </p:cNvPr>
                      <p:cNvPicPr>
                        <a:picLocks noChangeAspect="1" noChangeArrowheads="1"/>
                      </p:cNvPicPr>
                      <p:nvPr/>
                    </p:nvPicPr>
                    <p:blipFill>
                      <a:blip r:embed="rId115"/>
                      <a:srcRect/>
                      <a:stretch>
                        <a:fillRect/>
                      </a:stretch>
                    </p:blipFill>
                    <p:spPr bwMode="auto">
                      <a:xfrm>
                        <a:off x="1978136" y="4036676"/>
                        <a:ext cx="330200" cy="152400"/>
                      </a:xfrm>
                      <a:prstGeom prst="rect">
                        <a:avLst/>
                      </a:prstGeom>
                      <a:solidFill>
                        <a:schemeClr val="bg1"/>
                      </a:solidFill>
                    </p:spPr>
                  </p:pic>
                </p:oleObj>
              </mc:Fallback>
            </mc:AlternateContent>
          </a:graphicData>
        </a:graphic>
      </p:graphicFrame>
      <p:graphicFrame>
        <p:nvGraphicFramePr>
          <p:cNvPr id="71" name="Object 70">
            <a:extLst>
              <a:ext uri="{FF2B5EF4-FFF2-40B4-BE49-F238E27FC236}">
                <a16:creationId xmlns:a16="http://schemas.microsoft.com/office/drawing/2014/main" id="{B630E2B6-E667-15FC-7825-35C359B8CF67}"/>
              </a:ext>
            </a:extLst>
          </p:cNvPr>
          <p:cNvGraphicFramePr>
            <a:graphicFrameLocks noChangeAspect="1"/>
          </p:cNvGraphicFramePr>
          <p:nvPr/>
        </p:nvGraphicFramePr>
        <p:xfrm>
          <a:off x="2586441" y="4033405"/>
          <a:ext cx="317500" cy="152400"/>
        </p:xfrm>
        <a:graphic>
          <a:graphicData uri="http://schemas.openxmlformats.org/presentationml/2006/ole">
            <mc:AlternateContent xmlns:mc="http://schemas.openxmlformats.org/markup-compatibility/2006">
              <mc:Choice xmlns:v="urn:schemas-microsoft-com:vml" Requires="v">
                <p:oleObj name="Equation" r:id="rId116" imgW="317160" imgH="152280" progId="Equation.DSMT4">
                  <p:embed/>
                </p:oleObj>
              </mc:Choice>
              <mc:Fallback>
                <p:oleObj name="Equation" r:id="rId116" imgW="317160" imgH="152280" progId="Equation.DSMT4">
                  <p:embed/>
                  <p:pic>
                    <p:nvPicPr>
                      <p:cNvPr id="71" name="Object 70">
                        <a:extLst>
                          <a:ext uri="{FF2B5EF4-FFF2-40B4-BE49-F238E27FC236}">
                            <a16:creationId xmlns:a16="http://schemas.microsoft.com/office/drawing/2014/main" id="{B630E2B6-E667-15FC-7825-35C359B8CF67}"/>
                          </a:ext>
                        </a:extLst>
                      </p:cNvPr>
                      <p:cNvPicPr>
                        <a:picLocks noChangeAspect="1" noChangeArrowheads="1"/>
                      </p:cNvPicPr>
                      <p:nvPr/>
                    </p:nvPicPr>
                    <p:blipFill>
                      <a:blip r:embed="rId117"/>
                      <a:srcRect/>
                      <a:stretch>
                        <a:fillRect/>
                      </a:stretch>
                    </p:blipFill>
                    <p:spPr bwMode="auto">
                      <a:xfrm>
                        <a:off x="2586441" y="4033405"/>
                        <a:ext cx="317500" cy="152400"/>
                      </a:xfrm>
                      <a:prstGeom prst="rect">
                        <a:avLst/>
                      </a:prstGeom>
                      <a:solidFill>
                        <a:schemeClr val="bg1"/>
                      </a:solidFill>
                    </p:spPr>
                  </p:pic>
                </p:oleObj>
              </mc:Fallback>
            </mc:AlternateContent>
          </a:graphicData>
        </a:graphic>
      </p:graphicFrame>
      <p:graphicFrame>
        <p:nvGraphicFramePr>
          <p:cNvPr id="72" name="Object 71">
            <a:extLst>
              <a:ext uri="{FF2B5EF4-FFF2-40B4-BE49-F238E27FC236}">
                <a16:creationId xmlns:a16="http://schemas.microsoft.com/office/drawing/2014/main" id="{4CC020DF-2CBD-8F42-E150-96739A40DABA}"/>
              </a:ext>
            </a:extLst>
          </p:cNvPr>
          <p:cNvGraphicFramePr>
            <a:graphicFrameLocks noChangeAspect="1"/>
          </p:cNvGraphicFramePr>
          <p:nvPr/>
        </p:nvGraphicFramePr>
        <p:xfrm>
          <a:off x="3095663" y="4018877"/>
          <a:ext cx="317500" cy="152400"/>
        </p:xfrm>
        <a:graphic>
          <a:graphicData uri="http://schemas.openxmlformats.org/presentationml/2006/ole">
            <mc:AlternateContent xmlns:mc="http://schemas.openxmlformats.org/markup-compatibility/2006">
              <mc:Choice xmlns:v="urn:schemas-microsoft-com:vml" Requires="v">
                <p:oleObj name="Equation" r:id="rId118" imgW="317160" imgH="152280" progId="Equation.DSMT4">
                  <p:embed/>
                </p:oleObj>
              </mc:Choice>
              <mc:Fallback>
                <p:oleObj name="Equation" r:id="rId118" imgW="317160" imgH="152280" progId="Equation.DSMT4">
                  <p:embed/>
                  <p:pic>
                    <p:nvPicPr>
                      <p:cNvPr id="72" name="Object 71">
                        <a:extLst>
                          <a:ext uri="{FF2B5EF4-FFF2-40B4-BE49-F238E27FC236}">
                            <a16:creationId xmlns:a16="http://schemas.microsoft.com/office/drawing/2014/main" id="{4CC020DF-2CBD-8F42-E150-96739A40DABA}"/>
                          </a:ext>
                        </a:extLst>
                      </p:cNvPr>
                      <p:cNvPicPr>
                        <a:picLocks noChangeAspect="1" noChangeArrowheads="1"/>
                      </p:cNvPicPr>
                      <p:nvPr/>
                    </p:nvPicPr>
                    <p:blipFill>
                      <a:blip r:embed="rId119"/>
                      <a:srcRect/>
                      <a:stretch>
                        <a:fillRect/>
                      </a:stretch>
                    </p:blipFill>
                    <p:spPr bwMode="auto">
                      <a:xfrm>
                        <a:off x="3095663" y="4018877"/>
                        <a:ext cx="317500" cy="152400"/>
                      </a:xfrm>
                      <a:prstGeom prst="rect">
                        <a:avLst/>
                      </a:prstGeom>
                      <a:solidFill>
                        <a:schemeClr val="bg1"/>
                      </a:solidFill>
                    </p:spPr>
                  </p:pic>
                </p:oleObj>
              </mc:Fallback>
            </mc:AlternateContent>
          </a:graphicData>
        </a:graphic>
      </p:graphicFrame>
      <p:graphicFrame>
        <p:nvGraphicFramePr>
          <p:cNvPr id="73" name="Object 72">
            <a:extLst>
              <a:ext uri="{FF2B5EF4-FFF2-40B4-BE49-F238E27FC236}">
                <a16:creationId xmlns:a16="http://schemas.microsoft.com/office/drawing/2014/main" id="{EC9D60D6-BD05-7452-4167-A3C4324E4C24}"/>
              </a:ext>
            </a:extLst>
          </p:cNvPr>
          <p:cNvGraphicFramePr>
            <a:graphicFrameLocks noChangeAspect="1"/>
          </p:cNvGraphicFramePr>
          <p:nvPr/>
        </p:nvGraphicFramePr>
        <p:xfrm>
          <a:off x="3664056" y="4006618"/>
          <a:ext cx="317500" cy="152400"/>
        </p:xfrm>
        <a:graphic>
          <a:graphicData uri="http://schemas.openxmlformats.org/presentationml/2006/ole">
            <mc:AlternateContent xmlns:mc="http://schemas.openxmlformats.org/markup-compatibility/2006">
              <mc:Choice xmlns:v="urn:schemas-microsoft-com:vml" Requires="v">
                <p:oleObj name="Equation" r:id="rId120" imgW="317160" imgH="152280" progId="Equation.DSMT4">
                  <p:embed/>
                </p:oleObj>
              </mc:Choice>
              <mc:Fallback>
                <p:oleObj name="Equation" r:id="rId120" imgW="317160" imgH="152280" progId="Equation.DSMT4">
                  <p:embed/>
                  <p:pic>
                    <p:nvPicPr>
                      <p:cNvPr id="73" name="Object 72">
                        <a:extLst>
                          <a:ext uri="{FF2B5EF4-FFF2-40B4-BE49-F238E27FC236}">
                            <a16:creationId xmlns:a16="http://schemas.microsoft.com/office/drawing/2014/main" id="{EC9D60D6-BD05-7452-4167-A3C4324E4C24}"/>
                          </a:ext>
                        </a:extLst>
                      </p:cNvPr>
                      <p:cNvPicPr>
                        <a:picLocks noChangeAspect="1" noChangeArrowheads="1"/>
                      </p:cNvPicPr>
                      <p:nvPr/>
                    </p:nvPicPr>
                    <p:blipFill>
                      <a:blip r:embed="rId121"/>
                      <a:srcRect/>
                      <a:stretch>
                        <a:fillRect/>
                      </a:stretch>
                    </p:blipFill>
                    <p:spPr bwMode="auto">
                      <a:xfrm>
                        <a:off x="3664056" y="4006618"/>
                        <a:ext cx="317500" cy="152400"/>
                      </a:xfrm>
                      <a:prstGeom prst="rect">
                        <a:avLst/>
                      </a:prstGeom>
                      <a:solidFill>
                        <a:schemeClr val="bg1"/>
                      </a:solidFill>
                    </p:spPr>
                  </p:pic>
                </p:oleObj>
              </mc:Fallback>
            </mc:AlternateContent>
          </a:graphicData>
        </a:graphic>
      </p:graphicFrame>
      <p:graphicFrame>
        <p:nvGraphicFramePr>
          <p:cNvPr id="74" name="Object 73">
            <a:extLst>
              <a:ext uri="{FF2B5EF4-FFF2-40B4-BE49-F238E27FC236}">
                <a16:creationId xmlns:a16="http://schemas.microsoft.com/office/drawing/2014/main" id="{E5A3A7B1-E447-82F1-123E-14D0B1A64E61}"/>
              </a:ext>
            </a:extLst>
          </p:cNvPr>
          <p:cNvGraphicFramePr>
            <a:graphicFrameLocks noChangeAspect="1"/>
          </p:cNvGraphicFramePr>
          <p:nvPr/>
        </p:nvGraphicFramePr>
        <p:xfrm>
          <a:off x="4232257" y="4018877"/>
          <a:ext cx="330200" cy="152400"/>
        </p:xfrm>
        <a:graphic>
          <a:graphicData uri="http://schemas.openxmlformats.org/presentationml/2006/ole">
            <mc:AlternateContent xmlns:mc="http://schemas.openxmlformats.org/markup-compatibility/2006">
              <mc:Choice xmlns:v="urn:schemas-microsoft-com:vml" Requires="v">
                <p:oleObj name="Equation" r:id="rId122" imgW="330120" imgH="152280" progId="Equation.DSMT4">
                  <p:embed/>
                </p:oleObj>
              </mc:Choice>
              <mc:Fallback>
                <p:oleObj name="Equation" r:id="rId122" imgW="330120" imgH="152280" progId="Equation.DSMT4">
                  <p:embed/>
                  <p:pic>
                    <p:nvPicPr>
                      <p:cNvPr id="74" name="Object 73">
                        <a:extLst>
                          <a:ext uri="{FF2B5EF4-FFF2-40B4-BE49-F238E27FC236}">
                            <a16:creationId xmlns:a16="http://schemas.microsoft.com/office/drawing/2014/main" id="{E5A3A7B1-E447-82F1-123E-14D0B1A64E61}"/>
                          </a:ext>
                        </a:extLst>
                      </p:cNvPr>
                      <p:cNvPicPr>
                        <a:picLocks noChangeAspect="1" noChangeArrowheads="1"/>
                      </p:cNvPicPr>
                      <p:nvPr/>
                    </p:nvPicPr>
                    <p:blipFill>
                      <a:blip r:embed="rId123"/>
                      <a:srcRect/>
                      <a:stretch>
                        <a:fillRect/>
                      </a:stretch>
                    </p:blipFill>
                    <p:spPr bwMode="auto">
                      <a:xfrm>
                        <a:off x="4232257" y="4018877"/>
                        <a:ext cx="330200" cy="152400"/>
                      </a:xfrm>
                      <a:prstGeom prst="rect">
                        <a:avLst/>
                      </a:prstGeom>
                      <a:solidFill>
                        <a:schemeClr val="bg1"/>
                      </a:solidFill>
                    </p:spPr>
                  </p:pic>
                </p:oleObj>
              </mc:Fallback>
            </mc:AlternateContent>
          </a:graphicData>
        </a:graphic>
      </p:graphicFrame>
      <p:graphicFrame>
        <p:nvGraphicFramePr>
          <p:cNvPr id="75" name="Object 74">
            <a:extLst>
              <a:ext uri="{FF2B5EF4-FFF2-40B4-BE49-F238E27FC236}">
                <a16:creationId xmlns:a16="http://schemas.microsoft.com/office/drawing/2014/main" id="{B3C485D4-66EC-EF0A-68DC-6CD6B0CB4BA4}"/>
              </a:ext>
            </a:extLst>
          </p:cNvPr>
          <p:cNvGraphicFramePr>
            <a:graphicFrameLocks noChangeAspect="1"/>
          </p:cNvGraphicFramePr>
          <p:nvPr/>
        </p:nvGraphicFramePr>
        <p:xfrm>
          <a:off x="4818044" y="4002551"/>
          <a:ext cx="317500" cy="152400"/>
        </p:xfrm>
        <a:graphic>
          <a:graphicData uri="http://schemas.openxmlformats.org/presentationml/2006/ole">
            <mc:AlternateContent xmlns:mc="http://schemas.openxmlformats.org/markup-compatibility/2006">
              <mc:Choice xmlns:v="urn:schemas-microsoft-com:vml" Requires="v">
                <p:oleObj name="Equation" r:id="rId124" imgW="317160" imgH="152280" progId="Equation.DSMT4">
                  <p:embed/>
                </p:oleObj>
              </mc:Choice>
              <mc:Fallback>
                <p:oleObj name="Equation" r:id="rId124" imgW="317160" imgH="152280" progId="Equation.DSMT4">
                  <p:embed/>
                  <p:pic>
                    <p:nvPicPr>
                      <p:cNvPr id="75" name="Object 74">
                        <a:extLst>
                          <a:ext uri="{FF2B5EF4-FFF2-40B4-BE49-F238E27FC236}">
                            <a16:creationId xmlns:a16="http://schemas.microsoft.com/office/drawing/2014/main" id="{B3C485D4-66EC-EF0A-68DC-6CD6B0CB4BA4}"/>
                          </a:ext>
                        </a:extLst>
                      </p:cNvPr>
                      <p:cNvPicPr>
                        <a:picLocks noChangeAspect="1" noChangeArrowheads="1"/>
                      </p:cNvPicPr>
                      <p:nvPr/>
                    </p:nvPicPr>
                    <p:blipFill>
                      <a:blip r:embed="rId125"/>
                      <a:srcRect/>
                      <a:stretch>
                        <a:fillRect/>
                      </a:stretch>
                    </p:blipFill>
                    <p:spPr bwMode="auto">
                      <a:xfrm>
                        <a:off x="4818044" y="4002551"/>
                        <a:ext cx="317500" cy="152400"/>
                      </a:xfrm>
                      <a:prstGeom prst="rect">
                        <a:avLst/>
                      </a:prstGeom>
                      <a:solidFill>
                        <a:schemeClr val="bg1"/>
                      </a:solidFill>
                    </p:spPr>
                  </p:pic>
                </p:oleObj>
              </mc:Fallback>
            </mc:AlternateContent>
          </a:graphicData>
        </a:graphic>
      </p:graphicFrame>
      <p:graphicFrame>
        <p:nvGraphicFramePr>
          <p:cNvPr id="76" name="Object 75">
            <a:extLst>
              <a:ext uri="{FF2B5EF4-FFF2-40B4-BE49-F238E27FC236}">
                <a16:creationId xmlns:a16="http://schemas.microsoft.com/office/drawing/2014/main" id="{5C0B39C3-6797-3914-2D1B-BC00F0DD7D99}"/>
              </a:ext>
            </a:extLst>
          </p:cNvPr>
          <p:cNvGraphicFramePr>
            <a:graphicFrameLocks noChangeAspect="1"/>
          </p:cNvGraphicFramePr>
          <p:nvPr/>
        </p:nvGraphicFramePr>
        <p:xfrm>
          <a:off x="5354858" y="4002551"/>
          <a:ext cx="317500" cy="152400"/>
        </p:xfrm>
        <a:graphic>
          <a:graphicData uri="http://schemas.openxmlformats.org/presentationml/2006/ole">
            <mc:AlternateContent xmlns:mc="http://schemas.openxmlformats.org/markup-compatibility/2006">
              <mc:Choice xmlns:v="urn:schemas-microsoft-com:vml" Requires="v">
                <p:oleObj name="Equation" r:id="rId126" imgW="317160" imgH="152280" progId="Equation.DSMT4">
                  <p:embed/>
                </p:oleObj>
              </mc:Choice>
              <mc:Fallback>
                <p:oleObj name="Equation" r:id="rId126" imgW="317160" imgH="152280" progId="Equation.DSMT4">
                  <p:embed/>
                  <p:pic>
                    <p:nvPicPr>
                      <p:cNvPr id="76" name="Object 75">
                        <a:extLst>
                          <a:ext uri="{FF2B5EF4-FFF2-40B4-BE49-F238E27FC236}">
                            <a16:creationId xmlns:a16="http://schemas.microsoft.com/office/drawing/2014/main" id="{5C0B39C3-6797-3914-2D1B-BC00F0DD7D99}"/>
                          </a:ext>
                        </a:extLst>
                      </p:cNvPr>
                      <p:cNvPicPr>
                        <a:picLocks noChangeAspect="1" noChangeArrowheads="1"/>
                      </p:cNvPicPr>
                      <p:nvPr/>
                    </p:nvPicPr>
                    <p:blipFill>
                      <a:blip r:embed="rId127"/>
                      <a:srcRect/>
                      <a:stretch>
                        <a:fillRect/>
                      </a:stretch>
                    </p:blipFill>
                    <p:spPr bwMode="auto">
                      <a:xfrm>
                        <a:off x="5354858" y="4002551"/>
                        <a:ext cx="317500" cy="152400"/>
                      </a:xfrm>
                      <a:prstGeom prst="rect">
                        <a:avLst/>
                      </a:prstGeom>
                      <a:solidFill>
                        <a:schemeClr val="bg1"/>
                      </a:solidFill>
                    </p:spPr>
                  </p:pic>
                </p:oleObj>
              </mc:Fallback>
            </mc:AlternateContent>
          </a:graphicData>
        </a:graphic>
      </p:graphicFrame>
      <p:graphicFrame>
        <p:nvGraphicFramePr>
          <p:cNvPr id="77" name="Object 76">
            <a:extLst>
              <a:ext uri="{FF2B5EF4-FFF2-40B4-BE49-F238E27FC236}">
                <a16:creationId xmlns:a16="http://schemas.microsoft.com/office/drawing/2014/main" id="{4823054D-1CA2-0C4B-F7A8-0A8565F5731D}"/>
              </a:ext>
            </a:extLst>
          </p:cNvPr>
          <p:cNvGraphicFramePr>
            <a:graphicFrameLocks noChangeAspect="1"/>
          </p:cNvGraphicFramePr>
          <p:nvPr/>
        </p:nvGraphicFramePr>
        <p:xfrm>
          <a:off x="5902132" y="4015952"/>
          <a:ext cx="317500" cy="152400"/>
        </p:xfrm>
        <a:graphic>
          <a:graphicData uri="http://schemas.openxmlformats.org/presentationml/2006/ole">
            <mc:AlternateContent xmlns:mc="http://schemas.openxmlformats.org/markup-compatibility/2006">
              <mc:Choice xmlns:v="urn:schemas-microsoft-com:vml" Requires="v">
                <p:oleObj name="Equation" r:id="rId128" imgW="317160" imgH="152280" progId="Equation.DSMT4">
                  <p:embed/>
                </p:oleObj>
              </mc:Choice>
              <mc:Fallback>
                <p:oleObj name="Equation" r:id="rId128" imgW="317160" imgH="152280" progId="Equation.DSMT4">
                  <p:embed/>
                  <p:pic>
                    <p:nvPicPr>
                      <p:cNvPr id="77" name="Object 76">
                        <a:extLst>
                          <a:ext uri="{FF2B5EF4-FFF2-40B4-BE49-F238E27FC236}">
                            <a16:creationId xmlns:a16="http://schemas.microsoft.com/office/drawing/2014/main" id="{4823054D-1CA2-0C4B-F7A8-0A8565F5731D}"/>
                          </a:ext>
                        </a:extLst>
                      </p:cNvPr>
                      <p:cNvPicPr>
                        <a:picLocks noChangeAspect="1" noChangeArrowheads="1"/>
                      </p:cNvPicPr>
                      <p:nvPr/>
                    </p:nvPicPr>
                    <p:blipFill>
                      <a:blip r:embed="rId129"/>
                      <a:srcRect/>
                      <a:stretch>
                        <a:fillRect/>
                      </a:stretch>
                    </p:blipFill>
                    <p:spPr bwMode="auto">
                      <a:xfrm>
                        <a:off x="5902132" y="4015952"/>
                        <a:ext cx="317500" cy="152400"/>
                      </a:xfrm>
                      <a:prstGeom prst="rect">
                        <a:avLst/>
                      </a:prstGeom>
                      <a:solidFill>
                        <a:schemeClr val="bg1"/>
                      </a:solidFill>
                    </p:spPr>
                  </p:pic>
                </p:oleObj>
              </mc:Fallback>
            </mc:AlternateContent>
          </a:graphicData>
        </a:graphic>
      </p:graphicFrame>
      <p:graphicFrame>
        <p:nvGraphicFramePr>
          <p:cNvPr id="78" name="Object 77">
            <a:extLst>
              <a:ext uri="{FF2B5EF4-FFF2-40B4-BE49-F238E27FC236}">
                <a16:creationId xmlns:a16="http://schemas.microsoft.com/office/drawing/2014/main" id="{9A5498E0-007C-BEB1-242F-2E22E3515BDF}"/>
              </a:ext>
            </a:extLst>
          </p:cNvPr>
          <p:cNvGraphicFramePr>
            <a:graphicFrameLocks noChangeAspect="1"/>
          </p:cNvGraphicFramePr>
          <p:nvPr/>
        </p:nvGraphicFramePr>
        <p:xfrm>
          <a:off x="6461601" y="4005946"/>
          <a:ext cx="317500" cy="152400"/>
        </p:xfrm>
        <a:graphic>
          <a:graphicData uri="http://schemas.openxmlformats.org/presentationml/2006/ole">
            <mc:AlternateContent xmlns:mc="http://schemas.openxmlformats.org/markup-compatibility/2006">
              <mc:Choice xmlns:v="urn:schemas-microsoft-com:vml" Requires="v">
                <p:oleObj name="Equation" r:id="rId130" imgW="317160" imgH="152280" progId="Equation.DSMT4">
                  <p:embed/>
                </p:oleObj>
              </mc:Choice>
              <mc:Fallback>
                <p:oleObj name="Equation" r:id="rId130" imgW="317160" imgH="152280" progId="Equation.DSMT4">
                  <p:embed/>
                  <p:pic>
                    <p:nvPicPr>
                      <p:cNvPr id="78" name="Object 77">
                        <a:extLst>
                          <a:ext uri="{FF2B5EF4-FFF2-40B4-BE49-F238E27FC236}">
                            <a16:creationId xmlns:a16="http://schemas.microsoft.com/office/drawing/2014/main" id="{9A5498E0-007C-BEB1-242F-2E22E3515BDF}"/>
                          </a:ext>
                        </a:extLst>
                      </p:cNvPr>
                      <p:cNvPicPr>
                        <a:picLocks noChangeAspect="1" noChangeArrowheads="1"/>
                      </p:cNvPicPr>
                      <p:nvPr/>
                    </p:nvPicPr>
                    <p:blipFill>
                      <a:blip r:embed="rId131"/>
                      <a:srcRect/>
                      <a:stretch>
                        <a:fillRect/>
                      </a:stretch>
                    </p:blipFill>
                    <p:spPr bwMode="auto">
                      <a:xfrm>
                        <a:off x="6461601" y="4005946"/>
                        <a:ext cx="317500" cy="152400"/>
                      </a:xfrm>
                      <a:prstGeom prst="rect">
                        <a:avLst/>
                      </a:prstGeom>
                      <a:solidFill>
                        <a:schemeClr val="bg1"/>
                      </a:solidFill>
                    </p:spPr>
                  </p:pic>
                </p:oleObj>
              </mc:Fallback>
            </mc:AlternateContent>
          </a:graphicData>
        </a:graphic>
      </p:graphicFrame>
      <p:graphicFrame>
        <p:nvGraphicFramePr>
          <p:cNvPr id="79" name="Object 78">
            <a:extLst>
              <a:ext uri="{FF2B5EF4-FFF2-40B4-BE49-F238E27FC236}">
                <a16:creationId xmlns:a16="http://schemas.microsoft.com/office/drawing/2014/main" id="{ED0D0B74-EC5D-34FC-F93C-D61C0719C0CD}"/>
              </a:ext>
            </a:extLst>
          </p:cNvPr>
          <p:cNvGraphicFramePr>
            <a:graphicFrameLocks noChangeAspect="1"/>
          </p:cNvGraphicFramePr>
          <p:nvPr>
            <p:extLst>
              <p:ext uri="{D42A27DB-BD31-4B8C-83A1-F6EECF244321}">
                <p14:modId xmlns:p14="http://schemas.microsoft.com/office/powerpoint/2010/main" val="3477176015"/>
              </p:ext>
            </p:extLst>
          </p:nvPr>
        </p:nvGraphicFramePr>
        <p:xfrm>
          <a:off x="1007277" y="4248433"/>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79" name="Object 78">
                        <a:extLst>
                          <a:ext uri="{FF2B5EF4-FFF2-40B4-BE49-F238E27FC236}">
                            <a16:creationId xmlns:a16="http://schemas.microsoft.com/office/drawing/2014/main" id="{ED0D0B74-EC5D-34FC-F93C-D61C0719C0CD}"/>
                          </a:ext>
                        </a:extLst>
                      </p:cNvPr>
                      <p:cNvPicPr>
                        <a:picLocks noChangeAspect="1" noChangeArrowheads="1"/>
                      </p:cNvPicPr>
                      <p:nvPr/>
                    </p:nvPicPr>
                    <p:blipFill>
                      <a:blip r:embed="rId133"/>
                      <a:srcRect/>
                      <a:stretch>
                        <a:fillRect/>
                      </a:stretch>
                    </p:blipFill>
                    <p:spPr bwMode="auto">
                      <a:xfrm>
                        <a:off x="1007277" y="4248433"/>
                        <a:ext cx="76200" cy="152400"/>
                      </a:xfrm>
                      <a:prstGeom prst="rect">
                        <a:avLst/>
                      </a:prstGeom>
                      <a:solidFill>
                        <a:schemeClr val="bg1"/>
                      </a:solidFill>
                    </p:spPr>
                  </p:pic>
                </p:oleObj>
              </mc:Fallback>
            </mc:AlternateContent>
          </a:graphicData>
        </a:graphic>
      </p:graphicFrame>
      <p:graphicFrame>
        <p:nvGraphicFramePr>
          <p:cNvPr id="80" name="Object 79">
            <a:extLst>
              <a:ext uri="{FF2B5EF4-FFF2-40B4-BE49-F238E27FC236}">
                <a16:creationId xmlns:a16="http://schemas.microsoft.com/office/drawing/2014/main" id="{E97D8C0E-5CC8-5C07-9756-FA56FE8617C1}"/>
              </a:ext>
            </a:extLst>
          </p:cNvPr>
          <p:cNvGraphicFramePr>
            <a:graphicFrameLocks noChangeAspect="1"/>
          </p:cNvGraphicFramePr>
          <p:nvPr/>
        </p:nvGraphicFramePr>
        <p:xfrm>
          <a:off x="1567080" y="4274086"/>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0" name="Object 79">
                        <a:extLst>
                          <a:ext uri="{FF2B5EF4-FFF2-40B4-BE49-F238E27FC236}">
                            <a16:creationId xmlns:a16="http://schemas.microsoft.com/office/drawing/2014/main" id="{E97D8C0E-5CC8-5C07-9756-FA56FE8617C1}"/>
                          </a:ext>
                        </a:extLst>
                      </p:cNvPr>
                      <p:cNvPicPr>
                        <a:picLocks noChangeAspect="1" noChangeArrowheads="1"/>
                      </p:cNvPicPr>
                      <p:nvPr/>
                    </p:nvPicPr>
                    <p:blipFill>
                      <a:blip r:embed="rId134"/>
                      <a:srcRect/>
                      <a:stretch>
                        <a:fillRect/>
                      </a:stretch>
                    </p:blipFill>
                    <p:spPr bwMode="auto">
                      <a:xfrm>
                        <a:off x="1567080" y="4274086"/>
                        <a:ext cx="76200" cy="152400"/>
                      </a:xfrm>
                      <a:prstGeom prst="rect">
                        <a:avLst/>
                      </a:prstGeom>
                      <a:solidFill>
                        <a:schemeClr val="bg1"/>
                      </a:solidFill>
                    </p:spPr>
                  </p:pic>
                </p:oleObj>
              </mc:Fallback>
            </mc:AlternateContent>
          </a:graphicData>
        </a:graphic>
      </p:graphicFrame>
      <p:graphicFrame>
        <p:nvGraphicFramePr>
          <p:cNvPr id="81" name="Object 80">
            <a:extLst>
              <a:ext uri="{FF2B5EF4-FFF2-40B4-BE49-F238E27FC236}">
                <a16:creationId xmlns:a16="http://schemas.microsoft.com/office/drawing/2014/main" id="{9CCDEBD9-4410-536C-F565-C96C3F22963E}"/>
              </a:ext>
            </a:extLst>
          </p:cNvPr>
          <p:cNvGraphicFramePr>
            <a:graphicFrameLocks noChangeAspect="1"/>
          </p:cNvGraphicFramePr>
          <p:nvPr/>
        </p:nvGraphicFramePr>
        <p:xfrm>
          <a:off x="2101240" y="4265032"/>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1" name="Object 80">
                        <a:extLst>
                          <a:ext uri="{FF2B5EF4-FFF2-40B4-BE49-F238E27FC236}">
                            <a16:creationId xmlns:a16="http://schemas.microsoft.com/office/drawing/2014/main" id="{9CCDEBD9-4410-536C-F565-C96C3F22963E}"/>
                          </a:ext>
                        </a:extLst>
                      </p:cNvPr>
                      <p:cNvPicPr>
                        <a:picLocks noChangeAspect="1" noChangeArrowheads="1"/>
                      </p:cNvPicPr>
                      <p:nvPr/>
                    </p:nvPicPr>
                    <p:blipFill>
                      <a:blip r:embed="rId134"/>
                      <a:srcRect/>
                      <a:stretch>
                        <a:fillRect/>
                      </a:stretch>
                    </p:blipFill>
                    <p:spPr bwMode="auto">
                      <a:xfrm>
                        <a:off x="2101240" y="4265032"/>
                        <a:ext cx="76200" cy="152400"/>
                      </a:xfrm>
                      <a:prstGeom prst="rect">
                        <a:avLst/>
                      </a:prstGeom>
                      <a:solidFill>
                        <a:schemeClr val="bg1"/>
                      </a:solidFill>
                    </p:spPr>
                  </p:pic>
                </p:oleObj>
              </mc:Fallback>
            </mc:AlternateContent>
          </a:graphicData>
        </a:graphic>
      </p:graphicFrame>
      <p:graphicFrame>
        <p:nvGraphicFramePr>
          <p:cNvPr id="82" name="Object 81">
            <a:extLst>
              <a:ext uri="{FF2B5EF4-FFF2-40B4-BE49-F238E27FC236}">
                <a16:creationId xmlns:a16="http://schemas.microsoft.com/office/drawing/2014/main" id="{A550AB1E-BE3F-3691-11DD-BA25C1485A7B}"/>
              </a:ext>
            </a:extLst>
          </p:cNvPr>
          <p:cNvGraphicFramePr>
            <a:graphicFrameLocks noChangeAspect="1"/>
          </p:cNvGraphicFramePr>
          <p:nvPr/>
        </p:nvGraphicFramePr>
        <p:xfrm>
          <a:off x="2671603" y="4265032"/>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2" name="Object 81">
                        <a:extLst>
                          <a:ext uri="{FF2B5EF4-FFF2-40B4-BE49-F238E27FC236}">
                            <a16:creationId xmlns:a16="http://schemas.microsoft.com/office/drawing/2014/main" id="{A550AB1E-BE3F-3691-11DD-BA25C1485A7B}"/>
                          </a:ext>
                        </a:extLst>
                      </p:cNvPr>
                      <p:cNvPicPr>
                        <a:picLocks noChangeAspect="1" noChangeArrowheads="1"/>
                      </p:cNvPicPr>
                      <p:nvPr/>
                    </p:nvPicPr>
                    <p:blipFill>
                      <a:blip r:embed="rId134"/>
                      <a:srcRect/>
                      <a:stretch>
                        <a:fillRect/>
                      </a:stretch>
                    </p:blipFill>
                    <p:spPr bwMode="auto">
                      <a:xfrm>
                        <a:off x="2671603" y="4265032"/>
                        <a:ext cx="76200" cy="152400"/>
                      </a:xfrm>
                      <a:prstGeom prst="rect">
                        <a:avLst/>
                      </a:prstGeom>
                      <a:solidFill>
                        <a:schemeClr val="bg1"/>
                      </a:solidFill>
                    </p:spPr>
                  </p:pic>
                </p:oleObj>
              </mc:Fallback>
            </mc:AlternateContent>
          </a:graphicData>
        </a:graphic>
      </p:graphicFrame>
      <p:graphicFrame>
        <p:nvGraphicFramePr>
          <p:cNvPr id="83" name="Object 82">
            <a:extLst>
              <a:ext uri="{FF2B5EF4-FFF2-40B4-BE49-F238E27FC236}">
                <a16:creationId xmlns:a16="http://schemas.microsoft.com/office/drawing/2014/main" id="{4A9F0520-5922-3F26-FE29-226ECF084267}"/>
              </a:ext>
            </a:extLst>
          </p:cNvPr>
          <p:cNvGraphicFramePr>
            <a:graphicFrameLocks noChangeAspect="1"/>
          </p:cNvGraphicFramePr>
          <p:nvPr/>
        </p:nvGraphicFramePr>
        <p:xfrm>
          <a:off x="3232926" y="4274085"/>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3" name="Object 82">
                        <a:extLst>
                          <a:ext uri="{FF2B5EF4-FFF2-40B4-BE49-F238E27FC236}">
                            <a16:creationId xmlns:a16="http://schemas.microsoft.com/office/drawing/2014/main" id="{4A9F0520-5922-3F26-FE29-226ECF084267}"/>
                          </a:ext>
                        </a:extLst>
                      </p:cNvPr>
                      <p:cNvPicPr>
                        <a:picLocks noChangeAspect="1" noChangeArrowheads="1"/>
                      </p:cNvPicPr>
                      <p:nvPr/>
                    </p:nvPicPr>
                    <p:blipFill>
                      <a:blip r:embed="rId134"/>
                      <a:srcRect/>
                      <a:stretch>
                        <a:fillRect/>
                      </a:stretch>
                    </p:blipFill>
                    <p:spPr bwMode="auto">
                      <a:xfrm>
                        <a:off x="3232926" y="4274085"/>
                        <a:ext cx="76200" cy="152400"/>
                      </a:xfrm>
                      <a:prstGeom prst="rect">
                        <a:avLst/>
                      </a:prstGeom>
                      <a:solidFill>
                        <a:schemeClr val="bg1"/>
                      </a:solidFill>
                    </p:spPr>
                  </p:pic>
                </p:oleObj>
              </mc:Fallback>
            </mc:AlternateContent>
          </a:graphicData>
        </a:graphic>
      </p:graphicFrame>
      <p:graphicFrame>
        <p:nvGraphicFramePr>
          <p:cNvPr id="84" name="Object 83">
            <a:extLst>
              <a:ext uri="{FF2B5EF4-FFF2-40B4-BE49-F238E27FC236}">
                <a16:creationId xmlns:a16="http://schemas.microsoft.com/office/drawing/2014/main" id="{64766B5A-60BB-6848-FA50-516EDBB9A4D4}"/>
              </a:ext>
            </a:extLst>
          </p:cNvPr>
          <p:cNvGraphicFramePr>
            <a:graphicFrameLocks noChangeAspect="1"/>
          </p:cNvGraphicFramePr>
          <p:nvPr/>
        </p:nvGraphicFramePr>
        <p:xfrm>
          <a:off x="3803297" y="4265033"/>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4" name="Object 83">
                        <a:extLst>
                          <a:ext uri="{FF2B5EF4-FFF2-40B4-BE49-F238E27FC236}">
                            <a16:creationId xmlns:a16="http://schemas.microsoft.com/office/drawing/2014/main" id="{64766B5A-60BB-6848-FA50-516EDBB9A4D4}"/>
                          </a:ext>
                        </a:extLst>
                      </p:cNvPr>
                      <p:cNvPicPr>
                        <a:picLocks noChangeAspect="1" noChangeArrowheads="1"/>
                      </p:cNvPicPr>
                      <p:nvPr/>
                    </p:nvPicPr>
                    <p:blipFill>
                      <a:blip r:embed="rId134"/>
                      <a:srcRect/>
                      <a:stretch>
                        <a:fillRect/>
                      </a:stretch>
                    </p:blipFill>
                    <p:spPr bwMode="auto">
                      <a:xfrm>
                        <a:off x="3803297" y="4265033"/>
                        <a:ext cx="76200" cy="152400"/>
                      </a:xfrm>
                      <a:prstGeom prst="rect">
                        <a:avLst/>
                      </a:prstGeom>
                      <a:solidFill>
                        <a:schemeClr val="bg1"/>
                      </a:solidFill>
                    </p:spPr>
                  </p:pic>
                </p:oleObj>
              </mc:Fallback>
            </mc:AlternateContent>
          </a:graphicData>
        </a:graphic>
      </p:graphicFrame>
      <p:graphicFrame>
        <p:nvGraphicFramePr>
          <p:cNvPr id="85" name="Object 84">
            <a:extLst>
              <a:ext uri="{FF2B5EF4-FFF2-40B4-BE49-F238E27FC236}">
                <a16:creationId xmlns:a16="http://schemas.microsoft.com/office/drawing/2014/main" id="{D864C189-DE0E-04DA-8FA4-DD00DAAFB666}"/>
              </a:ext>
            </a:extLst>
          </p:cNvPr>
          <p:cNvGraphicFramePr>
            <a:graphicFrameLocks noChangeAspect="1"/>
          </p:cNvGraphicFramePr>
          <p:nvPr/>
        </p:nvGraphicFramePr>
        <p:xfrm>
          <a:off x="4355559" y="4265032"/>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5" name="Object 84">
                        <a:extLst>
                          <a:ext uri="{FF2B5EF4-FFF2-40B4-BE49-F238E27FC236}">
                            <a16:creationId xmlns:a16="http://schemas.microsoft.com/office/drawing/2014/main" id="{D864C189-DE0E-04DA-8FA4-DD00DAAFB666}"/>
                          </a:ext>
                        </a:extLst>
                      </p:cNvPr>
                      <p:cNvPicPr>
                        <a:picLocks noChangeAspect="1" noChangeArrowheads="1"/>
                      </p:cNvPicPr>
                      <p:nvPr/>
                    </p:nvPicPr>
                    <p:blipFill>
                      <a:blip r:embed="rId134"/>
                      <a:srcRect/>
                      <a:stretch>
                        <a:fillRect/>
                      </a:stretch>
                    </p:blipFill>
                    <p:spPr bwMode="auto">
                      <a:xfrm>
                        <a:off x="4355559" y="4265032"/>
                        <a:ext cx="76200" cy="152400"/>
                      </a:xfrm>
                      <a:prstGeom prst="rect">
                        <a:avLst/>
                      </a:prstGeom>
                      <a:solidFill>
                        <a:schemeClr val="bg1"/>
                      </a:solidFill>
                    </p:spPr>
                  </p:pic>
                </p:oleObj>
              </mc:Fallback>
            </mc:AlternateContent>
          </a:graphicData>
        </a:graphic>
      </p:graphicFrame>
      <p:graphicFrame>
        <p:nvGraphicFramePr>
          <p:cNvPr id="86" name="Object 85">
            <a:extLst>
              <a:ext uri="{FF2B5EF4-FFF2-40B4-BE49-F238E27FC236}">
                <a16:creationId xmlns:a16="http://schemas.microsoft.com/office/drawing/2014/main" id="{423B14E4-399A-CA35-8D8C-9589D328300C}"/>
              </a:ext>
            </a:extLst>
          </p:cNvPr>
          <p:cNvGraphicFramePr>
            <a:graphicFrameLocks noChangeAspect="1"/>
          </p:cNvGraphicFramePr>
          <p:nvPr/>
        </p:nvGraphicFramePr>
        <p:xfrm>
          <a:off x="4898762" y="4265036"/>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6" name="Object 85">
                        <a:extLst>
                          <a:ext uri="{FF2B5EF4-FFF2-40B4-BE49-F238E27FC236}">
                            <a16:creationId xmlns:a16="http://schemas.microsoft.com/office/drawing/2014/main" id="{423B14E4-399A-CA35-8D8C-9589D328300C}"/>
                          </a:ext>
                        </a:extLst>
                      </p:cNvPr>
                      <p:cNvPicPr>
                        <a:picLocks noChangeAspect="1" noChangeArrowheads="1"/>
                      </p:cNvPicPr>
                      <p:nvPr/>
                    </p:nvPicPr>
                    <p:blipFill>
                      <a:blip r:embed="rId134"/>
                      <a:srcRect/>
                      <a:stretch>
                        <a:fillRect/>
                      </a:stretch>
                    </p:blipFill>
                    <p:spPr bwMode="auto">
                      <a:xfrm>
                        <a:off x="4898762" y="4265036"/>
                        <a:ext cx="76200" cy="152400"/>
                      </a:xfrm>
                      <a:prstGeom prst="rect">
                        <a:avLst/>
                      </a:prstGeom>
                      <a:solidFill>
                        <a:schemeClr val="bg1"/>
                      </a:solidFill>
                    </p:spPr>
                  </p:pic>
                </p:oleObj>
              </mc:Fallback>
            </mc:AlternateContent>
          </a:graphicData>
        </a:graphic>
      </p:graphicFrame>
      <p:graphicFrame>
        <p:nvGraphicFramePr>
          <p:cNvPr id="87" name="Object 86">
            <a:extLst>
              <a:ext uri="{FF2B5EF4-FFF2-40B4-BE49-F238E27FC236}">
                <a16:creationId xmlns:a16="http://schemas.microsoft.com/office/drawing/2014/main" id="{23C7A181-6DB8-2ED2-C03A-0521CC026E8A}"/>
              </a:ext>
            </a:extLst>
          </p:cNvPr>
          <p:cNvGraphicFramePr>
            <a:graphicFrameLocks noChangeAspect="1"/>
          </p:cNvGraphicFramePr>
          <p:nvPr/>
        </p:nvGraphicFramePr>
        <p:xfrm>
          <a:off x="5451028" y="4255979"/>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7" name="Object 86">
                        <a:extLst>
                          <a:ext uri="{FF2B5EF4-FFF2-40B4-BE49-F238E27FC236}">
                            <a16:creationId xmlns:a16="http://schemas.microsoft.com/office/drawing/2014/main" id="{23C7A181-6DB8-2ED2-C03A-0521CC026E8A}"/>
                          </a:ext>
                        </a:extLst>
                      </p:cNvPr>
                      <p:cNvPicPr>
                        <a:picLocks noChangeAspect="1" noChangeArrowheads="1"/>
                      </p:cNvPicPr>
                      <p:nvPr/>
                    </p:nvPicPr>
                    <p:blipFill>
                      <a:blip r:embed="rId134"/>
                      <a:srcRect/>
                      <a:stretch>
                        <a:fillRect/>
                      </a:stretch>
                    </p:blipFill>
                    <p:spPr bwMode="auto">
                      <a:xfrm>
                        <a:off x="5451028" y="4255979"/>
                        <a:ext cx="76200" cy="152400"/>
                      </a:xfrm>
                      <a:prstGeom prst="rect">
                        <a:avLst/>
                      </a:prstGeom>
                      <a:solidFill>
                        <a:schemeClr val="bg1"/>
                      </a:solidFill>
                    </p:spPr>
                  </p:pic>
                </p:oleObj>
              </mc:Fallback>
            </mc:AlternateContent>
          </a:graphicData>
        </a:graphic>
      </p:graphicFrame>
      <p:graphicFrame>
        <p:nvGraphicFramePr>
          <p:cNvPr id="88" name="Object 87">
            <a:extLst>
              <a:ext uri="{FF2B5EF4-FFF2-40B4-BE49-F238E27FC236}">
                <a16:creationId xmlns:a16="http://schemas.microsoft.com/office/drawing/2014/main" id="{6CEBC4CD-1FC7-44AD-56B2-2EE215E0FEDC}"/>
              </a:ext>
            </a:extLst>
          </p:cNvPr>
          <p:cNvGraphicFramePr>
            <a:graphicFrameLocks noChangeAspect="1"/>
          </p:cNvGraphicFramePr>
          <p:nvPr/>
        </p:nvGraphicFramePr>
        <p:xfrm>
          <a:off x="6012344" y="4255980"/>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8" name="Object 87">
                        <a:extLst>
                          <a:ext uri="{FF2B5EF4-FFF2-40B4-BE49-F238E27FC236}">
                            <a16:creationId xmlns:a16="http://schemas.microsoft.com/office/drawing/2014/main" id="{6CEBC4CD-1FC7-44AD-56B2-2EE215E0FEDC}"/>
                          </a:ext>
                        </a:extLst>
                      </p:cNvPr>
                      <p:cNvPicPr>
                        <a:picLocks noChangeAspect="1" noChangeArrowheads="1"/>
                      </p:cNvPicPr>
                      <p:nvPr/>
                    </p:nvPicPr>
                    <p:blipFill>
                      <a:blip r:embed="rId134"/>
                      <a:srcRect/>
                      <a:stretch>
                        <a:fillRect/>
                      </a:stretch>
                    </p:blipFill>
                    <p:spPr bwMode="auto">
                      <a:xfrm>
                        <a:off x="6012344" y="4255980"/>
                        <a:ext cx="76200" cy="152400"/>
                      </a:xfrm>
                      <a:prstGeom prst="rect">
                        <a:avLst/>
                      </a:prstGeom>
                      <a:solidFill>
                        <a:schemeClr val="bg1"/>
                      </a:solidFill>
                    </p:spPr>
                  </p:pic>
                </p:oleObj>
              </mc:Fallback>
            </mc:AlternateContent>
          </a:graphicData>
        </a:graphic>
      </p:graphicFrame>
      <p:graphicFrame>
        <p:nvGraphicFramePr>
          <p:cNvPr id="89" name="Object 88">
            <a:extLst>
              <a:ext uri="{FF2B5EF4-FFF2-40B4-BE49-F238E27FC236}">
                <a16:creationId xmlns:a16="http://schemas.microsoft.com/office/drawing/2014/main" id="{EDFFA284-10E0-74A1-2245-4C71607ACA08}"/>
              </a:ext>
            </a:extLst>
          </p:cNvPr>
          <p:cNvGraphicFramePr>
            <a:graphicFrameLocks noChangeAspect="1"/>
          </p:cNvGraphicFramePr>
          <p:nvPr/>
        </p:nvGraphicFramePr>
        <p:xfrm>
          <a:off x="6564608" y="4265033"/>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89" name="Object 88">
                        <a:extLst>
                          <a:ext uri="{FF2B5EF4-FFF2-40B4-BE49-F238E27FC236}">
                            <a16:creationId xmlns:a16="http://schemas.microsoft.com/office/drawing/2014/main" id="{EDFFA284-10E0-74A1-2245-4C71607ACA08}"/>
                          </a:ext>
                        </a:extLst>
                      </p:cNvPr>
                      <p:cNvPicPr>
                        <a:picLocks noChangeAspect="1" noChangeArrowheads="1"/>
                      </p:cNvPicPr>
                      <p:nvPr/>
                    </p:nvPicPr>
                    <p:blipFill>
                      <a:blip r:embed="rId134"/>
                      <a:srcRect/>
                      <a:stretch>
                        <a:fillRect/>
                      </a:stretch>
                    </p:blipFill>
                    <p:spPr bwMode="auto">
                      <a:xfrm>
                        <a:off x="6564608" y="4265033"/>
                        <a:ext cx="76200" cy="152400"/>
                      </a:xfrm>
                      <a:prstGeom prst="rect">
                        <a:avLst/>
                      </a:prstGeom>
                      <a:solidFill>
                        <a:schemeClr val="bg1"/>
                      </a:solidFill>
                    </p:spPr>
                  </p:pic>
                </p:oleObj>
              </mc:Fallback>
            </mc:AlternateContent>
          </a:graphicData>
        </a:graphic>
      </p:graphicFrame>
      <p:graphicFrame>
        <p:nvGraphicFramePr>
          <p:cNvPr id="90" name="Object 89">
            <a:extLst>
              <a:ext uri="{FF2B5EF4-FFF2-40B4-BE49-F238E27FC236}">
                <a16:creationId xmlns:a16="http://schemas.microsoft.com/office/drawing/2014/main" id="{967E8F1B-45E2-C0C3-DC57-97EEF5027941}"/>
              </a:ext>
            </a:extLst>
          </p:cNvPr>
          <p:cNvGraphicFramePr>
            <a:graphicFrameLocks noChangeAspect="1"/>
          </p:cNvGraphicFramePr>
          <p:nvPr/>
        </p:nvGraphicFramePr>
        <p:xfrm>
          <a:off x="947300" y="4510617"/>
          <a:ext cx="177800" cy="152400"/>
        </p:xfrm>
        <a:graphic>
          <a:graphicData uri="http://schemas.openxmlformats.org/presentationml/2006/ole">
            <mc:AlternateContent xmlns:mc="http://schemas.openxmlformats.org/markup-compatibility/2006">
              <mc:Choice xmlns:v="urn:schemas-microsoft-com:vml" Requires="v">
                <p:oleObj name="Equation" r:id="rId135" imgW="177480" imgH="152280" progId="Equation.DSMT4">
                  <p:embed/>
                </p:oleObj>
              </mc:Choice>
              <mc:Fallback>
                <p:oleObj name="Equation" r:id="rId135" imgW="177480" imgH="152280" progId="Equation.DSMT4">
                  <p:embed/>
                  <p:pic>
                    <p:nvPicPr>
                      <p:cNvPr id="90" name="Object 89">
                        <a:extLst>
                          <a:ext uri="{FF2B5EF4-FFF2-40B4-BE49-F238E27FC236}">
                            <a16:creationId xmlns:a16="http://schemas.microsoft.com/office/drawing/2014/main" id="{967E8F1B-45E2-C0C3-DC57-97EEF5027941}"/>
                          </a:ext>
                        </a:extLst>
                      </p:cNvPr>
                      <p:cNvPicPr>
                        <a:picLocks noChangeAspect="1" noChangeArrowheads="1"/>
                      </p:cNvPicPr>
                      <p:nvPr/>
                    </p:nvPicPr>
                    <p:blipFill>
                      <a:blip r:embed="rId136"/>
                      <a:srcRect/>
                      <a:stretch>
                        <a:fillRect/>
                      </a:stretch>
                    </p:blipFill>
                    <p:spPr bwMode="auto">
                      <a:xfrm>
                        <a:off x="947300" y="4510617"/>
                        <a:ext cx="177800" cy="152400"/>
                      </a:xfrm>
                      <a:prstGeom prst="rect">
                        <a:avLst/>
                      </a:prstGeom>
                      <a:solidFill>
                        <a:schemeClr val="bg1"/>
                      </a:solidFill>
                    </p:spPr>
                  </p:pic>
                </p:oleObj>
              </mc:Fallback>
            </mc:AlternateContent>
          </a:graphicData>
        </a:graphic>
      </p:graphicFrame>
      <p:graphicFrame>
        <p:nvGraphicFramePr>
          <p:cNvPr id="91" name="Object 90">
            <a:extLst>
              <a:ext uri="{FF2B5EF4-FFF2-40B4-BE49-F238E27FC236}">
                <a16:creationId xmlns:a16="http://schemas.microsoft.com/office/drawing/2014/main" id="{7CBAC134-7329-454D-4370-A5751022FEB6}"/>
              </a:ext>
            </a:extLst>
          </p:cNvPr>
          <p:cNvGraphicFramePr>
            <a:graphicFrameLocks noChangeAspect="1"/>
          </p:cNvGraphicFramePr>
          <p:nvPr/>
        </p:nvGraphicFramePr>
        <p:xfrm>
          <a:off x="1457738" y="4521152"/>
          <a:ext cx="317500" cy="152400"/>
        </p:xfrm>
        <a:graphic>
          <a:graphicData uri="http://schemas.openxmlformats.org/presentationml/2006/ole">
            <mc:AlternateContent xmlns:mc="http://schemas.openxmlformats.org/markup-compatibility/2006">
              <mc:Choice xmlns:v="urn:schemas-microsoft-com:vml" Requires="v">
                <p:oleObj name="Equation" r:id="rId137" imgW="317160" imgH="152280" progId="Equation.DSMT4">
                  <p:embed/>
                </p:oleObj>
              </mc:Choice>
              <mc:Fallback>
                <p:oleObj name="Equation" r:id="rId137" imgW="317160" imgH="152280" progId="Equation.DSMT4">
                  <p:embed/>
                  <p:pic>
                    <p:nvPicPr>
                      <p:cNvPr id="91" name="Object 90">
                        <a:extLst>
                          <a:ext uri="{FF2B5EF4-FFF2-40B4-BE49-F238E27FC236}">
                            <a16:creationId xmlns:a16="http://schemas.microsoft.com/office/drawing/2014/main" id="{7CBAC134-7329-454D-4370-A5751022FEB6}"/>
                          </a:ext>
                        </a:extLst>
                      </p:cNvPr>
                      <p:cNvPicPr>
                        <a:picLocks noChangeAspect="1" noChangeArrowheads="1"/>
                      </p:cNvPicPr>
                      <p:nvPr/>
                    </p:nvPicPr>
                    <p:blipFill>
                      <a:blip r:embed="rId138"/>
                      <a:srcRect/>
                      <a:stretch>
                        <a:fillRect/>
                      </a:stretch>
                    </p:blipFill>
                    <p:spPr bwMode="auto">
                      <a:xfrm>
                        <a:off x="1457738" y="4521152"/>
                        <a:ext cx="317500" cy="152400"/>
                      </a:xfrm>
                      <a:prstGeom prst="rect">
                        <a:avLst/>
                      </a:prstGeom>
                      <a:solidFill>
                        <a:schemeClr val="bg1"/>
                      </a:solidFill>
                    </p:spPr>
                  </p:pic>
                </p:oleObj>
              </mc:Fallback>
            </mc:AlternateContent>
          </a:graphicData>
        </a:graphic>
      </p:graphicFrame>
      <p:graphicFrame>
        <p:nvGraphicFramePr>
          <p:cNvPr id="92" name="Object 91">
            <a:extLst>
              <a:ext uri="{FF2B5EF4-FFF2-40B4-BE49-F238E27FC236}">
                <a16:creationId xmlns:a16="http://schemas.microsoft.com/office/drawing/2014/main" id="{3D0641DB-F058-AB46-2FE3-0B4E403F4C1F}"/>
              </a:ext>
            </a:extLst>
          </p:cNvPr>
          <p:cNvGraphicFramePr>
            <a:graphicFrameLocks noChangeAspect="1"/>
          </p:cNvGraphicFramePr>
          <p:nvPr/>
        </p:nvGraphicFramePr>
        <p:xfrm>
          <a:off x="1997541" y="4492806"/>
          <a:ext cx="317500" cy="152400"/>
        </p:xfrm>
        <a:graphic>
          <a:graphicData uri="http://schemas.openxmlformats.org/presentationml/2006/ole">
            <mc:AlternateContent xmlns:mc="http://schemas.openxmlformats.org/markup-compatibility/2006">
              <mc:Choice xmlns:v="urn:schemas-microsoft-com:vml" Requires="v">
                <p:oleObj name="Equation" r:id="rId139" imgW="317160" imgH="152280" progId="Equation.DSMT4">
                  <p:embed/>
                </p:oleObj>
              </mc:Choice>
              <mc:Fallback>
                <p:oleObj name="Equation" r:id="rId139" imgW="317160" imgH="152280" progId="Equation.DSMT4">
                  <p:embed/>
                  <p:pic>
                    <p:nvPicPr>
                      <p:cNvPr id="92" name="Object 91">
                        <a:extLst>
                          <a:ext uri="{FF2B5EF4-FFF2-40B4-BE49-F238E27FC236}">
                            <a16:creationId xmlns:a16="http://schemas.microsoft.com/office/drawing/2014/main" id="{3D0641DB-F058-AB46-2FE3-0B4E403F4C1F}"/>
                          </a:ext>
                        </a:extLst>
                      </p:cNvPr>
                      <p:cNvPicPr>
                        <a:picLocks noChangeAspect="1" noChangeArrowheads="1"/>
                      </p:cNvPicPr>
                      <p:nvPr/>
                    </p:nvPicPr>
                    <p:blipFill>
                      <a:blip r:embed="rId140"/>
                      <a:srcRect/>
                      <a:stretch>
                        <a:fillRect/>
                      </a:stretch>
                    </p:blipFill>
                    <p:spPr bwMode="auto">
                      <a:xfrm>
                        <a:off x="1997541" y="4492806"/>
                        <a:ext cx="317500" cy="152400"/>
                      </a:xfrm>
                      <a:prstGeom prst="rect">
                        <a:avLst/>
                      </a:prstGeom>
                      <a:solidFill>
                        <a:schemeClr val="bg1"/>
                      </a:solidFill>
                    </p:spPr>
                  </p:pic>
                </p:oleObj>
              </mc:Fallback>
            </mc:AlternateContent>
          </a:graphicData>
        </a:graphic>
      </p:graphicFrame>
      <p:graphicFrame>
        <p:nvGraphicFramePr>
          <p:cNvPr id="93" name="Object 92">
            <a:extLst>
              <a:ext uri="{FF2B5EF4-FFF2-40B4-BE49-F238E27FC236}">
                <a16:creationId xmlns:a16="http://schemas.microsoft.com/office/drawing/2014/main" id="{C911DA21-4C87-8461-03AC-2C5EF79DBB57}"/>
              </a:ext>
            </a:extLst>
          </p:cNvPr>
          <p:cNvGraphicFramePr>
            <a:graphicFrameLocks noChangeAspect="1"/>
          </p:cNvGraphicFramePr>
          <p:nvPr/>
        </p:nvGraphicFramePr>
        <p:xfrm>
          <a:off x="2556048" y="4492052"/>
          <a:ext cx="330200" cy="152400"/>
        </p:xfrm>
        <a:graphic>
          <a:graphicData uri="http://schemas.openxmlformats.org/presentationml/2006/ole">
            <mc:AlternateContent xmlns:mc="http://schemas.openxmlformats.org/markup-compatibility/2006">
              <mc:Choice xmlns:v="urn:schemas-microsoft-com:vml" Requires="v">
                <p:oleObj name="Equation" r:id="rId141" imgW="330120" imgH="152280" progId="Equation.DSMT4">
                  <p:embed/>
                </p:oleObj>
              </mc:Choice>
              <mc:Fallback>
                <p:oleObj name="Equation" r:id="rId141" imgW="330120" imgH="152280" progId="Equation.DSMT4">
                  <p:embed/>
                  <p:pic>
                    <p:nvPicPr>
                      <p:cNvPr id="93" name="Object 92">
                        <a:extLst>
                          <a:ext uri="{FF2B5EF4-FFF2-40B4-BE49-F238E27FC236}">
                            <a16:creationId xmlns:a16="http://schemas.microsoft.com/office/drawing/2014/main" id="{C911DA21-4C87-8461-03AC-2C5EF79DBB57}"/>
                          </a:ext>
                        </a:extLst>
                      </p:cNvPr>
                      <p:cNvPicPr>
                        <a:picLocks noChangeAspect="1" noChangeArrowheads="1"/>
                      </p:cNvPicPr>
                      <p:nvPr/>
                    </p:nvPicPr>
                    <p:blipFill>
                      <a:blip r:embed="rId142"/>
                      <a:srcRect/>
                      <a:stretch>
                        <a:fillRect/>
                      </a:stretch>
                    </p:blipFill>
                    <p:spPr bwMode="auto">
                      <a:xfrm>
                        <a:off x="2556048" y="4492052"/>
                        <a:ext cx="330200" cy="152400"/>
                      </a:xfrm>
                      <a:prstGeom prst="rect">
                        <a:avLst/>
                      </a:prstGeom>
                      <a:solidFill>
                        <a:schemeClr val="bg1"/>
                      </a:solidFill>
                    </p:spPr>
                  </p:pic>
                </p:oleObj>
              </mc:Fallback>
            </mc:AlternateContent>
          </a:graphicData>
        </a:graphic>
      </p:graphicFrame>
      <p:graphicFrame>
        <p:nvGraphicFramePr>
          <p:cNvPr id="94" name="Object 93">
            <a:extLst>
              <a:ext uri="{FF2B5EF4-FFF2-40B4-BE49-F238E27FC236}">
                <a16:creationId xmlns:a16="http://schemas.microsoft.com/office/drawing/2014/main" id="{5509EE1C-652C-3150-DA4F-69CF7FAE2ADB}"/>
              </a:ext>
            </a:extLst>
          </p:cNvPr>
          <p:cNvGraphicFramePr>
            <a:graphicFrameLocks noChangeAspect="1"/>
          </p:cNvGraphicFramePr>
          <p:nvPr/>
        </p:nvGraphicFramePr>
        <p:xfrm>
          <a:off x="3113966" y="4508699"/>
          <a:ext cx="342900" cy="152400"/>
        </p:xfrm>
        <a:graphic>
          <a:graphicData uri="http://schemas.openxmlformats.org/presentationml/2006/ole">
            <mc:AlternateContent xmlns:mc="http://schemas.openxmlformats.org/markup-compatibility/2006">
              <mc:Choice xmlns:v="urn:schemas-microsoft-com:vml" Requires="v">
                <p:oleObj name="Equation" r:id="rId143" imgW="342720" imgH="152280" progId="Equation.DSMT4">
                  <p:embed/>
                </p:oleObj>
              </mc:Choice>
              <mc:Fallback>
                <p:oleObj name="Equation" r:id="rId143" imgW="342720" imgH="152280" progId="Equation.DSMT4">
                  <p:embed/>
                  <p:pic>
                    <p:nvPicPr>
                      <p:cNvPr id="94" name="Object 93">
                        <a:extLst>
                          <a:ext uri="{FF2B5EF4-FFF2-40B4-BE49-F238E27FC236}">
                            <a16:creationId xmlns:a16="http://schemas.microsoft.com/office/drawing/2014/main" id="{5509EE1C-652C-3150-DA4F-69CF7FAE2ADB}"/>
                          </a:ext>
                        </a:extLst>
                      </p:cNvPr>
                      <p:cNvPicPr>
                        <a:picLocks noChangeAspect="1" noChangeArrowheads="1"/>
                      </p:cNvPicPr>
                      <p:nvPr/>
                    </p:nvPicPr>
                    <p:blipFill>
                      <a:blip r:embed="rId144"/>
                      <a:srcRect/>
                      <a:stretch>
                        <a:fillRect/>
                      </a:stretch>
                    </p:blipFill>
                    <p:spPr bwMode="auto">
                      <a:xfrm>
                        <a:off x="3113966" y="4508699"/>
                        <a:ext cx="342900" cy="152400"/>
                      </a:xfrm>
                      <a:prstGeom prst="rect">
                        <a:avLst/>
                      </a:prstGeom>
                      <a:solidFill>
                        <a:schemeClr val="bg1"/>
                      </a:solidFill>
                    </p:spPr>
                  </p:pic>
                </p:oleObj>
              </mc:Fallback>
            </mc:AlternateContent>
          </a:graphicData>
        </a:graphic>
      </p:graphicFrame>
      <p:graphicFrame>
        <p:nvGraphicFramePr>
          <p:cNvPr id="95" name="Object 94">
            <a:extLst>
              <a:ext uri="{FF2B5EF4-FFF2-40B4-BE49-F238E27FC236}">
                <a16:creationId xmlns:a16="http://schemas.microsoft.com/office/drawing/2014/main" id="{55A2CD28-9945-4AC9-D312-6ED0C19AAEB3}"/>
              </a:ext>
            </a:extLst>
          </p:cNvPr>
          <p:cNvGraphicFramePr>
            <a:graphicFrameLocks noChangeAspect="1"/>
          </p:cNvGraphicFramePr>
          <p:nvPr/>
        </p:nvGraphicFramePr>
        <p:xfrm>
          <a:off x="3654475" y="4499647"/>
          <a:ext cx="330200" cy="152400"/>
        </p:xfrm>
        <a:graphic>
          <a:graphicData uri="http://schemas.openxmlformats.org/presentationml/2006/ole">
            <mc:AlternateContent xmlns:mc="http://schemas.openxmlformats.org/markup-compatibility/2006">
              <mc:Choice xmlns:v="urn:schemas-microsoft-com:vml" Requires="v">
                <p:oleObj name="Equation" r:id="rId145" imgW="330120" imgH="152280" progId="Equation.DSMT4">
                  <p:embed/>
                </p:oleObj>
              </mc:Choice>
              <mc:Fallback>
                <p:oleObj name="Equation" r:id="rId145" imgW="330120" imgH="152280" progId="Equation.DSMT4">
                  <p:embed/>
                  <p:pic>
                    <p:nvPicPr>
                      <p:cNvPr id="95" name="Object 94">
                        <a:extLst>
                          <a:ext uri="{FF2B5EF4-FFF2-40B4-BE49-F238E27FC236}">
                            <a16:creationId xmlns:a16="http://schemas.microsoft.com/office/drawing/2014/main" id="{55A2CD28-9945-4AC9-D312-6ED0C19AAEB3}"/>
                          </a:ext>
                        </a:extLst>
                      </p:cNvPr>
                      <p:cNvPicPr>
                        <a:picLocks noChangeAspect="1" noChangeArrowheads="1"/>
                      </p:cNvPicPr>
                      <p:nvPr/>
                    </p:nvPicPr>
                    <p:blipFill>
                      <a:blip r:embed="rId146"/>
                      <a:srcRect/>
                      <a:stretch>
                        <a:fillRect/>
                      </a:stretch>
                    </p:blipFill>
                    <p:spPr bwMode="auto">
                      <a:xfrm>
                        <a:off x="3654475" y="4499647"/>
                        <a:ext cx="330200" cy="152400"/>
                      </a:xfrm>
                      <a:prstGeom prst="rect">
                        <a:avLst/>
                      </a:prstGeom>
                      <a:solidFill>
                        <a:schemeClr val="bg1"/>
                      </a:solidFill>
                    </p:spPr>
                  </p:pic>
                </p:oleObj>
              </mc:Fallback>
            </mc:AlternateContent>
          </a:graphicData>
        </a:graphic>
      </p:graphicFrame>
      <p:graphicFrame>
        <p:nvGraphicFramePr>
          <p:cNvPr id="96" name="Object 95">
            <a:extLst>
              <a:ext uri="{FF2B5EF4-FFF2-40B4-BE49-F238E27FC236}">
                <a16:creationId xmlns:a16="http://schemas.microsoft.com/office/drawing/2014/main" id="{23E458E8-F06B-2D95-7AD7-F2EFECED8A36}"/>
              </a:ext>
            </a:extLst>
          </p:cNvPr>
          <p:cNvGraphicFramePr>
            <a:graphicFrameLocks noChangeAspect="1"/>
          </p:cNvGraphicFramePr>
          <p:nvPr/>
        </p:nvGraphicFramePr>
        <p:xfrm>
          <a:off x="4235268" y="4492052"/>
          <a:ext cx="330200" cy="152400"/>
        </p:xfrm>
        <a:graphic>
          <a:graphicData uri="http://schemas.openxmlformats.org/presentationml/2006/ole">
            <mc:AlternateContent xmlns:mc="http://schemas.openxmlformats.org/markup-compatibility/2006">
              <mc:Choice xmlns:v="urn:schemas-microsoft-com:vml" Requires="v">
                <p:oleObj name="Equation" r:id="rId147" imgW="330120" imgH="152280" progId="Equation.DSMT4">
                  <p:embed/>
                </p:oleObj>
              </mc:Choice>
              <mc:Fallback>
                <p:oleObj name="Equation" r:id="rId147" imgW="330120" imgH="152280" progId="Equation.DSMT4">
                  <p:embed/>
                  <p:pic>
                    <p:nvPicPr>
                      <p:cNvPr id="96" name="Object 95">
                        <a:extLst>
                          <a:ext uri="{FF2B5EF4-FFF2-40B4-BE49-F238E27FC236}">
                            <a16:creationId xmlns:a16="http://schemas.microsoft.com/office/drawing/2014/main" id="{23E458E8-F06B-2D95-7AD7-F2EFECED8A36}"/>
                          </a:ext>
                        </a:extLst>
                      </p:cNvPr>
                      <p:cNvPicPr>
                        <a:picLocks noChangeAspect="1" noChangeArrowheads="1"/>
                      </p:cNvPicPr>
                      <p:nvPr/>
                    </p:nvPicPr>
                    <p:blipFill>
                      <a:blip r:embed="rId148"/>
                      <a:srcRect/>
                      <a:stretch>
                        <a:fillRect/>
                      </a:stretch>
                    </p:blipFill>
                    <p:spPr bwMode="auto">
                      <a:xfrm>
                        <a:off x="4235268" y="4492052"/>
                        <a:ext cx="330200" cy="152400"/>
                      </a:xfrm>
                      <a:prstGeom prst="rect">
                        <a:avLst/>
                      </a:prstGeom>
                      <a:solidFill>
                        <a:schemeClr val="bg1"/>
                      </a:solidFill>
                    </p:spPr>
                  </p:pic>
                </p:oleObj>
              </mc:Fallback>
            </mc:AlternateContent>
          </a:graphicData>
        </a:graphic>
      </p:graphicFrame>
      <p:graphicFrame>
        <p:nvGraphicFramePr>
          <p:cNvPr id="97" name="Object 96">
            <a:extLst>
              <a:ext uri="{FF2B5EF4-FFF2-40B4-BE49-F238E27FC236}">
                <a16:creationId xmlns:a16="http://schemas.microsoft.com/office/drawing/2014/main" id="{7AA9131D-E50A-D441-592A-FD55EB80D80F}"/>
              </a:ext>
            </a:extLst>
          </p:cNvPr>
          <p:cNvGraphicFramePr>
            <a:graphicFrameLocks noChangeAspect="1"/>
          </p:cNvGraphicFramePr>
          <p:nvPr/>
        </p:nvGraphicFramePr>
        <p:xfrm>
          <a:off x="4806660" y="4499647"/>
          <a:ext cx="330200" cy="152400"/>
        </p:xfrm>
        <a:graphic>
          <a:graphicData uri="http://schemas.openxmlformats.org/presentationml/2006/ole">
            <mc:AlternateContent xmlns:mc="http://schemas.openxmlformats.org/markup-compatibility/2006">
              <mc:Choice xmlns:v="urn:schemas-microsoft-com:vml" Requires="v">
                <p:oleObj name="Equation" r:id="rId149" imgW="330120" imgH="152280" progId="Equation.DSMT4">
                  <p:embed/>
                </p:oleObj>
              </mc:Choice>
              <mc:Fallback>
                <p:oleObj name="Equation" r:id="rId149" imgW="330120" imgH="152280" progId="Equation.DSMT4">
                  <p:embed/>
                  <p:pic>
                    <p:nvPicPr>
                      <p:cNvPr id="97" name="Object 96">
                        <a:extLst>
                          <a:ext uri="{FF2B5EF4-FFF2-40B4-BE49-F238E27FC236}">
                            <a16:creationId xmlns:a16="http://schemas.microsoft.com/office/drawing/2014/main" id="{7AA9131D-E50A-D441-592A-FD55EB80D80F}"/>
                          </a:ext>
                        </a:extLst>
                      </p:cNvPr>
                      <p:cNvPicPr>
                        <a:picLocks noChangeAspect="1" noChangeArrowheads="1"/>
                      </p:cNvPicPr>
                      <p:nvPr/>
                    </p:nvPicPr>
                    <p:blipFill>
                      <a:blip r:embed="rId150"/>
                      <a:srcRect/>
                      <a:stretch>
                        <a:fillRect/>
                      </a:stretch>
                    </p:blipFill>
                    <p:spPr bwMode="auto">
                      <a:xfrm>
                        <a:off x="4806660" y="4499647"/>
                        <a:ext cx="330200" cy="152400"/>
                      </a:xfrm>
                      <a:prstGeom prst="rect">
                        <a:avLst/>
                      </a:prstGeom>
                      <a:solidFill>
                        <a:schemeClr val="bg1"/>
                      </a:solidFill>
                    </p:spPr>
                  </p:pic>
                </p:oleObj>
              </mc:Fallback>
            </mc:AlternateContent>
          </a:graphicData>
        </a:graphic>
      </p:graphicFrame>
      <p:graphicFrame>
        <p:nvGraphicFramePr>
          <p:cNvPr id="98" name="Object 97">
            <a:extLst>
              <a:ext uri="{FF2B5EF4-FFF2-40B4-BE49-F238E27FC236}">
                <a16:creationId xmlns:a16="http://schemas.microsoft.com/office/drawing/2014/main" id="{CFA3A894-5B06-0D14-2CEE-7C100308C6CB}"/>
              </a:ext>
            </a:extLst>
          </p:cNvPr>
          <p:cNvGraphicFramePr>
            <a:graphicFrameLocks noChangeAspect="1"/>
          </p:cNvGraphicFramePr>
          <p:nvPr/>
        </p:nvGraphicFramePr>
        <p:xfrm>
          <a:off x="5298839" y="4508699"/>
          <a:ext cx="330200" cy="152400"/>
        </p:xfrm>
        <a:graphic>
          <a:graphicData uri="http://schemas.openxmlformats.org/presentationml/2006/ole">
            <mc:AlternateContent xmlns:mc="http://schemas.openxmlformats.org/markup-compatibility/2006">
              <mc:Choice xmlns:v="urn:schemas-microsoft-com:vml" Requires="v">
                <p:oleObj name="Equation" r:id="rId151" imgW="330120" imgH="152280" progId="Equation.DSMT4">
                  <p:embed/>
                </p:oleObj>
              </mc:Choice>
              <mc:Fallback>
                <p:oleObj name="Equation" r:id="rId151" imgW="330120" imgH="152280" progId="Equation.DSMT4">
                  <p:embed/>
                  <p:pic>
                    <p:nvPicPr>
                      <p:cNvPr id="98" name="Object 97">
                        <a:extLst>
                          <a:ext uri="{FF2B5EF4-FFF2-40B4-BE49-F238E27FC236}">
                            <a16:creationId xmlns:a16="http://schemas.microsoft.com/office/drawing/2014/main" id="{CFA3A894-5B06-0D14-2CEE-7C100308C6CB}"/>
                          </a:ext>
                        </a:extLst>
                      </p:cNvPr>
                      <p:cNvPicPr>
                        <a:picLocks noChangeAspect="1" noChangeArrowheads="1"/>
                      </p:cNvPicPr>
                      <p:nvPr/>
                    </p:nvPicPr>
                    <p:blipFill>
                      <a:blip r:embed="rId152"/>
                      <a:srcRect/>
                      <a:stretch>
                        <a:fillRect/>
                      </a:stretch>
                    </p:blipFill>
                    <p:spPr bwMode="auto">
                      <a:xfrm>
                        <a:off x="5298839" y="4508699"/>
                        <a:ext cx="330200" cy="152400"/>
                      </a:xfrm>
                      <a:prstGeom prst="rect">
                        <a:avLst/>
                      </a:prstGeom>
                      <a:solidFill>
                        <a:schemeClr val="bg1"/>
                      </a:solidFill>
                    </p:spPr>
                  </p:pic>
                </p:oleObj>
              </mc:Fallback>
            </mc:AlternateContent>
          </a:graphicData>
        </a:graphic>
      </p:graphicFrame>
      <p:graphicFrame>
        <p:nvGraphicFramePr>
          <p:cNvPr id="99" name="Object 98">
            <a:extLst>
              <a:ext uri="{FF2B5EF4-FFF2-40B4-BE49-F238E27FC236}">
                <a16:creationId xmlns:a16="http://schemas.microsoft.com/office/drawing/2014/main" id="{AFA35D4D-253E-BD18-6074-5EEF82D95F05}"/>
              </a:ext>
            </a:extLst>
          </p:cNvPr>
          <p:cNvGraphicFramePr>
            <a:graphicFrameLocks noChangeAspect="1"/>
          </p:cNvGraphicFramePr>
          <p:nvPr/>
        </p:nvGraphicFramePr>
        <p:xfrm>
          <a:off x="5885344" y="4499647"/>
          <a:ext cx="330200" cy="152400"/>
        </p:xfrm>
        <a:graphic>
          <a:graphicData uri="http://schemas.openxmlformats.org/presentationml/2006/ole">
            <mc:AlternateContent xmlns:mc="http://schemas.openxmlformats.org/markup-compatibility/2006">
              <mc:Choice xmlns:v="urn:schemas-microsoft-com:vml" Requires="v">
                <p:oleObj name="Equation" r:id="rId153" imgW="330120" imgH="152280" progId="Equation.DSMT4">
                  <p:embed/>
                </p:oleObj>
              </mc:Choice>
              <mc:Fallback>
                <p:oleObj name="Equation" r:id="rId153" imgW="330120" imgH="152280" progId="Equation.DSMT4">
                  <p:embed/>
                  <p:pic>
                    <p:nvPicPr>
                      <p:cNvPr id="99" name="Object 98">
                        <a:extLst>
                          <a:ext uri="{FF2B5EF4-FFF2-40B4-BE49-F238E27FC236}">
                            <a16:creationId xmlns:a16="http://schemas.microsoft.com/office/drawing/2014/main" id="{AFA35D4D-253E-BD18-6074-5EEF82D95F05}"/>
                          </a:ext>
                        </a:extLst>
                      </p:cNvPr>
                      <p:cNvPicPr>
                        <a:picLocks noChangeAspect="1" noChangeArrowheads="1"/>
                      </p:cNvPicPr>
                      <p:nvPr/>
                    </p:nvPicPr>
                    <p:blipFill>
                      <a:blip r:embed="rId154"/>
                      <a:srcRect/>
                      <a:stretch>
                        <a:fillRect/>
                      </a:stretch>
                    </p:blipFill>
                    <p:spPr bwMode="auto">
                      <a:xfrm>
                        <a:off x="5885344" y="4499647"/>
                        <a:ext cx="330200" cy="152400"/>
                      </a:xfrm>
                      <a:prstGeom prst="rect">
                        <a:avLst/>
                      </a:prstGeom>
                      <a:solidFill>
                        <a:schemeClr val="bg1"/>
                      </a:solidFill>
                    </p:spPr>
                  </p:pic>
                </p:oleObj>
              </mc:Fallback>
            </mc:AlternateContent>
          </a:graphicData>
        </a:graphic>
      </p:graphicFrame>
      <p:graphicFrame>
        <p:nvGraphicFramePr>
          <p:cNvPr id="100" name="Object 99">
            <a:extLst>
              <a:ext uri="{FF2B5EF4-FFF2-40B4-BE49-F238E27FC236}">
                <a16:creationId xmlns:a16="http://schemas.microsoft.com/office/drawing/2014/main" id="{E683D219-BF6C-3099-186C-4B79152CF3EE}"/>
              </a:ext>
            </a:extLst>
          </p:cNvPr>
          <p:cNvGraphicFramePr>
            <a:graphicFrameLocks noChangeAspect="1"/>
          </p:cNvGraphicFramePr>
          <p:nvPr/>
        </p:nvGraphicFramePr>
        <p:xfrm>
          <a:off x="6450810" y="4492052"/>
          <a:ext cx="330200" cy="152400"/>
        </p:xfrm>
        <a:graphic>
          <a:graphicData uri="http://schemas.openxmlformats.org/presentationml/2006/ole">
            <mc:AlternateContent xmlns:mc="http://schemas.openxmlformats.org/markup-compatibility/2006">
              <mc:Choice xmlns:v="urn:schemas-microsoft-com:vml" Requires="v">
                <p:oleObj name="Equation" r:id="rId155" imgW="330120" imgH="152280" progId="Equation.DSMT4">
                  <p:embed/>
                </p:oleObj>
              </mc:Choice>
              <mc:Fallback>
                <p:oleObj name="Equation" r:id="rId155" imgW="330120" imgH="152280" progId="Equation.DSMT4">
                  <p:embed/>
                  <p:pic>
                    <p:nvPicPr>
                      <p:cNvPr id="100" name="Object 99">
                        <a:extLst>
                          <a:ext uri="{FF2B5EF4-FFF2-40B4-BE49-F238E27FC236}">
                            <a16:creationId xmlns:a16="http://schemas.microsoft.com/office/drawing/2014/main" id="{E683D219-BF6C-3099-186C-4B79152CF3EE}"/>
                          </a:ext>
                        </a:extLst>
                      </p:cNvPr>
                      <p:cNvPicPr>
                        <a:picLocks noChangeAspect="1" noChangeArrowheads="1"/>
                      </p:cNvPicPr>
                      <p:nvPr/>
                    </p:nvPicPr>
                    <p:blipFill>
                      <a:blip r:embed="rId156"/>
                      <a:srcRect/>
                      <a:stretch>
                        <a:fillRect/>
                      </a:stretch>
                    </p:blipFill>
                    <p:spPr bwMode="auto">
                      <a:xfrm>
                        <a:off x="6450810" y="4492052"/>
                        <a:ext cx="330200" cy="152400"/>
                      </a:xfrm>
                      <a:prstGeom prst="rect">
                        <a:avLst/>
                      </a:prstGeom>
                      <a:solidFill>
                        <a:schemeClr val="bg1"/>
                      </a:solidFill>
                    </p:spPr>
                  </p:pic>
                </p:oleObj>
              </mc:Fallback>
            </mc:AlternateContent>
          </a:graphicData>
        </a:graphic>
      </p:graphicFrame>
      <p:graphicFrame>
        <p:nvGraphicFramePr>
          <p:cNvPr id="101" name="Object 100">
            <a:extLst>
              <a:ext uri="{FF2B5EF4-FFF2-40B4-BE49-F238E27FC236}">
                <a16:creationId xmlns:a16="http://schemas.microsoft.com/office/drawing/2014/main" id="{CF26B8D4-9A24-EB90-9828-34C08FB606BB}"/>
              </a:ext>
            </a:extLst>
          </p:cNvPr>
          <p:cNvGraphicFramePr>
            <a:graphicFrameLocks noChangeAspect="1"/>
          </p:cNvGraphicFramePr>
          <p:nvPr/>
        </p:nvGraphicFramePr>
        <p:xfrm>
          <a:off x="947300" y="4762884"/>
          <a:ext cx="177800" cy="152400"/>
        </p:xfrm>
        <a:graphic>
          <a:graphicData uri="http://schemas.openxmlformats.org/presentationml/2006/ole">
            <mc:AlternateContent xmlns:mc="http://schemas.openxmlformats.org/markup-compatibility/2006">
              <mc:Choice xmlns:v="urn:schemas-microsoft-com:vml" Requires="v">
                <p:oleObj name="Equation" r:id="rId157" imgW="177480" imgH="152280" progId="Equation.DSMT4">
                  <p:embed/>
                </p:oleObj>
              </mc:Choice>
              <mc:Fallback>
                <p:oleObj name="Equation" r:id="rId157" imgW="177480" imgH="152280" progId="Equation.DSMT4">
                  <p:embed/>
                  <p:pic>
                    <p:nvPicPr>
                      <p:cNvPr id="101" name="Object 100">
                        <a:extLst>
                          <a:ext uri="{FF2B5EF4-FFF2-40B4-BE49-F238E27FC236}">
                            <a16:creationId xmlns:a16="http://schemas.microsoft.com/office/drawing/2014/main" id="{CF26B8D4-9A24-EB90-9828-34C08FB606BB}"/>
                          </a:ext>
                        </a:extLst>
                      </p:cNvPr>
                      <p:cNvPicPr>
                        <a:picLocks noChangeAspect="1" noChangeArrowheads="1"/>
                      </p:cNvPicPr>
                      <p:nvPr/>
                    </p:nvPicPr>
                    <p:blipFill>
                      <a:blip r:embed="rId158"/>
                      <a:srcRect/>
                      <a:stretch>
                        <a:fillRect/>
                      </a:stretch>
                    </p:blipFill>
                    <p:spPr bwMode="auto">
                      <a:xfrm>
                        <a:off x="947300" y="4762884"/>
                        <a:ext cx="177800" cy="152400"/>
                      </a:xfrm>
                      <a:prstGeom prst="rect">
                        <a:avLst/>
                      </a:prstGeom>
                      <a:solidFill>
                        <a:schemeClr val="bg1"/>
                      </a:solidFill>
                    </p:spPr>
                  </p:pic>
                </p:oleObj>
              </mc:Fallback>
            </mc:AlternateContent>
          </a:graphicData>
        </a:graphic>
      </p:graphicFrame>
      <p:graphicFrame>
        <p:nvGraphicFramePr>
          <p:cNvPr id="102" name="Object 101">
            <a:extLst>
              <a:ext uri="{FF2B5EF4-FFF2-40B4-BE49-F238E27FC236}">
                <a16:creationId xmlns:a16="http://schemas.microsoft.com/office/drawing/2014/main" id="{94BDA6B2-C6BF-53D1-0BBC-18581D917430}"/>
              </a:ext>
            </a:extLst>
          </p:cNvPr>
          <p:cNvGraphicFramePr>
            <a:graphicFrameLocks noChangeAspect="1"/>
          </p:cNvGraphicFramePr>
          <p:nvPr/>
        </p:nvGraphicFramePr>
        <p:xfrm>
          <a:off x="1464903" y="4774313"/>
          <a:ext cx="317500" cy="152400"/>
        </p:xfrm>
        <a:graphic>
          <a:graphicData uri="http://schemas.openxmlformats.org/presentationml/2006/ole">
            <mc:AlternateContent xmlns:mc="http://schemas.openxmlformats.org/markup-compatibility/2006">
              <mc:Choice xmlns:v="urn:schemas-microsoft-com:vml" Requires="v">
                <p:oleObj name="Equation" r:id="rId159" imgW="317160" imgH="152280" progId="Equation.DSMT4">
                  <p:embed/>
                </p:oleObj>
              </mc:Choice>
              <mc:Fallback>
                <p:oleObj name="Equation" r:id="rId159" imgW="317160" imgH="152280" progId="Equation.DSMT4">
                  <p:embed/>
                  <p:pic>
                    <p:nvPicPr>
                      <p:cNvPr id="102" name="Object 101">
                        <a:extLst>
                          <a:ext uri="{FF2B5EF4-FFF2-40B4-BE49-F238E27FC236}">
                            <a16:creationId xmlns:a16="http://schemas.microsoft.com/office/drawing/2014/main" id="{94BDA6B2-C6BF-53D1-0BBC-18581D917430}"/>
                          </a:ext>
                        </a:extLst>
                      </p:cNvPr>
                      <p:cNvPicPr>
                        <a:picLocks noChangeAspect="1" noChangeArrowheads="1"/>
                      </p:cNvPicPr>
                      <p:nvPr/>
                    </p:nvPicPr>
                    <p:blipFill>
                      <a:blip r:embed="rId160"/>
                      <a:srcRect/>
                      <a:stretch>
                        <a:fillRect/>
                      </a:stretch>
                    </p:blipFill>
                    <p:spPr bwMode="auto">
                      <a:xfrm>
                        <a:off x="1464903" y="4774313"/>
                        <a:ext cx="317500" cy="152400"/>
                      </a:xfrm>
                      <a:prstGeom prst="rect">
                        <a:avLst/>
                      </a:prstGeom>
                      <a:solidFill>
                        <a:schemeClr val="bg1"/>
                      </a:solidFill>
                    </p:spPr>
                  </p:pic>
                </p:oleObj>
              </mc:Fallback>
            </mc:AlternateContent>
          </a:graphicData>
        </a:graphic>
      </p:graphicFrame>
      <p:graphicFrame>
        <p:nvGraphicFramePr>
          <p:cNvPr id="103" name="Object 102">
            <a:extLst>
              <a:ext uri="{FF2B5EF4-FFF2-40B4-BE49-F238E27FC236}">
                <a16:creationId xmlns:a16="http://schemas.microsoft.com/office/drawing/2014/main" id="{24CE080A-A3EB-8F1F-2947-614C9FA9E77B}"/>
              </a:ext>
            </a:extLst>
          </p:cNvPr>
          <p:cNvGraphicFramePr>
            <a:graphicFrameLocks noChangeAspect="1"/>
          </p:cNvGraphicFramePr>
          <p:nvPr/>
        </p:nvGraphicFramePr>
        <p:xfrm>
          <a:off x="1997541" y="4752052"/>
          <a:ext cx="317500" cy="152400"/>
        </p:xfrm>
        <a:graphic>
          <a:graphicData uri="http://schemas.openxmlformats.org/presentationml/2006/ole">
            <mc:AlternateContent xmlns:mc="http://schemas.openxmlformats.org/markup-compatibility/2006">
              <mc:Choice xmlns:v="urn:schemas-microsoft-com:vml" Requires="v">
                <p:oleObj name="Equation" r:id="rId161" imgW="317160" imgH="152280" progId="Equation.DSMT4">
                  <p:embed/>
                </p:oleObj>
              </mc:Choice>
              <mc:Fallback>
                <p:oleObj name="Equation" r:id="rId161" imgW="317160" imgH="152280" progId="Equation.DSMT4">
                  <p:embed/>
                  <p:pic>
                    <p:nvPicPr>
                      <p:cNvPr id="103" name="Object 102">
                        <a:extLst>
                          <a:ext uri="{FF2B5EF4-FFF2-40B4-BE49-F238E27FC236}">
                            <a16:creationId xmlns:a16="http://schemas.microsoft.com/office/drawing/2014/main" id="{24CE080A-A3EB-8F1F-2947-614C9FA9E77B}"/>
                          </a:ext>
                        </a:extLst>
                      </p:cNvPr>
                      <p:cNvPicPr>
                        <a:picLocks noChangeAspect="1" noChangeArrowheads="1"/>
                      </p:cNvPicPr>
                      <p:nvPr/>
                    </p:nvPicPr>
                    <p:blipFill>
                      <a:blip r:embed="rId162"/>
                      <a:srcRect/>
                      <a:stretch>
                        <a:fillRect/>
                      </a:stretch>
                    </p:blipFill>
                    <p:spPr bwMode="auto">
                      <a:xfrm>
                        <a:off x="1997541" y="4752052"/>
                        <a:ext cx="317500" cy="152400"/>
                      </a:xfrm>
                      <a:prstGeom prst="rect">
                        <a:avLst/>
                      </a:prstGeom>
                      <a:solidFill>
                        <a:schemeClr val="bg1"/>
                      </a:solidFill>
                    </p:spPr>
                  </p:pic>
                </p:oleObj>
              </mc:Fallback>
            </mc:AlternateContent>
          </a:graphicData>
        </a:graphic>
      </p:graphicFrame>
      <p:graphicFrame>
        <p:nvGraphicFramePr>
          <p:cNvPr id="104" name="Object 103">
            <a:extLst>
              <a:ext uri="{FF2B5EF4-FFF2-40B4-BE49-F238E27FC236}">
                <a16:creationId xmlns:a16="http://schemas.microsoft.com/office/drawing/2014/main" id="{74845692-32C1-EB77-9D71-64EB4DD153AB}"/>
              </a:ext>
            </a:extLst>
          </p:cNvPr>
          <p:cNvGraphicFramePr>
            <a:graphicFrameLocks noChangeAspect="1"/>
          </p:cNvGraphicFramePr>
          <p:nvPr/>
        </p:nvGraphicFramePr>
        <p:xfrm>
          <a:off x="2547445" y="4759182"/>
          <a:ext cx="330200" cy="152400"/>
        </p:xfrm>
        <a:graphic>
          <a:graphicData uri="http://schemas.openxmlformats.org/presentationml/2006/ole">
            <mc:AlternateContent xmlns:mc="http://schemas.openxmlformats.org/markup-compatibility/2006">
              <mc:Choice xmlns:v="urn:schemas-microsoft-com:vml" Requires="v">
                <p:oleObj name="Equation" r:id="rId163" imgW="330120" imgH="152280" progId="Equation.DSMT4">
                  <p:embed/>
                </p:oleObj>
              </mc:Choice>
              <mc:Fallback>
                <p:oleObj name="Equation" r:id="rId163" imgW="330120" imgH="152280" progId="Equation.DSMT4">
                  <p:embed/>
                  <p:pic>
                    <p:nvPicPr>
                      <p:cNvPr id="104" name="Object 103">
                        <a:extLst>
                          <a:ext uri="{FF2B5EF4-FFF2-40B4-BE49-F238E27FC236}">
                            <a16:creationId xmlns:a16="http://schemas.microsoft.com/office/drawing/2014/main" id="{74845692-32C1-EB77-9D71-64EB4DD153AB}"/>
                          </a:ext>
                        </a:extLst>
                      </p:cNvPr>
                      <p:cNvPicPr>
                        <a:picLocks noChangeAspect="1" noChangeArrowheads="1"/>
                      </p:cNvPicPr>
                      <p:nvPr/>
                    </p:nvPicPr>
                    <p:blipFill>
                      <a:blip r:embed="rId164"/>
                      <a:srcRect/>
                      <a:stretch>
                        <a:fillRect/>
                      </a:stretch>
                    </p:blipFill>
                    <p:spPr bwMode="auto">
                      <a:xfrm>
                        <a:off x="2547445" y="4759182"/>
                        <a:ext cx="330200" cy="152400"/>
                      </a:xfrm>
                      <a:prstGeom prst="rect">
                        <a:avLst/>
                      </a:prstGeom>
                      <a:solidFill>
                        <a:schemeClr val="bg1"/>
                      </a:solidFill>
                    </p:spPr>
                  </p:pic>
                </p:oleObj>
              </mc:Fallback>
            </mc:AlternateContent>
          </a:graphicData>
        </a:graphic>
      </p:graphicFrame>
      <p:graphicFrame>
        <p:nvGraphicFramePr>
          <p:cNvPr id="105" name="Object 104">
            <a:extLst>
              <a:ext uri="{FF2B5EF4-FFF2-40B4-BE49-F238E27FC236}">
                <a16:creationId xmlns:a16="http://schemas.microsoft.com/office/drawing/2014/main" id="{7095551A-E27C-B1E9-AB5D-9C747A351457}"/>
              </a:ext>
            </a:extLst>
          </p:cNvPr>
          <p:cNvGraphicFramePr>
            <a:graphicFrameLocks noChangeAspect="1"/>
          </p:cNvGraphicFramePr>
          <p:nvPr/>
        </p:nvGraphicFramePr>
        <p:xfrm>
          <a:off x="3101307" y="4752052"/>
          <a:ext cx="330200" cy="152400"/>
        </p:xfrm>
        <a:graphic>
          <a:graphicData uri="http://schemas.openxmlformats.org/presentationml/2006/ole">
            <mc:AlternateContent xmlns:mc="http://schemas.openxmlformats.org/markup-compatibility/2006">
              <mc:Choice xmlns:v="urn:schemas-microsoft-com:vml" Requires="v">
                <p:oleObj name="Equation" r:id="rId165" imgW="330120" imgH="152280" progId="Equation.DSMT4">
                  <p:embed/>
                </p:oleObj>
              </mc:Choice>
              <mc:Fallback>
                <p:oleObj name="Equation" r:id="rId165" imgW="330120" imgH="152280" progId="Equation.DSMT4">
                  <p:embed/>
                  <p:pic>
                    <p:nvPicPr>
                      <p:cNvPr id="105" name="Object 104">
                        <a:extLst>
                          <a:ext uri="{FF2B5EF4-FFF2-40B4-BE49-F238E27FC236}">
                            <a16:creationId xmlns:a16="http://schemas.microsoft.com/office/drawing/2014/main" id="{7095551A-E27C-B1E9-AB5D-9C747A351457}"/>
                          </a:ext>
                        </a:extLst>
                      </p:cNvPr>
                      <p:cNvPicPr>
                        <a:picLocks noChangeAspect="1" noChangeArrowheads="1"/>
                      </p:cNvPicPr>
                      <p:nvPr/>
                    </p:nvPicPr>
                    <p:blipFill>
                      <a:blip r:embed="rId166"/>
                      <a:srcRect/>
                      <a:stretch>
                        <a:fillRect/>
                      </a:stretch>
                    </p:blipFill>
                    <p:spPr bwMode="auto">
                      <a:xfrm>
                        <a:off x="3101307" y="4752052"/>
                        <a:ext cx="330200" cy="152400"/>
                      </a:xfrm>
                      <a:prstGeom prst="rect">
                        <a:avLst/>
                      </a:prstGeom>
                      <a:solidFill>
                        <a:schemeClr val="bg1"/>
                      </a:solidFill>
                    </p:spPr>
                  </p:pic>
                </p:oleObj>
              </mc:Fallback>
            </mc:AlternateContent>
          </a:graphicData>
        </a:graphic>
      </p:graphicFrame>
      <p:graphicFrame>
        <p:nvGraphicFramePr>
          <p:cNvPr id="106" name="Object 105">
            <a:extLst>
              <a:ext uri="{FF2B5EF4-FFF2-40B4-BE49-F238E27FC236}">
                <a16:creationId xmlns:a16="http://schemas.microsoft.com/office/drawing/2014/main" id="{A038F214-8094-1070-D5D7-659CCF5EBD3E}"/>
              </a:ext>
            </a:extLst>
          </p:cNvPr>
          <p:cNvGraphicFramePr>
            <a:graphicFrameLocks noChangeAspect="1"/>
          </p:cNvGraphicFramePr>
          <p:nvPr/>
        </p:nvGraphicFramePr>
        <p:xfrm>
          <a:off x="3654475" y="4752052"/>
          <a:ext cx="330200" cy="152400"/>
        </p:xfrm>
        <a:graphic>
          <a:graphicData uri="http://schemas.openxmlformats.org/presentationml/2006/ole">
            <mc:AlternateContent xmlns:mc="http://schemas.openxmlformats.org/markup-compatibility/2006">
              <mc:Choice xmlns:v="urn:schemas-microsoft-com:vml" Requires="v">
                <p:oleObj name="Equation" r:id="rId167" imgW="330120" imgH="152280" progId="Equation.DSMT4">
                  <p:embed/>
                </p:oleObj>
              </mc:Choice>
              <mc:Fallback>
                <p:oleObj name="Equation" r:id="rId167" imgW="330120" imgH="152280" progId="Equation.DSMT4">
                  <p:embed/>
                  <p:pic>
                    <p:nvPicPr>
                      <p:cNvPr id="106" name="Object 105">
                        <a:extLst>
                          <a:ext uri="{FF2B5EF4-FFF2-40B4-BE49-F238E27FC236}">
                            <a16:creationId xmlns:a16="http://schemas.microsoft.com/office/drawing/2014/main" id="{A038F214-8094-1070-D5D7-659CCF5EBD3E}"/>
                          </a:ext>
                        </a:extLst>
                      </p:cNvPr>
                      <p:cNvPicPr>
                        <a:picLocks noChangeAspect="1" noChangeArrowheads="1"/>
                      </p:cNvPicPr>
                      <p:nvPr/>
                    </p:nvPicPr>
                    <p:blipFill>
                      <a:blip r:embed="rId168"/>
                      <a:srcRect/>
                      <a:stretch>
                        <a:fillRect/>
                      </a:stretch>
                    </p:blipFill>
                    <p:spPr bwMode="auto">
                      <a:xfrm>
                        <a:off x="3654475" y="4752052"/>
                        <a:ext cx="330200" cy="152400"/>
                      </a:xfrm>
                      <a:prstGeom prst="rect">
                        <a:avLst/>
                      </a:prstGeom>
                      <a:solidFill>
                        <a:schemeClr val="bg1"/>
                      </a:solidFill>
                    </p:spPr>
                  </p:pic>
                </p:oleObj>
              </mc:Fallback>
            </mc:AlternateContent>
          </a:graphicData>
        </a:graphic>
      </p:graphicFrame>
      <p:graphicFrame>
        <p:nvGraphicFramePr>
          <p:cNvPr id="107" name="Object 106">
            <a:extLst>
              <a:ext uri="{FF2B5EF4-FFF2-40B4-BE49-F238E27FC236}">
                <a16:creationId xmlns:a16="http://schemas.microsoft.com/office/drawing/2014/main" id="{C79A7302-CBC9-3474-C189-CA69FFF7A7F6}"/>
              </a:ext>
            </a:extLst>
          </p:cNvPr>
          <p:cNvGraphicFramePr>
            <a:graphicFrameLocks noChangeAspect="1"/>
          </p:cNvGraphicFramePr>
          <p:nvPr/>
        </p:nvGraphicFramePr>
        <p:xfrm>
          <a:off x="4242885" y="4752813"/>
          <a:ext cx="330200" cy="152400"/>
        </p:xfrm>
        <a:graphic>
          <a:graphicData uri="http://schemas.openxmlformats.org/presentationml/2006/ole">
            <mc:AlternateContent xmlns:mc="http://schemas.openxmlformats.org/markup-compatibility/2006">
              <mc:Choice xmlns:v="urn:schemas-microsoft-com:vml" Requires="v">
                <p:oleObj name="Equation" r:id="rId169" imgW="330120" imgH="152280" progId="Equation.DSMT4">
                  <p:embed/>
                </p:oleObj>
              </mc:Choice>
              <mc:Fallback>
                <p:oleObj name="Equation" r:id="rId169" imgW="330120" imgH="152280" progId="Equation.DSMT4">
                  <p:embed/>
                  <p:pic>
                    <p:nvPicPr>
                      <p:cNvPr id="107" name="Object 106">
                        <a:extLst>
                          <a:ext uri="{FF2B5EF4-FFF2-40B4-BE49-F238E27FC236}">
                            <a16:creationId xmlns:a16="http://schemas.microsoft.com/office/drawing/2014/main" id="{C79A7302-CBC9-3474-C189-CA69FFF7A7F6}"/>
                          </a:ext>
                        </a:extLst>
                      </p:cNvPr>
                      <p:cNvPicPr>
                        <a:picLocks noChangeAspect="1" noChangeArrowheads="1"/>
                      </p:cNvPicPr>
                      <p:nvPr/>
                    </p:nvPicPr>
                    <p:blipFill>
                      <a:blip r:embed="rId170"/>
                      <a:srcRect/>
                      <a:stretch>
                        <a:fillRect/>
                      </a:stretch>
                    </p:blipFill>
                    <p:spPr bwMode="auto">
                      <a:xfrm>
                        <a:off x="4242885" y="4752813"/>
                        <a:ext cx="330200" cy="152400"/>
                      </a:xfrm>
                      <a:prstGeom prst="rect">
                        <a:avLst/>
                      </a:prstGeom>
                      <a:solidFill>
                        <a:schemeClr val="bg1"/>
                      </a:solidFill>
                    </p:spPr>
                  </p:pic>
                </p:oleObj>
              </mc:Fallback>
            </mc:AlternateContent>
          </a:graphicData>
        </a:graphic>
      </p:graphicFrame>
      <p:graphicFrame>
        <p:nvGraphicFramePr>
          <p:cNvPr id="108" name="Object 107">
            <a:extLst>
              <a:ext uri="{FF2B5EF4-FFF2-40B4-BE49-F238E27FC236}">
                <a16:creationId xmlns:a16="http://schemas.microsoft.com/office/drawing/2014/main" id="{C519CAA6-B28C-A69B-23BC-EA27640F37DE}"/>
              </a:ext>
            </a:extLst>
          </p:cNvPr>
          <p:cNvGraphicFramePr>
            <a:graphicFrameLocks noChangeAspect="1"/>
          </p:cNvGraphicFramePr>
          <p:nvPr/>
        </p:nvGraphicFramePr>
        <p:xfrm>
          <a:off x="4805344" y="4753853"/>
          <a:ext cx="330200" cy="152400"/>
        </p:xfrm>
        <a:graphic>
          <a:graphicData uri="http://schemas.openxmlformats.org/presentationml/2006/ole">
            <mc:AlternateContent xmlns:mc="http://schemas.openxmlformats.org/markup-compatibility/2006">
              <mc:Choice xmlns:v="urn:schemas-microsoft-com:vml" Requires="v">
                <p:oleObj name="Equation" r:id="rId171" imgW="330120" imgH="152280" progId="Equation.DSMT4">
                  <p:embed/>
                </p:oleObj>
              </mc:Choice>
              <mc:Fallback>
                <p:oleObj name="Equation" r:id="rId171" imgW="330120" imgH="152280" progId="Equation.DSMT4">
                  <p:embed/>
                  <p:pic>
                    <p:nvPicPr>
                      <p:cNvPr id="108" name="Object 107">
                        <a:extLst>
                          <a:ext uri="{FF2B5EF4-FFF2-40B4-BE49-F238E27FC236}">
                            <a16:creationId xmlns:a16="http://schemas.microsoft.com/office/drawing/2014/main" id="{C519CAA6-B28C-A69B-23BC-EA27640F37DE}"/>
                          </a:ext>
                        </a:extLst>
                      </p:cNvPr>
                      <p:cNvPicPr>
                        <a:picLocks noChangeAspect="1" noChangeArrowheads="1"/>
                      </p:cNvPicPr>
                      <p:nvPr/>
                    </p:nvPicPr>
                    <p:blipFill>
                      <a:blip r:embed="rId172"/>
                      <a:srcRect/>
                      <a:stretch>
                        <a:fillRect/>
                      </a:stretch>
                    </p:blipFill>
                    <p:spPr bwMode="auto">
                      <a:xfrm>
                        <a:off x="4805344" y="4753853"/>
                        <a:ext cx="330200" cy="152400"/>
                      </a:xfrm>
                      <a:prstGeom prst="rect">
                        <a:avLst/>
                      </a:prstGeom>
                      <a:solidFill>
                        <a:schemeClr val="bg1"/>
                      </a:solidFill>
                    </p:spPr>
                  </p:pic>
                </p:oleObj>
              </mc:Fallback>
            </mc:AlternateContent>
          </a:graphicData>
        </a:graphic>
      </p:graphicFrame>
      <p:graphicFrame>
        <p:nvGraphicFramePr>
          <p:cNvPr id="109" name="Object 108">
            <a:extLst>
              <a:ext uri="{FF2B5EF4-FFF2-40B4-BE49-F238E27FC236}">
                <a16:creationId xmlns:a16="http://schemas.microsoft.com/office/drawing/2014/main" id="{8AB8C7F5-2307-68CA-82B0-694C746ED50C}"/>
              </a:ext>
            </a:extLst>
          </p:cNvPr>
          <p:cNvGraphicFramePr>
            <a:graphicFrameLocks noChangeAspect="1"/>
          </p:cNvGraphicFramePr>
          <p:nvPr/>
        </p:nvGraphicFramePr>
        <p:xfrm>
          <a:off x="5309871" y="4754016"/>
          <a:ext cx="330200" cy="152400"/>
        </p:xfrm>
        <a:graphic>
          <a:graphicData uri="http://schemas.openxmlformats.org/presentationml/2006/ole">
            <mc:AlternateContent xmlns:mc="http://schemas.openxmlformats.org/markup-compatibility/2006">
              <mc:Choice xmlns:v="urn:schemas-microsoft-com:vml" Requires="v">
                <p:oleObj name="Equation" r:id="rId173" imgW="330120" imgH="152280" progId="Equation.DSMT4">
                  <p:embed/>
                </p:oleObj>
              </mc:Choice>
              <mc:Fallback>
                <p:oleObj name="Equation" r:id="rId173" imgW="330120" imgH="152280" progId="Equation.DSMT4">
                  <p:embed/>
                  <p:pic>
                    <p:nvPicPr>
                      <p:cNvPr id="109" name="Object 108">
                        <a:extLst>
                          <a:ext uri="{FF2B5EF4-FFF2-40B4-BE49-F238E27FC236}">
                            <a16:creationId xmlns:a16="http://schemas.microsoft.com/office/drawing/2014/main" id="{8AB8C7F5-2307-68CA-82B0-694C746ED50C}"/>
                          </a:ext>
                        </a:extLst>
                      </p:cNvPr>
                      <p:cNvPicPr>
                        <a:picLocks noChangeAspect="1" noChangeArrowheads="1"/>
                      </p:cNvPicPr>
                      <p:nvPr/>
                    </p:nvPicPr>
                    <p:blipFill>
                      <a:blip r:embed="rId174"/>
                      <a:srcRect/>
                      <a:stretch>
                        <a:fillRect/>
                      </a:stretch>
                    </p:blipFill>
                    <p:spPr bwMode="auto">
                      <a:xfrm>
                        <a:off x="5309871" y="4754016"/>
                        <a:ext cx="330200" cy="152400"/>
                      </a:xfrm>
                      <a:prstGeom prst="rect">
                        <a:avLst/>
                      </a:prstGeom>
                      <a:solidFill>
                        <a:schemeClr val="bg1"/>
                      </a:solidFill>
                    </p:spPr>
                  </p:pic>
                </p:oleObj>
              </mc:Fallback>
            </mc:AlternateContent>
          </a:graphicData>
        </a:graphic>
      </p:graphicFrame>
      <p:graphicFrame>
        <p:nvGraphicFramePr>
          <p:cNvPr id="110" name="Object 109">
            <a:extLst>
              <a:ext uri="{FF2B5EF4-FFF2-40B4-BE49-F238E27FC236}">
                <a16:creationId xmlns:a16="http://schemas.microsoft.com/office/drawing/2014/main" id="{3E06CE52-6B27-1FDD-978B-7D0DCB1EBDC8}"/>
              </a:ext>
            </a:extLst>
          </p:cNvPr>
          <p:cNvGraphicFramePr>
            <a:graphicFrameLocks noChangeAspect="1"/>
          </p:cNvGraphicFramePr>
          <p:nvPr/>
        </p:nvGraphicFramePr>
        <p:xfrm>
          <a:off x="5892029" y="4761146"/>
          <a:ext cx="330200" cy="152400"/>
        </p:xfrm>
        <a:graphic>
          <a:graphicData uri="http://schemas.openxmlformats.org/presentationml/2006/ole">
            <mc:AlternateContent xmlns:mc="http://schemas.openxmlformats.org/markup-compatibility/2006">
              <mc:Choice xmlns:v="urn:schemas-microsoft-com:vml" Requires="v">
                <p:oleObj name="Equation" r:id="rId175" imgW="330120" imgH="152280" progId="Equation.DSMT4">
                  <p:embed/>
                </p:oleObj>
              </mc:Choice>
              <mc:Fallback>
                <p:oleObj name="Equation" r:id="rId175" imgW="330120" imgH="152280" progId="Equation.DSMT4">
                  <p:embed/>
                  <p:pic>
                    <p:nvPicPr>
                      <p:cNvPr id="110" name="Object 109">
                        <a:extLst>
                          <a:ext uri="{FF2B5EF4-FFF2-40B4-BE49-F238E27FC236}">
                            <a16:creationId xmlns:a16="http://schemas.microsoft.com/office/drawing/2014/main" id="{3E06CE52-6B27-1FDD-978B-7D0DCB1EBDC8}"/>
                          </a:ext>
                        </a:extLst>
                      </p:cNvPr>
                      <p:cNvPicPr>
                        <a:picLocks noChangeAspect="1" noChangeArrowheads="1"/>
                      </p:cNvPicPr>
                      <p:nvPr/>
                    </p:nvPicPr>
                    <p:blipFill>
                      <a:blip r:embed="rId176"/>
                      <a:srcRect/>
                      <a:stretch>
                        <a:fillRect/>
                      </a:stretch>
                    </p:blipFill>
                    <p:spPr bwMode="auto">
                      <a:xfrm>
                        <a:off x="5892029" y="4761146"/>
                        <a:ext cx="330200" cy="152400"/>
                      </a:xfrm>
                      <a:prstGeom prst="rect">
                        <a:avLst/>
                      </a:prstGeom>
                      <a:solidFill>
                        <a:schemeClr val="bg1"/>
                      </a:solidFill>
                    </p:spPr>
                  </p:pic>
                </p:oleObj>
              </mc:Fallback>
            </mc:AlternateContent>
          </a:graphicData>
        </a:graphic>
      </p:graphicFrame>
      <p:graphicFrame>
        <p:nvGraphicFramePr>
          <p:cNvPr id="111" name="Object 110">
            <a:extLst>
              <a:ext uri="{FF2B5EF4-FFF2-40B4-BE49-F238E27FC236}">
                <a16:creationId xmlns:a16="http://schemas.microsoft.com/office/drawing/2014/main" id="{0910AE4A-67FF-0D96-CC10-D775554383E2}"/>
              </a:ext>
            </a:extLst>
          </p:cNvPr>
          <p:cNvGraphicFramePr>
            <a:graphicFrameLocks noChangeAspect="1"/>
          </p:cNvGraphicFramePr>
          <p:nvPr/>
        </p:nvGraphicFramePr>
        <p:xfrm>
          <a:off x="6461601" y="4753853"/>
          <a:ext cx="330200" cy="152400"/>
        </p:xfrm>
        <a:graphic>
          <a:graphicData uri="http://schemas.openxmlformats.org/presentationml/2006/ole">
            <mc:AlternateContent xmlns:mc="http://schemas.openxmlformats.org/markup-compatibility/2006">
              <mc:Choice xmlns:v="urn:schemas-microsoft-com:vml" Requires="v">
                <p:oleObj name="Equation" r:id="rId177" imgW="330120" imgH="152280" progId="Equation.DSMT4">
                  <p:embed/>
                </p:oleObj>
              </mc:Choice>
              <mc:Fallback>
                <p:oleObj name="Equation" r:id="rId177" imgW="330120" imgH="152280" progId="Equation.DSMT4">
                  <p:embed/>
                  <p:pic>
                    <p:nvPicPr>
                      <p:cNvPr id="111" name="Object 110">
                        <a:extLst>
                          <a:ext uri="{FF2B5EF4-FFF2-40B4-BE49-F238E27FC236}">
                            <a16:creationId xmlns:a16="http://schemas.microsoft.com/office/drawing/2014/main" id="{0910AE4A-67FF-0D96-CC10-D775554383E2}"/>
                          </a:ext>
                        </a:extLst>
                      </p:cNvPr>
                      <p:cNvPicPr>
                        <a:picLocks noChangeAspect="1" noChangeArrowheads="1"/>
                      </p:cNvPicPr>
                      <p:nvPr/>
                    </p:nvPicPr>
                    <p:blipFill>
                      <a:blip r:embed="rId178"/>
                      <a:srcRect/>
                      <a:stretch>
                        <a:fillRect/>
                      </a:stretch>
                    </p:blipFill>
                    <p:spPr bwMode="auto">
                      <a:xfrm>
                        <a:off x="6461601" y="4753853"/>
                        <a:ext cx="330200" cy="152400"/>
                      </a:xfrm>
                      <a:prstGeom prst="rect">
                        <a:avLst/>
                      </a:prstGeom>
                      <a:solidFill>
                        <a:schemeClr val="bg1"/>
                      </a:solidFill>
                    </p:spPr>
                  </p:pic>
                </p:oleObj>
              </mc:Fallback>
            </mc:AlternateContent>
          </a:graphicData>
        </a:graphic>
      </p:graphicFrame>
      <p:graphicFrame>
        <p:nvGraphicFramePr>
          <p:cNvPr id="112" name="Object 111">
            <a:extLst>
              <a:ext uri="{FF2B5EF4-FFF2-40B4-BE49-F238E27FC236}">
                <a16:creationId xmlns:a16="http://schemas.microsoft.com/office/drawing/2014/main" id="{F10CBBBE-BA58-BEF7-308B-B9046D240BD9}"/>
              </a:ext>
            </a:extLst>
          </p:cNvPr>
          <p:cNvGraphicFramePr>
            <a:graphicFrameLocks noChangeAspect="1"/>
          </p:cNvGraphicFramePr>
          <p:nvPr/>
        </p:nvGraphicFramePr>
        <p:xfrm>
          <a:off x="933234" y="4997342"/>
          <a:ext cx="165100" cy="152400"/>
        </p:xfrm>
        <a:graphic>
          <a:graphicData uri="http://schemas.openxmlformats.org/presentationml/2006/ole">
            <mc:AlternateContent xmlns:mc="http://schemas.openxmlformats.org/markup-compatibility/2006">
              <mc:Choice xmlns:v="urn:schemas-microsoft-com:vml" Requires="v">
                <p:oleObj name="Equation" r:id="rId179" imgW="164880" imgH="152280" progId="Equation.DSMT4">
                  <p:embed/>
                </p:oleObj>
              </mc:Choice>
              <mc:Fallback>
                <p:oleObj name="Equation" r:id="rId179" imgW="164880" imgH="152280" progId="Equation.DSMT4">
                  <p:embed/>
                  <p:pic>
                    <p:nvPicPr>
                      <p:cNvPr id="112" name="Object 111">
                        <a:extLst>
                          <a:ext uri="{FF2B5EF4-FFF2-40B4-BE49-F238E27FC236}">
                            <a16:creationId xmlns:a16="http://schemas.microsoft.com/office/drawing/2014/main" id="{F10CBBBE-BA58-BEF7-308B-B9046D240BD9}"/>
                          </a:ext>
                        </a:extLst>
                      </p:cNvPr>
                      <p:cNvPicPr>
                        <a:picLocks noChangeAspect="1" noChangeArrowheads="1"/>
                      </p:cNvPicPr>
                      <p:nvPr/>
                    </p:nvPicPr>
                    <p:blipFill>
                      <a:blip r:embed="rId180"/>
                      <a:srcRect/>
                      <a:stretch>
                        <a:fillRect/>
                      </a:stretch>
                    </p:blipFill>
                    <p:spPr bwMode="auto">
                      <a:xfrm>
                        <a:off x="933234" y="4997342"/>
                        <a:ext cx="165100" cy="152400"/>
                      </a:xfrm>
                      <a:prstGeom prst="rect">
                        <a:avLst/>
                      </a:prstGeom>
                      <a:solidFill>
                        <a:schemeClr val="bg1"/>
                      </a:solidFill>
                    </p:spPr>
                  </p:pic>
                </p:oleObj>
              </mc:Fallback>
            </mc:AlternateContent>
          </a:graphicData>
        </a:graphic>
      </p:graphicFrame>
      <p:graphicFrame>
        <p:nvGraphicFramePr>
          <p:cNvPr id="113" name="Object 112">
            <a:extLst>
              <a:ext uri="{FF2B5EF4-FFF2-40B4-BE49-F238E27FC236}">
                <a16:creationId xmlns:a16="http://schemas.microsoft.com/office/drawing/2014/main" id="{CA0ABDE5-4C69-57D2-EB39-D06E7ADB0D5B}"/>
              </a:ext>
            </a:extLst>
          </p:cNvPr>
          <p:cNvGraphicFramePr>
            <a:graphicFrameLocks noChangeAspect="1"/>
          </p:cNvGraphicFramePr>
          <p:nvPr/>
        </p:nvGraphicFramePr>
        <p:xfrm>
          <a:off x="1455939" y="4998298"/>
          <a:ext cx="317500" cy="152400"/>
        </p:xfrm>
        <a:graphic>
          <a:graphicData uri="http://schemas.openxmlformats.org/presentationml/2006/ole">
            <mc:AlternateContent xmlns:mc="http://schemas.openxmlformats.org/markup-compatibility/2006">
              <mc:Choice xmlns:v="urn:schemas-microsoft-com:vml" Requires="v">
                <p:oleObj name="Equation" r:id="rId181" imgW="317160" imgH="152280" progId="Equation.DSMT4">
                  <p:embed/>
                </p:oleObj>
              </mc:Choice>
              <mc:Fallback>
                <p:oleObj name="Equation" r:id="rId181" imgW="317160" imgH="152280" progId="Equation.DSMT4">
                  <p:embed/>
                  <p:pic>
                    <p:nvPicPr>
                      <p:cNvPr id="113" name="Object 112">
                        <a:extLst>
                          <a:ext uri="{FF2B5EF4-FFF2-40B4-BE49-F238E27FC236}">
                            <a16:creationId xmlns:a16="http://schemas.microsoft.com/office/drawing/2014/main" id="{CA0ABDE5-4C69-57D2-EB39-D06E7ADB0D5B}"/>
                          </a:ext>
                        </a:extLst>
                      </p:cNvPr>
                      <p:cNvPicPr>
                        <a:picLocks noChangeAspect="1" noChangeArrowheads="1"/>
                      </p:cNvPicPr>
                      <p:nvPr/>
                    </p:nvPicPr>
                    <p:blipFill>
                      <a:blip r:embed="rId182"/>
                      <a:srcRect/>
                      <a:stretch>
                        <a:fillRect/>
                      </a:stretch>
                    </p:blipFill>
                    <p:spPr bwMode="auto">
                      <a:xfrm>
                        <a:off x="1455939" y="4998298"/>
                        <a:ext cx="317500" cy="152400"/>
                      </a:xfrm>
                      <a:prstGeom prst="rect">
                        <a:avLst/>
                      </a:prstGeom>
                      <a:solidFill>
                        <a:schemeClr val="bg1"/>
                      </a:solidFill>
                    </p:spPr>
                  </p:pic>
                </p:oleObj>
              </mc:Fallback>
            </mc:AlternateContent>
          </a:graphicData>
        </a:graphic>
      </p:graphicFrame>
      <p:graphicFrame>
        <p:nvGraphicFramePr>
          <p:cNvPr id="114" name="Object 113">
            <a:extLst>
              <a:ext uri="{FF2B5EF4-FFF2-40B4-BE49-F238E27FC236}">
                <a16:creationId xmlns:a16="http://schemas.microsoft.com/office/drawing/2014/main" id="{F3C4CFE8-569B-EA01-771F-20B11214A540}"/>
              </a:ext>
            </a:extLst>
          </p:cNvPr>
          <p:cNvGraphicFramePr>
            <a:graphicFrameLocks noChangeAspect="1"/>
          </p:cNvGraphicFramePr>
          <p:nvPr/>
        </p:nvGraphicFramePr>
        <p:xfrm>
          <a:off x="1991191" y="4979462"/>
          <a:ext cx="330200" cy="152400"/>
        </p:xfrm>
        <a:graphic>
          <a:graphicData uri="http://schemas.openxmlformats.org/presentationml/2006/ole">
            <mc:AlternateContent xmlns:mc="http://schemas.openxmlformats.org/markup-compatibility/2006">
              <mc:Choice xmlns:v="urn:schemas-microsoft-com:vml" Requires="v">
                <p:oleObj name="Equation" r:id="rId183" imgW="330120" imgH="152280" progId="Equation.DSMT4">
                  <p:embed/>
                </p:oleObj>
              </mc:Choice>
              <mc:Fallback>
                <p:oleObj name="Equation" r:id="rId183" imgW="330120" imgH="152280" progId="Equation.DSMT4">
                  <p:embed/>
                  <p:pic>
                    <p:nvPicPr>
                      <p:cNvPr id="114" name="Object 113">
                        <a:extLst>
                          <a:ext uri="{FF2B5EF4-FFF2-40B4-BE49-F238E27FC236}">
                            <a16:creationId xmlns:a16="http://schemas.microsoft.com/office/drawing/2014/main" id="{F3C4CFE8-569B-EA01-771F-20B11214A540}"/>
                          </a:ext>
                        </a:extLst>
                      </p:cNvPr>
                      <p:cNvPicPr>
                        <a:picLocks noChangeAspect="1" noChangeArrowheads="1"/>
                      </p:cNvPicPr>
                      <p:nvPr/>
                    </p:nvPicPr>
                    <p:blipFill>
                      <a:blip r:embed="rId184"/>
                      <a:srcRect/>
                      <a:stretch>
                        <a:fillRect/>
                      </a:stretch>
                    </p:blipFill>
                    <p:spPr bwMode="auto">
                      <a:xfrm>
                        <a:off x="1991191" y="4979462"/>
                        <a:ext cx="330200" cy="152400"/>
                      </a:xfrm>
                      <a:prstGeom prst="rect">
                        <a:avLst/>
                      </a:prstGeom>
                      <a:solidFill>
                        <a:schemeClr val="bg1"/>
                      </a:solidFill>
                    </p:spPr>
                  </p:pic>
                </p:oleObj>
              </mc:Fallback>
            </mc:AlternateContent>
          </a:graphicData>
        </a:graphic>
      </p:graphicFrame>
      <p:graphicFrame>
        <p:nvGraphicFramePr>
          <p:cNvPr id="115" name="Object 114">
            <a:extLst>
              <a:ext uri="{FF2B5EF4-FFF2-40B4-BE49-F238E27FC236}">
                <a16:creationId xmlns:a16="http://schemas.microsoft.com/office/drawing/2014/main" id="{B2CD9DF6-B98B-46E4-50EB-E833D27200F2}"/>
              </a:ext>
            </a:extLst>
          </p:cNvPr>
          <p:cNvGraphicFramePr>
            <a:graphicFrameLocks noChangeAspect="1"/>
          </p:cNvGraphicFramePr>
          <p:nvPr/>
        </p:nvGraphicFramePr>
        <p:xfrm>
          <a:off x="2543304" y="5007325"/>
          <a:ext cx="330200" cy="152400"/>
        </p:xfrm>
        <a:graphic>
          <a:graphicData uri="http://schemas.openxmlformats.org/presentationml/2006/ole">
            <mc:AlternateContent xmlns:mc="http://schemas.openxmlformats.org/markup-compatibility/2006">
              <mc:Choice xmlns:v="urn:schemas-microsoft-com:vml" Requires="v">
                <p:oleObj name="Equation" r:id="rId185" imgW="330120" imgH="152280" progId="Equation.DSMT4">
                  <p:embed/>
                </p:oleObj>
              </mc:Choice>
              <mc:Fallback>
                <p:oleObj name="Equation" r:id="rId185" imgW="330120" imgH="152280" progId="Equation.DSMT4">
                  <p:embed/>
                  <p:pic>
                    <p:nvPicPr>
                      <p:cNvPr id="115" name="Object 114">
                        <a:extLst>
                          <a:ext uri="{FF2B5EF4-FFF2-40B4-BE49-F238E27FC236}">
                            <a16:creationId xmlns:a16="http://schemas.microsoft.com/office/drawing/2014/main" id="{B2CD9DF6-B98B-46E4-50EB-E833D27200F2}"/>
                          </a:ext>
                        </a:extLst>
                      </p:cNvPr>
                      <p:cNvPicPr>
                        <a:picLocks noChangeAspect="1" noChangeArrowheads="1"/>
                      </p:cNvPicPr>
                      <p:nvPr/>
                    </p:nvPicPr>
                    <p:blipFill>
                      <a:blip r:embed="rId186"/>
                      <a:srcRect/>
                      <a:stretch>
                        <a:fillRect/>
                      </a:stretch>
                    </p:blipFill>
                    <p:spPr bwMode="auto">
                      <a:xfrm>
                        <a:off x="2543304" y="5007325"/>
                        <a:ext cx="330200" cy="152400"/>
                      </a:xfrm>
                      <a:prstGeom prst="rect">
                        <a:avLst/>
                      </a:prstGeom>
                      <a:solidFill>
                        <a:schemeClr val="bg1"/>
                      </a:solidFill>
                    </p:spPr>
                  </p:pic>
                </p:oleObj>
              </mc:Fallback>
            </mc:AlternateContent>
          </a:graphicData>
        </a:graphic>
      </p:graphicFrame>
      <p:graphicFrame>
        <p:nvGraphicFramePr>
          <p:cNvPr id="116" name="Object 115">
            <a:extLst>
              <a:ext uri="{FF2B5EF4-FFF2-40B4-BE49-F238E27FC236}">
                <a16:creationId xmlns:a16="http://schemas.microsoft.com/office/drawing/2014/main" id="{D3C02D90-81DB-021D-734C-78F568D6ED6E}"/>
              </a:ext>
            </a:extLst>
          </p:cNvPr>
          <p:cNvGraphicFramePr>
            <a:graphicFrameLocks noChangeAspect="1"/>
          </p:cNvGraphicFramePr>
          <p:nvPr/>
        </p:nvGraphicFramePr>
        <p:xfrm>
          <a:off x="3113966" y="4986666"/>
          <a:ext cx="330200" cy="152400"/>
        </p:xfrm>
        <a:graphic>
          <a:graphicData uri="http://schemas.openxmlformats.org/presentationml/2006/ole">
            <mc:AlternateContent xmlns:mc="http://schemas.openxmlformats.org/markup-compatibility/2006">
              <mc:Choice xmlns:v="urn:schemas-microsoft-com:vml" Requires="v">
                <p:oleObj name="Equation" r:id="rId187" imgW="330120" imgH="152280" progId="Equation.DSMT4">
                  <p:embed/>
                </p:oleObj>
              </mc:Choice>
              <mc:Fallback>
                <p:oleObj name="Equation" r:id="rId187" imgW="330120" imgH="152280" progId="Equation.DSMT4">
                  <p:embed/>
                  <p:pic>
                    <p:nvPicPr>
                      <p:cNvPr id="116" name="Object 115">
                        <a:extLst>
                          <a:ext uri="{FF2B5EF4-FFF2-40B4-BE49-F238E27FC236}">
                            <a16:creationId xmlns:a16="http://schemas.microsoft.com/office/drawing/2014/main" id="{D3C02D90-81DB-021D-734C-78F568D6ED6E}"/>
                          </a:ext>
                        </a:extLst>
                      </p:cNvPr>
                      <p:cNvPicPr>
                        <a:picLocks noChangeAspect="1" noChangeArrowheads="1"/>
                      </p:cNvPicPr>
                      <p:nvPr/>
                    </p:nvPicPr>
                    <p:blipFill>
                      <a:blip r:embed="rId188"/>
                      <a:srcRect/>
                      <a:stretch>
                        <a:fillRect/>
                      </a:stretch>
                    </p:blipFill>
                    <p:spPr bwMode="auto">
                      <a:xfrm>
                        <a:off x="3113966" y="4986666"/>
                        <a:ext cx="330200" cy="152400"/>
                      </a:xfrm>
                      <a:prstGeom prst="rect">
                        <a:avLst/>
                      </a:prstGeom>
                      <a:solidFill>
                        <a:schemeClr val="bg1"/>
                      </a:solidFill>
                    </p:spPr>
                  </p:pic>
                </p:oleObj>
              </mc:Fallback>
            </mc:AlternateContent>
          </a:graphicData>
        </a:graphic>
      </p:graphicFrame>
      <p:graphicFrame>
        <p:nvGraphicFramePr>
          <p:cNvPr id="117" name="Object 116">
            <a:extLst>
              <a:ext uri="{FF2B5EF4-FFF2-40B4-BE49-F238E27FC236}">
                <a16:creationId xmlns:a16="http://schemas.microsoft.com/office/drawing/2014/main" id="{60DC4267-6796-7364-26CA-1D4D2EDF225D}"/>
              </a:ext>
            </a:extLst>
          </p:cNvPr>
          <p:cNvGraphicFramePr>
            <a:graphicFrameLocks noChangeAspect="1"/>
          </p:cNvGraphicFramePr>
          <p:nvPr/>
        </p:nvGraphicFramePr>
        <p:xfrm>
          <a:off x="3664056" y="4989644"/>
          <a:ext cx="330200" cy="152400"/>
        </p:xfrm>
        <a:graphic>
          <a:graphicData uri="http://schemas.openxmlformats.org/presentationml/2006/ole">
            <mc:AlternateContent xmlns:mc="http://schemas.openxmlformats.org/markup-compatibility/2006">
              <mc:Choice xmlns:v="urn:schemas-microsoft-com:vml" Requires="v">
                <p:oleObj name="Equation" r:id="rId189" imgW="330120" imgH="152280" progId="Equation.DSMT4">
                  <p:embed/>
                </p:oleObj>
              </mc:Choice>
              <mc:Fallback>
                <p:oleObj name="Equation" r:id="rId189" imgW="330120" imgH="152280" progId="Equation.DSMT4">
                  <p:embed/>
                  <p:pic>
                    <p:nvPicPr>
                      <p:cNvPr id="117" name="Object 116">
                        <a:extLst>
                          <a:ext uri="{FF2B5EF4-FFF2-40B4-BE49-F238E27FC236}">
                            <a16:creationId xmlns:a16="http://schemas.microsoft.com/office/drawing/2014/main" id="{60DC4267-6796-7364-26CA-1D4D2EDF225D}"/>
                          </a:ext>
                        </a:extLst>
                      </p:cNvPr>
                      <p:cNvPicPr>
                        <a:picLocks noChangeAspect="1" noChangeArrowheads="1"/>
                      </p:cNvPicPr>
                      <p:nvPr/>
                    </p:nvPicPr>
                    <p:blipFill>
                      <a:blip r:embed="rId190"/>
                      <a:srcRect/>
                      <a:stretch>
                        <a:fillRect/>
                      </a:stretch>
                    </p:blipFill>
                    <p:spPr bwMode="auto">
                      <a:xfrm>
                        <a:off x="3664056" y="4989644"/>
                        <a:ext cx="330200" cy="152400"/>
                      </a:xfrm>
                      <a:prstGeom prst="rect">
                        <a:avLst/>
                      </a:prstGeom>
                      <a:solidFill>
                        <a:schemeClr val="bg1"/>
                      </a:solidFill>
                    </p:spPr>
                  </p:pic>
                </p:oleObj>
              </mc:Fallback>
            </mc:AlternateContent>
          </a:graphicData>
        </a:graphic>
      </p:graphicFrame>
      <p:graphicFrame>
        <p:nvGraphicFramePr>
          <p:cNvPr id="118" name="Object 117">
            <a:extLst>
              <a:ext uri="{FF2B5EF4-FFF2-40B4-BE49-F238E27FC236}">
                <a16:creationId xmlns:a16="http://schemas.microsoft.com/office/drawing/2014/main" id="{40553900-4E00-C9F7-EC18-8E3AF89CBD72}"/>
              </a:ext>
            </a:extLst>
          </p:cNvPr>
          <p:cNvGraphicFramePr>
            <a:graphicFrameLocks noChangeAspect="1"/>
          </p:cNvGraphicFramePr>
          <p:nvPr/>
        </p:nvGraphicFramePr>
        <p:xfrm>
          <a:off x="4263981" y="4998298"/>
          <a:ext cx="330200" cy="152400"/>
        </p:xfrm>
        <a:graphic>
          <a:graphicData uri="http://schemas.openxmlformats.org/presentationml/2006/ole">
            <mc:AlternateContent xmlns:mc="http://schemas.openxmlformats.org/markup-compatibility/2006">
              <mc:Choice xmlns:v="urn:schemas-microsoft-com:vml" Requires="v">
                <p:oleObj name="Equation" r:id="rId191" imgW="330120" imgH="152280" progId="Equation.DSMT4">
                  <p:embed/>
                </p:oleObj>
              </mc:Choice>
              <mc:Fallback>
                <p:oleObj name="Equation" r:id="rId191" imgW="330120" imgH="152280" progId="Equation.DSMT4">
                  <p:embed/>
                  <p:pic>
                    <p:nvPicPr>
                      <p:cNvPr id="118" name="Object 117">
                        <a:extLst>
                          <a:ext uri="{FF2B5EF4-FFF2-40B4-BE49-F238E27FC236}">
                            <a16:creationId xmlns:a16="http://schemas.microsoft.com/office/drawing/2014/main" id="{40553900-4E00-C9F7-EC18-8E3AF89CBD72}"/>
                          </a:ext>
                        </a:extLst>
                      </p:cNvPr>
                      <p:cNvPicPr>
                        <a:picLocks noChangeAspect="1" noChangeArrowheads="1"/>
                      </p:cNvPicPr>
                      <p:nvPr/>
                    </p:nvPicPr>
                    <p:blipFill>
                      <a:blip r:embed="rId192"/>
                      <a:srcRect/>
                      <a:stretch>
                        <a:fillRect/>
                      </a:stretch>
                    </p:blipFill>
                    <p:spPr bwMode="auto">
                      <a:xfrm>
                        <a:off x="4263981" y="4998298"/>
                        <a:ext cx="330200" cy="152400"/>
                      </a:xfrm>
                      <a:prstGeom prst="rect">
                        <a:avLst/>
                      </a:prstGeom>
                      <a:solidFill>
                        <a:schemeClr val="bg1"/>
                      </a:solidFill>
                    </p:spPr>
                  </p:pic>
                </p:oleObj>
              </mc:Fallback>
            </mc:AlternateContent>
          </a:graphicData>
        </a:graphic>
      </p:graphicFrame>
      <p:graphicFrame>
        <p:nvGraphicFramePr>
          <p:cNvPr id="119" name="Object 118">
            <a:extLst>
              <a:ext uri="{FF2B5EF4-FFF2-40B4-BE49-F238E27FC236}">
                <a16:creationId xmlns:a16="http://schemas.microsoft.com/office/drawing/2014/main" id="{0870BB6D-F226-2216-8A45-71FDB0395FDB}"/>
              </a:ext>
            </a:extLst>
          </p:cNvPr>
          <p:cNvGraphicFramePr>
            <a:graphicFrameLocks noChangeAspect="1"/>
          </p:cNvGraphicFramePr>
          <p:nvPr/>
        </p:nvGraphicFramePr>
        <p:xfrm>
          <a:off x="4799499" y="4998298"/>
          <a:ext cx="330200" cy="152400"/>
        </p:xfrm>
        <a:graphic>
          <a:graphicData uri="http://schemas.openxmlformats.org/presentationml/2006/ole">
            <mc:AlternateContent xmlns:mc="http://schemas.openxmlformats.org/markup-compatibility/2006">
              <mc:Choice xmlns:v="urn:schemas-microsoft-com:vml" Requires="v">
                <p:oleObj name="Equation" r:id="rId193" imgW="330120" imgH="152280" progId="Equation.DSMT4">
                  <p:embed/>
                </p:oleObj>
              </mc:Choice>
              <mc:Fallback>
                <p:oleObj name="Equation" r:id="rId193" imgW="330120" imgH="152280" progId="Equation.DSMT4">
                  <p:embed/>
                  <p:pic>
                    <p:nvPicPr>
                      <p:cNvPr id="119" name="Object 118">
                        <a:extLst>
                          <a:ext uri="{FF2B5EF4-FFF2-40B4-BE49-F238E27FC236}">
                            <a16:creationId xmlns:a16="http://schemas.microsoft.com/office/drawing/2014/main" id="{0870BB6D-F226-2216-8A45-71FDB0395FDB}"/>
                          </a:ext>
                        </a:extLst>
                      </p:cNvPr>
                      <p:cNvPicPr>
                        <a:picLocks noChangeAspect="1" noChangeArrowheads="1"/>
                      </p:cNvPicPr>
                      <p:nvPr/>
                    </p:nvPicPr>
                    <p:blipFill>
                      <a:blip r:embed="rId194"/>
                      <a:srcRect/>
                      <a:stretch>
                        <a:fillRect/>
                      </a:stretch>
                    </p:blipFill>
                    <p:spPr bwMode="auto">
                      <a:xfrm>
                        <a:off x="4799499" y="4998298"/>
                        <a:ext cx="330200" cy="152400"/>
                      </a:xfrm>
                      <a:prstGeom prst="rect">
                        <a:avLst/>
                      </a:prstGeom>
                      <a:solidFill>
                        <a:schemeClr val="bg1"/>
                      </a:solidFill>
                    </p:spPr>
                  </p:pic>
                </p:oleObj>
              </mc:Fallback>
            </mc:AlternateContent>
          </a:graphicData>
        </a:graphic>
      </p:graphicFrame>
      <p:graphicFrame>
        <p:nvGraphicFramePr>
          <p:cNvPr id="120" name="Object 119">
            <a:extLst>
              <a:ext uri="{FF2B5EF4-FFF2-40B4-BE49-F238E27FC236}">
                <a16:creationId xmlns:a16="http://schemas.microsoft.com/office/drawing/2014/main" id="{856095D4-4889-E9C8-57F4-5E19841C5E92}"/>
              </a:ext>
            </a:extLst>
          </p:cNvPr>
          <p:cNvGraphicFramePr>
            <a:graphicFrameLocks noChangeAspect="1"/>
          </p:cNvGraphicFramePr>
          <p:nvPr/>
        </p:nvGraphicFramePr>
        <p:xfrm>
          <a:off x="5335017" y="5000141"/>
          <a:ext cx="330200" cy="152400"/>
        </p:xfrm>
        <a:graphic>
          <a:graphicData uri="http://schemas.openxmlformats.org/presentationml/2006/ole">
            <mc:AlternateContent xmlns:mc="http://schemas.openxmlformats.org/markup-compatibility/2006">
              <mc:Choice xmlns:v="urn:schemas-microsoft-com:vml" Requires="v">
                <p:oleObj name="Equation" r:id="rId195" imgW="330120" imgH="152280" progId="Equation.DSMT4">
                  <p:embed/>
                </p:oleObj>
              </mc:Choice>
              <mc:Fallback>
                <p:oleObj name="Equation" r:id="rId195" imgW="330120" imgH="152280" progId="Equation.DSMT4">
                  <p:embed/>
                  <p:pic>
                    <p:nvPicPr>
                      <p:cNvPr id="120" name="Object 119">
                        <a:extLst>
                          <a:ext uri="{FF2B5EF4-FFF2-40B4-BE49-F238E27FC236}">
                            <a16:creationId xmlns:a16="http://schemas.microsoft.com/office/drawing/2014/main" id="{856095D4-4889-E9C8-57F4-5E19841C5E92}"/>
                          </a:ext>
                        </a:extLst>
                      </p:cNvPr>
                      <p:cNvPicPr>
                        <a:picLocks noChangeAspect="1" noChangeArrowheads="1"/>
                      </p:cNvPicPr>
                      <p:nvPr/>
                    </p:nvPicPr>
                    <p:blipFill>
                      <a:blip r:embed="rId196"/>
                      <a:srcRect/>
                      <a:stretch>
                        <a:fillRect/>
                      </a:stretch>
                    </p:blipFill>
                    <p:spPr bwMode="auto">
                      <a:xfrm>
                        <a:off x="5335017" y="5000141"/>
                        <a:ext cx="330200" cy="152400"/>
                      </a:xfrm>
                      <a:prstGeom prst="rect">
                        <a:avLst/>
                      </a:prstGeom>
                      <a:solidFill>
                        <a:schemeClr val="bg1"/>
                      </a:solidFill>
                    </p:spPr>
                  </p:pic>
                </p:oleObj>
              </mc:Fallback>
            </mc:AlternateContent>
          </a:graphicData>
        </a:graphic>
      </p:graphicFrame>
      <p:graphicFrame>
        <p:nvGraphicFramePr>
          <p:cNvPr id="121" name="Object 120">
            <a:extLst>
              <a:ext uri="{FF2B5EF4-FFF2-40B4-BE49-F238E27FC236}">
                <a16:creationId xmlns:a16="http://schemas.microsoft.com/office/drawing/2014/main" id="{6B3E4D9C-9FD7-94C8-6594-5CEC48E331E1}"/>
              </a:ext>
            </a:extLst>
          </p:cNvPr>
          <p:cNvGraphicFramePr>
            <a:graphicFrameLocks noChangeAspect="1"/>
          </p:cNvGraphicFramePr>
          <p:nvPr/>
        </p:nvGraphicFramePr>
        <p:xfrm>
          <a:off x="5910585" y="4998399"/>
          <a:ext cx="330200" cy="152400"/>
        </p:xfrm>
        <a:graphic>
          <a:graphicData uri="http://schemas.openxmlformats.org/presentationml/2006/ole">
            <mc:AlternateContent xmlns:mc="http://schemas.openxmlformats.org/markup-compatibility/2006">
              <mc:Choice xmlns:v="urn:schemas-microsoft-com:vml" Requires="v">
                <p:oleObj name="Equation" r:id="rId197" imgW="330120" imgH="152280" progId="Equation.DSMT4">
                  <p:embed/>
                </p:oleObj>
              </mc:Choice>
              <mc:Fallback>
                <p:oleObj name="Equation" r:id="rId197" imgW="330120" imgH="152280" progId="Equation.DSMT4">
                  <p:embed/>
                  <p:pic>
                    <p:nvPicPr>
                      <p:cNvPr id="121" name="Object 120">
                        <a:extLst>
                          <a:ext uri="{FF2B5EF4-FFF2-40B4-BE49-F238E27FC236}">
                            <a16:creationId xmlns:a16="http://schemas.microsoft.com/office/drawing/2014/main" id="{6B3E4D9C-9FD7-94C8-6594-5CEC48E331E1}"/>
                          </a:ext>
                        </a:extLst>
                      </p:cNvPr>
                      <p:cNvPicPr>
                        <a:picLocks noChangeAspect="1" noChangeArrowheads="1"/>
                      </p:cNvPicPr>
                      <p:nvPr/>
                    </p:nvPicPr>
                    <p:blipFill>
                      <a:blip r:embed="rId198"/>
                      <a:srcRect/>
                      <a:stretch>
                        <a:fillRect/>
                      </a:stretch>
                    </p:blipFill>
                    <p:spPr bwMode="auto">
                      <a:xfrm>
                        <a:off x="5910585" y="4998399"/>
                        <a:ext cx="330200" cy="152400"/>
                      </a:xfrm>
                      <a:prstGeom prst="rect">
                        <a:avLst/>
                      </a:prstGeom>
                      <a:solidFill>
                        <a:schemeClr val="bg1"/>
                      </a:solidFill>
                    </p:spPr>
                  </p:pic>
                </p:oleObj>
              </mc:Fallback>
            </mc:AlternateContent>
          </a:graphicData>
        </a:graphic>
      </p:graphicFrame>
      <p:graphicFrame>
        <p:nvGraphicFramePr>
          <p:cNvPr id="122" name="Object 121">
            <a:extLst>
              <a:ext uri="{FF2B5EF4-FFF2-40B4-BE49-F238E27FC236}">
                <a16:creationId xmlns:a16="http://schemas.microsoft.com/office/drawing/2014/main" id="{95AEC4DB-F500-15AC-F16C-A44B952DD648}"/>
              </a:ext>
            </a:extLst>
          </p:cNvPr>
          <p:cNvGraphicFramePr>
            <a:graphicFrameLocks noChangeAspect="1"/>
          </p:cNvGraphicFramePr>
          <p:nvPr/>
        </p:nvGraphicFramePr>
        <p:xfrm>
          <a:off x="6447315" y="4998399"/>
          <a:ext cx="330200" cy="152400"/>
        </p:xfrm>
        <a:graphic>
          <a:graphicData uri="http://schemas.openxmlformats.org/presentationml/2006/ole">
            <mc:AlternateContent xmlns:mc="http://schemas.openxmlformats.org/markup-compatibility/2006">
              <mc:Choice xmlns:v="urn:schemas-microsoft-com:vml" Requires="v">
                <p:oleObj name="Equation" r:id="rId199" imgW="330120" imgH="152280" progId="Equation.DSMT4">
                  <p:embed/>
                </p:oleObj>
              </mc:Choice>
              <mc:Fallback>
                <p:oleObj name="Equation" r:id="rId199" imgW="330120" imgH="152280" progId="Equation.DSMT4">
                  <p:embed/>
                  <p:pic>
                    <p:nvPicPr>
                      <p:cNvPr id="122" name="Object 121">
                        <a:extLst>
                          <a:ext uri="{FF2B5EF4-FFF2-40B4-BE49-F238E27FC236}">
                            <a16:creationId xmlns:a16="http://schemas.microsoft.com/office/drawing/2014/main" id="{95AEC4DB-F500-15AC-F16C-A44B952DD648}"/>
                          </a:ext>
                        </a:extLst>
                      </p:cNvPr>
                      <p:cNvPicPr>
                        <a:picLocks noChangeAspect="1" noChangeArrowheads="1"/>
                      </p:cNvPicPr>
                      <p:nvPr/>
                    </p:nvPicPr>
                    <p:blipFill>
                      <a:blip r:embed="rId200"/>
                      <a:srcRect/>
                      <a:stretch>
                        <a:fillRect/>
                      </a:stretch>
                    </p:blipFill>
                    <p:spPr bwMode="auto">
                      <a:xfrm>
                        <a:off x="6447315" y="4998399"/>
                        <a:ext cx="330200" cy="152400"/>
                      </a:xfrm>
                      <a:prstGeom prst="rect">
                        <a:avLst/>
                      </a:prstGeom>
                      <a:solidFill>
                        <a:schemeClr val="bg1"/>
                      </a:solidFill>
                    </p:spPr>
                  </p:pic>
                </p:oleObj>
              </mc:Fallback>
            </mc:AlternateContent>
          </a:graphicData>
        </a:graphic>
      </p:graphicFrame>
      <p:graphicFrame>
        <p:nvGraphicFramePr>
          <p:cNvPr id="123" name="Object 122">
            <a:extLst>
              <a:ext uri="{FF2B5EF4-FFF2-40B4-BE49-F238E27FC236}">
                <a16:creationId xmlns:a16="http://schemas.microsoft.com/office/drawing/2014/main" id="{1BA9D5A9-BAC4-30D3-D271-539AB6B2AE8F}"/>
              </a:ext>
            </a:extLst>
          </p:cNvPr>
          <p:cNvGraphicFramePr>
            <a:graphicFrameLocks noChangeAspect="1"/>
          </p:cNvGraphicFramePr>
          <p:nvPr/>
        </p:nvGraphicFramePr>
        <p:xfrm>
          <a:off x="924901" y="5248085"/>
          <a:ext cx="177800" cy="152400"/>
        </p:xfrm>
        <a:graphic>
          <a:graphicData uri="http://schemas.openxmlformats.org/presentationml/2006/ole">
            <mc:AlternateContent xmlns:mc="http://schemas.openxmlformats.org/markup-compatibility/2006">
              <mc:Choice xmlns:v="urn:schemas-microsoft-com:vml" Requires="v">
                <p:oleObj name="Equation" r:id="rId201" imgW="177480" imgH="152280" progId="Equation.DSMT4">
                  <p:embed/>
                </p:oleObj>
              </mc:Choice>
              <mc:Fallback>
                <p:oleObj name="Equation" r:id="rId201" imgW="177480" imgH="152280" progId="Equation.DSMT4">
                  <p:embed/>
                  <p:pic>
                    <p:nvPicPr>
                      <p:cNvPr id="123" name="Object 122">
                        <a:extLst>
                          <a:ext uri="{FF2B5EF4-FFF2-40B4-BE49-F238E27FC236}">
                            <a16:creationId xmlns:a16="http://schemas.microsoft.com/office/drawing/2014/main" id="{1BA9D5A9-BAC4-30D3-D271-539AB6B2AE8F}"/>
                          </a:ext>
                        </a:extLst>
                      </p:cNvPr>
                      <p:cNvPicPr>
                        <a:picLocks noChangeAspect="1" noChangeArrowheads="1"/>
                      </p:cNvPicPr>
                      <p:nvPr/>
                    </p:nvPicPr>
                    <p:blipFill>
                      <a:blip r:embed="rId202"/>
                      <a:srcRect/>
                      <a:stretch>
                        <a:fillRect/>
                      </a:stretch>
                    </p:blipFill>
                    <p:spPr bwMode="auto">
                      <a:xfrm>
                        <a:off x="924901" y="5248085"/>
                        <a:ext cx="177800" cy="152400"/>
                      </a:xfrm>
                      <a:prstGeom prst="rect">
                        <a:avLst/>
                      </a:prstGeom>
                      <a:solidFill>
                        <a:schemeClr val="bg1"/>
                      </a:solidFill>
                    </p:spPr>
                  </p:pic>
                </p:oleObj>
              </mc:Fallback>
            </mc:AlternateContent>
          </a:graphicData>
        </a:graphic>
      </p:graphicFrame>
      <p:graphicFrame>
        <p:nvGraphicFramePr>
          <p:cNvPr id="124" name="Object 123">
            <a:extLst>
              <a:ext uri="{FF2B5EF4-FFF2-40B4-BE49-F238E27FC236}">
                <a16:creationId xmlns:a16="http://schemas.microsoft.com/office/drawing/2014/main" id="{9EEE639D-D015-0199-0E43-BD071B3BB05C}"/>
              </a:ext>
            </a:extLst>
          </p:cNvPr>
          <p:cNvGraphicFramePr>
            <a:graphicFrameLocks noChangeAspect="1"/>
          </p:cNvGraphicFramePr>
          <p:nvPr/>
        </p:nvGraphicFramePr>
        <p:xfrm>
          <a:off x="1438949" y="5248085"/>
          <a:ext cx="330200" cy="152400"/>
        </p:xfrm>
        <a:graphic>
          <a:graphicData uri="http://schemas.openxmlformats.org/presentationml/2006/ole">
            <mc:AlternateContent xmlns:mc="http://schemas.openxmlformats.org/markup-compatibility/2006">
              <mc:Choice xmlns:v="urn:schemas-microsoft-com:vml" Requires="v">
                <p:oleObj name="Equation" r:id="rId203" imgW="330120" imgH="152280" progId="Equation.DSMT4">
                  <p:embed/>
                </p:oleObj>
              </mc:Choice>
              <mc:Fallback>
                <p:oleObj name="Equation" r:id="rId203" imgW="330120" imgH="152280" progId="Equation.DSMT4">
                  <p:embed/>
                  <p:pic>
                    <p:nvPicPr>
                      <p:cNvPr id="124" name="Object 123">
                        <a:extLst>
                          <a:ext uri="{FF2B5EF4-FFF2-40B4-BE49-F238E27FC236}">
                            <a16:creationId xmlns:a16="http://schemas.microsoft.com/office/drawing/2014/main" id="{9EEE639D-D015-0199-0E43-BD071B3BB05C}"/>
                          </a:ext>
                        </a:extLst>
                      </p:cNvPr>
                      <p:cNvPicPr>
                        <a:picLocks noChangeAspect="1" noChangeArrowheads="1"/>
                      </p:cNvPicPr>
                      <p:nvPr/>
                    </p:nvPicPr>
                    <p:blipFill>
                      <a:blip r:embed="rId204"/>
                      <a:srcRect/>
                      <a:stretch>
                        <a:fillRect/>
                      </a:stretch>
                    </p:blipFill>
                    <p:spPr bwMode="auto">
                      <a:xfrm>
                        <a:off x="1438949" y="5248085"/>
                        <a:ext cx="330200" cy="152400"/>
                      </a:xfrm>
                      <a:prstGeom prst="rect">
                        <a:avLst/>
                      </a:prstGeom>
                      <a:solidFill>
                        <a:schemeClr val="bg1"/>
                      </a:solidFill>
                    </p:spPr>
                  </p:pic>
                </p:oleObj>
              </mc:Fallback>
            </mc:AlternateContent>
          </a:graphicData>
        </a:graphic>
      </p:graphicFrame>
      <p:graphicFrame>
        <p:nvGraphicFramePr>
          <p:cNvPr id="125" name="Object 124">
            <a:extLst>
              <a:ext uri="{FF2B5EF4-FFF2-40B4-BE49-F238E27FC236}">
                <a16:creationId xmlns:a16="http://schemas.microsoft.com/office/drawing/2014/main" id="{C2228A70-2895-05E6-E1D2-0460D81F4486}"/>
              </a:ext>
            </a:extLst>
          </p:cNvPr>
          <p:cNvGraphicFramePr>
            <a:graphicFrameLocks noChangeAspect="1"/>
          </p:cNvGraphicFramePr>
          <p:nvPr/>
        </p:nvGraphicFramePr>
        <p:xfrm>
          <a:off x="2012340" y="5253608"/>
          <a:ext cx="330200" cy="152400"/>
        </p:xfrm>
        <a:graphic>
          <a:graphicData uri="http://schemas.openxmlformats.org/presentationml/2006/ole">
            <mc:AlternateContent xmlns:mc="http://schemas.openxmlformats.org/markup-compatibility/2006">
              <mc:Choice xmlns:v="urn:schemas-microsoft-com:vml" Requires="v">
                <p:oleObj name="Equation" r:id="rId205" imgW="330120" imgH="152280" progId="Equation.DSMT4">
                  <p:embed/>
                </p:oleObj>
              </mc:Choice>
              <mc:Fallback>
                <p:oleObj name="Equation" r:id="rId205" imgW="330120" imgH="152280" progId="Equation.DSMT4">
                  <p:embed/>
                  <p:pic>
                    <p:nvPicPr>
                      <p:cNvPr id="125" name="Object 124">
                        <a:extLst>
                          <a:ext uri="{FF2B5EF4-FFF2-40B4-BE49-F238E27FC236}">
                            <a16:creationId xmlns:a16="http://schemas.microsoft.com/office/drawing/2014/main" id="{C2228A70-2895-05E6-E1D2-0460D81F4486}"/>
                          </a:ext>
                        </a:extLst>
                      </p:cNvPr>
                      <p:cNvPicPr>
                        <a:picLocks noChangeAspect="1" noChangeArrowheads="1"/>
                      </p:cNvPicPr>
                      <p:nvPr/>
                    </p:nvPicPr>
                    <p:blipFill>
                      <a:blip r:embed="rId206"/>
                      <a:srcRect/>
                      <a:stretch>
                        <a:fillRect/>
                      </a:stretch>
                    </p:blipFill>
                    <p:spPr bwMode="auto">
                      <a:xfrm>
                        <a:off x="2012340" y="5253608"/>
                        <a:ext cx="330200" cy="152400"/>
                      </a:xfrm>
                      <a:prstGeom prst="rect">
                        <a:avLst/>
                      </a:prstGeom>
                      <a:solidFill>
                        <a:schemeClr val="bg1"/>
                      </a:solidFill>
                    </p:spPr>
                  </p:pic>
                </p:oleObj>
              </mc:Fallback>
            </mc:AlternateContent>
          </a:graphicData>
        </a:graphic>
      </p:graphicFrame>
      <p:graphicFrame>
        <p:nvGraphicFramePr>
          <p:cNvPr id="126" name="Object 125">
            <a:extLst>
              <a:ext uri="{FF2B5EF4-FFF2-40B4-BE49-F238E27FC236}">
                <a16:creationId xmlns:a16="http://schemas.microsoft.com/office/drawing/2014/main" id="{4EB8AD0C-B666-5EAA-8512-3F3A99C81DAC}"/>
              </a:ext>
            </a:extLst>
          </p:cNvPr>
          <p:cNvGraphicFramePr>
            <a:graphicFrameLocks noChangeAspect="1"/>
          </p:cNvGraphicFramePr>
          <p:nvPr/>
        </p:nvGraphicFramePr>
        <p:xfrm>
          <a:off x="2556048" y="5257209"/>
          <a:ext cx="330200" cy="152400"/>
        </p:xfrm>
        <a:graphic>
          <a:graphicData uri="http://schemas.openxmlformats.org/presentationml/2006/ole">
            <mc:AlternateContent xmlns:mc="http://schemas.openxmlformats.org/markup-compatibility/2006">
              <mc:Choice xmlns:v="urn:schemas-microsoft-com:vml" Requires="v">
                <p:oleObj name="Equation" r:id="rId207" imgW="330120" imgH="152280" progId="Equation.DSMT4">
                  <p:embed/>
                </p:oleObj>
              </mc:Choice>
              <mc:Fallback>
                <p:oleObj name="Equation" r:id="rId207" imgW="330120" imgH="152280" progId="Equation.DSMT4">
                  <p:embed/>
                  <p:pic>
                    <p:nvPicPr>
                      <p:cNvPr id="126" name="Object 125">
                        <a:extLst>
                          <a:ext uri="{FF2B5EF4-FFF2-40B4-BE49-F238E27FC236}">
                            <a16:creationId xmlns:a16="http://schemas.microsoft.com/office/drawing/2014/main" id="{4EB8AD0C-B666-5EAA-8512-3F3A99C81DAC}"/>
                          </a:ext>
                        </a:extLst>
                      </p:cNvPr>
                      <p:cNvPicPr>
                        <a:picLocks noChangeAspect="1" noChangeArrowheads="1"/>
                      </p:cNvPicPr>
                      <p:nvPr/>
                    </p:nvPicPr>
                    <p:blipFill>
                      <a:blip r:embed="rId208"/>
                      <a:srcRect/>
                      <a:stretch>
                        <a:fillRect/>
                      </a:stretch>
                    </p:blipFill>
                    <p:spPr bwMode="auto">
                      <a:xfrm>
                        <a:off x="2556048" y="5257209"/>
                        <a:ext cx="330200" cy="152400"/>
                      </a:xfrm>
                      <a:prstGeom prst="rect">
                        <a:avLst/>
                      </a:prstGeom>
                      <a:solidFill>
                        <a:schemeClr val="bg1"/>
                      </a:solidFill>
                    </p:spPr>
                  </p:pic>
                </p:oleObj>
              </mc:Fallback>
            </mc:AlternateContent>
          </a:graphicData>
        </a:graphic>
      </p:graphicFrame>
      <p:graphicFrame>
        <p:nvGraphicFramePr>
          <p:cNvPr id="128" name="Object 127">
            <a:extLst>
              <a:ext uri="{FF2B5EF4-FFF2-40B4-BE49-F238E27FC236}">
                <a16:creationId xmlns:a16="http://schemas.microsoft.com/office/drawing/2014/main" id="{C0062AF8-8C25-03CA-4B1C-5AE0F7972BD5}"/>
              </a:ext>
            </a:extLst>
          </p:cNvPr>
          <p:cNvGraphicFramePr>
            <a:graphicFrameLocks noChangeAspect="1"/>
          </p:cNvGraphicFramePr>
          <p:nvPr/>
        </p:nvGraphicFramePr>
        <p:xfrm>
          <a:off x="3113966" y="5246989"/>
          <a:ext cx="330200" cy="152400"/>
        </p:xfrm>
        <a:graphic>
          <a:graphicData uri="http://schemas.openxmlformats.org/presentationml/2006/ole">
            <mc:AlternateContent xmlns:mc="http://schemas.openxmlformats.org/markup-compatibility/2006">
              <mc:Choice xmlns:v="urn:schemas-microsoft-com:vml" Requires="v">
                <p:oleObj name="Equation" r:id="rId209" imgW="330120" imgH="152280" progId="Equation.DSMT4">
                  <p:embed/>
                </p:oleObj>
              </mc:Choice>
              <mc:Fallback>
                <p:oleObj name="Equation" r:id="rId209" imgW="330120" imgH="152280" progId="Equation.DSMT4">
                  <p:embed/>
                  <p:pic>
                    <p:nvPicPr>
                      <p:cNvPr id="128" name="Object 127">
                        <a:extLst>
                          <a:ext uri="{FF2B5EF4-FFF2-40B4-BE49-F238E27FC236}">
                            <a16:creationId xmlns:a16="http://schemas.microsoft.com/office/drawing/2014/main" id="{C0062AF8-8C25-03CA-4B1C-5AE0F7972BD5}"/>
                          </a:ext>
                        </a:extLst>
                      </p:cNvPr>
                      <p:cNvPicPr>
                        <a:picLocks noChangeAspect="1" noChangeArrowheads="1"/>
                      </p:cNvPicPr>
                      <p:nvPr/>
                    </p:nvPicPr>
                    <p:blipFill>
                      <a:blip r:embed="rId210"/>
                      <a:srcRect/>
                      <a:stretch>
                        <a:fillRect/>
                      </a:stretch>
                    </p:blipFill>
                    <p:spPr bwMode="auto">
                      <a:xfrm>
                        <a:off x="3113966" y="5246989"/>
                        <a:ext cx="330200" cy="152400"/>
                      </a:xfrm>
                      <a:prstGeom prst="rect">
                        <a:avLst/>
                      </a:prstGeom>
                      <a:solidFill>
                        <a:schemeClr val="bg1"/>
                      </a:solidFill>
                    </p:spPr>
                  </p:pic>
                </p:oleObj>
              </mc:Fallback>
            </mc:AlternateContent>
          </a:graphicData>
        </a:graphic>
      </p:graphicFrame>
      <p:graphicFrame>
        <p:nvGraphicFramePr>
          <p:cNvPr id="129" name="Object 128">
            <a:extLst>
              <a:ext uri="{FF2B5EF4-FFF2-40B4-BE49-F238E27FC236}">
                <a16:creationId xmlns:a16="http://schemas.microsoft.com/office/drawing/2014/main" id="{66C6968A-6552-A3EB-7511-8BD83AC45039}"/>
              </a:ext>
            </a:extLst>
          </p:cNvPr>
          <p:cNvGraphicFramePr>
            <a:graphicFrameLocks noChangeAspect="1"/>
          </p:cNvGraphicFramePr>
          <p:nvPr/>
        </p:nvGraphicFramePr>
        <p:xfrm>
          <a:off x="3671884" y="5235430"/>
          <a:ext cx="330200" cy="152400"/>
        </p:xfrm>
        <a:graphic>
          <a:graphicData uri="http://schemas.openxmlformats.org/presentationml/2006/ole">
            <mc:AlternateContent xmlns:mc="http://schemas.openxmlformats.org/markup-compatibility/2006">
              <mc:Choice xmlns:v="urn:schemas-microsoft-com:vml" Requires="v">
                <p:oleObj name="Equation" r:id="rId211" imgW="330120" imgH="152280" progId="Equation.DSMT4">
                  <p:embed/>
                </p:oleObj>
              </mc:Choice>
              <mc:Fallback>
                <p:oleObj name="Equation" r:id="rId211" imgW="330120" imgH="152280" progId="Equation.DSMT4">
                  <p:embed/>
                  <p:pic>
                    <p:nvPicPr>
                      <p:cNvPr id="129" name="Object 128">
                        <a:extLst>
                          <a:ext uri="{FF2B5EF4-FFF2-40B4-BE49-F238E27FC236}">
                            <a16:creationId xmlns:a16="http://schemas.microsoft.com/office/drawing/2014/main" id="{66C6968A-6552-A3EB-7511-8BD83AC45039}"/>
                          </a:ext>
                        </a:extLst>
                      </p:cNvPr>
                      <p:cNvPicPr>
                        <a:picLocks noChangeAspect="1" noChangeArrowheads="1"/>
                      </p:cNvPicPr>
                      <p:nvPr/>
                    </p:nvPicPr>
                    <p:blipFill>
                      <a:blip r:embed="rId212"/>
                      <a:srcRect/>
                      <a:stretch>
                        <a:fillRect/>
                      </a:stretch>
                    </p:blipFill>
                    <p:spPr bwMode="auto">
                      <a:xfrm>
                        <a:off x="3671884" y="5235430"/>
                        <a:ext cx="330200" cy="152400"/>
                      </a:xfrm>
                      <a:prstGeom prst="rect">
                        <a:avLst/>
                      </a:prstGeom>
                      <a:solidFill>
                        <a:schemeClr val="bg1"/>
                      </a:solidFill>
                    </p:spPr>
                  </p:pic>
                </p:oleObj>
              </mc:Fallback>
            </mc:AlternateContent>
          </a:graphicData>
        </a:graphic>
      </p:graphicFrame>
      <p:graphicFrame>
        <p:nvGraphicFramePr>
          <p:cNvPr id="130" name="Object 129">
            <a:extLst>
              <a:ext uri="{FF2B5EF4-FFF2-40B4-BE49-F238E27FC236}">
                <a16:creationId xmlns:a16="http://schemas.microsoft.com/office/drawing/2014/main" id="{3C301251-A078-EBEE-BB89-5460ACE1BDE4}"/>
              </a:ext>
            </a:extLst>
          </p:cNvPr>
          <p:cNvGraphicFramePr>
            <a:graphicFrameLocks noChangeAspect="1"/>
          </p:cNvGraphicFramePr>
          <p:nvPr/>
        </p:nvGraphicFramePr>
        <p:xfrm>
          <a:off x="4214645" y="5246558"/>
          <a:ext cx="330200" cy="152400"/>
        </p:xfrm>
        <a:graphic>
          <a:graphicData uri="http://schemas.openxmlformats.org/presentationml/2006/ole">
            <mc:AlternateContent xmlns:mc="http://schemas.openxmlformats.org/markup-compatibility/2006">
              <mc:Choice xmlns:v="urn:schemas-microsoft-com:vml" Requires="v">
                <p:oleObj name="Equation" r:id="rId213" imgW="330120" imgH="152280" progId="Equation.DSMT4">
                  <p:embed/>
                </p:oleObj>
              </mc:Choice>
              <mc:Fallback>
                <p:oleObj name="Equation" r:id="rId213" imgW="330120" imgH="152280" progId="Equation.DSMT4">
                  <p:embed/>
                  <p:pic>
                    <p:nvPicPr>
                      <p:cNvPr id="130" name="Object 129">
                        <a:extLst>
                          <a:ext uri="{FF2B5EF4-FFF2-40B4-BE49-F238E27FC236}">
                            <a16:creationId xmlns:a16="http://schemas.microsoft.com/office/drawing/2014/main" id="{3C301251-A078-EBEE-BB89-5460ACE1BDE4}"/>
                          </a:ext>
                        </a:extLst>
                      </p:cNvPr>
                      <p:cNvPicPr>
                        <a:picLocks noChangeAspect="1" noChangeArrowheads="1"/>
                      </p:cNvPicPr>
                      <p:nvPr/>
                    </p:nvPicPr>
                    <p:blipFill>
                      <a:blip r:embed="rId214"/>
                      <a:srcRect/>
                      <a:stretch>
                        <a:fillRect/>
                      </a:stretch>
                    </p:blipFill>
                    <p:spPr bwMode="auto">
                      <a:xfrm>
                        <a:off x="4214645" y="5246558"/>
                        <a:ext cx="330200" cy="152400"/>
                      </a:xfrm>
                      <a:prstGeom prst="rect">
                        <a:avLst/>
                      </a:prstGeom>
                      <a:solidFill>
                        <a:schemeClr val="bg1"/>
                      </a:solidFill>
                    </p:spPr>
                  </p:pic>
                </p:oleObj>
              </mc:Fallback>
            </mc:AlternateContent>
          </a:graphicData>
        </a:graphic>
      </p:graphicFrame>
      <p:graphicFrame>
        <p:nvGraphicFramePr>
          <p:cNvPr id="131" name="Object 130">
            <a:extLst>
              <a:ext uri="{FF2B5EF4-FFF2-40B4-BE49-F238E27FC236}">
                <a16:creationId xmlns:a16="http://schemas.microsoft.com/office/drawing/2014/main" id="{FB7CF156-31A0-57FB-B642-6E6D8B227224}"/>
              </a:ext>
            </a:extLst>
          </p:cNvPr>
          <p:cNvGraphicFramePr>
            <a:graphicFrameLocks noChangeAspect="1"/>
          </p:cNvGraphicFramePr>
          <p:nvPr/>
        </p:nvGraphicFramePr>
        <p:xfrm>
          <a:off x="4792467" y="5253608"/>
          <a:ext cx="330200" cy="152400"/>
        </p:xfrm>
        <a:graphic>
          <a:graphicData uri="http://schemas.openxmlformats.org/presentationml/2006/ole">
            <mc:AlternateContent xmlns:mc="http://schemas.openxmlformats.org/markup-compatibility/2006">
              <mc:Choice xmlns:v="urn:schemas-microsoft-com:vml" Requires="v">
                <p:oleObj name="Equation" r:id="rId215" imgW="330120" imgH="152280" progId="Equation.DSMT4">
                  <p:embed/>
                </p:oleObj>
              </mc:Choice>
              <mc:Fallback>
                <p:oleObj name="Equation" r:id="rId215" imgW="330120" imgH="152280" progId="Equation.DSMT4">
                  <p:embed/>
                  <p:pic>
                    <p:nvPicPr>
                      <p:cNvPr id="131" name="Object 130">
                        <a:extLst>
                          <a:ext uri="{FF2B5EF4-FFF2-40B4-BE49-F238E27FC236}">
                            <a16:creationId xmlns:a16="http://schemas.microsoft.com/office/drawing/2014/main" id="{FB7CF156-31A0-57FB-B642-6E6D8B227224}"/>
                          </a:ext>
                        </a:extLst>
                      </p:cNvPr>
                      <p:cNvPicPr>
                        <a:picLocks noChangeAspect="1" noChangeArrowheads="1"/>
                      </p:cNvPicPr>
                      <p:nvPr/>
                    </p:nvPicPr>
                    <p:blipFill>
                      <a:blip r:embed="rId216"/>
                      <a:srcRect/>
                      <a:stretch>
                        <a:fillRect/>
                      </a:stretch>
                    </p:blipFill>
                    <p:spPr bwMode="auto">
                      <a:xfrm>
                        <a:off x="4792467" y="5253608"/>
                        <a:ext cx="330200" cy="152400"/>
                      </a:xfrm>
                      <a:prstGeom prst="rect">
                        <a:avLst/>
                      </a:prstGeom>
                      <a:solidFill>
                        <a:schemeClr val="bg1"/>
                      </a:solidFill>
                    </p:spPr>
                  </p:pic>
                </p:oleObj>
              </mc:Fallback>
            </mc:AlternateContent>
          </a:graphicData>
        </a:graphic>
      </p:graphicFrame>
      <p:graphicFrame>
        <p:nvGraphicFramePr>
          <p:cNvPr id="132" name="Object 131">
            <a:extLst>
              <a:ext uri="{FF2B5EF4-FFF2-40B4-BE49-F238E27FC236}">
                <a16:creationId xmlns:a16="http://schemas.microsoft.com/office/drawing/2014/main" id="{E3EAACEE-5CBF-FBA3-D9A6-1C7A0F261979}"/>
              </a:ext>
            </a:extLst>
          </p:cNvPr>
          <p:cNvGraphicFramePr>
            <a:graphicFrameLocks noChangeAspect="1"/>
          </p:cNvGraphicFramePr>
          <p:nvPr/>
        </p:nvGraphicFramePr>
        <p:xfrm>
          <a:off x="5335017" y="5246558"/>
          <a:ext cx="330200" cy="152400"/>
        </p:xfrm>
        <a:graphic>
          <a:graphicData uri="http://schemas.openxmlformats.org/presentationml/2006/ole">
            <mc:AlternateContent xmlns:mc="http://schemas.openxmlformats.org/markup-compatibility/2006">
              <mc:Choice xmlns:v="urn:schemas-microsoft-com:vml" Requires="v">
                <p:oleObj name="Equation" r:id="rId217" imgW="330120" imgH="152280" progId="Equation.DSMT4">
                  <p:embed/>
                </p:oleObj>
              </mc:Choice>
              <mc:Fallback>
                <p:oleObj name="Equation" r:id="rId217" imgW="330120" imgH="152280" progId="Equation.DSMT4">
                  <p:embed/>
                  <p:pic>
                    <p:nvPicPr>
                      <p:cNvPr id="132" name="Object 131">
                        <a:extLst>
                          <a:ext uri="{FF2B5EF4-FFF2-40B4-BE49-F238E27FC236}">
                            <a16:creationId xmlns:a16="http://schemas.microsoft.com/office/drawing/2014/main" id="{E3EAACEE-5CBF-FBA3-D9A6-1C7A0F261979}"/>
                          </a:ext>
                        </a:extLst>
                      </p:cNvPr>
                      <p:cNvPicPr>
                        <a:picLocks noChangeAspect="1" noChangeArrowheads="1"/>
                      </p:cNvPicPr>
                      <p:nvPr/>
                    </p:nvPicPr>
                    <p:blipFill>
                      <a:blip r:embed="rId218"/>
                      <a:srcRect/>
                      <a:stretch>
                        <a:fillRect/>
                      </a:stretch>
                    </p:blipFill>
                    <p:spPr bwMode="auto">
                      <a:xfrm>
                        <a:off x="5335017" y="5246558"/>
                        <a:ext cx="330200" cy="152400"/>
                      </a:xfrm>
                      <a:prstGeom prst="rect">
                        <a:avLst/>
                      </a:prstGeom>
                      <a:solidFill>
                        <a:schemeClr val="bg1"/>
                      </a:solidFill>
                    </p:spPr>
                  </p:pic>
                </p:oleObj>
              </mc:Fallback>
            </mc:AlternateContent>
          </a:graphicData>
        </a:graphic>
      </p:graphicFrame>
      <p:graphicFrame>
        <p:nvGraphicFramePr>
          <p:cNvPr id="133" name="Object 132">
            <a:extLst>
              <a:ext uri="{FF2B5EF4-FFF2-40B4-BE49-F238E27FC236}">
                <a16:creationId xmlns:a16="http://schemas.microsoft.com/office/drawing/2014/main" id="{EB5025D9-100B-AC75-86C3-ED871AE5DDB8}"/>
              </a:ext>
            </a:extLst>
          </p:cNvPr>
          <p:cNvGraphicFramePr>
            <a:graphicFrameLocks noChangeAspect="1"/>
          </p:cNvGraphicFramePr>
          <p:nvPr/>
        </p:nvGraphicFramePr>
        <p:xfrm>
          <a:off x="5923444" y="5233013"/>
          <a:ext cx="330200" cy="152400"/>
        </p:xfrm>
        <a:graphic>
          <a:graphicData uri="http://schemas.openxmlformats.org/presentationml/2006/ole">
            <mc:AlternateContent xmlns:mc="http://schemas.openxmlformats.org/markup-compatibility/2006">
              <mc:Choice xmlns:v="urn:schemas-microsoft-com:vml" Requires="v">
                <p:oleObj name="Equation" r:id="rId219" imgW="330120" imgH="152280" progId="Equation.DSMT4">
                  <p:embed/>
                </p:oleObj>
              </mc:Choice>
              <mc:Fallback>
                <p:oleObj name="Equation" r:id="rId219" imgW="330120" imgH="152280" progId="Equation.DSMT4">
                  <p:embed/>
                  <p:pic>
                    <p:nvPicPr>
                      <p:cNvPr id="133" name="Object 132">
                        <a:extLst>
                          <a:ext uri="{FF2B5EF4-FFF2-40B4-BE49-F238E27FC236}">
                            <a16:creationId xmlns:a16="http://schemas.microsoft.com/office/drawing/2014/main" id="{EB5025D9-100B-AC75-86C3-ED871AE5DDB8}"/>
                          </a:ext>
                        </a:extLst>
                      </p:cNvPr>
                      <p:cNvPicPr>
                        <a:picLocks noChangeAspect="1" noChangeArrowheads="1"/>
                      </p:cNvPicPr>
                      <p:nvPr/>
                    </p:nvPicPr>
                    <p:blipFill>
                      <a:blip r:embed="rId220"/>
                      <a:srcRect/>
                      <a:stretch>
                        <a:fillRect/>
                      </a:stretch>
                    </p:blipFill>
                    <p:spPr bwMode="auto">
                      <a:xfrm>
                        <a:off x="5923444" y="5233013"/>
                        <a:ext cx="330200" cy="152400"/>
                      </a:xfrm>
                      <a:prstGeom prst="rect">
                        <a:avLst/>
                      </a:prstGeom>
                      <a:solidFill>
                        <a:schemeClr val="bg1"/>
                      </a:solidFill>
                    </p:spPr>
                  </p:pic>
                </p:oleObj>
              </mc:Fallback>
            </mc:AlternateContent>
          </a:graphicData>
        </a:graphic>
      </p:graphicFrame>
      <p:graphicFrame>
        <p:nvGraphicFramePr>
          <p:cNvPr id="134" name="Object 133">
            <a:extLst>
              <a:ext uri="{FF2B5EF4-FFF2-40B4-BE49-F238E27FC236}">
                <a16:creationId xmlns:a16="http://schemas.microsoft.com/office/drawing/2014/main" id="{0565AF02-287C-535B-EBE5-26CC7D27A4CC}"/>
              </a:ext>
            </a:extLst>
          </p:cNvPr>
          <p:cNvGraphicFramePr>
            <a:graphicFrameLocks noChangeAspect="1"/>
          </p:cNvGraphicFramePr>
          <p:nvPr/>
        </p:nvGraphicFramePr>
        <p:xfrm>
          <a:off x="6447315" y="5221964"/>
          <a:ext cx="330200" cy="152400"/>
        </p:xfrm>
        <a:graphic>
          <a:graphicData uri="http://schemas.openxmlformats.org/presentationml/2006/ole">
            <mc:AlternateContent xmlns:mc="http://schemas.openxmlformats.org/markup-compatibility/2006">
              <mc:Choice xmlns:v="urn:schemas-microsoft-com:vml" Requires="v">
                <p:oleObj name="Equation" r:id="rId221" imgW="330120" imgH="152280" progId="Equation.DSMT4">
                  <p:embed/>
                </p:oleObj>
              </mc:Choice>
              <mc:Fallback>
                <p:oleObj name="Equation" r:id="rId221" imgW="330120" imgH="152280" progId="Equation.DSMT4">
                  <p:embed/>
                  <p:pic>
                    <p:nvPicPr>
                      <p:cNvPr id="134" name="Object 133">
                        <a:extLst>
                          <a:ext uri="{FF2B5EF4-FFF2-40B4-BE49-F238E27FC236}">
                            <a16:creationId xmlns:a16="http://schemas.microsoft.com/office/drawing/2014/main" id="{0565AF02-287C-535B-EBE5-26CC7D27A4CC}"/>
                          </a:ext>
                        </a:extLst>
                      </p:cNvPr>
                      <p:cNvPicPr>
                        <a:picLocks noChangeAspect="1" noChangeArrowheads="1"/>
                      </p:cNvPicPr>
                      <p:nvPr/>
                    </p:nvPicPr>
                    <p:blipFill>
                      <a:blip r:embed="rId222"/>
                      <a:srcRect/>
                      <a:stretch>
                        <a:fillRect/>
                      </a:stretch>
                    </p:blipFill>
                    <p:spPr bwMode="auto">
                      <a:xfrm>
                        <a:off x="6447315" y="5221964"/>
                        <a:ext cx="330200" cy="152400"/>
                      </a:xfrm>
                      <a:prstGeom prst="rect">
                        <a:avLst/>
                      </a:prstGeom>
                      <a:solidFill>
                        <a:schemeClr val="bg1"/>
                      </a:solidFill>
                    </p:spPr>
                  </p:pic>
                </p:oleObj>
              </mc:Fallback>
            </mc:AlternateContent>
          </a:graphicData>
        </a:graphic>
      </p:graphicFrame>
      <p:graphicFrame>
        <p:nvGraphicFramePr>
          <p:cNvPr id="135" name="Object 134">
            <a:extLst>
              <a:ext uri="{FF2B5EF4-FFF2-40B4-BE49-F238E27FC236}">
                <a16:creationId xmlns:a16="http://schemas.microsoft.com/office/drawing/2014/main" id="{B4CCC934-E710-4A0F-02B5-0C3E9934C802}"/>
              </a:ext>
            </a:extLst>
          </p:cNvPr>
          <p:cNvGraphicFramePr>
            <a:graphicFrameLocks noChangeAspect="1"/>
          </p:cNvGraphicFramePr>
          <p:nvPr/>
        </p:nvGraphicFramePr>
        <p:xfrm>
          <a:off x="924901" y="5498533"/>
          <a:ext cx="177800" cy="152400"/>
        </p:xfrm>
        <a:graphic>
          <a:graphicData uri="http://schemas.openxmlformats.org/presentationml/2006/ole">
            <mc:AlternateContent xmlns:mc="http://schemas.openxmlformats.org/markup-compatibility/2006">
              <mc:Choice xmlns:v="urn:schemas-microsoft-com:vml" Requires="v">
                <p:oleObj name="Equation" r:id="rId223" imgW="177480" imgH="152280" progId="Equation.DSMT4">
                  <p:embed/>
                </p:oleObj>
              </mc:Choice>
              <mc:Fallback>
                <p:oleObj name="Equation" r:id="rId223" imgW="177480" imgH="152280" progId="Equation.DSMT4">
                  <p:embed/>
                  <p:pic>
                    <p:nvPicPr>
                      <p:cNvPr id="135" name="Object 134">
                        <a:extLst>
                          <a:ext uri="{FF2B5EF4-FFF2-40B4-BE49-F238E27FC236}">
                            <a16:creationId xmlns:a16="http://schemas.microsoft.com/office/drawing/2014/main" id="{B4CCC934-E710-4A0F-02B5-0C3E9934C802}"/>
                          </a:ext>
                        </a:extLst>
                      </p:cNvPr>
                      <p:cNvPicPr>
                        <a:picLocks noChangeAspect="1" noChangeArrowheads="1"/>
                      </p:cNvPicPr>
                      <p:nvPr/>
                    </p:nvPicPr>
                    <p:blipFill>
                      <a:blip r:embed="rId224"/>
                      <a:srcRect/>
                      <a:stretch>
                        <a:fillRect/>
                      </a:stretch>
                    </p:blipFill>
                    <p:spPr bwMode="auto">
                      <a:xfrm>
                        <a:off x="924901" y="5498533"/>
                        <a:ext cx="177800" cy="152400"/>
                      </a:xfrm>
                      <a:prstGeom prst="rect">
                        <a:avLst/>
                      </a:prstGeom>
                      <a:solidFill>
                        <a:schemeClr val="bg1"/>
                      </a:solidFill>
                    </p:spPr>
                  </p:pic>
                </p:oleObj>
              </mc:Fallback>
            </mc:AlternateContent>
          </a:graphicData>
        </a:graphic>
      </p:graphicFrame>
      <p:graphicFrame>
        <p:nvGraphicFramePr>
          <p:cNvPr id="136" name="Object 135">
            <a:extLst>
              <a:ext uri="{FF2B5EF4-FFF2-40B4-BE49-F238E27FC236}">
                <a16:creationId xmlns:a16="http://schemas.microsoft.com/office/drawing/2014/main" id="{28BCD668-13D2-0E06-695B-6CF8FCAAFD36}"/>
              </a:ext>
            </a:extLst>
          </p:cNvPr>
          <p:cNvGraphicFramePr>
            <a:graphicFrameLocks noChangeAspect="1"/>
          </p:cNvGraphicFramePr>
          <p:nvPr/>
        </p:nvGraphicFramePr>
        <p:xfrm>
          <a:off x="1449589" y="5481734"/>
          <a:ext cx="330200" cy="152400"/>
        </p:xfrm>
        <a:graphic>
          <a:graphicData uri="http://schemas.openxmlformats.org/presentationml/2006/ole">
            <mc:AlternateContent xmlns:mc="http://schemas.openxmlformats.org/markup-compatibility/2006">
              <mc:Choice xmlns:v="urn:schemas-microsoft-com:vml" Requires="v">
                <p:oleObj name="Equation" r:id="rId225" imgW="330120" imgH="152280" progId="Equation.DSMT4">
                  <p:embed/>
                </p:oleObj>
              </mc:Choice>
              <mc:Fallback>
                <p:oleObj name="Equation" r:id="rId225" imgW="330120" imgH="152280" progId="Equation.DSMT4">
                  <p:embed/>
                  <p:pic>
                    <p:nvPicPr>
                      <p:cNvPr id="136" name="Object 135">
                        <a:extLst>
                          <a:ext uri="{FF2B5EF4-FFF2-40B4-BE49-F238E27FC236}">
                            <a16:creationId xmlns:a16="http://schemas.microsoft.com/office/drawing/2014/main" id="{28BCD668-13D2-0E06-695B-6CF8FCAAFD36}"/>
                          </a:ext>
                        </a:extLst>
                      </p:cNvPr>
                      <p:cNvPicPr>
                        <a:picLocks noChangeAspect="1" noChangeArrowheads="1"/>
                      </p:cNvPicPr>
                      <p:nvPr/>
                    </p:nvPicPr>
                    <p:blipFill>
                      <a:blip r:embed="rId226"/>
                      <a:srcRect/>
                      <a:stretch>
                        <a:fillRect/>
                      </a:stretch>
                    </p:blipFill>
                    <p:spPr bwMode="auto">
                      <a:xfrm>
                        <a:off x="1449589" y="5481734"/>
                        <a:ext cx="330200" cy="152400"/>
                      </a:xfrm>
                      <a:prstGeom prst="rect">
                        <a:avLst/>
                      </a:prstGeom>
                      <a:solidFill>
                        <a:schemeClr val="bg1"/>
                      </a:solidFill>
                    </p:spPr>
                  </p:pic>
                </p:oleObj>
              </mc:Fallback>
            </mc:AlternateContent>
          </a:graphicData>
        </a:graphic>
      </p:graphicFrame>
      <p:graphicFrame>
        <p:nvGraphicFramePr>
          <p:cNvPr id="137" name="Object 136">
            <a:extLst>
              <a:ext uri="{FF2B5EF4-FFF2-40B4-BE49-F238E27FC236}">
                <a16:creationId xmlns:a16="http://schemas.microsoft.com/office/drawing/2014/main" id="{C8E53EF1-299D-43A8-F1CA-7EED9EA9D6C0}"/>
              </a:ext>
            </a:extLst>
          </p:cNvPr>
          <p:cNvGraphicFramePr>
            <a:graphicFrameLocks noChangeAspect="1"/>
          </p:cNvGraphicFramePr>
          <p:nvPr/>
        </p:nvGraphicFramePr>
        <p:xfrm>
          <a:off x="2012340" y="5496624"/>
          <a:ext cx="330200" cy="152400"/>
        </p:xfrm>
        <a:graphic>
          <a:graphicData uri="http://schemas.openxmlformats.org/presentationml/2006/ole">
            <mc:AlternateContent xmlns:mc="http://schemas.openxmlformats.org/markup-compatibility/2006">
              <mc:Choice xmlns:v="urn:schemas-microsoft-com:vml" Requires="v">
                <p:oleObj name="Equation" r:id="rId227" imgW="330120" imgH="152280" progId="Equation.DSMT4">
                  <p:embed/>
                </p:oleObj>
              </mc:Choice>
              <mc:Fallback>
                <p:oleObj name="Equation" r:id="rId227" imgW="330120" imgH="152280" progId="Equation.DSMT4">
                  <p:embed/>
                  <p:pic>
                    <p:nvPicPr>
                      <p:cNvPr id="137" name="Object 136">
                        <a:extLst>
                          <a:ext uri="{FF2B5EF4-FFF2-40B4-BE49-F238E27FC236}">
                            <a16:creationId xmlns:a16="http://schemas.microsoft.com/office/drawing/2014/main" id="{C8E53EF1-299D-43A8-F1CA-7EED9EA9D6C0}"/>
                          </a:ext>
                        </a:extLst>
                      </p:cNvPr>
                      <p:cNvPicPr>
                        <a:picLocks noChangeAspect="1" noChangeArrowheads="1"/>
                      </p:cNvPicPr>
                      <p:nvPr/>
                    </p:nvPicPr>
                    <p:blipFill>
                      <a:blip r:embed="rId228"/>
                      <a:srcRect/>
                      <a:stretch>
                        <a:fillRect/>
                      </a:stretch>
                    </p:blipFill>
                    <p:spPr bwMode="auto">
                      <a:xfrm>
                        <a:off x="2012340" y="5496624"/>
                        <a:ext cx="330200" cy="152400"/>
                      </a:xfrm>
                      <a:prstGeom prst="rect">
                        <a:avLst/>
                      </a:prstGeom>
                      <a:solidFill>
                        <a:schemeClr val="bg1"/>
                      </a:solidFill>
                    </p:spPr>
                  </p:pic>
                </p:oleObj>
              </mc:Fallback>
            </mc:AlternateContent>
          </a:graphicData>
        </a:graphic>
      </p:graphicFrame>
      <p:graphicFrame>
        <p:nvGraphicFramePr>
          <p:cNvPr id="138" name="Object 137">
            <a:extLst>
              <a:ext uri="{FF2B5EF4-FFF2-40B4-BE49-F238E27FC236}">
                <a16:creationId xmlns:a16="http://schemas.microsoft.com/office/drawing/2014/main" id="{909BBA83-CB60-F924-BA77-31A1B9FF921D}"/>
              </a:ext>
            </a:extLst>
          </p:cNvPr>
          <p:cNvGraphicFramePr>
            <a:graphicFrameLocks noChangeAspect="1"/>
          </p:cNvGraphicFramePr>
          <p:nvPr/>
        </p:nvGraphicFramePr>
        <p:xfrm>
          <a:off x="2543304" y="5496624"/>
          <a:ext cx="330200" cy="152400"/>
        </p:xfrm>
        <a:graphic>
          <a:graphicData uri="http://schemas.openxmlformats.org/presentationml/2006/ole">
            <mc:AlternateContent xmlns:mc="http://schemas.openxmlformats.org/markup-compatibility/2006">
              <mc:Choice xmlns:v="urn:schemas-microsoft-com:vml" Requires="v">
                <p:oleObj name="Equation" r:id="rId229" imgW="330120" imgH="152280" progId="Equation.DSMT4">
                  <p:embed/>
                </p:oleObj>
              </mc:Choice>
              <mc:Fallback>
                <p:oleObj name="Equation" r:id="rId229" imgW="330120" imgH="152280" progId="Equation.DSMT4">
                  <p:embed/>
                  <p:pic>
                    <p:nvPicPr>
                      <p:cNvPr id="138" name="Object 137">
                        <a:extLst>
                          <a:ext uri="{FF2B5EF4-FFF2-40B4-BE49-F238E27FC236}">
                            <a16:creationId xmlns:a16="http://schemas.microsoft.com/office/drawing/2014/main" id="{909BBA83-CB60-F924-BA77-31A1B9FF921D}"/>
                          </a:ext>
                        </a:extLst>
                      </p:cNvPr>
                      <p:cNvPicPr>
                        <a:picLocks noChangeAspect="1" noChangeArrowheads="1"/>
                      </p:cNvPicPr>
                      <p:nvPr/>
                    </p:nvPicPr>
                    <p:blipFill>
                      <a:blip r:embed="rId230"/>
                      <a:srcRect/>
                      <a:stretch>
                        <a:fillRect/>
                      </a:stretch>
                    </p:blipFill>
                    <p:spPr bwMode="auto">
                      <a:xfrm>
                        <a:off x="2543304" y="5496624"/>
                        <a:ext cx="330200" cy="152400"/>
                      </a:xfrm>
                      <a:prstGeom prst="rect">
                        <a:avLst/>
                      </a:prstGeom>
                      <a:solidFill>
                        <a:schemeClr val="bg1"/>
                      </a:solidFill>
                    </p:spPr>
                  </p:pic>
                </p:oleObj>
              </mc:Fallback>
            </mc:AlternateContent>
          </a:graphicData>
        </a:graphic>
      </p:graphicFrame>
      <p:graphicFrame>
        <p:nvGraphicFramePr>
          <p:cNvPr id="139" name="Object 138">
            <a:extLst>
              <a:ext uri="{FF2B5EF4-FFF2-40B4-BE49-F238E27FC236}">
                <a16:creationId xmlns:a16="http://schemas.microsoft.com/office/drawing/2014/main" id="{082B8CFF-5933-CBD9-3923-ADC85021D2BD}"/>
              </a:ext>
            </a:extLst>
          </p:cNvPr>
          <p:cNvGraphicFramePr>
            <a:graphicFrameLocks noChangeAspect="1"/>
          </p:cNvGraphicFramePr>
          <p:nvPr/>
        </p:nvGraphicFramePr>
        <p:xfrm>
          <a:off x="3120905" y="5472560"/>
          <a:ext cx="330200" cy="152400"/>
        </p:xfrm>
        <a:graphic>
          <a:graphicData uri="http://schemas.openxmlformats.org/presentationml/2006/ole">
            <mc:AlternateContent xmlns:mc="http://schemas.openxmlformats.org/markup-compatibility/2006">
              <mc:Choice xmlns:v="urn:schemas-microsoft-com:vml" Requires="v">
                <p:oleObj name="Equation" r:id="rId231" imgW="330120" imgH="152280" progId="Equation.DSMT4">
                  <p:embed/>
                </p:oleObj>
              </mc:Choice>
              <mc:Fallback>
                <p:oleObj name="Equation" r:id="rId231" imgW="330120" imgH="152280" progId="Equation.DSMT4">
                  <p:embed/>
                  <p:pic>
                    <p:nvPicPr>
                      <p:cNvPr id="139" name="Object 138">
                        <a:extLst>
                          <a:ext uri="{FF2B5EF4-FFF2-40B4-BE49-F238E27FC236}">
                            <a16:creationId xmlns:a16="http://schemas.microsoft.com/office/drawing/2014/main" id="{082B8CFF-5933-CBD9-3923-ADC85021D2BD}"/>
                          </a:ext>
                        </a:extLst>
                      </p:cNvPr>
                      <p:cNvPicPr>
                        <a:picLocks noChangeAspect="1" noChangeArrowheads="1"/>
                      </p:cNvPicPr>
                      <p:nvPr/>
                    </p:nvPicPr>
                    <p:blipFill>
                      <a:blip r:embed="rId232"/>
                      <a:srcRect/>
                      <a:stretch>
                        <a:fillRect/>
                      </a:stretch>
                    </p:blipFill>
                    <p:spPr bwMode="auto">
                      <a:xfrm>
                        <a:off x="3120905" y="5472560"/>
                        <a:ext cx="330200" cy="152400"/>
                      </a:xfrm>
                      <a:prstGeom prst="rect">
                        <a:avLst/>
                      </a:prstGeom>
                      <a:solidFill>
                        <a:schemeClr val="bg1"/>
                      </a:solidFill>
                    </p:spPr>
                  </p:pic>
                </p:oleObj>
              </mc:Fallback>
            </mc:AlternateContent>
          </a:graphicData>
        </a:graphic>
      </p:graphicFrame>
      <p:graphicFrame>
        <p:nvGraphicFramePr>
          <p:cNvPr id="140" name="Object 139">
            <a:extLst>
              <a:ext uri="{FF2B5EF4-FFF2-40B4-BE49-F238E27FC236}">
                <a16:creationId xmlns:a16="http://schemas.microsoft.com/office/drawing/2014/main" id="{CE6D94CF-50A0-E15D-03E1-85EFDB56834F}"/>
              </a:ext>
            </a:extLst>
          </p:cNvPr>
          <p:cNvGraphicFramePr>
            <a:graphicFrameLocks noChangeAspect="1"/>
          </p:cNvGraphicFramePr>
          <p:nvPr/>
        </p:nvGraphicFramePr>
        <p:xfrm>
          <a:off x="3671884" y="5496624"/>
          <a:ext cx="330200" cy="152400"/>
        </p:xfrm>
        <a:graphic>
          <a:graphicData uri="http://schemas.openxmlformats.org/presentationml/2006/ole">
            <mc:AlternateContent xmlns:mc="http://schemas.openxmlformats.org/markup-compatibility/2006">
              <mc:Choice xmlns:v="urn:schemas-microsoft-com:vml" Requires="v">
                <p:oleObj name="Equation" r:id="rId233" imgW="330120" imgH="152280" progId="Equation.DSMT4">
                  <p:embed/>
                </p:oleObj>
              </mc:Choice>
              <mc:Fallback>
                <p:oleObj name="Equation" r:id="rId233" imgW="330120" imgH="152280" progId="Equation.DSMT4">
                  <p:embed/>
                  <p:pic>
                    <p:nvPicPr>
                      <p:cNvPr id="140" name="Object 139">
                        <a:extLst>
                          <a:ext uri="{FF2B5EF4-FFF2-40B4-BE49-F238E27FC236}">
                            <a16:creationId xmlns:a16="http://schemas.microsoft.com/office/drawing/2014/main" id="{CE6D94CF-50A0-E15D-03E1-85EFDB56834F}"/>
                          </a:ext>
                        </a:extLst>
                      </p:cNvPr>
                      <p:cNvPicPr>
                        <a:picLocks noChangeAspect="1" noChangeArrowheads="1"/>
                      </p:cNvPicPr>
                      <p:nvPr/>
                    </p:nvPicPr>
                    <p:blipFill>
                      <a:blip r:embed="rId234"/>
                      <a:srcRect/>
                      <a:stretch>
                        <a:fillRect/>
                      </a:stretch>
                    </p:blipFill>
                    <p:spPr bwMode="auto">
                      <a:xfrm>
                        <a:off x="3671884" y="5496624"/>
                        <a:ext cx="330200" cy="152400"/>
                      </a:xfrm>
                      <a:prstGeom prst="rect">
                        <a:avLst/>
                      </a:prstGeom>
                      <a:solidFill>
                        <a:schemeClr val="bg1"/>
                      </a:solidFill>
                    </p:spPr>
                  </p:pic>
                </p:oleObj>
              </mc:Fallback>
            </mc:AlternateContent>
          </a:graphicData>
        </a:graphic>
      </p:graphicFrame>
      <p:graphicFrame>
        <p:nvGraphicFramePr>
          <p:cNvPr id="141" name="Object 140">
            <a:extLst>
              <a:ext uri="{FF2B5EF4-FFF2-40B4-BE49-F238E27FC236}">
                <a16:creationId xmlns:a16="http://schemas.microsoft.com/office/drawing/2014/main" id="{DBEFE219-5241-5E3F-3332-593C01B61FE6}"/>
              </a:ext>
            </a:extLst>
          </p:cNvPr>
          <p:cNvGraphicFramePr>
            <a:graphicFrameLocks noChangeAspect="1"/>
          </p:cNvGraphicFramePr>
          <p:nvPr/>
        </p:nvGraphicFramePr>
        <p:xfrm>
          <a:off x="4196809" y="5492024"/>
          <a:ext cx="317500" cy="152400"/>
        </p:xfrm>
        <a:graphic>
          <a:graphicData uri="http://schemas.openxmlformats.org/presentationml/2006/ole">
            <mc:AlternateContent xmlns:mc="http://schemas.openxmlformats.org/markup-compatibility/2006">
              <mc:Choice xmlns:v="urn:schemas-microsoft-com:vml" Requires="v">
                <p:oleObj name="Equation" r:id="rId235" imgW="317160" imgH="152280" progId="Equation.DSMT4">
                  <p:embed/>
                </p:oleObj>
              </mc:Choice>
              <mc:Fallback>
                <p:oleObj name="Equation" r:id="rId235" imgW="317160" imgH="152280" progId="Equation.DSMT4">
                  <p:embed/>
                  <p:pic>
                    <p:nvPicPr>
                      <p:cNvPr id="141" name="Object 140">
                        <a:extLst>
                          <a:ext uri="{FF2B5EF4-FFF2-40B4-BE49-F238E27FC236}">
                            <a16:creationId xmlns:a16="http://schemas.microsoft.com/office/drawing/2014/main" id="{DBEFE219-5241-5E3F-3332-593C01B61FE6}"/>
                          </a:ext>
                        </a:extLst>
                      </p:cNvPr>
                      <p:cNvPicPr>
                        <a:picLocks noChangeAspect="1" noChangeArrowheads="1"/>
                      </p:cNvPicPr>
                      <p:nvPr/>
                    </p:nvPicPr>
                    <p:blipFill>
                      <a:blip r:embed="rId236"/>
                      <a:srcRect/>
                      <a:stretch>
                        <a:fillRect/>
                      </a:stretch>
                    </p:blipFill>
                    <p:spPr bwMode="auto">
                      <a:xfrm>
                        <a:off x="4196809" y="5492024"/>
                        <a:ext cx="317500" cy="152400"/>
                      </a:xfrm>
                      <a:prstGeom prst="rect">
                        <a:avLst/>
                      </a:prstGeom>
                      <a:solidFill>
                        <a:schemeClr val="bg1"/>
                      </a:solidFill>
                    </p:spPr>
                  </p:pic>
                </p:oleObj>
              </mc:Fallback>
            </mc:AlternateContent>
          </a:graphicData>
        </a:graphic>
      </p:graphicFrame>
      <p:graphicFrame>
        <p:nvGraphicFramePr>
          <p:cNvPr id="142" name="Object 141">
            <a:extLst>
              <a:ext uri="{FF2B5EF4-FFF2-40B4-BE49-F238E27FC236}">
                <a16:creationId xmlns:a16="http://schemas.microsoft.com/office/drawing/2014/main" id="{3A11E7D8-9EB8-14A9-A6DD-B8CDB1F335CB}"/>
              </a:ext>
            </a:extLst>
          </p:cNvPr>
          <p:cNvGraphicFramePr>
            <a:graphicFrameLocks noChangeAspect="1"/>
          </p:cNvGraphicFramePr>
          <p:nvPr/>
        </p:nvGraphicFramePr>
        <p:xfrm>
          <a:off x="4776180" y="5481734"/>
          <a:ext cx="330200" cy="152400"/>
        </p:xfrm>
        <a:graphic>
          <a:graphicData uri="http://schemas.openxmlformats.org/presentationml/2006/ole">
            <mc:AlternateContent xmlns:mc="http://schemas.openxmlformats.org/markup-compatibility/2006">
              <mc:Choice xmlns:v="urn:schemas-microsoft-com:vml" Requires="v">
                <p:oleObj name="Equation" r:id="rId237" imgW="330120" imgH="152280" progId="Equation.DSMT4">
                  <p:embed/>
                </p:oleObj>
              </mc:Choice>
              <mc:Fallback>
                <p:oleObj name="Equation" r:id="rId237" imgW="330120" imgH="152280" progId="Equation.DSMT4">
                  <p:embed/>
                  <p:pic>
                    <p:nvPicPr>
                      <p:cNvPr id="142" name="Object 141">
                        <a:extLst>
                          <a:ext uri="{FF2B5EF4-FFF2-40B4-BE49-F238E27FC236}">
                            <a16:creationId xmlns:a16="http://schemas.microsoft.com/office/drawing/2014/main" id="{3A11E7D8-9EB8-14A9-A6DD-B8CDB1F335CB}"/>
                          </a:ext>
                        </a:extLst>
                      </p:cNvPr>
                      <p:cNvPicPr>
                        <a:picLocks noChangeAspect="1" noChangeArrowheads="1"/>
                      </p:cNvPicPr>
                      <p:nvPr/>
                    </p:nvPicPr>
                    <p:blipFill>
                      <a:blip r:embed="rId238"/>
                      <a:srcRect/>
                      <a:stretch>
                        <a:fillRect/>
                      </a:stretch>
                    </p:blipFill>
                    <p:spPr bwMode="auto">
                      <a:xfrm>
                        <a:off x="4776180" y="5481734"/>
                        <a:ext cx="330200" cy="152400"/>
                      </a:xfrm>
                      <a:prstGeom prst="rect">
                        <a:avLst/>
                      </a:prstGeom>
                      <a:solidFill>
                        <a:schemeClr val="bg1"/>
                      </a:solidFill>
                    </p:spPr>
                  </p:pic>
                </p:oleObj>
              </mc:Fallback>
            </mc:AlternateContent>
          </a:graphicData>
        </a:graphic>
      </p:graphicFrame>
      <p:graphicFrame>
        <p:nvGraphicFramePr>
          <p:cNvPr id="143" name="Object 142">
            <a:extLst>
              <a:ext uri="{FF2B5EF4-FFF2-40B4-BE49-F238E27FC236}">
                <a16:creationId xmlns:a16="http://schemas.microsoft.com/office/drawing/2014/main" id="{0D9C1269-BA99-0EB8-2000-8C36889C72BA}"/>
              </a:ext>
            </a:extLst>
          </p:cNvPr>
          <p:cNvGraphicFramePr>
            <a:graphicFrameLocks noChangeAspect="1"/>
          </p:cNvGraphicFramePr>
          <p:nvPr/>
        </p:nvGraphicFramePr>
        <p:xfrm>
          <a:off x="5301035" y="5513842"/>
          <a:ext cx="330200" cy="152400"/>
        </p:xfrm>
        <a:graphic>
          <a:graphicData uri="http://schemas.openxmlformats.org/presentationml/2006/ole">
            <mc:AlternateContent xmlns:mc="http://schemas.openxmlformats.org/markup-compatibility/2006">
              <mc:Choice xmlns:v="urn:schemas-microsoft-com:vml" Requires="v">
                <p:oleObj name="Equation" r:id="rId239" imgW="330120" imgH="152280" progId="Equation.DSMT4">
                  <p:embed/>
                </p:oleObj>
              </mc:Choice>
              <mc:Fallback>
                <p:oleObj name="Equation" r:id="rId239" imgW="330120" imgH="152280" progId="Equation.DSMT4">
                  <p:embed/>
                  <p:pic>
                    <p:nvPicPr>
                      <p:cNvPr id="143" name="Object 142">
                        <a:extLst>
                          <a:ext uri="{FF2B5EF4-FFF2-40B4-BE49-F238E27FC236}">
                            <a16:creationId xmlns:a16="http://schemas.microsoft.com/office/drawing/2014/main" id="{0D9C1269-BA99-0EB8-2000-8C36889C72BA}"/>
                          </a:ext>
                        </a:extLst>
                      </p:cNvPr>
                      <p:cNvPicPr>
                        <a:picLocks noChangeAspect="1" noChangeArrowheads="1"/>
                      </p:cNvPicPr>
                      <p:nvPr/>
                    </p:nvPicPr>
                    <p:blipFill>
                      <a:blip r:embed="rId240"/>
                      <a:srcRect/>
                      <a:stretch>
                        <a:fillRect/>
                      </a:stretch>
                    </p:blipFill>
                    <p:spPr bwMode="auto">
                      <a:xfrm>
                        <a:off x="5301035" y="5513842"/>
                        <a:ext cx="330200" cy="152400"/>
                      </a:xfrm>
                      <a:prstGeom prst="rect">
                        <a:avLst/>
                      </a:prstGeom>
                      <a:solidFill>
                        <a:schemeClr val="bg1"/>
                      </a:solidFill>
                    </p:spPr>
                  </p:pic>
                </p:oleObj>
              </mc:Fallback>
            </mc:AlternateContent>
          </a:graphicData>
        </a:graphic>
      </p:graphicFrame>
      <p:graphicFrame>
        <p:nvGraphicFramePr>
          <p:cNvPr id="144" name="Object 143">
            <a:extLst>
              <a:ext uri="{FF2B5EF4-FFF2-40B4-BE49-F238E27FC236}">
                <a16:creationId xmlns:a16="http://schemas.microsoft.com/office/drawing/2014/main" id="{3E066635-5161-9813-D847-922F8E6267E4}"/>
              </a:ext>
            </a:extLst>
          </p:cNvPr>
          <p:cNvGraphicFramePr>
            <a:graphicFrameLocks noChangeAspect="1"/>
          </p:cNvGraphicFramePr>
          <p:nvPr/>
        </p:nvGraphicFramePr>
        <p:xfrm>
          <a:off x="5880860" y="5482140"/>
          <a:ext cx="330200" cy="152400"/>
        </p:xfrm>
        <a:graphic>
          <a:graphicData uri="http://schemas.openxmlformats.org/presentationml/2006/ole">
            <mc:AlternateContent xmlns:mc="http://schemas.openxmlformats.org/markup-compatibility/2006">
              <mc:Choice xmlns:v="urn:schemas-microsoft-com:vml" Requires="v">
                <p:oleObj name="Equation" r:id="rId241" imgW="330120" imgH="152280" progId="Equation.DSMT4">
                  <p:embed/>
                </p:oleObj>
              </mc:Choice>
              <mc:Fallback>
                <p:oleObj name="Equation" r:id="rId241" imgW="330120" imgH="152280" progId="Equation.DSMT4">
                  <p:embed/>
                  <p:pic>
                    <p:nvPicPr>
                      <p:cNvPr id="144" name="Object 143">
                        <a:extLst>
                          <a:ext uri="{FF2B5EF4-FFF2-40B4-BE49-F238E27FC236}">
                            <a16:creationId xmlns:a16="http://schemas.microsoft.com/office/drawing/2014/main" id="{3E066635-5161-9813-D847-922F8E6267E4}"/>
                          </a:ext>
                        </a:extLst>
                      </p:cNvPr>
                      <p:cNvPicPr>
                        <a:picLocks noChangeAspect="1" noChangeArrowheads="1"/>
                      </p:cNvPicPr>
                      <p:nvPr/>
                    </p:nvPicPr>
                    <p:blipFill>
                      <a:blip r:embed="rId242"/>
                      <a:srcRect/>
                      <a:stretch>
                        <a:fillRect/>
                      </a:stretch>
                    </p:blipFill>
                    <p:spPr bwMode="auto">
                      <a:xfrm>
                        <a:off x="5880860" y="5482140"/>
                        <a:ext cx="330200" cy="152400"/>
                      </a:xfrm>
                      <a:prstGeom prst="rect">
                        <a:avLst/>
                      </a:prstGeom>
                      <a:solidFill>
                        <a:schemeClr val="bg1"/>
                      </a:solidFill>
                    </p:spPr>
                  </p:pic>
                </p:oleObj>
              </mc:Fallback>
            </mc:AlternateContent>
          </a:graphicData>
        </a:graphic>
      </p:graphicFrame>
      <p:graphicFrame>
        <p:nvGraphicFramePr>
          <p:cNvPr id="145" name="Object 144">
            <a:extLst>
              <a:ext uri="{FF2B5EF4-FFF2-40B4-BE49-F238E27FC236}">
                <a16:creationId xmlns:a16="http://schemas.microsoft.com/office/drawing/2014/main" id="{70620839-728E-AB73-D18A-99C2A9602EBA}"/>
              </a:ext>
            </a:extLst>
          </p:cNvPr>
          <p:cNvGraphicFramePr>
            <a:graphicFrameLocks noChangeAspect="1"/>
          </p:cNvGraphicFramePr>
          <p:nvPr/>
        </p:nvGraphicFramePr>
        <p:xfrm>
          <a:off x="6437608" y="5498533"/>
          <a:ext cx="330200" cy="152400"/>
        </p:xfrm>
        <a:graphic>
          <a:graphicData uri="http://schemas.openxmlformats.org/presentationml/2006/ole">
            <mc:AlternateContent xmlns:mc="http://schemas.openxmlformats.org/markup-compatibility/2006">
              <mc:Choice xmlns:v="urn:schemas-microsoft-com:vml" Requires="v">
                <p:oleObj name="Equation" r:id="rId243" imgW="330120" imgH="152280" progId="Equation.DSMT4">
                  <p:embed/>
                </p:oleObj>
              </mc:Choice>
              <mc:Fallback>
                <p:oleObj name="Equation" r:id="rId243" imgW="330120" imgH="152280" progId="Equation.DSMT4">
                  <p:embed/>
                  <p:pic>
                    <p:nvPicPr>
                      <p:cNvPr id="145" name="Object 144">
                        <a:extLst>
                          <a:ext uri="{FF2B5EF4-FFF2-40B4-BE49-F238E27FC236}">
                            <a16:creationId xmlns:a16="http://schemas.microsoft.com/office/drawing/2014/main" id="{70620839-728E-AB73-D18A-99C2A9602EBA}"/>
                          </a:ext>
                        </a:extLst>
                      </p:cNvPr>
                      <p:cNvPicPr>
                        <a:picLocks noChangeAspect="1" noChangeArrowheads="1"/>
                      </p:cNvPicPr>
                      <p:nvPr/>
                    </p:nvPicPr>
                    <p:blipFill>
                      <a:blip r:embed="rId244"/>
                      <a:srcRect/>
                      <a:stretch>
                        <a:fillRect/>
                      </a:stretch>
                    </p:blipFill>
                    <p:spPr bwMode="auto">
                      <a:xfrm>
                        <a:off x="6437608" y="5498533"/>
                        <a:ext cx="330200" cy="152400"/>
                      </a:xfrm>
                      <a:prstGeom prst="rect">
                        <a:avLst/>
                      </a:prstGeom>
                      <a:solidFill>
                        <a:schemeClr val="bg1"/>
                      </a:solidFill>
                    </p:spPr>
                  </p:pic>
                </p:oleObj>
              </mc:Fallback>
            </mc:AlternateContent>
          </a:graphicData>
        </a:graphic>
      </p:graphicFrame>
      <p:graphicFrame>
        <p:nvGraphicFramePr>
          <p:cNvPr id="146" name="Object 145">
            <a:extLst>
              <a:ext uri="{FF2B5EF4-FFF2-40B4-BE49-F238E27FC236}">
                <a16:creationId xmlns:a16="http://schemas.microsoft.com/office/drawing/2014/main" id="{F7831F7B-373C-7942-63FB-EC30A7F607CA}"/>
              </a:ext>
            </a:extLst>
          </p:cNvPr>
          <p:cNvGraphicFramePr>
            <a:graphicFrameLocks noChangeAspect="1"/>
          </p:cNvGraphicFramePr>
          <p:nvPr/>
        </p:nvGraphicFramePr>
        <p:xfrm>
          <a:off x="1003387" y="5708117"/>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46" name="Object 145">
                        <a:extLst>
                          <a:ext uri="{FF2B5EF4-FFF2-40B4-BE49-F238E27FC236}">
                            <a16:creationId xmlns:a16="http://schemas.microsoft.com/office/drawing/2014/main" id="{F7831F7B-373C-7942-63FB-EC30A7F607CA}"/>
                          </a:ext>
                        </a:extLst>
                      </p:cNvPr>
                      <p:cNvPicPr>
                        <a:picLocks noChangeAspect="1" noChangeArrowheads="1"/>
                      </p:cNvPicPr>
                      <p:nvPr/>
                    </p:nvPicPr>
                    <p:blipFill>
                      <a:blip r:embed="rId134"/>
                      <a:srcRect/>
                      <a:stretch>
                        <a:fillRect/>
                      </a:stretch>
                    </p:blipFill>
                    <p:spPr bwMode="auto">
                      <a:xfrm>
                        <a:off x="1003387" y="5708117"/>
                        <a:ext cx="76200" cy="152400"/>
                      </a:xfrm>
                      <a:prstGeom prst="rect">
                        <a:avLst/>
                      </a:prstGeom>
                      <a:solidFill>
                        <a:schemeClr val="bg1"/>
                      </a:solidFill>
                    </p:spPr>
                  </p:pic>
                </p:oleObj>
              </mc:Fallback>
            </mc:AlternateContent>
          </a:graphicData>
        </a:graphic>
      </p:graphicFrame>
      <p:graphicFrame>
        <p:nvGraphicFramePr>
          <p:cNvPr id="147" name="Object 146">
            <a:extLst>
              <a:ext uri="{FF2B5EF4-FFF2-40B4-BE49-F238E27FC236}">
                <a16:creationId xmlns:a16="http://schemas.microsoft.com/office/drawing/2014/main" id="{DBE94B8A-7BBB-0759-EB7C-FFBA19FD8E63}"/>
              </a:ext>
            </a:extLst>
          </p:cNvPr>
          <p:cNvGraphicFramePr>
            <a:graphicFrameLocks noChangeAspect="1"/>
          </p:cNvGraphicFramePr>
          <p:nvPr/>
        </p:nvGraphicFramePr>
        <p:xfrm>
          <a:off x="1576136" y="5731700"/>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47" name="Object 146">
                        <a:extLst>
                          <a:ext uri="{FF2B5EF4-FFF2-40B4-BE49-F238E27FC236}">
                            <a16:creationId xmlns:a16="http://schemas.microsoft.com/office/drawing/2014/main" id="{DBE94B8A-7BBB-0759-EB7C-FFBA19FD8E63}"/>
                          </a:ext>
                        </a:extLst>
                      </p:cNvPr>
                      <p:cNvPicPr>
                        <a:picLocks noChangeAspect="1" noChangeArrowheads="1"/>
                      </p:cNvPicPr>
                      <p:nvPr/>
                    </p:nvPicPr>
                    <p:blipFill>
                      <a:blip r:embed="rId134"/>
                      <a:srcRect/>
                      <a:stretch>
                        <a:fillRect/>
                      </a:stretch>
                    </p:blipFill>
                    <p:spPr bwMode="auto">
                      <a:xfrm>
                        <a:off x="1576136" y="5731700"/>
                        <a:ext cx="76200" cy="152400"/>
                      </a:xfrm>
                      <a:prstGeom prst="rect">
                        <a:avLst/>
                      </a:prstGeom>
                      <a:solidFill>
                        <a:schemeClr val="bg1"/>
                      </a:solidFill>
                    </p:spPr>
                  </p:pic>
                </p:oleObj>
              </mc:Fallback>
            </mc:AlternateContent>
          </a:graphicData>
        </a:graphic>
      </p:graphicFrame>
      <p:graphicFrame>
        <p:nvGraphicFramePr>
          <p:cNvPr id="148" name="Object 147">
            <a:extLst>
              <a:ext uri="{FF2B5EF4-FFF2-40B4-BE49-F238E27FC236}">
                <a16:creationId xmlns:a16="http://schemas.microsoft.com/office/drawing/2014/main" id="{2BC63043-64C1-755B-A248-02ADBC3C5A15}"/>
              </a:ext>
            </a:extLst>
          </p:cNvPr>
          <p:cNvGraphicFramePr>
            <a:graphicFrameLocks noChangeAspect="1"/>
          </p:cNvGraphicFramePr>
          <p:nvPr/>
        </p:nvGraphicFramePr>
        <p:xfrm>
          <a:off x="2088910" y="5705023"/>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48" name="Object 147">
                        <a:extLst>
                          <a:ext uri="{FF2B5EF4-FFF2-40B4-BE49-F238E27FC236}">
                            <a16:creationId xmlns:a16="http://schemas.microsoft.com/office/drawing/2014/main" id="{2BC63043-64C1-755B-A248-02ADBC3C5A15}"/>
                          </a:ext>
                        </a:extLst>
                      </p:cNvPr>
                      <p:cNvPicPr>
                        <a:picLocks noChangeAspect="1" noChangeArrowheads="1"/>
                      </p:cNvPicPr>
                      <p:nvPr/>
                    </p:nvPicPr>
                    <p:blipFill>
                      <a:blip r:embed="rId134"/>
                      <a:srcRect/>
                      <a:stretch>
                        <a:fillRect/>
                      </a:stretch>
                    </p:blipFill>
                    <p:spPr bwMode="auto">
                      <a:xfrm>
                        <a:off x="2088910" y="5705023"/>
                        <a:ext cx="76200" cy="152400"/>
                      </a:xfrm>
                      <a:prstGeom prst="rect">
                        <a:avLst/>
                      </a:prstGeom>
                      <a:solidFill>
                        <a:schemeClr val="bg1"/>
                      </a:solidFill>
                    </p:spPr>
                  </p:pic>
                </p:oleObj>
              </mc:Fallback>
            </mc:AlternateContent>
          </a:graphicData>
        </a:graphic>
      </p:graphicFrame>
      <p:graphicFrame>
        <p:nvGraphicFramePr>
          <p:cNvPr id="149" name="Object 148">
            <a:extLst>
              <a:ext uri="{FF2B5EF4-FFF2-40B4-BE49-F238E27FC236}">
                <a16:creationId xmlns:a16="http://schemas.microsoft.com/office/drawing/2014/main" id="{3025BBC8-B835-F921-F5EE-34525008E07E}"/>
              </a:ext>
            </a:extLst>
          </p:cNvPr>
          <p:cNvGraphicFramePr>
            <a:graphicFrameLocks noChangeAspect="1"/>
          </p:cNvGraphicFramePr>
          <p:nvPr/>
        </p:nvGraphicFramePr>
        <p:xfrm>
          <a:off x="2695451" y="5717170"/>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49" name="Object 148">
                        <a:extLst>
                          <a:ext uri="{FF2B5EF4-FFF2-40B4-BE49-F238E27FC236}">
                            <a16:creationId xmlns:a16="http://schemas.microsoft.com/office/drawing/2014/main" id="{3025BBC8-B835-F921-F5EE-34525008E07E}"/>
                          </a:ext>
                        </a:extLst>
                      </p:cNvPr>
                      <p:cNvPicPr>
                        <a:picLocks noChangeAspect="1" noChangeArrowheads="1"/>
                      </p:cNvPicPr>
                      <p:nvPr/>
                    </p:nvPicPr>
                    <p:blipFill>
                      <a:blip r:embed="rId134"/>
                      <a:srcRect/>
                      <a:stretch>
                        <a:fillRect/>
                      </a:stretch>
                    </p:blipFill>
                    <p:spPr bwMode="auto">
                      <a:xfrm>
                        <a:off x="2695451" y="5717170"/>
                        <a:ext cx="76200" cy="152400"/>
                      </a:xfrm>
                      <a:prstGeom prst="rect">
                        <a:avLst/>
                      </a:prstGeom>
                      <a:solidFill>
                        <a:schemeClr val="bg1"/>
                      </a:solidFill>
                    </p:spPr>
                  </p:pic>
                </p:oleObj>
              </mc:Fallback>
            </mc:AlternateContent>
          </a:graphicData>
        </a:graphic>
      </p:graphicFrame>
      <p:graphicFrame>
        <p:nvGraphicFramePr>
          <p:cNvPr id="150" name="Object 149">
            <a:extLst>
              <a:ext uri="{FF2B5EF4-FFF2-40B4-BE49-F238E27FC236}">
                <a16:creationId xmlns:a16="http://schemas.microsoft.com/office/drawing/2014/main" id="{D3C2AC58-C99D-B896-F9DD-6F4F2BAC9E21}"/>
              </a:ext>
            </a:extLst>
          </p:cNvPr>
          <p:cNvGraphicFramePr>
            <a:graphicFrameLocks noChangeAspect="1"/>
          </p:cNvGraphicFramePr>
          <p:nvPr/>
        </p:nvGraphicFramePr>
        <p:xfrm>
          <a:off x="3248063" y="5710120"/>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50" name="Object 149">
                        <a:extLst>
                          <a:ext uri="{FF2B5EF4-FFF2-40B4-BE49-F238E27FC236}">
                            <a16:creationId xmlns:a16="http://schemas.microsoft.com/office/drawing/2014/main" id="{D3C2AC58-C99D-B896-F9DD-6F4F2BAC9E21}"/>
                          </a:ext>
                        </a:extLst>
                      </p:cNvPr>
                      <p:cNvPicPr>
                        <a:picLocks noChangeAspect="1" noChangeArrowheads="1"/>
                      </p:cNvPicPr>
                      <p:nvPr/>
                    </p:nvPicPr>
                    <p:blipFill>
                      <a:blip r:embed="rId134"/>
                      <a:srcRect/>
                      <a:stretch>
                        <a:fillRect/>
                      </a:stretch>
                    </p:blipFill>
                    <p:spPr bwMode="auto">
                      <a:xfrm>
                        <a:off x="3248063" y="5710120"/>
                        <a:ext cx="76200" cy="152400"/>
                      </a:xfrm>
                      <a:prstGeom prst="rect">
                        <a:avLst/>
                      </a:prstGeom>
                      <a:solidFill>
                        <a:schemeClr val="bg1"/>
                      </a:solidFill>
                    </p:spPr>
                  </p:pic>
                </p:oleObj>
              </mc:Fallback>
            </mc:AlternateContent>
          </a:graphicData>
        </a:graphic>
      </p:graphicFrame>
      <p:graphicFrame>
        <p:nvGraphicFramePr>
          <p:cNvPr id="151" name="Object 150">
            <a:extLst>
              <a:ext uri="{FF2B5EF4-FFF2-40B4-BE49-F238E27FC236}">
                <a16:creationId xmlns:a16="http://schemas.microsoft.com/office/drawing/2014/main" id="{D4103940-90A1-BA1F-5D83-A135A88CFEB8}"/>
              </a:ext>
            </a:extLst>
          </p:cNvPr>
          <p:cNvGraphicFramePr>
            <a:graphicFrameLocks noChangeAspect="1"/>
          </p:cNvGraphicFramePr>
          <p:nvPr/>
        </p:nvGraphicFramePr>
        <p:xfrm>
          <a:off x="3783714" y="5712292"/>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51" name="Object 150">
                        <a:extLst>
                          <a:ext uri="{FF2B5EF4-FFF2-40B4-BE49-F238E27FC236}">
                            <a16:creationId xmlns:a16="http://schemas.microsoft.com/office/drawing/2014/main" id="{D4103940-90A1-BA1F-5D83-A135A88CFEB8}"/>
                          </a:ext>
                        </a:extLst>
                      </p:cNvPr>
                      <p:cNvPicPr>
                        <a:picLocks noChangeAspect="1" noChangeArrowheads="1"/>
                      </p:cNvPicPr>
                      <p:nvPr/>
                    </p:nvPicPr>
                    <p:blipFill>
                      <a:blip r:embed="rId134"/>
                      <a:srcRect/>
                      <a:stretch>
                        <a:fillRect/>
                      </a:stretch>
                    </p:blipFill>
                    <p:spPr bwMode="auto">
                      <a:xfrm>
                        <a:off x="3783714" y="5712292"/>
                        <a:ext cx="76200" cy="152400"/>
                      </a:xfrm>
                      <a:prstGeom prst="rect">
                        <a:avLst/>
                      </a:prstGeom>
                      <a:solidFill>
                        <a:schemeClr val="bg1"/>
                      </a:solidFill>
                    </p:spPr>
                  </p:pic>
                </p:oleObj>
              </mc:Fallback>
            </mc:AlternateContent>
          </a:graphicData>
        </a:graphic>
      </p:graphicFrame>
      <p:graphicFrame>
        <p:nvGraphicFramePr>
          <p:cNvPr id="152" name="Object 151">
            <a:extLst>
              <a:ext uri="{FF2B5EF4-FFF2-40B4-BE49-F238E27FC236}">
                <a16:creationId xmlns:a16="http://schemas.microsoft.com/office/drawing/2014/main" id="{1756BBFA-2780-5328-6251-B9DECEDF24B2}"/>
              </a:ext>
            </a:extLst>
          </p:cNvPr>
          <p:cNvGraphicFramePr>
            <a:graphicFrameLocks noChangeAspect="1"/>
          </p:cNvGraphicFramePr>
          <p:nvPr/>
        </p:nvGraphicFramePr>
        <p:xfrm>
          <a:off x="4317459" y="5710120"/>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52" name="Object 151">
                        <a:extLst>
                          <a:ext uri="{FF2B5EF4-FFF2-40B4-BE49-F238E27FC236}">
                            <a16:creationId xmlns:a16="http://schemas.microsoft.com/office/drawing/2014/main" id="{1756BBFA-2780-5328-6251-B9DECEDF24B2}"/>
                          </a:ext>
                        </a:extLst>
                      </p:cNvPr>
                      <p:cNvPicPr>
                        <a:picLocks noChangeAspect="1" noChangeArrowheads="1"/>
                      </p:cNvPicPr>
                      <p:nvPr/>
                    </p:nvPicPr>
                    <p:blipFill>
                      <a:blip r:embed="rId134"/>
                      <a:srcRect/>
                      <a:stretch>
                        <a:fillRect/>
                      </a:stretch>
                    </p:blipFill>
                    <p:spPr bwMode="auto">
                      <a:xfrm>
                        <a:off x="4317459" y="5710120"/>
                        <a:ext cx="76200" cy="152400"/>
                      </a:xfrm>
                      <a:prstGeom prst="rect">
                        <a:avLst/>
                      </a:prstGeom>
                      <a:solidFill>
                        <a:schemeClr val="bg1"/>
                      </a:solidFill>
                    </p:spPr>
                  </p:pic>
                </p:oleObj>
              </mc:Fallback>
            </mc:AlternateContent>
          </a:graphicData>
        </a:graphic>
      </p:graphicFrame>
      <p:graphicFrame>
        <p:nvGraphicFramePr>
          <p:cNvPr id="153" name="Object 152">
            <a:extLst>
              <a:ext uri="{FF2B5EF4-FFF2-40B4-BE49-F238E27FC236}">
                <a16:creationId xmlns:a16="http://schemas.microsoft.com/office/drawing/2014/main" id="{75FEC1AE-E65B-1E99-D2F2-B5959237C84B}"/>
              </a:ext>
            </a:extLst>
          </p:cNvPr>
          <p:cNvGraphicFramePr>
            <a:graphicFrameLocks noChangeAspect="1"/>
          </p:cNvGraphicFramePr>
          <p:nvPr/>
        </p:nvGraphicFramePr>
        <p:xfrm>
          <a:off x="4877623" y="5719589"/>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53" name="Object 152">
                        <a:extLst>
                          <a:ext uri="{FF2B5EF4-FFF2-40B4-BE49-F238E27FC236}">
                            <a16:creationId xmlns:a16="http://schemas.microsoft.com/office/drawing/2014/main" id="{75FEC1AE-E65B-1E99-D2F2-B5959237C84B}"/>
                          </a:ext>
                        </a:extLst>
                      </p:cNvPr>
                      <p:cNvPicPr>
                        <a:picLocks noChangeAspect="1" noChangeArrowheads="1"/>
                      </p:cNvPicPr>
                      <p:nvPr/>
                    </p:nvPicPr>
                    <p:blipFill>
                      <a:blip r:embed="rId134"/>
                      <a:srcRect/>
                      <a:stretch>
                        <a:fillRect/>
                      </a:stretch>
                    </p:blipFill>
                    <p:spPr bwMode="auto">
                      <a:xfrm>
                        <a:off x="4877623" y="5719589"/>
                        <a:ext cx="76200" cy="152400"/>
                      </a:xfrm>
                      <a:prstGeom prst="rect">
                        <a:avLst/>
                      </a:prstGeom>
                      <a:solidFill>
                        <a:schemeClr val="bg1"/>
                      </a:solidFill>
                    </p:spPr>
                  </p:pic>
                </p:oleObj>
              </mc:Fallback>
            </mc:AlternateContent>
          </a:graphicData>
        </a:graphic>
      </p:graphicFrame>
      <p:graphicFrame>
        <p:nvGraphicFramePr>
          <p:cNvPr id="154" name="Object 153">
            <a:extLst>
              <a:ext uri="{FF2B5EF4-FFF2-40B4-BE49-F238E27FC236}">
                <a16:creationId xmlns:a16="http://schemas.microsoft.com/office/drawing/2014/main" id="{023DF9CA-DA31-AF3C-2FF0-A03AFBF42562}"/>
              </a:ext>
            </a:extLst>
          </p:cNvPr>
          <p:cNvGraphicFramePr>
            <a:graphicFrameLocks noChangeAspect="1"/>
          </p:cNvGraphicFramePr>
          <p:nvPr/>
        </p:nvGraphicFramePr>
        <p:xfrm>
          <a:off x="5432426" y="5710120"/>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54" name="Object 153">
                        <a:extLst>
                          <a:ext uri="{FF2B5EF4-FFF2-40B4-BE49-F238E27FC236}">
                            <a16:creationId xmlns:a16="http://schemas.microsoft.com/office/drawing/2014/main" id="{023DF9CA-DA31-AF3C-2FF0-A03AFBF42562}"/>
                          </a:ext>
                        </a:extLst>
                      </p:cNvPr>
                      <p:cNvPicPr>
                        <a:picLocks noChangeAspect="1" noChangeArrowheads="1"/>
                      </p:cNvPicPr>
                      <p:nvPr/>
                    </p:nvPicPr>
                    <p:blipFill>
                      <a:blip r:embed="rId134"/>
                      <a:srcRect/>
                      <a:stretch>
                        <a:fillRect/>
                      </a:stretch>
                    </p:blipFill>
                    <p:spPr bwMode="auto">
                      <a:xfrm>
                        <a:off x="5432426" y="5710120"/>
                        <a:ext cx="76200" cy="152400"/>
                      </a:xfrm>
                      <a:prstGeom prst="rect">
                        <a:avLst/>
                      </a:prstGeom>
                      <a:solidFill>
                        <a:schemeClr val="bg1"/>
                      </a:solidFill>
                    </p:spPr>
                  </p:pic>
                </p:oleObj>
              </mc:Fallback>
            </mc:AlternateContent>
          </a:graphicData>
        </a:graphic>
      </p:graphicFrame>
      <p:graphicFrame>
        <p:nvGraphicFramePr>
          <p:cNvPr id="155" name="Object 154">
            <a:extLst>
              <a:ext uri="{FF2B5EF4-FFF2-40B4-BE49-F238E27FC236}">
                <a16:creationId xmlns:a16="http://schemas.microsoft.com/office/drawing/2014/main" id="{7E407890-44A7-6537-CC53-818D6073B7B8}"/>
              </a:ext>
            </a:extLst>
          </p:cNvPr>
          <p:cNvGraphicFramePr>
            <a:graphicFrameLocks noChangeAspect="1"/>
          </p:cNvGraphicFramePr>
          <p:nvPr/>
        </p:nvGraphicFramePr>
        <p:xfrm>
          <a:off x="5984309" y="5719589"/>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55" name="Object 154">
                        <a:extLst>
                          <a:ext uri="{FF2B5EF4-FFF2-40B4-BE49-F238E27FC236}">
                            <a16:creationId xmlns:a16="http://schemas.microsoft.com/office/drawing/2014/main" id="{7E407890-44A7-6537-CC53-818D6073B7B8}"/>
                          </a:ext>
                        </a:extLst>
                      </p:cNvPr>
                      <p:cNvPicPr>
                        <a:picLocks noChangeAspect="1" noChangeArrowheads="1"/>
                      </p:cNvPicPr>
                      <p:nvPr/>
                    </p:nvPicPr>
                    <p:blipFill>
                      <a:blip r:embed="rId134"/>
                      <a:srcRect/>
                      <a:stretch>
                        <a:fillRect/>
                      </a:stretch>
                    </p:blipFill>
                    <p:spPr bwMode="auto">
                      <a:xfrm>
                        <a:off x="5984309" y="5719589"/>
                        <a:ext cx="76200" cy="152400"/>
                      </a:xfrm>
                      <a:prstGeom prst="rect">
                        <a:avLst/>
                      </a:prstGeom>
                      <a:solidFill>
                        <a:schemeClr val="bg1"/>
                      </a:solidFill>
                    </p:spPr>
                  </p:pic>
                </p:oleObj>
              </mc:Fallback>
            </mc:AlternateContent>
          </a:graphicData>
        </a:graphic>
      </p:graphicFrame>
      <p:graphicFrame>
        <p:nvGraphicFramePr>
          <p:cNvPr id="156" name="Object 155">
            <a:extLst>
              <a:ext uri="{FF2B5EF4-FFF2-40B4-BE49-F238E27FC236}">
                <a16:creationId xmlns:a16="http://schemas.microsoft.com/office/drawing/2014/main" id="{0351F58E-D38C-CA55-094F-757A43FD1CB5}"/>
              </a:ext>
            </a:extLst>
          </p:cNvPr>
          <p:cNvGraphicFramePr>
            <a:graphicFrameLocks noChangeAspect="1"/>
          </p:cNvGraphicFramePr>
          <p:nvPr/>
        </p:nvGraphicFramePr>
        <p:xfrm>
          <a:off x="6564608" y="5701483"/>
          <a:ext cx="76200" cy="152400"/>
        </p:xfrm>
        <a:graphic>
          <a:graphicData uri="http://schemas.openxmlformats.org/presentationml/2006/ole">
            <mc:AlternateContent xmlns:mc="http://schemas.openxmlformats.org/markup-compatibility/2006">
              <mc:Choice xmlns:v="urn:schemas-microsoft-com:vml" Requires="v">
                <p:oleObj name="Equation" r:id="rId132" imgW="75960" imgH="152280" progId="Equation.DSMT4">
                  <p:embed/>
                </p:oleObj>
              </mc:Choice>
              <mc:Fallback>
                <p:oleObj name="Equation" r:id="rId132" imgW="75960" imgH="152280" progId="Equation.DSMT4">
                  <p:embed/>
                  <p:pic>
                    <p:nvPicPr>
                      <p:cNvPr id="156" name="Object 155">
                        <a:extLst>
                          <a:ext uri="{FF2B5EF4-FFF2-40B4-BE49-F238E27FC236}">
                            <a16:creationId xmlns:a16="http://schemas.microsoft.com/office/drawing/2014/main" id="{0351F58E-D38C-CA55-094F-757A43FD1CB5}"/>
                          </a:ext>
                        </a:extLst>
                      </p:cNvPr>
                      <p:cNvPicPr>
                        <a:picLocks noChangeAspect="1" noChangeArrowheads="1"/>
                      </p:cNvPicPr>
                      <p:nvPr/>
                    </p:nvPicPr>
                    <p:blipFill>
                      <a:blip r:embed="rId134"/>
                      <a:srcRect/>
                      <a:stretch>
                        <a:fillRect/>
                      </a:stretch>
                    </p:blipFill>
                    <p:spPr bwMode="auto">
                      <a:xfrm>
                        <a:off x="6564608" y="5701483"/>
                        <a:ext cx="76200" cy="152400"/>
                      </a:xfrm>
                      <a:prstGeom prst="rect">
                        <a:avLst/>
                      </a:prstGeom>
                      <a:solidFill>
                        <a:schemeClr val="bg1"/>
                      </a:solidFill>
                    </p:spPr>
                  </p:pic>
                </p:oleObj>
              </mc:Fallback>
            </mc:AlternateContent>
          </a:graphicData>
        </a:graphic>
      </p:graphicFrame>
      <p:graphicFrame>
        <p:nvGraphicFramePr>
          <p:cNvPr id="157" name="Object 156">
            <a:extLst>
              <a:ext uri="{FF2B5EF4-FFF2-40B4-BE49-F238E27FC236}">
                <a16:creationId xmlns:a16="http://schemas.microsoft.com/office/drawing/2014/main" id="{CBA4F719-38ED-8221-578B-B3AFC7772FF0}"/>
              </a:ext>
            </a:extLst>
          </p:cNvPr>
          <p:cNvGraphicFramePr>
            <a:graphicFrameLocks noChangeAspect="1"/>
          </p:cNvGraphicFramePr>
          <p:nvPr>
            <p:extLst>
              <p:ext uri="{D42A27DB-BD31-4B8C-83A1-F6EECF244321}">
                <p14:modId xmlns:p14="http://schemas.microsoft.com/office/powerpoint/2010/main" val="1995665255"/>
              </p:ext>
            </p:extLst>
          </p:nvPr>
        </p:nvGraphicFramePr>
        <p:xfrm>
          <a:off x="897879" y="5967941"/>
          <a:ext cx="228600" cy="152400"/>
        </p:xfrm>
        <a:graphic>
          <a:graphicData uri="http://schemas.openxmlformats.org/presentationml/2006/ole">
            <mc:AlternateContent xmlns:mc="http://schemas.openxmlformats.org/markup-compatibility/2006">
              <mc:Choice xmlns:v="urn:schemas-microsoft-com:vml" Requires="v">
                <p:oleObj name="Equation" r:id="rId245" imgW="228600" imgH="152280" progId="Equation.DSMT4">
                  <p:embed/>
                </p:oleObj>
              </mc:Choice>
              <mc:Fallback>
                <p:oleObj name="Equation" r:id="rId245" imgW="228600" imgH="152280" progId="Equation.DSMT4">
                  <p:embed/>
                  <p:pic>
                    <p:nvPicPr>
                      <p:cNvPr id="157" name="Object 156">
                        <a:extLst>
                          <a:ext uri="{FF2B5EF4-FFF2-40B4-BE49-F238E27FC236}">
                            <a16:creationId xmlns:a16="http://schemas.microsoft.com/office/drawing/2014/main" id="{CBA4F719-38ED-8221-578B-B3AFC7772FF0}"/>
                          </a:ext>
                        </a:extLst>
                      </p:cNvPr>
                      <p:cNvPicPr>
                        <a:picLocks noChangeAspect="1" noChangeArrowheads="1"/>
                      </p:cNvPicPr>
                      <p:nvPr/>
                    </p:nvPicPr>
                    <p:blipFill>
                      <a:blip r:embed="rId246"/>
                      <a:srcRect/>
                      <a:stretch>
                        <a:fillRect/>
                      </a:stretch>
                    </p:blipFill>
                    <p:spPr bwMode="auto">
                      <a:xfrm>
                        <a:off x="897879" y="5967941"/>
                        <a:ext cx="228600" cy="152400"/>
                      </a:xfrm>
                      <a:prstGeom prst="rect">
                        <a:avLst/>
                      </a:prstGeom>
                      <a:solidFill>
                        <a:schemeClr val="bg1"/>
                      </a:solidFill>
                    </p:spPr>
                  </p:pic>
                </p:oleObj>
              </mc:Fallback>
            </mc:AlternateContent>
          </a:graphicData>
        </a:graphic>
      </p:graphicFrame>
      <p:graphicFrame>
        <p:nvGraphicFramePr>
          <p:cNvPr id="158" name="Object 157">
            <a:extLst>
              <a:ext uri="{FF2B5EF4-FFF2-40B4-BE49-F238E27FC236}">
                <a16:creationId xmlns:a16="http://schemas.microsoft.com/office/drawing/2014/main" id="{E6C7150E-7ACD-D9EA-94C7-C4EBB20E1450}"/>
              </a:ext>
            </a:extLst>
          </p:cNvPr>
          <p:cNvGraphicFramePr>
            <a:graphicFrameLocks noChangeAspect="1"/>
          </p:cNvGraphicFramePr>
          <p:nvPr>
            <p:extLst>
              <p:ext uri="{D42A27DB-BD31-4B8C-83A1-F6EECF244321}">
                <p14:modId xmlns:p14="http://schemas.microsoft.com/office/powerpoint/2010/main" val="748338656"/>
              </p:ext>
            </p:extLst>
          </p:nvPr>
        </p:nvGraphicFramePr>
        <p:xfrm>
          <a:off x="1455939" y="5971476"/>
          <a:ext cx="330200" cy="152400"/>
        </p:xfrm>
        <a:graphic>
          <a:graphicData uri="http://schemas.openxmlformats.org/presentationml/2006/ole">
            <mc:AlternateContent xmlns:mc="http://schemas.openxmlformats.org/markup-compatibility/2006">
              <mc:Choice xmlns:v="urn:schemas-microsoft-com:vml" Requires="v">
                <p:oleObj name="Equation" r:id="rId247" imgW="330120" imgH="152280" progId="Equation.DSMT4">
                  <p:embed/>
                </p:oleObj>
              </mc:Choice>
              <mc:Fallback>
                <p:oleObj name="Equation" r:id="rId247" imgW="330120" imgH="152280" progId="Equation.DSMT4">
                  <p:embed/>
                  <p:pic>
                    <p:nvPicPr>
                      <p:cNvPr id="158" name="Object 157">
                        <a:extLst>
                          <a:ext uri="{FF2B5EF4-FFF2-40B4-BE49-F238E27FC236}">
                            <a16:creationId xmlns:a16="http://schemas.microsoft.com/office/drawing/2014/main" id="{E6C7150E-7ACD-D9EA-94C7-C4EBB20E1450}"/>
                          </a:ext>
                        </a:extLst>
                      </p:cNvPr>
                      <p:cNvPicPr>
                        <a:picLocks noChangeAspect="1" noChangeArrowheads="1"/>
                      </p:cNvPicPr>
                      <p:nvPr/>
                    </p:nvPicPr>
                    <p:blipFill>
                      <a:blip r:embed="rId248"/>
                      <a:srcRect/>
                      <a:stretch>
                        <a:fillRect/>
                      </a:stretch>
                    </p:blipFill>
                    <p:spPr bwMode="auto">
                      <a:xfrm>
                        <a:off x="1455939" y="5971476"/>
                        <a:ext cx="330200" cy="152400"/>
                      </a:xfrm>
                      <a:prstGeom prst="rect">
                        <a:avLst/>
                      </a:prstGeom>
                      <a:solidFill>
                        <a:schemeClr val="bg1"/>
                      </a:solidFill>
                    </p:spPr>
                  </p:pic>
                </p:oleObj>
              </mc:Fallback>
            </mc:AlternateContent>
          </a:graphicData>
        </a:graphic>
      </p:graphicFrame>
      <p:graphicFrame>
        <p:nvGraphicFramePr>
          <p:cNvPr id="159" name="Object 158">
            <a:extLst>
              <a:ext uri="{FF2B5EF4-FFF2-40B4-BE49-F238E27FC236}">
                <a16:creationId xmlns:a16="http://schemas.microsoft.com/office/drawing/2014/main" id="{C5E31689-2731-2499-E8F3-28BCE62678ED}"/>
              </a:ext>
            </a:extLst>
          </p:cNvPr>
          <p:cNvGraphicFramePr>
            <a:graphicFrameLocks noChangeAspect="1"/>
          </p:cNvGraphicFramePr>
          <p:nvPr/>
        </p:nvGraphicFramePr>
        <p:xfrm>
          <a:off x="2006594" y="5980924"/>
          <a:ext cx="330200" cy="152400"/>
        </p:xfrm>
        <a:graphic>
          <a:graphicData uri="http://schemas.openxmlformats.org/presentationml/2006/ole">
            <mc:AlternateContent xmlns:mc="http://schemas.openxmlformats.org/markup-compatibility/2006">
              <mc:Choice xmlns:v="urn:schemas-microsoft-com:vml" Requires="v">
                <p:oleObj name="Equation" r:id="rId249" imgW="330120" imgH="152280" progId="Equation.DSMT4">
                  <p:embed/>
                </p:oleObj>
              </mc:Choice>
              <mc:Fallback>
                <p:oleObj name="Equation" r:id="rId249" imgW="330120" imgH="152280" progId="Equation.DSMT4">
                  <p:embed/>
                  <p:pic>
                    <p:nvPicPr>
                      <p:cNvPr id="159" name="Object 158">
                        <a:extLst>
                          <a:ext uri="{FF2B5EF4-FFF2-40B4-BE49-F238E27FC236}">
                            <a16:creationId xmlns:a16="http://schemas.microsoft.com/office/drawing/2014/main" id="{C5E31689-2731-2499-E8F3-28BCE62678ED}"/>
                          </a:ext>
                        </a:extLst>
                      </p:cNvPr>
                      <p:cNvPicPr>
                        <a:picLocks noChangeAspect="1" noChangeArrowheads="1"/>
                      </p:cNvPicPr>
                      <p:nvPr/>
                    </p:nvPicPr>
                    <p:blipFill>
                      <a:blip r:embed="rId250"/>
                      <a:srcRect/>
                      <a:stretch>
                        <a:fillRect/>
                      </a:stretch>
                    </p:blipFill>
                    <p:spPr bwMode="auto">
                      <a:xfrm>
                        <a:off x="2006594" y="5980924"/>
                        <a:ext cx="330200" cy="152400"/>
                      </a:xfrm>
                      <a:prstGeom prst="rect">
                        <a:avLst/>
                      </a:prstGeom>
                      <a:solidFill>
                        <a:schemeClr val="bg1"/>
                      </a:solidFill>
                    </p:spPr>
                  </p:pic>
                </p:oleObj>
              </mc:Fallback>
            </mc:AlternateContent>
          </a:graphicData>
        </a:graphic>
      </p:graphicFrame>
      <p:graphicFrame>
        <p:nvGraphicFramePr>
          <p:cNvPr id="160" name="Object 159">
            <a:extLst>
              <a:ext uri="{FF2B5EF4-FFF2-40B4-BE49-F238E27FC236}">
                <a16:creationId xmlns:a16="http://schemas.microsoft.com/office/drawing/2014/main" id="{407E4098-B457-5220-2532-25B50572BE0E}"/>
              </a:ext>
            </a:extLst>
          </p:cNvPr>
          <p:cNvGraphicFramePr>
            <a:graphicFrameLocks noChangeAspect="1"/>
          </p:cNvGraphicFramePr>
          <p:nvPr>
            <p:extLst>
              <p:ext uri="{D42A27DB-BD31-4B8C-83A1-F6EECF244321}">
                <p14:modId xmlns:p14="http://schemas.microsoft.com/office/powerpoint/2010/main" val="3030801930"/>
              </p:ext>
            </p:extLst>
          </p:nvPr>
        </p:nvGraphicFramePr>
        <p:xfrm>
          <a:off x="2558681" y="5976733"/>
          <a:ext cx="330200" cy="152400"/>
        </p:xfrm>
        <a:graphic>
          <a:graphicData uri="http://schemas.openxmlformats.org/presentationml/2006/ole">
            <mc:AlternateContent xmlns:mc="http://schemas.openxmlformats.org/markup-compatibility/2006">
              <mc:Choice xmlns:v="urn:schemas-microsoft-com:vml" Requires="v">
                <p:oleObj name="Equation" r:id="rId251" imgW="330120" imgH="152280" progId="Equation.DSMT4">
                  <p:embed/>
                </p:oleObj>
              </mc:Choice>
              <mc:Fallback>
                <p:oleObj name="Equation" r:id="rId251" imgW="330120" imgH="152280" progId="Equation.DSMT4">
                  <p:embed/>
                  <p:pic>
                    <p:nvPicPr>
                      <p:cNvPr id="160" name="Object 159">
                        <a:extLst>
                          <a:ext uri="{FF2B5EF4-FFF2-40B4-BE49-F238E27FC236}">
                            <a16:creationId xmlns:a16="http://schemas.microsoft.com/office/drawing/2014/main" id="{407E4098-B457-5220-2532-25B50572BE0E}"/>
                          </a:ext>
                        </a:extLst>
                      </p:cNvPr>
                      <p:cNvPicPr>
                        <a:picLocks noChangeAspect="1" noChangeArrowheads="1"/>
                      </p:cNvPicPr>
                      <p:nvPr/>
                    </p:nvPicPr>
                    <p:blipFill>
                      <a:blip r:embed="rId252"/>
                      <a:srcRect/>
                      <a:stretch>
                        <a:fillRect/>
                      </a:stretch>
                    </p:blipFill>
                    <p:spPr bwMode="auto">
                      <a:xfrm>
                        <a:off x="2558681" y="5976733"/>
                        <a:ext cx="330200" cy="152400"/>
                      </a:xfrm>
                      <a:prstGeom prst="rect">
                        <a:avLst/>
                      </a:prstGeom>
                      <a:solidFill>
                        <a:schemeClr val="bg1"/>
                      </a:solidFill>
                    </p:spPr>
                  </p:pic>
                </p:oleObj>
              </mc:Fallback>
            </mc:AlternateContent>
          </a:graphicData>
        </a:graphic>
      </p:graphicFrame>
      <p:graphicFrame>
        <p:nvGraphicFramePr>
          <p:cNvPr id="161" name="Object 160">
            <a:extLst>
              <a:ext uri="{FF2B5EF4-FFF2-40B4-BE49-F238E27FC236}">
                <a16:creationId xmlns:a16="http://schemas.microsoft.com/office/drawing/2014/main" id="{D8458B31-65D9-E3A9-35DB-F6910B160E3D}"/>
              </a:ext>
            </a:extLst>
          </p:cNvPr>
          <p:cNvGraphicFramePr>
            <a:graphicFrameLocks noChangeAspect="1"/>
          </p:cNvGraphicFramePr>
          <p:nvPr/>
        </p:nvGraphicFramePr>
        <p:xfrm>
          <a:off x="3159163" y="5968202"/>
          <a:ext cx="330200" cy="152400"/>
        </p:xfrm>
        <a:graphic>
          <a:graphicData uri="http://schemas.openxmlformats.org/presentationml/2006/ole">
            <mc:AlternateContent xmlns:mc="http://schemas.openxmlformats.org/markup-compatibility/2006">
              <mc:Choice xmlns:v="urn:schemas-microsoft-com:vml" Requires="v">
                <p:oleObj name="Equation" r:id="rId253" imgW="330120" imgH="152280" progId="Equation.DSMT4">
                  <p:embed/>
                </p:oleObj>
              </mc:Choice>
              <mc:Fallback>
                <p:oleObj name="Equation" r:id="rId253" imgW="330120" imgH="152280" progId="Equation.DSMT4">
                  <p:embed/>
                  <p:pic>
                    <p:nvPicPr>
                      <p:cNvPr id="161" name="Object 160">
                        <a:extLst>
                          <a:ext uri="{FF2B5EF4-FFF2-40B4-BE49-F238E27FC236}">
                            <a16:creationId xmlns:a16="http://schemas.microsoft.com/office/drawing/2014/main" id="{D8458B31-65D9-E3A9-35DB-F6910B160E3D}"/>
                          </a:ext>
                        </a:extLst>
                      </p:cNvPr>
                      <p:cNvPicPr>
                        <a:picLocks noChangeAspect="1" noChangeArrowheads="1"/>
                      </p:cNvPicPr>
                      <p:nvPr/>
                    </p:nvPicPr>
                    <p:blipFill>
                      <a:blip r:embed="rId254"/>
                      <a:srcRect/>
                      <a:stretch>
                        <a:fillRect/>
                      </a:stretch>
                    </p:blipFill>
                    <p:spPr bwMode="auto">
                      <a:xfrm>
                        <a:off x="3159163" y="5968202"/>
                        <a:ext cx="330200" cy="152400"/>
                      </a:xfrm>
                      <a:prstGeom prst="rect">
                        <a:avLst/>
                      </a:prstGeom>
                      <a:solidFill>
                        <a:schemeClr val="bg1"/>
                      </a:solidFill>
                    </p:spPr>
                  </p:pic>
                </p:oleObj>
              </mc:Fallback>
            </mc:AlternateContent>
          </a:graphicData>
        </a:graphic>
      </p:graphicFrame>
      <p:graphicFrame>
        <p:nvGraphicFramePr>
          <p:cNvPr id="162" name="Object 161">
            <a:extLst>
              <a:ext uri="{FF2B5EF4-FFF2-40B4-BE49-F238E27FC236}">
                <a16:creationId xmlns:a16="http://schemas.microsoft.com/office/drawing/2014/main" id="{7CD78B34-5C9C-925E-18EF-1064BCDA858C}"/>
              </a:ext>
            </a:extLst>
          </p:cNvPr>
          <p:cNvGraphicFramePr>
            <a:graphicFrameLocks noChangeAspect="1"/>
          </p:cNvGraphicFramePr>
          <p:nvPr/>
        </p:nvGraphicFramePr>
        <p:xfrm>
          <a:off x="3714397" y="5967822"/>
          <a:ext cx="330200" cy="152400"/>
        </p:xfrm>
        <a:graphic>
          <a:graphicData uri="http://schemas.openxmlformats.org/presentationml/2006/ole">
            <mc:AlternateContent xmlns:mc="http://schemas.openxmlformats.org/markup-compatibility/2006">
              <mc:Choice xmlns:v="urn:schemas-microsoft-com:vml" Requires="v">
                <p:oleObj name="Equation" r:id="rId255" imgW="330120" imgH="152280" progId="Equation.DSMT4">
                  <p:embed/>
                </p:oleObj>
              </mc:Choice>
              <mc:Fallback>
                <p:oleObj name="Equation" r:id="rId255" imgW="330120" imgH="152280" progId="Equation.DSMT4">
                  <p:embed/>
                  <p:pic>
                    <p:nvPicPr>
                      <p:cNvPr id="162" name="Object 161">
                        <a:extLst>
                          <a:ext uri="{FF2B5EF4-FFF2-40B4-BE49-F238E27FC236}">
                            <a16:creationId xmlns:a16="http://schemas.microsoft.com/office/drawing/2014/main" id="{7CD78B34-5C9C-925E-18EF-1064BCDA858C}"/>
                          </a:ext>
                        </a:extLst>
                      </p:cNvPr>
                      <p:cNvPicPr>
                        <a:picLocks noChangeAspect="1" noChangeArrowheads="1"/>
                      </p:cNvPicPr>
                      <p:nvPr/>
                    </p:nvPicPr>
                    <p:blipFill>
                      <a:blip r:embed="rId256"/>
                      <a:srcRect/>
                      <a:stretch>
                        <a:fillRect/>
                      </a:stretch>
                    </p:blipFill>
                    <p:spPr bwMode="auto">
                      <a:xfrm>
                        <a:off x="3714397" y="5967822"/>
                        <a:ext cx="330200" cy="152400"/>
                      </a:xfrm>
                      <a:prstGeom prst="rect">
                        <a:avLst/>
                      </a:prstGeom>
                      <a:solidFill>
                        <a:schemeClr val="bg1"/>
                      </a:solidFill>
                    </p:spPr>
                  </p:pic>
                </p:oleObj>
              </mc:Fallback>
            </mc:AlternateContent>
          </a:graphicData>
        </a:graphic>
      </p:graphicFrame>
      <p:graphicFrame>
        <p:nvGraphicFramePr>
          <p:cNvPr id="163" name="Object 162">
            <a:extLst>
              <a:ext uri="{FF2B5EF4-FFF2-40B4-BE49-F238E27FC236}">
                <a16:creationId xmlns:a16="http://schemas.microsoft.com/office/drawing/2014/main" id="{9F050748-F227-E9B6-3A39-BDB3E92F1FBB}"/>
              </a:ext>
            </a:extLst>
          </p:cNvPr>
          <p:cNvGraphicFramePr>
            <a:graphicFrameLocks noChangeAspect="1"/>
          </p:cNvGraphicFramePr>
          <p:nvPr>
            <p:extLst>
              <p:ext uri="{D42A27DB-BD31-4B8C-83A1-F6EECF244321}">
                <p14:modId xmlns:p14="http://schemas.microsoft.com/office/powerpoint/2010/main" val="818117068"/>
              </p:ext>
            </p:extLst>
          </p:nvPr>
        </p:nvGraphicFramePr>
        <p:xfrm>
          <a:off x="4221677" y="5964529"/>
          <a:ext cx="317500" cy="152400"/>
        </p:xfrm>
        <a:graphic>
          <a:graphicData uri="http://schemas.openxmlformats.org/presentationml/2006/ole">
            <mc:AlternateContent xmlns:mc="http://schemas.openxmlformats.org/markup-compatibility/2006">
              <mc:Choice xmlns:v="urn:schemas-microsoft-com:vml" Requires="v">
                <p:oleObj name="Equation" r:id="rId257" imgW="317160" imgH="152280" progId="Equation.DSMT4">
                  <p:embed/>
                </p:oleObj>
              </mc:Choice>
              <mc:Fallback>
                <p:oleObj name="Equation" r:id="rId257" imgW="317160" imgH="152280" progId="Equation.DSMT4">
                  <p:embed/>
                  <p:pic>
                    <p:nvPicPr>
                      <p:cNvPr id="163" name="Object 162">
                        <a:extLst>
                          <a:ext uri="{FF2B5EF4-FFF2-40B4-BE49-F238E27FC236}">
                            <a16:creationId xmlns:a16="http://schemas.microsoft.com/office/drawing/2014/main" id="{9F050748-F227-E9B6-3A39-BDB3E92F1FBB}"/>
                          </a:ext>
                        </a:extLst>
                      </p:cNvPr>
                      <p:cNvPicPr>
                        <a:picLocks noChangeAspect="1" noChangeArrowheads="1"/>
                      </p:cNvPicPr>
                      <p:nvPr/>
                    </p:nvPicPr>
                    <p:blipFill>
                      <a:blip r:embed="rId258"/>
                      <a:srcRect/>
                      <a:stretch>
                        <a:fillRect/>
                      </a:stretch>
                    </p:blipFill>
                    <p:spPr bwMode="auto">
                      <a:xfrm>
                        <a:off x="4221677" y="5964529"/>
                        <a:ext cx="317500" cy="152400"/>
                      </a:xfrm>
                      <a:prstGeom prst="rect">
                        <a:avLst/>
                      </a:prstGeom>
                      <a:solidFill>
                        <a:schemeClr val="bg1"/>
                      </a:solidFill>
                    </p:spPr>
                  </p:pic>
                </p:oleObj>
              </mc:Fallback>
            </mc:AlternateContent>
          </a:graphicData>
        </a:graphic>
      </p:graphicFrame>
      <p:graphicFrame>
        <p:nvGraphicFramePr>
          <p:cNvPr id="164" name="Object 163">
            <a:extLst>
              <a:ext uri="{FF2B5EF4-FFF2-40B4-BE49-F238E27FC236}">
                <a16:creationId xmlns:a16="http://schemas.microsoft.com/office/drawing/2014/main" id="{FDF4B0C0-4270-3D95-7C91-9C836D522A08}"/>
              </a:ext>
            </a:extLst>
          </p:cNvPr>
          <p:cNvGraphicFramePr>
            <a:graphicFrameLocks noChangeAspect="1"/>
          </p:cNvGraphicFramePr>
          <p:nvPr/>
        </p:nvGraphicFramePr>
        <p:xfrm>
          <a:off x="4792467" y="5959149"/>
          <a:ext cx="317500" cy="152400"/>
        </p:xfrm>
        <a:graphic>
          <a:graphicData uri="http://schemas.openxmlformats.org/presentationml/2006/ole">
            <mc:AlternateContent xmlns:mc="http://schemas.openxmlformats.org/markup-compatibility/2006">
              <mc:Choice xmlns:v="urn:schemas-microsoft-com:vml" Requires="v">
                <p:oleObj name="Equation" r:id="rId259" imgW="317160" imgH="152280" progId="Equation.DSMT4">
                  <p:embed/>
                </p:oleObj>
              </mc:Choice>
              <mc:Fallback>
                <p:oleObj name="Equation" r:id="rId259" imgW="317160" imgH="152280" progId="Equation.DSMT4">
                  <p:embed/>
                  <p:pic>
                    <p:nvPicPr>
                      <p:cNvPr id="164" name="Object 163">
                        <a:extLst>
                          <a:ext uri="{FF2B5EF4-FFF2-40B4-BE49-F238E27FC236}">
                            <a16:creationId xmlns:a16="http://schemas.microsoft.com/office/drawing/2014/main" id="{FDF4B0C0-4270-3D95-7C91-9C836D522A08}"/>
                          </a:ext>
                        </a:extLst>
                      </p:cNvPr>
                      <p:cNvPicPr>
                        <a:picLocks noChangeAspect="1" noChangeArrowheads="1"/>
                      </p:cNvPicPr>
                      <p:nvPr/>
                    </p:nvPicPr>
                    <p:blipFill>
                      <a:blip r:embed="rId260"/>
                      <a:srcRect/>
                      <a:stretch>
                        <a:fillRect/>
                      </a:stretch>
                    </p:blipFill>
                    <p:spPr bwMode="auto">
                      <a:xfrm>
                        <a:off x="4792467" y="5959149"/>
                        <a:ext cx="317500" cy="152400"/>
                      </a:xfrm>
                      <a:prstGeom prst="rect">
                        <a:avLst/>
                      </a:prstGeom>
                      <a:solidFill>
                        <a:schemeClr val="bg1"/>
                      </a:solidFill>
                    </p:spPr>
                  </p:pic>
                </p:oleObj>
              </mc:Fallback>
            </mc:AlternateContent>
          </a:graphicData>
        </a:graphic>
      </p:graphicFrame>
      <p:graphicFrame>
        <p:nvGraphicFramePr>
          <p:cNvPr id="165" name="Object 164">
            <a:extLst>
              <a:ext uri="{FF2B5EF4-FFF2-40B4-BE49-F238E27FC236}">
                <a16:creationId xmlns:a16="http://schemas.microsoft.com/office/drawing/2014/main" id="{E88AD3E2-43CF-A9F9-BDB5-EFA486458082}"/>
              </a:ext>
            </a:extLst>
          </p:cNvPr>
          <p:cNvGraphicFramePr>
            <a:graphicFrameLocks noChangeAspect="1"/>
          </p:cNvGraphicFramePr>
          <p:nvPr/>
        </p:nvGraphicFramePr>
        <p:xfrm>
          <a:off x="5335017" y="5968678"/>
          <a:ext cx="317500" cy="152400"/>
        </p:xfrm>
        <a:graphic>
          <a:graphicData uri="http://schemas.openxmlformats.org/presentationml/2006/ole">
            <mc:AlternateContent xmlns:mc="http://schemas.openxmlformats.org/markup-compatibility/2006">
              <mc:Choice xmlns:v="urn:schemas-microsoft-com:vml" Requires="v">
                <p:oleObj name="Equation" r:id="rId261" imgW="317160" imgH="152280" progId="Equation.DSMT4">
                  <p:embed/>
                </p:oleObj>
              </mc:Choice>
              <mc:Fallback>
                <p:oleObj name="Equation" r:id="rId261" imgW="317160" imgH="152280" progId="Equation.DSMT4">
                  <p:embed/>
                  <p:pic>
                    <p:nvPicPr>
                      <p:cNvPr id="165" name="Object 164">
                        <a:extLst>
                          <a:ext uri="{FF2B5EF4-FFF2-40B4-BE49-F238E27FC236}">
                            <a16:creationId xmlns:a16="http://schemas.microsoft.com/office/drawing/2014/main" id="{E88AD3E2-43CF-A9F9-BDB5-EFA486458082}"/>
                          </a:ext>
                        </a:extLst>
                      </p:cNvPr>
                      <p:cNvPicPr>
                        <a:picLocks noChangeAspect="1" noChangeArrowheads="1"/>
                      </p:cNvPicPr>
                      <p:nvPr/>
                    </p:nvPicPr>
                    <p:blipFill>
                      <a:blip r:embed="rId262"/>
                      <a:srcRect/>
                      <a:stretch>
                        <a:fillRect/>
                      </a:stretch>
                    </p:blipFill>
                    <p:spPr bwMode="auto">
                      <a:xfrm>
                        <a:off x="5335017" y="5968678"/>
                        <a:ext cx="317500" cy="152400"/>
                      </a:xfrm>
                      <a:prstGeom prst="rect">
                        <a:avLst/>
                      </a:prstGeom>
                      <a:solidFill>
                        <a:schemeClr val="bg1"/>
                      </a:solidFill>
                    </p:spPr>
                  </p:pic>
                </p:oleObj>
              </mc:Fallback>
            </mc:AlternateContent>
          </a:graphicData>
        </a:graphic>
      </p:graphicFrame>
      <p:graphicFrame>
        <p:nvGraphicFramePr>
          <p:cNvPr id="166" name="Object 165">
            <a:extLst>
              <a:ext uri="{FF2B5EF4-FFF2-40B4-BE49-F238E27FC236}">
                <a16:creationId xmlns:a16="http://schemas.microsoft.com/office/drawing/2014/main" id="{F69C4C22-B608-4F10-D415-8CC4C72D9E3C}"/>
              </a:ext>
            </a:extLst>
          </p:cNvPr>
          <p:cNvGraphicFramePr>
            <a:graphicFrameLocks noChangeAspect="1"/>
          </p:cNvGraphicFramePr>
          <p:nvPr/>
        </p:nvGraphicFramePr>
        <p:xfrm>
          <a:off x="5896929" y="5959149"/>
          <a:ext cx="317500" cy="152400"/>
        </p:xfrm>
        <a:graphic>
          <a:graphicData uri="http://schemas.openxmlformats.org/presentationml/2006/ole">
            <mc:AlternateContent xmlns:mc="http://schemas.openxmlformats.org/markup-compatibility/2006">
              <mc:Choice xmlns:v="urn:schemas-microsoft-com:vml" Requires="v">
                <p:oleObj name="Equation" r:id="rId263" imgW="317160" imgH="152280" progId="Equation.DSMT4">
                  <p:embed/>
                </p:oleObj>
              </mc:Choice>
              <mc:Fallback>
                <p:oleObj name="Equation" r:id="rId263" imgW="317160" imgH="152280" progId="Equation.DSMT4">
                  <p:embed/>
                  <p:pic>
                    <p:nvPicPr>
                      <p:cNvPr id="166" name="Object 165">
                        <a:extLst>
                          <a:ext uri="{FF2B5EF4-FFF2-40B4-BE49-F238E27FC236}">
                            <a16:creationId xmlns:a16="http://schemas.microsoft.com/office/drawing/2014/main" id="{F69C4C22-B608-4F10-D415-8CC4C72D9E3C}"/>
                          </a:ext>
                        </a:extLst>
                      </p:cNvPr>
                      <p:cNvPicPr>
                        <a:picLocks noChangeAspect="1" noChangeArrowheads="1"/>
                      </p:cNvPicPr>
                      <p:nvPr/>
                    </p:nvPicPr>
                    <p:blipFill>
                      <a:blip r:embed="rId264"/>
                      <a:srcRect/>
                      <a:stretch>
                        <a:fillRect/>
                      </a:stretch>
                    </p:blipFill>
                    <p:spPr bwMode="auto">
                      <a:xfrm>
                        <a:off x="5896929" y="5959149"/>
                        <a:ext cx="317500" cy="152400"/>
                      </a:xfrm>
                      <a:prstGeom prst="rect">
                        <a:avLst/>
                      </a:prstGeom>
                      <a:solidFill>
                        <a:schemeClr val="bg1"/>
                      </a:solidFill>
                    </p:spPr>
                  </p:pic>
                </p:oleObj>
              </mc:Fallback>
            </mc:AlternateContent>
          </a:graphicData>
        </a:graphic>
      </p:graphicFrame>
      <p:graphicFrame>
        <p:nvGraphicFramePr>
          <p:cNvPr id="167" name="Object 166">
            <a:extLst>
              <a:ext uri="{FF2B5EF4-FFF2-40B4-BE49-F238E27FC236}">
                <a16:creationId xmlns:a16="http://schemas.microsoft.com/office/drawing/2014/main" id="{7396861B-9089-7735-345C-60571862674A}"/>
              </a:ext>
            </a:extLst>
          </p:cNvPr>
          <p:cNvGraphicFramePr>
            <a:graphicFrameLocks noChangeAspect="1"/>
          </p:cNvGraphicFramePr>
          <p:nvPr/>
        </p:nvGraphicFramePr>
        <p:xfrm>
          <a:off x="6458675" y="5967853"/>
          <a:ext cx="317500" cy="152400"/>
        </p:xfrm>
        <a:graphic>
          <a:graphicData uri="http://schemas.openxmlformats.org/presentationml/2006/ole">
            <mc:AlternateContent xmlns:mc="http://schemas.openxmlformats.org/markup-compatibility/2006">
              <mc:Choice xmlns:v="urn:schemas-microsoft-com:vml" Requires="v">
                <p:oleObj name="Equation" r:id="rId265" imgW="317160" imgH="152280" progId="Equation.DSMT4">
                  <p:embed/>
                </p:oleObj>
              </mc:Choice>
              <mc:Fallback>
                <p:oleObj name="Equation" r:id="rId265" imgW="317160" imgH="152280" progId="Equation.DSMT4">
                  <p:embed/>
                  <p:pic>
                    <p:nvPicPr>
                      <p:cNvPr id="167" name="Object 166">
                        <a:extLst>
                          <a:ext uri="{FF2B5EF4-FFF2-40B4-BE49-F238E27FC236}">
                            <a16:creationId xmlns:a16="http://schemas.microsoft.com/office/drawing/2014/main" id="{7396861B-9089-7735-345C-60571862674A}"/>
                          </a:ext>
                        </a:extLst>
                      </p:cNvPr>
                      <p:cNvPicPr>
                        <a:picLocks noChangeAspect="1" noChangeArrowheads="1"/>
                      </p:cNvPicPr>
                      <p:nvPr/>
                    </p:nvPicPr>
                    <p:blipFill>
                      <a:blip r:embed="rId266"/>
                      <a:srcRect/>
                      <a:stretch>
                        <a:fillRect/>
                      </a:stretch>
                    </p:blipFill>
                    <p:spPr bwMode="auto">
                      <a:xfrm>
                        <a:off x="6458675" y="5967853"/>
                        <a:ext cx="317500" cy="152400"/>
                      </a:xfrm>
                      <a:prstGeom prst="rect">
                        <a:avLst/>
                      </a:prstGeom>
                      <a:solidFill>
                        <a:schemeClr val="bg1"/>
                      </a:solidFill>
                    </p:spPr>
                  </p:pic>
                </p:oleObj>
              </mc:Fallback>
            </mc:AlternateContent>
          </a:graphicData>
        </a:graphic>
      </p:graphicFrame>
      <p:pic>
        <p:nvPicPr>
          <p:cNvPr id="23" name="Picture 22" descr="An illustration of a right-skewed graph representing a chi-square distribution with 4 degrees of freedom.">
            <a:extLst>
              <a:ext uri="{FF2B5EF4-FFF2-40B4-BE49-F238E27FC236}">
                <a16:creationId xmlns:a16="http://schemas.microsoft.com/office/drawing/2014/main" id="{D235CF68-DC3B-3F25-F214-7076ADE68B77}"/>
              </a:ext>
            </a:extLst>
          </p:cNvPr>
          <p:cNvPicPr>
            <a:picLocks noChangeAspect="1"/>
          </p:cNvPicPr>
          <p:nvPr/>
        </p:nvPicPr>
        <p:blipFill rotWithShape="1">
          <a:blip r:embed="rId267"/>
          <a:srcRect l="77338" t="6777" b="76214"/>
          <a:stretch/>
        </p:blipFill>
        <p:spPr>
          <a:xfrm>
            <a:off x="6839171" y="1290592"/>
            <a:ext cx="1545993" cy="903232"/>
          </a:xfrm>
          <a:prstGeom prst="rect">
            <a:avLst/>
          </a:prstGeom>
        </p:spPr>
      </p:pic>
      <p:sp>
        <p:nvSpPr>
          <p:cNvPr id="7" name="Text Placeholder 14">
            <a:extLst>
              <a:ext uri="{FF2B5EF4-FFF2-40B4-BE49-F238E27FC236}">
                <a16:creationId xmlns:a16="http://schemas.microsoft.com/office/drawing/2014/main" id="{3AD80F09-688C-42B0-98C7-4419E2CCADDA}"/>
              </a:ext>
            </a:extLst>
          </p:cNvPr>
          <p:cNvSpPr>
            <a:spLocks noGrp="1"/>
          </p:cNvSpPr>
          <p:nvPr>
            <p:ph type="body" sz="quarter" idx="12"/>
          </p:nvPr>
        </p:nvSpPr>
        <p:spPr>
          <a:xfrm>
            <a:off x="2971558" y="6324600"/>
            <a:ext cx="3200885" cy="190500"/>
          </a:xfrm>
        </p:spPr>
        <p:txBody>
          <a:bodyPr/>
          <a:lstStyle/>
          <a:p>
            <a:r>
              <a:rPr lang="en-US" sz="1200" dirty="0">
                <a:hlinkClick r:id="rId268" action="ppaction://hlinksldjump"/>
              </a:rPr>
              <a:t>Access the text alternative for slide images.</a:t>
            </a: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66</a:t>
            </a:fld>
            <a:endParaRPr lang="en-US"/>
          </a:p>
        </p:txBody>
      </p:sp>
    </p:spTree>
    <p:extLst>
      <p:ext uri="{BB962C8B-B14F-4D97-AF65-F5344CB8AC3E}">
        <p14:creationId xmlns:p14="http://schemas.microsoft.com/office/powerpoint/2010/main" val="10034122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Example: Pizza Delivery </a:t>
            </a:r>
            <a:r>
              <a:rPr lang="en-IN" sz="1000" b="0" dirty="0"/>
              <a:t>3</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30462" y="455252"/>
            <a:ext cx="1316826" cy="452502"/>
          </a:xfrm>
        </p:spPr>
        <p:txBody>
          <a:bodyPr rIns="0"/>
          <a:lstStyle/>
          <a:p>
            <a:r>
              <a:rPr lang="en-IN" b="1" dirty="0"/>
              <a:t>L</a:t>
            </a:r>
            <a:r>
              <a:rPr lang="en-IN" sz="100" b="1" dirty="0"/>
              <a:t> </a:t>
            </a:r>
            <a:r>
              <a:rPr lang="en-IN" b="1" dirty="0"/>
              <a:t>O 8.11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5"/>
            <a:ext cx="5288355" cy="490788"/>
          </a:xfrm>
          <a:ln w="12700">
            <a:solidFill>
              <a:schemeClr val="tx1"/>
            </a:solidFill>
          </a:ln>
        </p:spPr>
        <p:txBody>
          <a:bodyPr/>
          <a:lstStyle/>
          <a:p>
            <a:r>
              <a:rPr lang="en-IN" b="1" dirty="0"/>
              <a:t>Chi-Square Tail Values for </a:t>
            </a:r>
            <a:r>
              <a:rPr lang="en-IN" b="1" i="1" dirty="0"/>
              <a:t>d.f.</a:t>
            </a:r>
            <a:r>
              <a:rPr lang="en-IN" b="1" dirty="0"/>
              <a:t> = 39:</a:t>
            </a:r>
          </a:p>
        </p:txBody>
      </p:sp>
      <p:pic>
        <p:nvPicPr>
          <p:cNvPr id="6" name="Picture 5" descr="Chi-square curve with 39 degrees of freedom. The upper and lower 0.025 tail areas are shaded. The critical values are 23.65 and 58.12.">
            <a:extLst>
              <a:ext uri="{FF2B5EF4-FFF2-40B4-BE49-F238E27FC236}">
                <a16:creationId xmlns:a16="http://schemas.microsoft.com/office/drawing/2014/main" id="{8837D584-4CF8-6804-088E-DD9D366B92BB}"/>
              </a:ext>
            </a:extLst>
          </p:cNvPr>
          <p:cNvPicPr>
            <a:picLocks noChangeAspect="1"/>
          </p:cNvPicPr>
          <p:nvPr/>
        </p:nvPicPr>
        <p:blipFill rotWithShape="1">
          <a:blip r:embed="rId2"/>
          <a:srcRect t="7307"/>
          <a:stretch/>
        </p:blipFill>
        <p:spPr>
          <a:xfrm>
            <a:off x="1058155" y="2324599"/>
            <a:ext cx="6754953" cy="3384992"/>
          </a:xfrm>
          <a:prstGeom prst="rect">
            <a:avLst/>
          </a:prstGeom>
          <a:ln w="6350">
            <a:solidFill>
              <a:schemeClr val="tx1"/>
            </a:solidFill>
          </a:ln>
        </p:spPr>
      </p:pic>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67</a:t>
            </a:fld>
            <a:endParaRPr lang="en-US"/>
          </a:p>
        </p:txBody>
      </p:sp>
    </p:spTree>
    <p:extLst>
      <p:ext uri="{BB962C8B-B14F-4D97-AF65-F5344CB8AC3E}">
        <p14:creationId xmlns:p14="http://schemas.microsoft.com/office/powerpoint/2010/main" val="41608891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44301" cy="903231"/>
          </a:xfrm>
        </p:spPr>
        <p:txBody>
          <a:bodyPr>
            <a:normAutofit/>
          </a:bodyPr>
          <a:lstStyle/>
          <a:p>
            <a:r>
              <a:rPr lang="en-IN" sz="3600" dirty="0"/>
              <a:t>Example: Pizza Delivery </a:t>
            </a:r>
            <a:r>
              <a:rPr lang="en-IN" sz="1000" b="0" dirty="0"/>
              <a:t>4</a:t>
            </a:r>
            <a:endParaRPr lang="en-IN" sz="1000" dirty="0"/>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147471" y="623222"/>
            <a:ext cx="1307258" cy="437818"/>
          </a:xfrm>
        </p:spPr>
        <p:txBody>
          <a:bodyPr rIns="0"/>
          <a:lstStyle/>
          <a:p>
            <a:r>
              <a:rPr lang="en-IN" b="1" dirty="0"/>
              <a:t>L</a:t>
            </a:r>
            <a:r>
              <a:rPr lang="en-IN" sz="100" b="1" dirty="0"/>
              <a:t> </a:t>
            </a:r>
            <a:r>
              <a:rPr lang="en-IN" b="1" dirty="0"/>
              <a:t>O 8.11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78341"/>
            <a:ext cx="8144301" cy="472616"/>
          </a:xfrm>
        </p:spPr>
        <p:txBody>
          <a:bodyPr/>
          <a:lstStyle/>
          <a:p>
            <a:pPr marL="292608" indent="-292608">
              <a:buFont typeface="Arial" panose="020B0604020202020204" pitchFamily="34" charset="0"/>
              <a:buChar char="•"/>
            </a:pPr>
            <a:r>
              <a:rPr lang="en-US" dirty="0"/>
              <a:t>The 95 percent confidence interval for the population</a:t>
            </a:r>
            <a:endParaRPr lang="en-IN" dirty="0"/>
          </a:p>
        </p:txBody>
      </p:sp>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342900" y="1826784"/>
            <a:ext cx="1610547" cy="407339"/>
          </a:xfrm>
        </p:spPr>
        <p:txBody>
          <a:bodyPr tIns="0" rIns="0"/>
          <a:lstStyle/>
          <a:p>
            <a:pPr marL="292608"/>
            <a:r>
              <a:rPr lang="en-IN" dirty="0"/>
              <a:t>variance</a:t>
            </a:r>
          </a:p>
        </p:txBody>
      </p:sp>
      <p:graphicFrame>
        <p:nvGraphicFramePr>
          <p:cNvPr id="23" name="Object 22">
            <a:extLst>
              <a:ext uri="{FF2B5EF4-FFF2-40B4-BE49-F238E27FC236}">
                <a16:creationId xmlns:a16="http://schemas.microsoft.com/office/drawing/2014/main" id="{1BE5C8D2-361A-83F4-457B-74868ED75078}"/>
              </a:ext>
            </a:extLst>
          </p:cNvPr>
          <p:cNvGraphicFramePr>
            <a:graphicFrameLocks noChangeAspect="1"/>
          </p:cNvGraphicFramePr>
          <p:nvPr>
            <p:extLst>
              <p:ext uri="{D42A27DB-BD31-4B8C-83A1-F6EECF244321}">
                <p14:modId xmlns:p14="http://schemas.microsoft.com/office/powerpoint/2010/main" val="3116860091"/>
              </p:ext>
            </p:extLst>
          </p:nvPr>
        </p:nvGraphicFramePr>
        <p:xfrm>
          <a:off x="2029805" y="1786162"/>
          <a:ext cx="377190" cy="377190"/>
        </p:xfrm>
        <a:graphic>
          <a:graphicData uri="http://schemas.openxmlformats.org/presentationml/2006/ole">
            <mc:AlternateContent xmlns:mc="http://schemas.openxmlformats.org/markup-compatibility/2006">
              <mc:Choice xmlns:v="urn:schemas-microsoft-com:vml" Requires="v">
                <p:oleObj name="Equation" r:id="rId2" imgW="342720" imgH="342720" progId="Equation.DSMT4">
                  <p:embed/>
                </p:oleObj>
              </mc:Choice>
              <mc:Fallback>
                <p:oleObj name="Equation" r:id="rId2" imgW="342720" imgH="342720" progId="Equation.DSMT4">
                  <p:embed/>
                  <p:pic>
                    <p:nvPicPr>
                      <p:cNvPr id="23" name="Object 22">
                        <a:extLst>
                          <a:ext uri="{FF2B5EF4-FFF2-40B4-BE49-F238E27FC236}">
                            <a16:creationId xmlns:a16="http://schemas.microsoft.com/office/drawing/2014/main" id="{1BE5C8D2-361A-83F4-457B-74868ED75078}"/>
                          </a:ext>
                        </a:extLst>
                      </p:cNvPr>
                      <p:cNvPicPr>
                        <a:picLocks noChangeAspect="1" noChangeArrowheads="1"/>
                      </p:cNvPicPr>
                      <p:nvPr/>
                    </p:nvPicPr>
                    <p:blipFill>
                      <a:blip r:embed="rId3"/>
                      <a:srcRect/>
                      <a:stretch>
                        <a:fillRect/>
                      </a:stretch>
                    </p:blipFill>
                    <p:spPr bwMode="auto">
                      <a:xfrm>
                        <a:off x="2029805" y="1786162"/>
                        <a:ext cx="377190" cy="377190"/>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2489190" y="1786162"/>
            <a:ext cx="512578" cy="488884"/>
          </a:xfrm>
        </p:spPr>
        <p:txBody>
          <a:bodyPr/>
          <a:lstStyle/>
          <a:p>
            <a:r>
              <a:rPr lang="en-IN" dirty="0"/>
              <a:t>is,</a:t>
            </a:r>
          </a:p>
        </p:txBody>
      </p:sp>
      <p:sp>
        <p:nvSpPr>
          <p:cNvPr id="15" name="Content Placeholder 14">
            <a:extLst>
              <a:ext uri="{FF2B5EF4-FFF2-40B4-BE49-F238E27FC236}">
                <a16:creationId xmlns:a16="http://schemas.microsoft.com/office/drawing/2014/main" id="{16664569-BF6B-4C07-8166-86091363EF05}"/>
              </a:ext>
            </a:extLst>
          </p:cNvPr>
          <p:cNvSpPr>
            <a:spLocks noGrp="1"/>
          </p:cNvSpPr>
          <p:nvPr>
            <p:ph sz="quarter" idx="21"/>
          </p:nvPr>
        </p:nvSpPr>
        <p:spPr>
          <a:xfrm>
            <a:off x="1141285" y="2533647"/>
            <a:ext cx="1905010" cy="421171"/>
          </a:xfrm>
        </p:spPr>
        <p:txBody>
          <a:bodyPr/>
          <a:lstStyle/>
          <a:p>
            <a:r>
              <a:rPr lang="en-US" sz="2200" dirty="0"/>
              <a:t>Lower bound:</a:t>
            </a:r>
          </a:p>
        </p:txBody>
      </p:sp>
      <p:graphicFrame>
        <p:nvGraphicFramePr>
          <p:cNvPr id="11" name="Object 10">
            <a:extLst>
              <a:ext uri="{FF2B5EF4-FFF2-40B4-BE49-F238E27FC236}">
                <a16:creationId xmlns:a16="http://schemas.microsoft.com/office/drawing/2014/main" id="{1C68A387-496C-4D8E-9A86-9BD344419933}"/>
              </a:ext>
            </a:extLst>
          </p:cNvPr>
          <p:cNvGraphicFramePr>
            <a:graphicFrameLocks noChangeAspect="1"/>
          </p:cNvGraphicFramePr>
          <p:nvPr>
            <p:extLst>
              <p:ext uri="{D42A27DB-BD31-4B8C-83A1-F6EECF244321}">
                <p14:modId xmlns:p14="http://schemas.microsoft.com/office/powerpoint/2010/main" val="3802525638"/>
              </p:ext>
            </p:extLst>
          </p:nvPr>
        </p:nvGraphicFramePr>
        <p:xfrm>
          <a:off x="3001768" y="2419932"/>
          <a:ext cx="3859432" cy="748166"/>
        </p:xfrm>
        <a:graphic>
          <a:graphicData uri="http://schemas.openxmlformats.org/presentationml/2006/ole">
            <mc:AlternateContent xmlns:mc="http://schemas.openxmlformats.org/markup-compatibility/2006">
              <mc:Choice xmlns:v="urn:schemas-microsoft-com:vml" Requires="v">
                <p:oleObj name="Equation" r:id="rId4" imgW="4394160" imgH="850680" progId="Equation.DSMT4">
                  <p:embed/>
                </p:oleObj>
              </mc:Choice>
              <mc:Fallback>
                <p:oleObj name="Equation" r:id="rId4" imgW="4394160" imgH="850680" progId="Equation.DSMT4">
                  <p:embed/>
                  <p:pic>
                    <p:nvPicPr>
                      <p:cNvPr id="11" name="Object 10">
                        <a:extLst>
                          <a:ext uri="{FF2B5EF4-FFF2-40B4-BE49-F238E27FC236}">
                            <a16:creationId xmlns:a16="http://schemas.microsoft.com/office/drawing/2014/main" id="{1C68A387-496C-4D8E-9A86-9BD344419933}"/>
                          </a:ext>
                        </a:extLst>
                      </p:cNvPr>
                      <p:cNvPicPr/>
                      <p:nvPr/>
                    </p:nvPicPr>
                    <p:blipFill>
                      <a:blip r:embed="rId5"/>
                      <a:stretch>
                        <a:fillRect/>
                      </a:stretch>
                    </p:blipFill>
                    <p:spPr>
                      <a:xfrm>
                        <a:off x="3001768" y="2419932"/>
                        <a:ext cx="3859432" cy="748166"/>
                      </a:xfrm>
                      <a:prstGeom prst="rect">
                        <a:avLst/>
                      </a:prstGeom>
                    </p:spPr>
                  </p:pic>
                </p:oleObj>
              </mc:Fallback>
            </mc:AlternateContent>
          </a:graphicData>
        </a:graphic>
      </p:graphicFrame>
      <p:sp>
        <p:nvSpPr>
          <p:cNvPr id="16" name="Content Placeholder 15">
            <a:extLst>
              <a:ext uri="{FF2B5EF4-FFF2-40B4-BE49-F238E27FC236}">
                <a16:creationId xmlns:a16="http://schemas.microsoft.com/office/drawing/2014/main" id="{C7EB1E38-67C1-4C8A-B4E1-40A3E52819AC}"/>
              </a:ext>
            </a:extLst>
          </p:cNvPr>
          <p:cNvSpPr>
            <a:spLocks noGrp="1"/>
          </p:cNvSpPr>
          <p:nvPr>
            <p:ph sz="quarter" idx="22"/>
          </p:nvPr>
        </p:nvSpPr>
        <p:spPr>
          <a:xfrm>
            <a:off x="1153816" y="3488280"/>
            <a:ext cx="1892479" cy="488884"/>
          </a:xfrm>
        </p:spPr>
        <p:txBody>
          <a:bodyPr/>
          <a:lstStyle/>
          <a:p>
            <a:r>
              <a:rPr lang="en-US" sz="2200" dirty="0"/>
              <a:t>Upper bound:</a:t>
            </a:r>
          </a:p>
        </p:txBody>
      </p:sp>
      <p:graphicFrame>
        <p:nvGraphicFramePr>
          <p:cNvPr id="12" name="Object 11">
            <a:extLst>
              <a:ext uri="{FF2B5EF4-FFF2-40B4-BE49-F238E27FC236}">
                <a16:creationId xmlns:a16="http://schemas.microsoft.com/office/drawing/2014/main" id="{0FE9C304-75D4-4948-9B35-0D9313943AD6}"/>
              </a:ext>
            </a:extLst>
          </p:cNvPr>
          <p:cNvGraphicFramePr>
            <a:graphicFrameLocks noChangeAspect="1"/>
          </p:cNvGraphicFramePr>
          <p:nvPr>
            <p:extLst>
              <p:ext uri="{D42A27DB-BD31-4B8C-83A1-F6EECF244321}">
                <p14:modId xmlns:p14="http://schemas.microsoft.com/office/powerpoint/2010/main" val="3664674992"/>
              </p:ext>
            </p:extLst>
          </p:nvPr>
        </p:nvGraphicFramePr>
        <p:xfrm>
          <a:off x="3069736" y="3448951"/>
          <a:ext cx="3994465" cy="737216"/>
        </p:xfrm>
        <a:graphic>
          <a:graphicData uri="http://schemas.openxmlformats.org/presentationml/2006/ole">
            <mc:AlternateContent xmlns:mc="http://schemas.openxmlformats.org/markup-compatibility/2006">
              <mc:Choice xmlns:v="urn:schemas-microsoft-com:vml" Requires="v">
                <p:oleObj name="Equation" r:id="rId6" imgW="4546440" imgH="838080" progId="Equation.DSMT4">
                  <p:embed/>
                </p:oleObj>
              </mc:Choice>
              <mc:Fallback>
                <p:oleObj name="Equation" r:id="rId6" imgW="4546440" imgH="838080" progId="Equation.DSMT4">
                  <p:embed/>
                  <p:pic>
                    <p:nvPicPr>
                      <p:cNvPr id="12" name="Object 11">
                        <a:extLst>
                          <a:ext uri="{FF2B5EF4-FFF2-40B4-BE49-F238E27FC236}">
                            <a16:creationId xmlns:a16="http://schemas.microsoft.com/office/drawing/2014/main" id="{0FE9C304-75D4-4948-9B35-0D9313943AD6}"/>
                          </a:ext>
                        </a:extLst>
                      </p:cNvPr>
                      <p:cNvPicPr/>
                      <p:nvPr/>
                    </p:nvPicPr>
                    <p:blipFill>
                      <a:blip r:embed="rId7"/>
                      <a:stretch>
                        <a:fillRect/>
                      </a:stretch>
                    </p:blipFill>
                    <p:spPr>
                      <a:xfrm>
                        <a:off x="3069736" y="3448951"/>
                        <a:ext cx="3994465" cy="737216"/>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E19096C-D19F-8700-19BA-8AD1A2E0D114}"/>
              </a:ext>
            </a:extLst>
          </p:cNvPr>
          <p:cNvSpPr>
            <a:spLocks noGrp="1"/>
          </p:cNvSpPr>
          <p:nvPr>
            <p:ph sz="quarter" idx="17"/>
          </p:nvPr>
        </p:nvSpPr>
        <p:spPr>
          <a:xfrm>
            <a:off x="342900" y="4336713"/>
            <a:ext cx="7684477" cy="469083"/>
          </a:xfrm>
        </p:spPr>
        <p:txBody>
          <a:bodyPr/>
          <a:lstStyle/>
          <a:p>
            <a:pPr marL="292608" indent="-292608">
              <a:buFont typeface="Arial" panose="020B0604020202020204" pitchFamily="34" charset="0"/>
              <a:buChar char="•"/>
            </a:pPr>
            <a:r>
              <a:rPr lang="en-US" dirty="0"/>
              <a:t>With 95 percent confidence, we believe that</a:t>
            </a:r>
            <a:endParaRPr lang="en-IN" dirty="0"/>
          </a:p>
        </p:txBody>
      </p:sp>
      <p:graphicFrame>
        <p:nvGraphicFramePr>
          <p:cNvPr id="24" name="Object 23">
            <a:extLst>
              <a:ext uri="{FF2B5EF4-FFF2-40B4-BE49-F238E27FC236}">
                <a16:creationId xmlns:a16="http://schemas.microsoft.com/office/drawing/2014/main" id="{D6B843BB-1FAB-6AEC-3C29-4D6E6D10F603}"/>
              </a:ext>
            </a:extLst>
          </p:cNvPr>
          <p:cNvGraphicFramePr>
            <a:graphicFrameLocks noChangeAspect="1"/>
          </p:cNvGraphicFramePr>
          <p:nvPr>
            <p:extLst>
              <p:ext uri="{D42A27DB-BD31-4B8C-83A1-F6EECF244321}">
                <p14:modId xmlns:p14="http://schemas.microsoft.com/office/powerpoint/2010/main" val="381560318"/>
              </p:ext>
            </p:extLst>
          </p:nvPr>
        </p:nvGraphicFramePr>
        <p:xfrm>
          <a:off x="753455" y="4846719"/>
          <a:ext cx="2552700" cy="342900"/>
        </p:xfrm>
        <a:graphic>
          <a:graphicData uri="http://schemas.openxmlformats.org/presentationml/2006/ole">
            <mc:AlternateContent xmlns:mc="http://schemas.openxmlformats.org/markup-compatibility/2006">
              <mc:Choice xmlns:v="urn:schemas-microsoft-com:vml" Requires="v">
                <p:oleObj name="Equation" r:id="rId8" imgW="2552400" imgH="342720" progId="Equation.DSMT4">
                  <p:embed/>
                </p:oleObj>
              </mc:Choice>
              <mc:Fallback>
                <p:oleObj name="Equation" r:id="rId8" imgW="2552400" imgH="342720" progId="Equation.DSMT4">
                  <p:embed/>
                  <p:pic>
                    <p:nvPicPr>
                      <p:cNvPr id="24" name="Object 23">
                        <a:extLst>
                          <a:ext uri="{FF2B5EF4-FFF2-40B4-BE49-F238E27FC236}">
                            <a16:creationId xmlns:a16="http://schemas.microsoft.com/office/drawing/2014/main" id="{D6B843BB-1FAB-6AEC-3C29-4D6E6D10F603}"/>
                          </a:ext>
                        </a:extLst>
                      </p:cNvPr>
                      <p:cNvPicPr>
                        <a:picLocks noChangeAspect="1" noChangeArrowheads="1"/>
                      </p:cNvPicPr>
                      <p:nvPr/>
                    </p:nvPicPr>
                    <p:blipFill>
                      <a:blip r:embed="rId9"/>
                      <a:srcRect/>
                      <a:stretch>
                        <a:fillRect/>
                      </a:stretch>
                    </p:blipFill>
                    <p:spPr bwMode="auto">
                      <a:xfrm>
                        <a:off x="753455" y="4846719"/>
                        <a:ext cx="2552700" cy="342900"/>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5C1C6183-1A80-AF58-2CFC-C8577D4E5918}"/>
              </a:ext>
            </a:extLst>
          </p:cNvPr>
          <p:cNvSpPr>
            <a:spLocks noGrp="1"/>
          </p:cNvSpPr>
          <p:nvPr>
            <p:ph sz="quarter" idx="18"/>
          </p:nvPr>
        </p:nvSpPr>
        <p:spPr>
          <a:xfrm>
            <a:off x="3306155" y="4809977"/>
            <a:ext cx="5276036" cy="497607"/>
          </a:xfrm>
        </p:spPr>
        <p:txBody>
          <a:bodyPr/>
          <a:lstStyle/>
          <a:p>
            <a:r>
              <a:rPr lang="en-US" dirty="0"/>
              <a:t>If you want a confidence interval for</a:t>
            </a:r>
            <a:endParaRPr lang="en-IN" dirty="0"/>
          </a:p>
        </p:txBody>
      </p:sp>
      <p:sp>
        <p:nvSpPr>
          <p:cNvPr id="9" name="Content Placeholder 8">
            <a:extLst>
              <a:ext uri="{FF2B5EF4-FFF2-40B4-BE49-F238E27FC236}">
                <a16:creationId xmlns:a16="http://schemas.microsoft.com/office/drawing/2014/main" id="{7A486F61-A50B-EC33-0D1A-6DEA654D2921}"/>
              </a:ext>
            </a:extLst>
          </p:cNvPr>
          <p:cNvSpPr>
            <a:spLocks noGrp="1"/>
          </p:cNvSpPr>
          <p:nvPr>
            <p:ph sz="quarter" idx="19"/>
          </p:nvPr>
        </p:nvSpPr>
        <p:spPr>
          <a:xfrm>
            <a:off x="342900" y="5256648"/>
            <a:ext cx="8144301" cy="384579"/>
          </a:xfrm>
        </p:spPr>
        <p:txBody>
          <a:bodyPr tIns="0"/>
          <a:lstStyle/>
          <a:p>
            <a:pPr marL="292608"/>
            <a:r>
              <a:rPr lang="en-US" dirty="0"/>
              <a:t>the standard deviation, just take the square root of the</a:t>
            </a:r>
            <a:endParaRPr lang="en-IN" dirty="0"/>
          </a:p>
        </p:txBody>
      </p:sp>
      <p:sp>
        <p:nvSpPr>
          <p:cNvPr id="10" name="Content Placeholder 9">
            <a:extLst>
              <a:ext uri="{FF2B5EF4-FFF2-40B4-BE49-F238E27FC236}">
                <a16:creationId xmlns:a16="http://schemas.microsoft.com/office/drawing/2014/main" id="{F80D6C08-5061-7748-9930-8B04E9886819}"/>
              </a:ext>
            </a:extLst>
          </p:cNvPr>
          <p:cNvSpPr>
            <a:spLocks noGrp="1"/>
          </p:cNvSpPr>
          <p:nvPr>
            <p:ph sz="quarter" idx="20"/>
          </p:nvPr>
        </p:nvSpPr>
        <p:spPr>
          <a:xfrm>
            <a:off x="342900" y="5679576"/>
            <a:ext cx="7238990" cy="383330"/>
          </a:xfrm>
        </p:spPr>
        <p:txBody>
          <a:bodyPr tIns="0"/>
          <a:lstStyle/>
          <a:p>
            <a:pPr marL="292608"/>
            <a:r>
              <a:rPr lang="en-US" dirty="0"/>
              <a:t>interval bounds. In this example, that would give</a:t>
            </a:r>
            <a:endParaRPr lang="en-IN" dirty="0"/>
          </a:p>
        </p:txBody>
      </p:sp>
      <p:graphicFrame>
        <p:nvGraphicFramePr>
          <p:cNvPr id="27" name="Object 26">
            <a:extLst>
              <a:ext uri="{FF2B5EF4-FFF2-40B4-BE49-F238E27FC236}">
                <a16:creationId xmlns:a16="http://schemas.microsoft.com/office/drawing/2014/main" id="{FC7EF632-2044-28EB-8B50-CD2E691C390B}"/>
              </a:ext>
            </a:extLst>
          </p:cNvPr>
          <p:cNvGraphicFramePr>
            <a:graphicFrameLocks noChangeAspect="1"/>
          </p:cNvGraphicFramePr>
          <p:nvPr>
            <p:extLst>
              <p:ext uri="{D42A27DB-BD31-4B8C-83A1-F6EECF244321}">
                <p14:modId xmlns:p14="http://schemas.microsoft.com/office/powerpoint/2010/main" val="2388628152"/>
              </p:ext>
            </p:extLst>
          </p:nvPr>
        </p:nvGraphicFramePr>
        <p:xfrm>
          <a:off x="753455" y="6161638"/>
          <a:ext cx="1968500" cy="279400"/>
        </p:xfrm>
        <a:graphic>
          <a:graphicData uri="http://schemas.openxmlformats.org/presentationml/2006/ole">
            <mc:AlternateContent xmlns:mc="http://schemas.openxmlformats.org/markup-compatibility/2006">
              <mc:Choice xmlns:v="urn:schemas-microsoft-com:vml" Requires="v">
                <p:oleObj name="Equation" r:id="rId10" imgW="1968480" imgH="279360" progId="Equation.DSMT4">
                  <p:embed/>
                </p:oleObj>
              </mc:Choice>
              <mc:Fallback>
                <p:oleObj name="Equation" r:id="rId10" imgW="1968480" imgH="279360" progId="Equation.DSMT4">
                  <p:embed/>
                  <p:pic>
                    <p:nvPicPr>
                      <p:cNvPr id="27" name="Object 26">
                        <a:extLst>
                          <a:ext uri="{FF2B5EF4-FFF2-40B4-BE49-F238E27FC236}">
                            <a16:creationId xmlns:a16="http://schemas.microsoft.com/office/drawing/2014/main" id="{FC7EF632-2044-28EB-8B50-CD2E691C390B}"/>
                          </a:ext>
                        </a:extLst>
                      </p:cNvPr>
                      <p:cNvPicPr>
                        <a:picLocks noChangeAspect="1" noChangeArrowheads="1"/>
                      </p:cNvPicPr>
                      <p:nvPr/>
                    </p:nvPicPr>
                    <p:blipFill>
                      <a:blip r:embed="rId11"/>
                      <a:srcRect/>
                      <a:stretch>
                        <a:fillRect/>
                      </a:stretch>
                    </p:blipFill>
                    <p:spPr bwMode="auto">
                      <a:xfrm>
                        <a:off x="753455" y="6161638"/>
                        <a:ext cx="1968500" cy="279400"/>
                      </a:xfrm>
                      <a:prstGeom prst="rect">
                        <a:avLst/>
                      </a:prstGeom>
                      <a:no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68</a:t>
            </a:fld>
            <a:endParaRPr lang="en-US"/>
          </a:p>
        </p:txBody>
      </p:sp>
    </p:spTree>
    <p:extLst>
      <p:ext uri="{BB962C8B-B14F-4D97-AF65-F5344CB8AC3E}">
        <p14:creationId xmlns:p14="http://schemas.microsoft.com/office/powerpoint/2010/main" val="16999250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Assumption of Normality</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34988" y="450725"/>
            <a:ext cx="1307773" cy="452502"/>
          </a:xfrm>
        </p:spPr>
        <p:txBody>
          <a:bodyPr rIns="0"/>
          <a:lstStyle/>
          <a:p>
            <a:r>
              <a:rPr lang="en-IN" b="1" dirty="0"/>
              <a:t>L</a:t>
            </a:r>
            <a:r>
              <a:rPr lang="en-IN" sz="100" b="1" dirty="0"/>
              <a:t> </a:t>
            </a:r>
            <a:r>
              <a:rPr lang="en-IN" b="1" dirty="0"/>
              <a:t>O 8.11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899" y="1265585"/>
            <a:ext cx="8040609" cy="3334696"/>
          </a:xfrm>
        </p:spPr>
        <p:txBody>
          <a:bodyPr/>
          <a:lstStyle/>
          <a:p>
            <a:pPr marL="292608" indent="-292608">
              <a:buFont typeface="Arial" panose="020B0604020202020204" pitchFamily="34" charset="0"/>
              <a:buChar char="•"/>
            </a:pPr>
            <a:r>
              <a:rPr lang="en-US" dirty="0"/>
              <a:t>The methods described for confidence interval estimation of the variance and standard deviation depend on the population having a normal distribution.</a:t>
            </a:r>
          </a:p>
          <a:p>
            <a:pPr marL="292608" indent="-292608">
              <a:buFont typeface="Arial" panose="020B0604020202020204" pitchFamily="34" charset="0"/>
              <a:buChar char="•"/>
            </a:pPr>
            <a:r>
              <a:rPr lang="en-US" dirty="0"/>
              <a:t>If the population does not have a normal distribution, then the confidence interval should not be considered accurate.</a:t>
            </a:r>
          </a:p>
          <a:p>
            <a:pPr marL="292608" indent="-292608">
              <a:buFont typeface="Arial" panose="020B0604020202020204" pitchFamily="34" charset="0"/>
              <a:buChar char="•"/>
            </a:pPr>
            <a:r>
              <a:rPr lang="en-US" dirty="0"/>
              <a:t>In such a case, the best alternative is to look for software that can calculate a bootstrap estimate of </a:t>
            </a:r>
            <a:endParaRPr lang="en-IN" dirty="0"/>
          </a:p>
        </p:txBody>
      </p:sp>
      <p:graphicFrame>
        <p:nvGraphicFramePr>
          <p:cNvPr id="23" name="Object 22">
            <a:extLst>
              <a:ext uri="{FF2B5EF4-FFF2-40B4-BE49-F238E27FC236}">
                <a16:creationId xmlns:a16="http://schemas.microsoft.com/office/drawing/2014/main" id="{78A4FB26-8145-6821-3FC5-79E189F2192D}"/>
              </a:ext>
            </a:extLst>
          </p:cNvPr>
          <p:cNvGraphicFramePr>
            <a:graphicFrameLocks noChangeAspect="1"/>
          </p:cNvGraphicFramePr>
          <p:nvPr/>
        </p:nvGraphicFramePr>
        <p:xfrm>
          <a:off x="7643567" y="4080950"/>
          <a:ext cx="457200" cy="368300"/>
        </p:xfrm>
        <a:graphic>
          <a:graphicData uri="http://schemas.openxmlformats.org/presentationml/2006/ole">
            <mc:AlternateContent xmlns:mc="http://schemas.openxmlformats.org/markup-compatibility/2006">
              <mc:Choice xmlns:v="urn:schemas-microsoft-com:vml" Requires="v">
                <p:oleObj name="Equation" r:id="rId2" imgW="457200" imgH="368280" progId="Equation.DSMT4">
                  <p:embed/>
                </p:oleObj>
              </mc:Choice>
              <mc:Fallback>
                <p:oleObj name="Equation" r:id="rId2" imgW="457200" imgH="368280" progId="Equation.DSMT4">
                  <p:embed/>
                  <p:pic>
                    <p:nvPicPr>
                      <p:cNvPr id="23" name="Object 22">
                        <a:extLst>
                          <a:ext uri="{FF2B5EF4-FFF2-40B4-BE49-F238E27FC236}">
                            <a16:creationId xmlns:a16="http://schemas.microsoft.com/office/drawing/2014/main" id="{78A4FB26-8145-6821-3FC5-79E189F2192D}"/>
                          </a:ext>
                        </a:extLst>
                      </p:cNvPr>
                      <p:cNvPicPr>
                        <a:picLocks noChangeAspect="1" noChangeArrowheads="1"/>
                      </p:cNvPicPr>
                      <p:nvPr/>
                    </p:nvPicPr>
                    <p:blipFill>
                      <a:blip r:embed="rId3"/>
                      <a:srcRect/>
                      <a:stretch>
                        <a:fillRect/>
                      </a:stretch>
                    </p:blipFill>
                    <p:spPr bwMode="auto">
                      <a:xfrm>
                        <a:off x="7643567" y="4080950"/>
                        <a:ext cx="457200" cy="368300"/>
                      </a:xfrm>
                      <a:prstGeom prst="rect">
                        <a:avLst/>
                      </a:prstGeom>
                      <a:noFill/>
                    </p:spPr>
                  </p:pic>
                </p:oleObj>
              </mc:Fallback>
            </mc:AlternateContent>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69</a:t>
            </a:fld>
            <a:endParaRPr lang="en-US"/>
          </a:p>
        </p:txBody>
      </p:sp>
    </p:spTree>
    <p:extLst>
      <p:ext uri="{BB962C8B-B14F-4D97-AF65-F5344CB8AC3E}">
        <p14:creationId xmlns:p14="http://schemas.microsoft.com/office/powerpoint/2010/main" val="34419024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783290"/>
            <a:ext cx="8458200" cy="903231"/>
          </a:xfrm>
        </p:spPr>
        <p:txBody>
          <a:bodyPr>
            <a:noAutofit/>
          </a:bodyPr>
          <a:lstStyle/>
          <a:p>
            <a:r>
              <a:rPr lang="en-US" dirty="0"/>
              <a:t>Chapter 8: Practice Problems</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70</a:t>
            </a:fld>
            <a:endParaRPr lang="en-US" dirty="0"/>
          </a:p>
        </p:txBody>
      </p:sp>
    </p:spTree>
    <p:extLst>
      <p:ext uri="{BB962C8B-B14F-4D97-AF65-F5344CB8AC3E}">
        <p14:creationId xmlns:p14="http://schemas.microsoft.com/office/powerpoint/2010/main" val="21220588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Question 3</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8.3</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77235" cy="5252911"/>
          </a:xfrm>
        </p:spPr>
        <p:txBody>
          <a:bodyPr/>
          <a:lstStyle/>
          <a:p>
            <a:r>
              <a:rPr lang="en-US" dirty="0"/>
              <a:t>The diameter of bushings turned out by a manufacturing process is a normally distributed random variable with a mean of 4.035 mm and a standard deviation of 0.005 ml. A sample of 25 bushings is taken once an hour.</a:t>
            </a:r>
          </a:p>
          <a:p>
            <a:pPr marL="344488" indent="-344488"/>
            <a:r>
              <a:rPr lang="en-US" dirty="0"/>
              <a:t>a. Within what interval should 95 percent of the bushing diameters fall?</a:t>
            </a:r>
          </a:p>
          <a:p>
            <a:pPr marL="344488" indent="-344488"/>
            <a:r>
              <a:rPr lang="en-US" dirty="0"/>
              <a:t>b. Within what interval should 95 percent of the sample </a:t>
            </a:r>
            <a:r>
              <a:rPr lang="en-US" i="1" dirty="0"/>
              <a:t>means</a:t>
            </a:r>
            <a:r>
              <a:rPr lang="en-US" dirty="0"/>
              <a:t> fall?</a:t>
            </a:r>
          </a:p>
          <a:p>
            <a:pPr marL="344488" indent="-344488"/>
            <a:r>
              <a:rPr lang="en-US" dirty="0"/>
              <a:t>c. What conclusion would you reach if you saw a sample mean of 4.020? A sample mean of 4.055?</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71</a:t>
            </a:fld>
            <a:endParaRPr lang="en-US"/>
          </a:p>
        </p:txBody>
      </p:sp>
    </p:spTree>
    <p:extLst>
      <p:ext uri="{BB962C8B-B14F-4D97-AF65-F5344CB8AC3E}">
        <p14:creationId xmlns:p14="http://schemas.microsoft.com/office/powerpoint/2010/main" val="27803574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Question 11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8.5</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3921281" cy="463628"/>
          </a:xfrm>
        </p:spPr>
        <p:txBody>
          <a:bodyPr/>
          <a:lstStyle/>
          <a:p>
            <a:r>
              <a:rPr lang="en-IN" dirty="0"/>
              <a:t>Use the sample information</a:t>
            </a:r>
          </a:p>
        </p:txBody>
      </p:sp>
      <p:graphicFrame>
        <p:nvGraphicFramePr>
          <p:cNvPr id="23" name="Object 22">
            <a:extLst>
              <a:ext uri="{FF2B5EF4-FFF2-40B4-BE49-F238E27FC236}">
                <a16:creationId xmlns:a16="http://schemas.microsoft.com/office/drawing/2014/main" id="{CCDCB20E-E9F1-0863-6738-8EE14057AB28}"/>
              </a:ext>
            </a:extLst>
          </p:cNvPr>
          <p:cNvGraphicFramePr>
            <a:graphicFrameLocks noChangeAspect="1"/>
          </p:cNvGraphicFramePr>
          <p:nvPr>
            <p:extLst>
              <p:ext uri="{D42A27DB-BD31-4B8C-83A1-F6EECF244321}">
                <p14:modId xmlns:p14="http://schemas.microsoft.com/office/powerpoint/2010/main" val="2516145960"/>
              </p:ext>
            </p:extLst>
          </p:nvPr>
        </p:nvGraphicFramePr>
        <p:xfrm>
          <a:off x="4264181" y="1352421"/>
          <a:ext cx="3030537" cy="350838"/>
        </p:xfrm>
        <a:graphic>
          <a:graphicData uri="http://schemas.openxmlformats.org/presentationml/2006/ole">
            <mc:AlternateContent xmlns:mc="http://schemas.openxmlformats.org/markup-compatibility/2006">
              <mc:Choice xmlns:v="urn:schemas-microsoft-com:vml" Requires="v">
                <p:oleObj name="Equation" r:id="rId2" imgW="2971800" imgH="342720" progId="Equation.DSMT4">
                  <p:embed/>
                </p:oleObj>
              </mc:Choice>
              <mc:Fallback>
                <p:oleObj name="Equation" r:id="rId2" imgW="2971800" imgH="342720" progId="Equation.DSMT4">
                  <p:embed/>
                  <p:pic>
                    <p:nvPicPr>
                      <p:cNvPr id="23" name="Object 22">
                        <a:extLst>
                          <a:ext uri="{FF2B5EF4-FFF2-40B4-BE49-F238E27FC236}">
                            <a16:creationId xmlns:a16="http://schemas.microsoft.com/office/drawing/2014/main" id="{CCDCB20E-E9F1-0863-6738-8EE14057AB28}"/>
                          </a:ext>
                        </a:extLst>
                      </p:cNvPr>
                      <p:cNvPicPr>
                        <a:picLocks noChangeAspect="1" noChangeArrowheads="1"/>
                      </p:cNvPicPr>
                      <p:nvPr/>
                    </p:nvPicPr>
                    <p:blipFill>
                      <a:blip r:embed="rId3"/>
                      <a:srcRect/>
                      <a:stretch>
                        <a:fillRect/>
                      </a:stretch>
                    </p:blipFill>
                    <p:spPr bwMode="auto">
                      <a:xfrm>
                        <a:off x="4264181" y="1352421"/>
                        <a:ext cx="3030537" cy="350838"/>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FCAAB1A6-E473-950C-5243-0400058C676B}"/>
              </a:ext>
            </a:extLst>
          </p:cNvPr>
          <p:cNvSpPr>
            <a:spLocks noGrp="1"/>
          </p:cNvSpPr>
          <p:nvPr>
            <p:ph sz="quarter" idx="15"/>
          </p:nvPr>
        </p:nvSpPr>
        <p:spPr>
          <a:xfrm>
            <a:off x="7408696" y="1306726"/>
            <a:ext cx="390430" cy="418361"/>
          </a:xfrm>
        </p:spPr>
        <p:txBody>
          <a:bodyPr lIns="0" tIns="0"/>
          <a:lstStyle/>
          <a:p>
            <a:r>
              <a:rPr lang="en-US" dirty="0"/>
              <a:t>to</a:t>
            </a:r>
            <a:endParaRPr lang="en-IN" dirty="0"/>
          </a:p>
        </p:txBody>
      </p:sp>
      <p:sp>
        <p:nvSpPr>
          <p:cNvPr id="6" name="Content Placeholder 5">
            <a:extLst>
              <a:ext uri="{FF2B5EF4-FFF2-40B4-BE49-F238E27FC236}">
                <a16:creationId xmlns:a16="http://schemas.microsoft.com/office/drawing/2014/main" id="{9E8972DF-15FC-EA0D-F54C-094F8E4871E5}"/>
              </a:ext>
            </a:extLst>
          </p:cNvPr>
          <p:cNvSpPr>
            <a:spLocks noGrp="1"/>
          </p:cNvSpPr>
          <p:nvPr>
            <p:ph sz="quarter" idx="16"/>
          </p:nvPr>
        </p:nvSpPr>
        <p:spPr>
          <a:xfrm>
            <a:off x="342899" y="1806653"/>
            <a:ext cx="8319723" cy="3257716"/>
          </a:xfrm>
        </p:spPr>
        <p:txBody>
          <a:bodyPr tIns="0"/>
          <a:lstStyle/>
          <a:p>
            <a:r>
              <a:rPr lang="en-US" dirty="0"/>
              <a:t>calculate the following confidence intervals for </a:t>
            </a:r>
            <a:r>
              <a:rPr lang="el-GR" i="1" dirty="0"/>
              <a:t>μ</a:t>
            </a:r>
            <a:r>
              <a:rPr lang="en-US" i="1" dirty="0"/>
              <a:t> </a:t>
            </a:r>
            <a:r>
              <a:rPr lang="en-US" dirty="0"/>
              <a:t>assuming the sample is from a normal population:</a:t>
            </a:r>
          </a:p>
          <a:p>
            <a:r>
              <a:rPr lang="en-US" dirty="0"/>
              <a:t>a. 90 percent confidence;</a:t>
            </a:r>
          </a:p>
          <a:p>
            <a:r>
              <a:rPr lang="en-US" dirty="0"/>
              <a:t>b. 95 percent confidence;</a:t>
            </a:r>
          </a:p>
          <a:p>
            <a:r>
              <a:rPr lang="en-US" dirty="0"/>
              <a:t>c. 99 percent confidence.</a:t>
            </a:r>
          </a:p>
          <a:p>
            <a:pPr marL="344488" indent="-344488"/>
            <a:r>
              <a:rPr lang="en-US" dirty="0"/>
              <a:t>d. Describe how the intervals change as you increase the confidence level.</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72</a:t>
            </a:fld>
            <a:endParaRPr lang="en-US"/>
          </a:p>
        </p:txBody>
      </p:sp>
    </p:spTree>
    <p:extLst>
      <p:ext uri="{BB962C8B-B14F-4D97-AF65-F5344CB8AC3E}">
        <p14:creationId xmlns:p14="http://schemas.microsoft.com/office/powerpoint/2010/main" val="6062744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Question 23</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8.6</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77235" cy="5307232"/>
          </a:xfrm>
        </p:spPr>
        <p:txBody>
          <a:bodyPr/>
          <a:lstStyle/>
          <a:p>
            <a:r>
              <a:rPr lang="en-US" dirty="0"/>
              <a:t>A sample of 21 minivan electrical warranty repairs for “loose, not attached” wires (one of several electrical failure categories the dealership mechanic can select) showed a mean repair cost of $45.66 with a standard deviation of $27.79.</a:t>
            </a:r>
          </a:p>
          <a:p>
            <a:pPr marL="371475" indent="-371475"/>
            <a:r>
              <a:rPr lang="en-US" dirty="0"/>
              <a:t>a. Construct a 95 percent confidence interval for the true mean repair cost.</a:t>
            </a:r>
          </a:p>
          <a:p>
            <a:pPr marL="398463" indent="-398463"/>
            <a:r>
              <a:rPr lang="en-US" dirty="0"/>
              <a:t>b. How could the confidence interval be made narrower?</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73</a:t>
            </a:fld>
            <a:endParaRPr lang="en-US"/>
          </a:p>
        </p:txBody>
      </p:sp>
    </p:spTree>
    <p:extLst>
      <p:ext uri="{BB962C8B-B14F-4D97-AF65-F5344CB8AC3E}">
        <p14:creationId xmlns:p14="http://schemas.microsoft.com/office/powerpoint/2010/main" val="33690602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Question 35</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8.7</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77235" cy="5307232"/>
          </a:xfrm>
        </p:spPr>
        <p:txBody>
          <a:bodyPr/>
          <a:lstStyle/>
          <a:p>
            <a:r>
              <a:rPr lang="en-US" dirty="0"/>
              <a:t>From a list of stock mutual funds, 52 funds were selected at random. Of the funds chosen, it was found that 19 required a minimum initial investment under $1,000.</a:t>
            </a:r>
          </a:p>
          <a:p>
            <a:pPr marL="371475" indent="-371475"/>
            <a:r>
              <a:rPr lang="en-US" dirty="0"/>
              <a:t>a. Construct a 90 percent confidence interval for the true proportion requiring an initial investment under $1,000.</a:t>
            </a:r>
          </a:p>
          <a:p>
            <a:r>
              <a:rPr lang="en-US" dirty="0"/>
              <a:t>b. May normality of </a:t>
            </a:r>
            <a:r>
              <a:rPr lang="en-US" i="1" dirty="0"/>
              <a:t>p</a:t>
            </a:r>
            <a:r>
              <a:rPr lang="en-US" dirty="0"/>
              <a:t> be assumed? Explain.</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74</a:t>
            </a:fld>
            <a:endParaRPr lang="en-US"/>
          </a:p>
        </p:txBody>
      </p:sp>
    </p:spTree>
    <p:extLst>
      <p:ext uri="{BB962C8B-B14F-4D97-AF65-F5344CB8AC3E}">
        <p14:creationId xmlns:p14="http://schemas.microsoft.com/office/powerpoint/2010/main" val="10341213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Question 41</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8.8</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185464" cy="5307232"/>
          </a:xfrm>
        </p:spPr>
        <p:txBody>
          <a:bodyPr/>
          <a:lstStyle/>
          <a:p>
            <a:r>
              <a:rPr lang="en-US" dirty="0"/>
              <a:t>A random survey of 500 students was conducted from a population of 2,300 students to estimate the proportion who had part-time jobs. The sample showed that 245 had part-time jobs. Calculate the 90 percent confidence interval for the true proportion of students who had part-time jobs.</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75</a:t>
            </a:fld>
            <a:endParaRPr lang="en-US"/>
          </a:p>
        </p:txBody>
      </p:sp>
    </p:spTree>
    <p:extLst>
      <p:ext uri="{BB962C8B-B14F-4D97-AF65-F5344CB8AC3E}">
        <p14:creationId xmlns:p14="http://schemas.microsoft.com/office/powerpoint/2010/main" val="8245489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Question 46</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86253" y="399459"/>
            <a:ext cx="1205243" cy="452502"/>
          </a:xfrm>
        </p:spPr>
        <p:txBody>
          <a:bodyPr rIns="0"/>
          <a:lstStyle/>
          <a:p>
            <a:r>
              <a:rPr lang="en-IN" b="1" dirty="0"/>
              <a:t>L</a:t>
            </a:r>
            <a:r>
              <a:rPr lang="en-IN" sz="100" b="1" dirty="0"/>
              <a:t> </a:t>
            </a:r>
            <a:r>
              <a:rPr lang="en-IN" b="1" dirty="0"/>
              <a:t>O 8.9</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77235" cy="5307232"/>
          </a:xfrm>
        </p:spPr>
        <p:txBody>
          <a:bodyPr/>
          <a:lstStyle/>
          <a:p>
            <a:r>
              <a:rPr lang="en-US" dirty="0"/>
              <a:t>Analysis showed that the mean arrival rate for vehicles at a certain Shell station on Friday afternoon last year was 4.5 vehicles per minute. How large a sample would be needed to estimate this year’s mean arrival rate with 98 percent confidence and an error of ±0.5?</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76</a:t>
            </a:fld>
            <a:endParaRPr lang="en-US"/>
          </a:p>
        </p:txBody>
      </p:sp>
    </p:spTree>
    <p:extLst>
      <p:ext uri="{BB962C8B-B14F-4D97-AF65-F5344CB8AC3E}">
        <p14:creationId xmlns:p14="http://schemas.microsoft.com/office/powerpoint/2010/main" val="20132140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Question 54</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25936" y="459776"/>
            <a:ext cx="1325877" cy="452502"/>
          </a:xfrm>
        </p:spPr>
        <p:txBody>
          <a:bodyPr rIns="0"/>
          <a:lstStyle/>
          <a:p>
            <a:r>
              <a:rPr lang="en-IN" b="1" dirty="0"/>
              <a:t>L</a:t>
            </a:r>
            <a:r>
              <a:rPr lang="en-IN" sz="100" b="1" dirty="0"/>
              <a:t> </a:t>
            </a:r>
            <a:r>
              <a:rPr lang="en-IN" b="1" dirty="0"/>
              <a:t>O 8.10</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77235" cy="5307232"/>
          </a:xfrm>
        </p:spPr>
        <p:txBody>
          <a:bodyPr/>
          <a:lstStyle/>
          <a:p>
            <a:r>
              <a:rPr lang="en-US" dirty="0"/>
              <a:t>How large a sample size would be needed to estimate the percentage of wireless routers in San Francisco that use data encryption, with an error of ±2 percent and 95 percent confidence?</a:t>
            </a:r>
            <a:endParaRPr lang="en-IN" dirty="0"/>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77</a:t>
            </a:fld>
            <a:endParaRPr lang="en-US"/>
          </a:p>
        </p:txBody>
      </p:sp>
    </p:spTree>
    <p:extLst>
      <p:ext uri="{BB962C8B-B14F-4D97-AF65-F5344CB8AC3E}">
        <p14:creationId xmlns:p14="http://schemas.microsoft.com/office/powerpoint/2010/main" val="27240541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Question 59</a:t>
            </a:r>
          </a:p>
        </p:txBody>
      </p:sp>
      <p:sp>
        <p:nvSpPr>
          <p:cNvPr id="3" name="Content Placeholder 2">
            <a:extLst>
              <a:ext uri="{FF2B5EF4-FFF2-40B4-BE49-F238E27FC236}">
                <a16:creationId xmlns:a16="http://schemas.microsoft.com/office/drawing/2014/main" id="{98AA4E55-2FCC-ED9C-D8F8-BAC2BEE464C5}"/>
              </a:ext>
            </a:extLst>
          </p:cNvPr>
          <p:cNvSpPr>
            <a:spLocks noGrp="1"/>
          </p:cNvSpPr>
          <p:nvPr>
            <p:ph sz="quarter" idx="11"/>
          </p:nvPr>
        </p:nvSpPr>
        <p:spPr>
          <a:xfrm rot="5400000">
            <a:off x="8225936" y="459776"/>
            <a:ext cx="1325877" cy="452502"/>
          </a:xfrm>
        </p:spPr>
        <p:txBody>
          <a:bodyPr rIns="0"/>
          <a:lstStyle/>
          <a:p>
            <a:r>
              <a:rPr lang="en-IN" b="1" dirty="0"/>
              <a:t>L</a:t>
            </a:r>
            <a:r>
              <a:rPr lang="en-IN" sz="100" b="1" dirty="0"/>
              <a:t> </a:t>
            </a:r>
            <a:r>
              <a:rPr lang="en-IN" b="1" dirty="0"/>
              <a:t>O 8.11</a:t>
            </a:r>
            <a:endParaRPr lang="en-IN"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7977235" cy="1590738"/>
          </a:xfrm>
        </p:spPr>
        <p:txBody>
          <a:bodyPr/>
          <a:lstStyle/>
          <a:p>
            <a:r>
              <a:rPr lang="en-US" dirty="0"/>
              <a:t>Find the 90 percent confidence interval for the standard deviation of gasoline mileage mpg for these 16 San Francisco commuters driving hybrid gas–electric vehicles.</a:t>
            </a:r>
            <a:endParaRPr lang="en-IN" dirty="0"/>
          </a:p>
        </p:txBody>
      </p:sp>
      <p:graphicFrame>
        <p:nvGraphicFramePr>
          <p:cNvPr id="5" name="Table 5">
            <a:extLst>
              <a:ext uri="{FF2B5EF4-FFF2-40B4-BE49-F238E27FC236}">
                <a16:creationId xmlns:a16="http://schemas.microsoft.com/office/drawing/2014/main" id="{B01FE2C2-ECA3-6BDA-3DB4-8839FD064976}"/>
              </a:ext>
            </a:extLst>
          </p:cNvPr>
          <p:cNvGraphicFramePr>
            <a:graphicFrameLocks noGrp="1"/>
          </p:cNvGraphicFramePr>
          <p:nvPr/>
        </p:nvGraphicFramePr>
        <p:xfrm>
          <a:off x="1524000" y="3691175"/>
          <a:ext cx="6096000" cy="7366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227424363"/>
                    </a:ext>
                  </a:extLst>
                </a:gridCol>
                <a:gridCol w="762000">
                  <a:extLst>
                    <a:ext uri="{9D8B030D-6E8A-4147-A177-3AD203B41FA5}">
                      <a16:colId xmlns:a16="http://schemas.microsoft.com/office/drawing/2014/main" val="837650370"/>
                    </a:ext>
                  </a:extLst>
                </a:gridCol>
                <a:gridCol w="762000">
                  <a:extLst>
                    <a:ext uri="{9D8B030D-6E8A-4147-A177-3AD203B41FA5}">
                      <a16:colId xmlns:a16="http://schemas.microsoft.com/office/drawing/2014/main" val="4253773372"/>
                    </a:ext>
                  </a:extLst>
                </a:gridCol>
                <a:gridCol w="762000">
                  <a:extLst>
                    <a:ext uri="{9D8B030D-6E8A-4147-A177-3AD203B41FA5}">
                      <a16:colId xmlns:a16="http://schemas.microsoft.com/office/drawing/2014/main" val="977272901"/>
                    </a:ext>
                  </a:extLst>
                </a:gridCol>
                <a:gridCol w="762000">
                  <a:extLst>
                    <a:ext uri="{9D8B030D-6E8A-4147-A177-3AD203B41FA5}">
                      <a16:colId xmlns:a16="http://schemas.microsoft.com/office/drawing/2014/main" val="3704899219"/>
                    </a:ext>
                  </a:extLst>
                </a:gridCol>
                <a:gridCol w="762000">
                  <a:extLst>
                    <a:ext uri="{9D8B030D-6E8A-4147-A177-3AD203B41FA5}">
                      <a16:colId xmlns:a16="http://schemas.microsoft.com/office/drawing/2014/main" val="2038245491"/>
                    </a:ext>
                  </a:extLst>
                </a:gridCol>
                <a:gridCol w="762000">
                  <a:extLst>
                    <a:ext uri="{9D8B030D-6E8A-4147-A177-3AD203B41FA5}">
                      <a16:colId xmlns:a16="http://schemas.microsoft.com/office/drawing/2014/main" val="1857729957"/>
                    </a:ext>
                  </a:extLst>
                </a:gridCol>
                <a:gridCol w="762000">
                  <a:extLst>
                    <a:ext uri="{9D8B030D-6E8A-4147-A177-3AD203B41FA5}">
                      <a16:colId xmlns:a16="http://schemas.microsoft.com/office/drawing/2014/main" val="4176637449"/>
                    </a:ext>
                  </a:extLst>
                </a:gridCol>
              </a:tblGrid>
              <a:tr h="295771">
                <a:tc>
                  <a:txBody>
                    <a:bodyPr/>
                    <a:lstStyle/>
                    <a:p>
                      <a:pPr algn="ctr"/>
                      <a:r>
                        <a:rPr lang="en-IN" dirty="0"/>
                        <a:t>38.8</a:t>
                      </a:r>
                    </a:p>
                  </a:txBody>
                  <a:tcPr/>
                </a:tc>
                <a:tc>
                  <a:txBody>
                    <a:bodyPr/>
                    <a:lstStyle/>
                    <a:p>
                      <a:pPr algn="ctr"/>
                      <a:r>
                        <a:rPr lang="en-IN" dirty="0"/>
                        <a:t>48.9</a:t>
                      </a:r>
                    </a:p>
                  </a:txBody>
                  <a:tcPr/>
                </a:tc>
                <a:tc>
                  <a:txBody>
                    <a:bodyPr/>
                    <a:lstStyle/>
                    <a:p>
                      <a:pPr algn="ctr"/>
                      <a:r>
                        <a:rPr lang="en-IN" dirty="0"/>
                        <a:t>28.5</a:t>
                      </a:r>
                    </a:p>
                  </a:txBody>
                  <a:tcPr/>
                </a:tc>
                <a:tc>
                  <a:txBody>
                    <a:bodyPr/>
                    <a:lstStyle/>
                    <a:p>
                      <a:pPr algn="ctr"/>
                      <a:r>
                        <a:rPr lang="en-IN" dirty="0"/>
                        <a:t>40.0</a:t>
                      </a:r>
                    </a:p>
                  </a:txBody>
                  <a:tcPr/>
                </a:tc>
                <a:tc>
                  <a:txBody>
                    <a:bodyPr/>
                    <a:lstStyle/>
                    <a:p>
                      <a:pPr algn="ctr"/>
                      <a:r>
                        <a:rPr lang="en-IN" dirty="0"/>
                        <a:t>38.8</a:t>
                      </a:r>
                    </a:p>
                  </a:txBody>
                  <a:tcPr/>
                </a:tc>
                <a:tc>
                  <a:txBody>
                    <a:bodyPr/>
                    <a:lstStyle/>
                    <a:p>
                      <a:pPr algn="ctr"/>
                      <a:r>
                        <a:rPr lang="en-IN" dirty="0"/>
                        <a:t>29.2</a:t>
                      </a:r>
                    </a:p>
                  </a:txBody>
                  <a:tcPr/>
                </a:tc>
                <a:tc>
                  <a:txBody>
                    <a:bodyPr/>
                    <a:lstStyle/>
                    <a:p>
                      <a:pPr algn="ctr"/>
                      <a:r>
                        <a:rPr lang="en-IN" dirty="0"/>
                        <a:t>29.1</a:t>
                      </a:r>
                    </a:p>
                  </a:txBody>
                  <a:tcPr/>
                </a:tc>
                <a:tc>
                  <a:txBody>
                    <a:bodyPr/>
                    <a:lstStyle/>
                    <a:p>
                      <a:pPr algn="ctr"/>
                      <a:r>
                        <a:rPr lang="en-IN" dirty="0"/>
                        <a:t>38.5</a:t>
                      </a:r>
                    </a:p>
                  </a:txBody>
                  <a:tcPr/>
                </a:tc>
                <a:extLst>
                  <a:ext uri="{0D108BD9-81ED-4DB2-BD59-A6C34878D82A}">
                    <a16:rowId xmlns:a16="http://schemas.microsoft.com/office/drawing/2014/main" val="188358082"/>
                  </a:ext>
                </a:extLst>
              </a:tr>
              <a:tr h="370840">
                <a:tc>
                  <a:txBody>
                    <a:bodyPr/>
                    <a:lstStyle/>
                    <a:p>
                      <a:pPr algn="ctr"/>
                      <a:r>
                        <a:rPr lang="en-IN" dirty="0"/>
                        <a:t>34.4</a:t>
                      </a:r>
                    </a:p>
                  </a:txBody>
                  <a:tcPr/>
                </a:tc>
                <a:tc>
                  <a:txBody>
                    <a:bodyPr/>
                    <a:lstStyle/>
                    <a:p>
                      <a:pPr algn="ctr"/>
                      <a:r>
                        <a:rPr lang="en-IN" dirty="0"/>
                        <a:t>46.1</a:t>
                      </a:r>
                    </a:p>
                  </a:txBody>
                  <a:tcPr/>
                </a:tc>
                <a:tc>
                  <a:txBody>
                    <a:bodyPr/>
                    <a:lstStyle/>
                    <a:p>
                      <a:pPr algn="ctr"/>
                      <a:r>
                        <a:rPr lang="en-IN" dirty="0"/>
                        <a:t>51.8</a:t>
                      </a:r>
                    </a:p>
                  </a:txBody>
                  <a:tcPr/>
                </a:tc>
                <a:tc>
                  <a:txBody>
                    <a:bodyPr/>
                    <a:lstStyle/>
                    <a:p>
                      <a:pPr algn="ctr"/>
                      <a:r>
                        <a:rPr lang="en-IN" dirty="0"/>
                        <a:t>30.7</a:t>
                      </a:r>
                    </a:p>
                  </a:txBody>
                  <a:tcPr/>
                </a:tc>
                <a:tc>
                  <a:txBody>
                    <a:bodyPr/>
                    <a:lstStyle/>
                    <a:p>
                      <a:pPr algn="ctr"/>
                      <a:r>
                        <a:rPr lang="en-IN" dirty="0"/>
                        <a:t>36.9</a:t>
                      </a:r>
                    </a:p>
                  </a:txBody>
                  <a:tcPr/>
                </a:tc>
                <a:tc>
                  <a:txBody>
                    <a:bodyPr/>
                    <a:lstStyle/>
                    <a:p>
                      <a:pPr algn="ctr"/>
                      <a:r>
                        <a:rPr lang="en-IN" dirty="0"/>
                        <a:t>25.6</a:t>
                      </a:r>
                    </a:p>
                  </a:txBody>
                  <a:tcPr/>
                </a:tc>
                <a:tc>
                  <a:txBody>
                    <a:bodyPr/>
                    <a:lstStyle/>
                    <a:p>
                      <a:pPr algn="ctr"/>
                      <a:r>
                        <a:rPr lang="en-IN" dirty="0"/>
                        <a:t>42.7</a:t>
                      </a:r>
                    </a:p>
                  </a:txBody>
                  <a:tcPr/>
                </a:tc>
                <a:tc>
                  <a:txBody>
                    <a:bodyPr/>
                    <a:lstStyle/>
                    <a:p>
                      <a:pPr algn="ctr"/>
                      <a:r>
                        <a:rPr lang="en-IN" dirty="0"/>
                        <a:t>38.3</a:t>
                      </a:r>
                    </a:p>
                  </a:txBody>
                  <a:tcPr/>
                </a:tc>
                <a:extLst>
                  <a:ext uri="{0D108BD9-81ED-4DB2-BD59-A6C34878D82A}">
                    <a16:rowId xmlns:a16="http://schemas.microsoft.com/office/drawing/2014/main" val="475266029"/>
                  </a:ext>
                </a:extLst>
              </a:tr>
            </a:tbl>
          </a:graphicData>
        </a:graphic>
      </p:graphicFrame>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78</a:t>
            </a:fld>
            <a:endParaRPr lang="en-US"/>
          </a:p>
        </p:txBody>
      </p:sp>
    </p:spTree>
    <p:extLst>
      <p:ext uri="{BB962C8B-B14F-4D97-AF65-F5344CB8AC3E}">
        <p14:creationId xmlns:p14="http://schemas.microsoft.com/office/powerpoint/2010/main" val="601427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783290"/>
            <a:ext cx="8458200" cy="903231"/>
          </a:xfrm>
        </p:spPr>
        <p:txBody>
          <a:bodyPr>
            <a:noAutofit/>
          </a:bodyPr>
          <a:lstStyle/>
          <a:p>
            <a:r>
              <a:rPr lang="en-US" dirty="0"/>
              <a:t>Chapter 8: Analytics in Action</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79</a:t>
            </a:fld>
            <a:endParaRPr lang="en-US" dirty="0"/>
          </a:p>
        </p:txBody>
      </p:sp>
    </p:spTree>
    <p:extLst>
      <p:ext uri="{BB962C8B-B14F-4D97-AF65-F5344CB8AC3E}">
        <p14:creationId xmlns:p14="http://schemas.microsoft.com/office/powerpoint/2010/main" val="2059156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A3B5-49FF-B896-C5ED-0E424F524AAF}"/>
              </a:ext>
            </a:extLst>
          </p:cNvPr>
          <p:cNvSpPr>
            <a:spLocks noGrp="1"/>
          </p:cNvSpPr>
          <p:nvPr>
            <p:ph type="title"/>
          </p:nvPr>
        </p:nvSpPr>
        <p:spPr>
          <a:xfrm>
            <a:off x="342900" y="192490"/>
            <a:ext cx="8185464" cy="903231"/>
          </a:xfrm>
        </p:spPr>
        <p:txBody>
          <a:bodyPr>
            <a:normAutofit/>
          </a:bodyPr>
          <a:lstStyle/>
          <a:p>
            <a:r>
              <a:rPr lang="en-IN" sz="3600" dirty="0"/>
              <a:t>Analytics in Action</a:t>
            </a:r>
            <a:endParaRPr lang="en-IN" sz="3600" b="0" dirty="0"/>
          </a:p>
        </p:txBody>
      </p:sp>
      <p:sp>
        <p:nvSpPr>
          <p:cNvPr id="4" name="Content Placeholder 3">
            <a:extLst>
              <a:ext uri="{FF2B5EF4-FFF2-40B4-BE49-F238E27FC236}">
                <a16:creationId xmlns:a16="http://schemas.microsoft.com/office/drawing/2014/main" id="{12DC5162-9DE7-455A-77FB-2BDABA025404}"/>
              </a:ext>
            </a:extLst>
          </p:cNvPr>
          <p:cNvSpPr>
            <a:spLocks noGrp="1"/>
          </p:cNvSpPr>
          <p:nvPr>
            <p:ph sz="quarter" idx="14"/>
          </p:nvPr>
        </p:nvSpPr>
        <p:spPr>
          <a:xfrm>
            <a:off x="342900" y="1265584"/>
            <a:ext cx="8478371" cy="5260476"/>
          </a:xfrm>
        </p:spPr>
        <p:txBody>
          <a:bodyPr/>
          <a:lstStyle/>
          <a:p>
            <a:pPr>
              <a:spcBef>
                <a:spcPts val="600"/>
              </a:spcBef>
            </a:pPr>
            <a:r>
              <a:rPr lang="en-US" sz="1800" b="1" dirty="0">
                <a:solidFill>
                  <a:schemeClr val="tx1"/>
                </a:solidFill>
              </a:rPr>
              <a:t>Margin of Error in the Era of Big Data:</a:t>
            </a:r>
          </a:p>
          <a:p>
            <a:pPr>
              <a:spcBef>
                <a:spcPts val="600"/>
              </a:spcBef>
            </a:pPr>
            <a:r>
              <a:rPr lang="en-US" sz="1800" dirty="0">
                <a:solidFill>
                  <a:schemeClr val="tx1"/>
                </a:solidFill>
              </a:rPr>
              <a:t>We want estimates of parameters from sample data to be both unbiased and efficient (see Figures 8.4 and 8.5). We expect big data to lead to more efficient estimates because sampling error decreases as the sample size increases. In the era of big data, the margin of error around an estimate of a population parameter can be very small, which means the estimates can be very precise. But if you recall from Chapter 2, sampling error is not the only type of error in sampling.</a:t>
            </a:r>
          </a:p>
          <a:p>
            <a:pPr indent="176213">
              <a:spcBef>
                <a:spcPts val="600"/>
              </a:spcBef>
            </a:pPr>
            <a:r>
              <a:rPr lang="en-US" sz="1800" i="1" dirty="0">
                <a:solidFill>
                  <a:schemeClr val="tx1"/>
                </a:solidFill>
              </a:rPr>
              <a:t>Quality</a:t>
            </a:r>
            <a:r>
              <a:rPr lang="en-US" sz="1800" dirty="0">
                <a:solidFill>
                  <a:schemeClr val="tx1"/>
                </a:solidFill>
              </a:rPr>
              <a:t> of data is as important as </a:t>
            </a:r>
            <a:r>
              <a:rPr lang="en-US" sz="1800" i="1" dirty="0">
                <a:solidFill>
                  <a:schemeClr val="tx1"/>
                </a:solidFill>
              </a:rPr>
              <a:t>quantity</a:t>
            </a:r>
            <a:r>
              <a:rPr lang="en-US" sz="1800" dirty="0">
                <a:solidFill>
                  <a:schemeClr val="tx1"/>
                </a:solidFill>
              </a:rPr>
              <a:t> of data. Selection bias, response error, and interviewer error are not a function of sample size. When large amounts of non-random data are collected, bias can be systemic, and conclusions from big data can be misleading. Precise estimates with small margins of error cannot correct for systemic bias.</a:t>
            </a:r>
          </a:p>
          <a:p>
            <a:pPr>
              <a:spcBef>
                <a:spcPts val="600"/>
              </a:spcBef>
            </a:pPr>
            <a:r>
              <a:rPr lang="en-US" sz="1800" dirty="0">
                <a:solidFill>
                  <a:schemeClr val="tx1"/>
                </a:solidFill>
              </a:rPr>
              <a:t>For example, data and statistics collected by police departments are dependent on where police are deployed. Crimes committed in neighborhoods without a consistent police presence might not be tracked as closely or be included in crime statistics data sets. Witness accounts may reflect ethnic or racial bias. Such factors may lead to poor quality data and biased conclusions about crime despite precise estimates.</a:t>
            </a:r>
            <a:endParaRPr lang="en-IN" sz="1800" dirty="0">
              <a:solidFill>
                <a:schemeClr val="tx1"/>
              </a:solidFill>
            </a:endParaRPr>
          </a:p>
        </p:txBody>
      </p:sp>
      <p:sp>
        <p:nvSpPr>
          <p:cNvPr id="17" name="Slide Number Placeholder 16">
            <a:extLst>
              <a:ext uri="{FF2B5EF4-FFF2-40B4-BE49-F238E27FC236}">
                <a16:creationId xmlns:a16="http://schemas.microsoft.com/office/drawing/2014/main" id="{8A5C14AF-4FDB-5162-2F53-EDCD37A2027E}"/>
              </a:ext>
            </a:extLst>
          </p:cNvPr>
          <p:cNvSpPr>
            <a:spLocks noGrp="1"/>
          </p:cNvSpPr>
          <p:nvPr>
            <p:ph type="sldNum" sz="quarter" idx="10"/>
          </p:nvPr>
        </p:nvSpPr>
        <p:spPr/>
        <p:txBody>
          <a:bodyPr/>
          <a:lstStyle/>
          <a:p>
            <a:fld id="{68151E55-6873-49E2-B8D5-2F265E6F1973}" type="slidenum">
              <a:rPr lang="en-US" smtClean="0"/>
              <a:t>80</a:t>
            </a:fld>
            <a:endParaRPr lang="en-US"/>
          </a:p>
        </p:txBody>
      </p:sp>
    </p:spTree>
    <p:extLst>
      <p:ext uri="{BB962C8B-B14F-4D97-AF65-F5344CB8AC3E}">
        <p14:creationId xmlns:p14="http://schemas.microsoft.com/office/powerpoint/2010/main" val="3672166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29415121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Accessibility Content: Text Alternatives for Images</a:t>
            </a:r>
            <a:endParaRPr lang="en-IN" dirty="0"/>
          </a:p>
        </p:txBody>
      </p:sp>
      <p:sp>
        <p:nvSpPr>
          <p:cNvPr id="5" name="Slide Number Placeholder 6"/>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82</a:t>
            </a:fld>
            <a:endParaRPr lang="en-US" sz="800"/>
          </a:p>
        </p:txBody>
      </p:sp>
    </p:spTree>
    <p:extLst>
      <p:ext uri="{BB962C8B-B14F-4D97-AF65-F5344CB8AC3E}">
        <p14:creationId xmlns:p14="http://schemas.microsoft.com/office/powerpoint/2010/main" val="17092097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Sampling and Estimation </a:t>
            </a:r>
            <a:r>
              <a:rPr lang="en-US" sz="1000" b="0" dirty="0">
                <a:ea typeface="Nanum Brush Script" panose="020B0503020000020004" pitchFamily="2" charset="-127"/>
              </a:rPr>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a:xfrm>
            <a:off x="342900" y="1371601"/>
            <a:ext cx="8639352" cy="4876800"/>
          </a:xfrm>
        </p:spPr>
        <p:txBody>
          <a:bodyPr>
            <a:normAutofit/>
          </a:bodyPr>
          <a:lstStyle/>
          <a:p>
            <a:r>
              <a:rPr lang="en-US" sz="2200" b="0" i="0" u="none" strike="noStrike" dirty="0">
                <a:solidFill>
                  <a:srgbClr val="000000"/>
                </a:solidFill>
                <a:effectLst/>
              </a:rPr>
              <a:t>A histogram. The horizontal axis ranges from 300 to 800 in increments of 100. The histogram is symmetric. The minimum value is 220 and the maximum value is 780. The mean value is 520. The population parameters are </a:t>
            </a:r>
            <a:r>
              <a:rPr lang="en-US" sz="2200" b="0" u="none" strike="noStrike" dirty="0">
                <a:solidFill>
                  <a:srgbClr val="000000"/>
                </a:solidFill>
                <a:effectLst/>
              </a:rPr>
              <a:t>mu</a:t>
            </a:r>
            <a:r>
              <a:rPr lang="en-US" sz="2200" b="0" i="0" u="none" strike="noStrike" dirty="0">
                <a:solidFill>
                  <a:srgbClr val="000000"/>
                </a:solidFill>
                <a:effectLst/>
              </a:rPr>
              <a:t> = 520.78 and </a:t>
            </a:r>
            <a:r>
              <a:rPr lang="en-US" sz="2200" b="0" u="none" strike="noStrike" dirty="0">
                <a:solidFill>
                  <a:srgbClr val="000000"/>
                </a:solidFill>
                <a:effectLst/>
              </a:rPr>
              <a:t>sigma</a:t>
            </a:r>
            <a:r>
              <a:rPr lang="en-US" sz="2200" b="0" i="0" u="none" strike="noStrike" dirty="0">
                <a:solidFill>
                  <a:srgbClr val="000000"/>
                </a:solidFill>
                <a:effectLst/>
              </a:rPr>
              <a:t> = 86.80.</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83</a:t>
            </a:fld>
            <a:endParaRPr lang="en-US" sz="800"/>
          </a:p>
        </p:txBody>
      </p:sp>
    </p:spTree>
    <p:extLst>
      <p:ext uri="{BB962C8B-B14F-4D97-AF65-F5344CB8AC3E}">
        <p14:creationId xmlns:p14="http://schemas.microsoft.com/office/powerpoint/2010/main" val="13288357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Sampling and Estimation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a:xfrm>
            <a:off x="342900" y="1371601"/>
            <a:ext cx="8283512" cy="4876800"/>
          </a:xfrm>
        </p:spPr>
        <p:txBody>
          <a:bodyPr>
            <a:normAutofit/>
          </a:bodyPr>
          <a:lstStyle/>
          <a:p>
            <a:r>
              <a:rPr lang="en-US" sz="2200" b="0" i="0" u="none" strike="noStrike" dirty="0">
                <a:solidFill>
                  <a:srgbClr val="000000"/>
                </a:solidFill>
                <a:effectLst/>
              </a:rPr>
              <a:t>The horizontal axis ranges from 200 to 800 in increments of 100. 4 dots are plotted for each of the 8 samples. Most of the dots are concentrated between 420 and 700. A vertical dashed line is at </a:t>
            </a:r>
            <a:r>
              <a:rPr lang="en-US" sz="2200" b="0" u="none" strike="noStrike" dirty="0">
                <a:solidFill>
                  <a:srgbClr val="000000"/>
                </a:solidFill>
                <a:effectLst/>
              </a:rPr>
              <a:t>mu</a:t>
            </a:r>
            <a:r>
              <a:rPr lang="en-US" sz="2200" b="0" i="0" u="none" strike="noStrike" dirty="0">
                <a:solidFill>
                  <a:srgbClr val="000000"/>
                </a:solidFill>
                <a:effectLst/>
              </a:rPr>
              <a:t> = 520.78.</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84</a:t>
            </a:fld>
            <a:endParaRPr lang="en-US" sz="800"/>
          </a:p>
        </p:txBody>
      </p:sp>
    </p:spTree>
    <p:extLst>
      <p:ext uri="{BB962C8B-B14F-4D97-AF65-F5344CB8AC3E}">
        <p14:creationId xmlns:p14="http://schemas.microsoft.com/office/powerpoint/2010/main" val="32298941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Estimators </a:t>
            </a:r>
            <a:r>
              <a:rPr lang="en-US" sz="1000" b="0" dirty="0">
                <a:ea typeface="Nanum Brush Script" panose="020B0503020000020004" pitchFamily="2" charset="-127"/>
              </a:rPr>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The sample estimators estimate the sample of </a:t>
            </a:r>
            <a:r>
              <a:rPr lang="en-US" sz="2200" b="0" i="1" u="none" strike="noStrike" dirty="0">
                <a:solidFill>
                  <a:srgbClr val="000000"/>
                </a:solidFill>
                <a:effectLst/>
              </a:rPr>
              <a:t>n</a:t>
            </a:r>
            <a:r>
              <a:rPr lang="en-US" sz="2200" b="0" i="0" u="none" strike="noStrike" dirty="0">
                <a:solidFill>
                  <a:srgbClr val="000000"/>
                </a:solidFill>
                <a:effectLst/>
              </a:rPr>
              <a:t> items from the population parameters. The population parameters are represented by </a:t>
            </a:r>
            <a:r>
              <a:rPr lang="en-US" sz="2200" b="0" u="none" strike="noStrike" dirty="0">
                <a:solidFill>
                  <a:srgbClr val="000000"/>
                </a:solidFill>
                <a:effectLst/>
              </a:rPr>
              <a:t>mu</a:t>
            </a:r>
            <a:r>
              <a:rPr lang="en-US" sz="2200" b="0" i="0" u="none" strike="noStrike" dirty="0">
                <a:solidFill>
                  <a:srgbClr val="000000"/>
                </a:solidFill>
                <a:effectLst/>
              </a:rPr>
              <a:t>, </a:t>
            </a:r>
            <a:r>
              <a:rPr lang="en-US" sz="2200" b="0" u="none" strike="noStrike" dirty="0">
                <a:solidFill>
                  <a:srgbClr val="000000"/>
                </a:solidFill>
                <a:effectLst/>
              </a:rPr>
              <a:t>sigma</a:t>
            </a:r>
            <a:r>
              <a:rPr lang="en-US" sz="2200" b="0" i="0" u="none" strike="noStrike" dirty="0">
                <a:solidFill>
                  <a:srgbClr val="000000"/>
                </a:solidFill>
                <a:effectLst/>
              </a:rPr>
              <a:t>, and </a:t>
            </a:r>
            <a:r>
              <a:rPr lang="en-US" sz="2200" b="0" u="none" strike="noStrike" dirty="0">
                <a:solidFill>
                  <a:srgbClr val="000000"/>
                </a:solidFill>
                <a:effectLst/>
              </a:rPr>
              <a:t>pi</a:t>
            </a:r>
            <a:r>
              <a:rPr lang="en-US" sz="2200" b="0" i="0" u="none" strike="noStrike" dirty="0">
                <a:solidFill>
                  <a:srgbClr val="000000"/>
                </a:solidFill>
                <a:effectLst/>
              </a:rPr>
              <a:t>. The parameters of the sample estimators are </a:t>
            </a:r>
            <a:r>
              <a:rPr lang="en-US" sz="2200" b="0" i="1" u="none" strike="noStrike" dirty="0">
                <a:solidFill>
                  <a:srgbClr val="000000"/>
                </a:solidFill>
                <a:effectLst/>
              </a:rPr>
              <a:t>x</a:t>
            </a:r>
            <a:r>
              <a:rPr lang="en-US" sz="2200" b="0" i="0" u="none" strike="noStrike" dirty="0">
                <a:solidFill>
                  <a:srgbClr val="000000"/>
                </a:solidFill>
                <a:effectLst/>
              </a:rPr>
              <a:t> bar, </a:t>
            </a:r>
            <a:r>
              <a:rPr lang="en-US" sz="2200" b="0" i="1" u="none" strike="noStrike" dirty="0">
                <a:solidFill>
                  <a:srgbClr val="000000"/>
                </a:solidFill>
                <a:effectLst/>
              </a:rPr>
              <a:t>s</a:t>
            </a:r>
            <a:r>
              <a:rPr lang="en-US" sz="2200" b="0" i="0" u="none" strike="noStrike" dirty="0">
                <a:solidFill>
                  <a:srgbClr val="000000"/>
                </a:solidFill>
                <a:effectLst/>
              </a:rPr>
              <a:t>, and </a:t>
            </a:r>
            <a:r>
              <a:rPr lang="en-US" sz="2200" b="0" i="1" u="none" strike="noStrike" dirty="0">
                <a:solidFill>
                  <a:srgbClr val="000000"/>
                </a:solidFill>
                <a:effectLst/>
              </a:rPr>
              <a:t>p</a:t>
            </a:r>
            <a:r>
              <a:rPr lang="en-US" sz="2200" b="0" i="0" u="none" strike="noStrike" dirty="0">
                <a:solidFill>
                  <a:srgbClr val="000000"/>
                </a:solidFill>
                <a:effectLst/>
              </a:rPr>
              <a:t>.</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85</a:t>
            </a:fld>
            <a:endParaRPr lang="en-US" sz="800"/>
          </a:p>
        </p:txBody>
      </p:sp>
    </p:spTree>
    <p:extLst>
      <p:ext uri="{BB962C8B-B14F-4D97-AF65-F5344CB8AC3E}">
        <p14:creationId xmlns:p14="http://schemas.microsoft.com/office/powerpoint/2010/main" val="15870759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Properties of Estimators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2 Images of a dart board showing an unbiased estimator where the darts hit bull's-eye and a biased estimator where the darts tend to miss bull's-eye.</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86</a:t>
            </a:fld>
            <a:endParaRPr lang="en-US" sz="800"/>
          </a:p>
        </p:txBody>
      </p:sp>
    </p:spTree>
    <p:extLst>
      <p:ext uri="{BB962C8B-B14F-4D97-AF65-F5344CB8AC3E}">
        <p14:creationId xmlns:p14="http://schemas.microsoft.com/office/powerpoint/2010/main" val="14779516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Efficiency </a:t>
            </a:r>
            <a:r>
              <a:rPr lang="en-US" sz="1000" b="0" dirty="0">
                <a:ea typeface="Nanum Brush Script" panose="020B0503020000020004" pitchFamily="2" charset="-127"/>
              </a:rPr>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The dart board illustration shows a more efficient estimator where the darts consistently hit bull's-eye and a less efficient estimator where the darts center around bull's-eye, but are spread out.</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87</a:t>
            </a:fld>
            <a:endParaRPr lang="en-US" sz="800"/>
          </a:p>
        </p:txBody>
      </p:sp>
    </p:spTree>
    <p:extLst>
      <p:ext uri="{BB962C8B-B14F-4D97-AF65-F5344CB8AC3E}">
        <p14:creationId xmlns:p14="http://schemas.microsoft.com/office/powerpoint/2010/main" val="8958208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42900" y="207096"/>
            <a:ext cx="8458200" cy="803682"/>
          </a:xfrm>
        </p:spPr>
        <p:txBody>
          <a:bodyPr>
            <a:noAutofit/>
          </a:bodyPr>
          <a:lstStyle/>
          <a:p>
            <a:r>
              <a:rPr lang="en-US" sz="3000" dirty="0">
                <a:ea typeface="Nanum Brush Script" panose="020B0503020000020004" pitchFamily="2" charset="-127"/>
              </a:rPr>
              <a:t>Standard Error of the Mean </a:t>
            </a:r>
            <a:r>
              <a:rPr lang="en-US" sz="1000" b="0" dirty="0">
                <a:ea typeface="Nanum Brush Script" panose="020B0503020000020004" pitchFamily="2" charset="-127"/>
              </a:rPr>
              <a:t>3</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Normal population. </a:t>
            </a:r>
            <a:r>
              <a:rPr lang="en-US" sz="2200" b="0" i="1" u="none" strike="noStrike" dirty="0">
                <a:solidFill>
                  <a:srgbClr val="000000"/>
                </a:solidFill>
                <a:effectLst/>
              </a:rPr>
              <a:t>X</a:t>
            </a:r>
            <a:r>
              <a:rPr lang="en-US" sz="2200" b="0" i="0" u="none" strike="noStrike" dirty="0">
                <a:solidFill>
                  <a:srgbClr val="000000"/>
                </a:solidFill>
                <a:effectLst/>
              </a:rPr>
              <a:t> is approximately </a:t>
            </a:r>
            <a:r>
              <a:rPr lang="en-US" sz="2200" b="0" i="1" u="none" strike="noStrike" dirty="0">
                <a:solidFill>
                  <a:srgbClr val="000000"/>
                </a:solidFill>
                <a:effectLst/>
              </a:rPr>
              <a:t>N</a:t>
            </a:r>
            <a:r>
              <a:rPr lang="en-US" sz="2200" b="0" i="0" u="none" strike="noStrike" dirty="0">
                <a:solidFill>
                  <a:srgbClr val="000000"/>
                </a:solidFill>
                <a:effectLst/>
              </a:rPr>
              <a:t> (</a:t>
            </a:r>
            <a:r>
              <a:rPr lang="en-US" sz="2200" b="0" u="none" strike="noStrike" dirty="0">
                <a:solidFill>
                  <a:srgbClr val="000000"/>
                </a:solidFill>
                <a:effectLst/>
              </a:rPr>
              <a:t>mu</a:t>
            </a:r>
            <a:r>
              <a:rPr lang="en-US" sz="2200" b="0" i="0" u="none" strike="noStrike" dirty="0">
                <a:solidFill>
                  <a:srgbClr val="000000"/>
                </a:solidFill>
                <a:effectLst/>
              </a:rPr>
              <a:t>, </a:t>
            </a:r>
            <a:r>
              <a:rPr lang="en-US" sz="2200" b="0" u="none" strike="noStrike" dirty="0">
                <a:solidFill>
                  <a:srgbClr val="000000"/>
                </a:solidFill>
                <a:effectLst/>
              </a:rPr>
              <a:t>sigma</a:t>
            </a:r>
            <a:r>
              <a:rPr lang="en-US" sz="2200" b="0" i="0" u="none" strike="noStrike" dirty="0">
                <a:solidFill>
                  <a:srgbClr val="000000"/>
                </a:solidFill>
                <a:effectLst/>
              </a:rPr>
              <a:t>). Normal curve with mean </a:t>
            </a:r>
            <a:r>
              <a:rPr lang="en-US" sz="2200" b="0" u="none" strike="noStrike" dirty="0">
                <a:solidFill>
                  <a:srgbClr val="000000"/>
                </a:solidFill>
                <a:effectLst/>
              </a:rPr>
              <a:t>mu</a:t>
            </a:r>
            <a:r>
              <a:rPr lang="en-US" sz="2200" b="0" i="0" u="none" strike="noStrike" dirty="0">
                <a:solidFill>
                  <a:srgbClr val="000000"/>
                </a:solidFill>
                <a:effectLst/>
              </a:rPr>
              <a:t> and standard deviation </a:t>
            </a:r>
            <a:r>
              <a:rPr lang="en-US" sz="2200" b="0" u="none" strike="noStrike" dirty="0">
                <a:solidFill>
                  <a:srgbClr val="000000"/>
                </a:solidFill>
                <a:effectLst/>
              </a:rPr>
              <a:t>sigma</a:t>
            </a:r>
            <a:r>
              <a:rPr lang="en-US" sz="2200" b="0" i="0" u="none" strike="noStrike" dirty="0">
                <a:solidFill>
                  <a:srgbClr val="000000"/>
                </a:solidFill>
                <a:effectLst/>
              </a:rPr>
              <a:t> is wide and not tall. Sample Mean. </a:t>
            </a:r>
            <a:r>
              <a:rPr lang="en-US" sz="2200" b="0" i="1" u="none" strike="noStrike" dirty="0">
                <a:solidFill>
                  <a:srgbClr val="000000"/>
                </a:solidFill>
                <a:effectLst/>
              </a:rPr>
              <a:t>X</a:t>
            </a:r>
            <a:r>
              <a:rPr lang="en-US" sz="2200" b="0" i="0" u="none" strike="noStrike" dirty="0">
                <a:solidFill>
                  <a:srgbClr val="000000"/>
                </a:solidFill>
                <a:effectLst/>
              </a:rPr>
              <a:t> is approximately </a:t>
            </a:r>
            <a:r>
              <a:rPr lang="en-US" sz="2200" b="0" i="1" u="none" strike="noStrike" dirty="0">
                <a:solidFill>
                  <a:srgbClr val="000000"/>
                </a:solidFill>
                <a:effectLst/>
              </a:rPr>
              <a:t>N</a:t>
            </a:r>
            <a:r>
              <a:rPr lang="en-US" sz="2200" b="0" i="0" u="none" strike="noStrike" dirty="0">
                <a:solidFill>
                  <a:srgbClr val="000000"/>
                </a:solidFill>
                <a:effectLst/>
              </a:rPr>
              <a:t> (</a:t>
            </a:r>
            <a:r>
              <a:rPr lang="en-US" sz="2200" b="0" u="none" strike="noStrike" dirty="0">
                <a:solidFill>
                  <a:srgbClr val="000000"/>
                </a:solidFill>
                <a:effectLst/>
              </a:rPr>
              <a:t>mu</a:t>
            </a:r>
            <a:r>
              <a:rPr lang="en-US" sz="2200" b="0" i="0" u="none" strike="noStrike" dirty="0">
                <a:solidFill>
                  <a:srgbClr val="000000"/>
                </a:solidFill>
                <a:effectLst/>
              </a:rPr>
              <a:t>, </a:t>
            </a:r>
            <a:r>
              <a:rPr lang="en-US" sz="2200" b="0" u="none" strike="noStrike" dirty="0">
                <a:solidFill>
                  <a:srgbClr val="000000"/>
                </a:solidFill>
                <a:effectLst/>
              </a:rPr>
              <a:t>sigma</a:t>
            </a:r>
            <a:r>
              <a:rPr lang="en-US" sz="2200" b="0" i="0" u="none" strike="noStrike" dirty="0">
                <a:solidFill>
                  <a:srgbClr val="000000"/>
                </a:solidFill>
                <a:effectLst/>
              </a:rPr>
              <a:t> over square root of </a:t>
            </a:r>
            <a:r>
              <a:rPr lang="en-US" sz="2200" b="0" i="1" u="none" strike="noStrike" dirty="0">
                <a:solidFill>
                  <a:srgbClr val="000000"/>
                </a:solidFill>
                <a:effectLst/>
              </a:rPr>
              <a:t>n</a:t>
            </a:r>
            <a:r>
              <a:rPr lang="en-US" sz="2200" b="0" i="0" u="none" strike="noStrike" dirty="0">
                <a:solidFill>
                  <a:srgbClr val="000000"/>
                </a:solidFill>
                <a:effectLst/>
              </a:rPr>
              <a:t>). The normal curve of the sample means is tall and narrow.</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88</a:t>
            </a:fld>
            <a:endParaRPr lang="en-US" sz="800"/>
          </a:p>
        </p:txBody>
      </p:sp>
    </p:spTree>
    <p:extLst>
      <p:ext uri="{BB962C8B-B14F-4D97-AF65-F5344CB8AC3E}">
        <p14:creationId xmlns:p14="http://schemas.microsoft.com/office/powerpoint/2010/main" val="1324781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Central Limit Theorem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Despite the shape of the population such as Normal population, Uniform population, Triangular population, and Skewed population, the sampling distribution of the </a:t>
            </a:r>
            <a:r>
              <a:rPr lang="en-US" sz="2200" b="0" i="1" u="none" strike="noStrike" dirty="0">
                <a:solidFill>
                  <a:srgbClr val="000000"/>
                </a:solidFill>
                <a:effectLst/>
              </a:rPr>
              <a:t>x</a:t>
            </a:r>
            <a:r>
              <a:rPr lang="en-US" sz="2200" b="0" i="0" u="none" strike="noStrike" dirty="0">
                <a:solidFill>
                  <a:srgbClr val="000000"/>
                </a:solidFill>
                <a:effectLst/>
              </a:rPr>
              <a:t>-bar will become bell-shaped and have a smaller variance.</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89</a:t>
            </a:fld>
            <a:endParaRPr lang="en-US" sz="800"/>
          </a:p>
        </p:txBody>
      </p:sp>
    </p:spTree>
    <p:extLst>
      <p:ext uri="{BB962C8B-B14F-4D97-AF65-F5344CB8AC3E}">
        <p14:creationId xmlns:p14="http://schemas.microsoft.com/office/powerpoint/2010/main" val="9160243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Central Limit Theorem </a:t>
            </a:r>
            <a:r>
              <a:rPr lang="en-US" sz="1000" b="0" dirty="0">
                <a:ea typeface="Nanum Brush Script" panose="020B0503020000020004" pitchFamily="2" charset="-127"/>
              </a:rPr>
              <a:t>3</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This illustration shows uniform and skewed right populations. Four sampling distributions are shown below with samples of size </a:t>
            </a:r>
            <a:r>
              <a:rPr lang="en-US" sz="2200" b="0" i="1" u="none" strike="noStrike" dirty="0">
                <a:solidFill>
                  <a:srgbClr val="000000"/>
                </a:solidFill>
                <a:effectLst/>
              </a:rPr>
              <a:t>n</a:t>
            </a:r>
            <a:r>
              <a:rPr lang="en-US" sz="2200" b="0" i="0" u="none" strike="noStrike" dirty="0">
                <a:solidFill>
                  <a:srgbClr val="000000"/>
                </a:solidFill>
                <a:effectLst/>
              </a:rPr>
              <a:t> = 1, then </a:t>
            </a:r>
            <a:r>
              <a:rPr lang="en-US" sz="2200" b="0" i="1" u="none" strike="noStrike" dirty="0">
                <a:solidFill>
                  <a:srgbClr val="000000"/>
                </a:solidFill>
                <a:effectLst/>
              </a:rPr>
              <a:t>n</a:t>
            </a:r>
            <a:r>
              <a:rPr lang="en-US" sz="2200" b="0" i="0" u="none" strike="noStrike" dirty="0">
                <a:solidFill>
                  <a:srgbClr val="000000"/>
                </a:solidFill>
                <a:effectLst/>
              </a:rPr>
              <a:t> = 2, then </a:t>
            </a:r>
            <a:r>
              <a:rPr lang="en-US" sz="2200" b="0" i="1" u="none" strike="noStrike" dirty="0">
                <a:solidFill>
                  <a:srgbClr val="000000"/>
                </a:solidFill>
                <a:effectLst/>
              </a:rPr>
              <a:t>n</a:t>
            </a:r>
            <a:r>
              <a:rPr lang="en-US" sz="2200" b="0" i="0" u="none" strike="noStrike" dirty="0">
                <a:solidFill>
                  <a:srgbClr val="000000"/>
                </a:solidFill>
                <a:effectLst/>
              </a:rPr>
              <a:t> = 4, and then </a:t>
            </a:r>
            <a:r>
              <a:rPr lang="en-US" sz="2200" i="1" u="none" strike="noStrike" dirty="0">
                <a:solidFill>
                  <a:srgbClr val="000000"/>
                </a:solidFill>
                <a:effectLst/>
              </a:rPr>
              <a:t>n</a:t>
            </a:r>
            <a:r>
              <a:rPr lang="en-US" sz="2200" b="0" i="0" u="none" strike="noStrike" dirty="0">
                <a:solidFill>
                  <a:srgbClr val="000000"/>
                </a:solidFill>
                <a:effectLst/>
              </a:rPr>
              <a:t> = 8 showing that as </a:t>
            </a:r>
            <a:r>
              <a:rPr lang="en-US" sz="2200" b="0" i="1" u="none" strike="noStrike" dirty="0">
                <a:solidFill>
                  <a:srgbClr val="000000"/>
                </a:solidFill>
                <a:effectLst/>
              </a:rPr>
              <a:t>n</a:t>
            </a:r>
            <a:r>
              <a:rPr lang="en-US" sz="2200" b="0" i="0" u="none" strike="noStrike" dirty="0">
                <a:solidFill>
                  <a:srgbClr val="000000"/>
                </a:solidFill>
                <a:effectLst/>
              </a:rPr>
              <a:t> increases the distribution of </a:t>
            </a:r>
            <a:r>
              <a:rPr lang="en-US" sz="2200" b="0" i="1" u="none" strike="noStrike" dirty="0">
                <a:solidFill>
                  <a:srgbClr val="000000"/>
                </a:solidFill>
                <a:effectLst/>
              </a:rPr>
              <a:t>x</a:t>
            </a:r>
            <a:r>
              <a:rPr lang="en-US" sz="2200" b="0" i="0" u="none" strike="noStrike" dirty="0">
                <a:solidFill>
                  <a:srgbClr val="000000"/>
                </a:solidFill>
                <a:effectLst/>
              </a:rPr>
              <a:t> bar normalizes and the standard deviation decreases.</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90</a:t>
            </a:fld>
            <a:endParaRPr lang="en-US" sz="800"/>
          </a:p>
        </p:txBody>
      </p:sp>
    </p:spTree>
    <p:extLst>
      <p:ext uri="{BB962C8B-B14F-4D97-AF65-F5344CB8AC3E}">
        <p14:creationId xmlns:p14="http://schemas.microsoft.com/office/powerpoint/2010/main" val="9872306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Confidence Intervals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Normal curve with the tails shaded. The tail areas are each </a:t>
            </a:r>
            <a:r>
              <a:rPr lang="en-US" sz="2200" b="0" u="none" strike="noStrike" dirty="0">
                <a:solidFill>
                  <a:srgbClr val="000000"/>
                </a:solidFill>
                <a:effectLst/>
              </a:rPr>
              <a:t>alpha</a:t>
            </a:r>
            <a:r>
              <a:rPr lang="en-US" sz="2200" b="0" i="1" u="none" strike="noStrike" dirty="0">
                <a:solidFill>
                  <a:srgbClr val="000000"/>
                </a:solidFill>
                <a:effectLst/>
              </a:rPr>
              <a:t> </a:t>
            </a:r>
            <a:r>
              <a:rPr lang="en-US" sz="2200" b="0" i="0" u="none" strike="noStrike" dirty="0">
                <a:solidFill>
                  <a:srgbClr val="000000"/>
                </a:solidFill>
                <a:effectLst/>
              </a:rPr>
              <a:t>divided by 2. The middle area is the confidence level 1 minus </a:t>
            </a:r>
            <a:r>
              <a:rPr lang="en-US" sz="2200" b="0" u="none" strike="noStrike" dirty="0">
                <a:solidFill>
                  <a:srgbClr val="000000"/>
                </a:solidFill>
                <a:effectLst/>
              </a:rPr>
              <a:t>alpha</a:t>
            </a:r>
            <a:r>
              <a:rPr lang="en-US" sz="2200" b="0" i="0" u="none" strike="noStrike" dirty="0">
                <a:solidFill>
                  <a:srgbClr val="000000"/>
                </a:solidFill>
                <a:effectLst/>
              </a:rPr>
              <a:t>. The critical values are negative and positive </a:t>
            </a:r>
            <a:r>
              <a:rPr lang="en-US" sz="2200" b="0" i="1" u="none" strike="noStrike" dirty="0">
                <a:solidFill>
                  <a:srgbClr val="000000"/>
                </a:solidFill>
                <a:effectLst/>
              </a:rPr>
              <a:t>z</a:t>
            </a:r>
            <a:r>
              <a:rPr lang="en-US" sz="2200" b="0" i="0" u="none" strike="noStrike" dirty="0">
                <a:solidFill>
                  <a:srgbClr val="000000"/>
                </a:solidFill>
                <a:effectLst/>
              </a:rPr>
              <a:t> sub </a:t>
            </a:r>
            <a:r>
              <a:rPr lang="en-US" sz="2200" b="0" u="none" strike="noStrike" dirty="0">
                <a:solidFill>
                  <a:srgbClr val="000000"/>
                </a:solidFill>
                <a:effectLst/>
              </a:rPr>
              <a:t>alpha</a:t>
            </a:r>
            <a:r>
              <a:rPr lang="en-US" sz="2200" b="0" i="0" u="none" strike="noStrike" dirty="0">
                <a:solidFill>
                  <a:srgbClr val="000000"/>
                </a:solidFill>
                <a:effectLst/>
              </a:rPr>
              <a:t> divided by 2.</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91</a:t>
            </a:fld>
            <a:endParaRPr lang="en-US" sz="800"/>
          </a:p>
        </p:txBody>
      </p:sp>
    </p:spTree>
    <p:extLst>
      <p:ext uri="{BB962C8B-B14F-4D97-AF65-F5344CB8AC3E}">
        <p14:creationId xmlns:p14="http://schemas.microsoft.com/office/powerpoint/2010/main" val="32667010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Confidence Intervals </a:t>
            </a:r>
            <a:r>
              <a:rPr lang="en-US" sz="1000" b="0" dirty="0">
                <a:ea typeface="Nanum Brush Script" panose="020B0503020000020004" pitchFamily="2" charset="-127"/>
              </a:rPr>
              <a:t>3</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90% confidence means the middle 90% of the curve is labeled leaving 0.05 shaded areas in each tail. The critical value on the horizontal axis for these tail regions is positive and negative 1.645. 95% confidence means the middle 95% of the curve is shaded leaving 0.025 shaded areas in each tail. The critical value on the horizontal axis for these tail regions is positive and negative 1.960.</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92</a:t>
            </a:fld>
            <a:endParaRPr lang="en-US" sz="800"/>
          </a:p>
        </p:txBody>
      </p:sp>
    </p:spTree>
    <p:extLst>
      <p:ext uri="{BB962C8B-B14F-4D97-AF65-F5344CB8AC3E}">
        <p14:creationId xmlns:p14="http://schemas.microsoft.com/office/powerpoint/2010/main" val="26809441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Interpretation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A red dot indicates the center of each confidence interval. A vertical line is drawn at </a:t>
            </a:r>
            <a:r>
              <a:rPr lang="en-US" sz="2200" b="0" u="none" strike="noStrike" dirty="0">
                <a:solidFill>
                  <a:srgbClr val="000000"/>
                </a:solidFill>
                <a:effectLst/>
              </a:rPr>
              <a:t>mu</a:t>
            </a:r>
            <a:r>
              <a:rPr lang="en-US" sz="2200" b="0" i="0" u="none" strike="noStrike" dirty="0">
                <a:solidFill>
                  <a:srgbClr val="000000"/>
                </a:solidFill>
                <a:effectLst/>
              </a:rPr>
              <a:t>. Some of the sample means are above </a:t>
            </a:r>
            <a:r>
              <a:rPr lang="en-US" sz="2200" b="0" u="none" strike="noStrike" dirty="0">
                <a:solidFill>
                  <a:srgbClr val="000000"/>
                </a:solidFill>
                <a:effectLst/>
              </a:rPr>
              <a:t>mu</a:t>
            </a:r>
            <a:r>
              <a:rPr lang="en-US" sz="2200" b="0" i="0" u="none" strike="noStrike" dirty="0">
                <a:solidFill>
                  <a:srgbClr val="000000"/>
                </a:solidFill>
                <a:effectLst/>
              </a:rPr>
              <a:t> and some are below. All 20 confidence intervals except for one span the vertical line, illustrating that all but one capture the unknown population mean.</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93</a:t>
            </a:fld>
            <a:endParaRPr lang="en-US" sz="800"/>
          </a:p>
        </p:txBody>
      </p:sp>
    </p:spTree>
    <p:extLst>
      <p:ext uri="{BB962C8B-B14F-4D97-AF65-F5344CB8AC3E}">
        <p14:creationId xmlns:p14="http://schemas.microsoft.com/office/powerpoint/2010/main" val="13678180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Student’s </a:t>
            </a:r>
            <a:r>
              <a:rPr lang="en-US" sz="3000" i="1" dirty="0">
                <a:ea typeface="Nanum Brush Script" panose="020B0503020000020004" pitchFamily="2" charset="-127"/>
              </a:rPr>
              <a:t>t</a:t>
            </a:r>
            <a:r>
              <a:rPr lang="en-US" sz="3000" dirty="0">
                <a:ea typeface="Nanum Brush Script" panose="020B0503020000020004" pitchFamily="2" charset="-127"/>
              </a:rPr>
              <a:t> Distribution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a:xfrm>
            <a:off x="342900" y="1371601"/>
            <a:ext cx="8187489" cy="4876800"/>
          </a:xfrm>
        </p:spPr>
        <p:txBody>
          <a:bodyPr>
            <a:normAutofit/>
          </a:bodyPr>
          <a:lstStyle/>
          <a:p>
            <a:r>
              <a:rPr lang="en-US" sz="2200" b="0" i="0" u="none" strike="noStrike" dirty="0">
                <a:solidFill>
                  <a:srgbClr val="000000"/>
                </a:solidFill>
                <a:effectLst/>
              </a:rPr>
              <a:t>In the first graph, the standard normal curve is compared with a </a:t>
            </a:r>
            <a:r>
              <a:rPr lang="en-US" sz="2200" b="0" i="1" u="none" strike="noStrike" dirty="0">
                <a:solidFill>
                  <a:srgbClr val="000000"/>
                </a:solidFill>
                <a:effectLst/>
              </a:rPr>
              <a:t>t</a:t>
            </a:r>
            <a:r>
              <a:rPr lang="en-US" sz="2200" b="0" i="0" u="none" strike="noStrike" dirty="0">
                <a:solidFill>
                  <a:srgbClr val="000000"/>
                </a:solidFill>
                <a:effectLst/>
              </a:rPr>
              <a:t> distribution with </a:t>
            </a:r>
            <a:r>
              <a:rPr lang="en-US" sz="2200" b="0" i="1" u="none" strike="noStrike" dirty="0">
                <a:solidFill>
                  <a:srgbClr val="000000"/>
                </a:solidFill>
                <a:effectLst/>
              </a:rPr>
              <a:t>n</a:t>
            </a:r>
            <a:r>
              <a:rPr lang="en-US" sz="2200" b="0" i="0" u="none" strike="noStrike" dirty="0">
                <a:solidFill>
                  <a:srgbClr val="000000"/>
                </a:solidFill>
                <a:effectLst/>
              </a:rPr>
              <a:t> = 3. The </a:t>
            </a:r>
            <a:r>
              <a:rPr lang="en-US" sz="2200" b="0" i="1" u="none" strike="noStrike" dirty="0">
                <a:solidFill>
                  <a:srgbClr val="000000"/>
                </a:solidFill>
                <a:effectLst/>
              </a:rPr>
              <a:t>t</a:t>
            </a:r>
            <a:r>
              <a:rPr lang="en-US" sz="2200" b="0" i="0" u="none" strike="noStrike" dirty="0">
                <a:solidFill>
                  <a:srgbClr val="000000"/>
                </a:solidFill>
                <a:effectLst/>
              </a:rPr>
              <a:t> distribution is shorter and wider, but not by much. The middle graph compares a normal curve with a </a:t>
            </a:r>
            <a:r>
              <a:rPr lang="en-US" sz="2200" b="0" i="1" u="none" strike="noStrike" dirty="0">
                <a:solidFill>
                  <a:srgbClr val="000000"/>
                </a:solidFill>
                <a:effectLst/>
              </a:rPr>
              <a:t>t</a:t>
            </a:r>
            <a:r>
              <a:rPr lang="en-US" sz="2200" b="0" i="0" u="none" strike="noStrike" dirty="0">
                <a:solidFill>
                  <a:srgbClr val="000000"/>
                </a:solidFill>
                <a:effectLst/>
              </a:rPr>
              <a:t> distribution with </a:t>
            </a:r>
            <a:r>
              <a:rPr lang="en-US" sz="2200" b="0" i="1" u="none" strike="noStrike" dirty="0">
                <a:solidFill>
                  <a:srgbClr val="000000"/>
                </a:solidFill>
                <a:effectLst/>
              </a:rPr>
              <a:t>n</a:t>
            </a:r>
            <a:r>
              <a:rPr lang="en-US" sz="2200" b="0" i="0" u="none" strike="noStrike" dirty="0">
                <a:solidFill>
                  <a:srgbClr val="000000"/>
                </a:solidFill>
                <a:effectLst/>
              </a:rPr>
              <a:t> = 5. The </a:t>
            </a:r>
            <a:r>
              <a:rPr lang="en-US" sz="2200" b="0" i="1" u="none" strike="noStrike" dirty="0">
                <a:solidFill>
                  <a:srgbClr val="000000"/>
                </a:solidFill>
                <a:effectLst/>
              </a:rPr>
              <a:t>t</a:t>
            </a:r>
            <a:r>
              <a:rPr lang="en-US" sz="2200" b="0" i="0" u="none" strike="noStrike" dirty="0">
                <a:solidFill>
                  <a:srgbClr val="000000"/>
                </a:solidFill>
                <a:effectLst/>
              </a:rPr>
              <a:t> distribution is shorter and wider, but only barely. In the third graph, a normal curve is compared with a </a:t>
            </a:r>
            <a:r>
              <a:rPr lang="en-US" sz="2200" b="0" i="1" u="none" strike="noStrike" dirty="0">
                <a:solidFill>
                  <a:srgbClr val="000000"/>
                </a:solidFill>
                <a:effectLst/>
              </a:rPr>
              <a:t>t</a:t>
            </a:r>
            <a:r>
              <a:rPr lang="en-US" sz="2200" b="0" i="0" u="none" strike="noStrike" dirty="0">
                <a:solidFill>
                  <a:srgbClr val="000000"/>
                </a:solidFill>
                <a:effectLst/>
              </a:rPr>
              <a:t> distribution with </a:t>
            </a:r>
            <a:r>
              <a:rPr lang="en-US" sz="2200" b="0" i="1" u="none" strike="noStrike" dirty="0">
                <a:solidFill>
                  <a:srgbClr val="000000"/>
                </a:solidFill>
                <a:effectLst/>
              </a:rPr>
              <a:t>n</a:t>
            </a:r>
            <a:r>
              <a:rPr lang="en-US" sz="2200" b="0" i="0" u="none" strike="noStrike" dirty="0">
                <a:solidFill>
                  <a:srgbClr val="000000"/>
                </a:solidFill>
                <a:effectLst/>
              </a:rPr>
              <a:t> = 9. The </a:t>
            </a:r>
            <a:r>
              <a:rPr lang="en-US" sz="2200" b="0" i="1" u="none" strike="noStrike" dirty="0">
                <a:solidFill>
                  <a:srgbClr val="000000"/>
                </a:solidFill>
                <a:effectLst/>
              </a:rPr>
              <a:t>t</a:t>
            </a:r>
            <a:r>
              <a:rPr lang="en-US" sz="2200" b="0" i="0" u="none" strike="noStrike" dirty="0">
                <a:solidFill>
                  <a:srgbClr val="000000"/>
                </a:solidFill>
                <a:effectLst/>
              </a:rPr>
              <a:t> distribution is shorter and wider, but the difference is barely noticeable.</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94</a:t>
            </a:fld>
            <a:endParaRPr lang="en-US" sz="800"/>
          </a:p>
        </p:txBody>
      </p:sp>
    </p:spTree>
    <p:extLst>
      <p:ext uri="{BB962C8B-B14F-4D97-AF65-F5344CB8AC3E}">
        <p14:creationId xmlns:p14="http://schemas.microsoft.com/office/powerpoint/2010/main" val="34683716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fr-FR" sz="3000" dirty="0">
                <a:ea typeface="Nanum Brush Script" panose="020B0503020000020004" pitchFamily="2" charset="-127"/>
              </a:rPr>
              <a:t>Example: G</a:t>
            </a:r>
            <a:r>
              <a:rPr lang="fr-FR" sz="100" dirty="0">
                <a:ea typeface="Nanum Brush Script" panose="020B0503020000020004" pitchFamily="2" charset="-127"/>
              </a:rPr>
              <a:t> </a:t>
            </a:r>
            <a:r>
              <a:rPr lang="fr-FR" sz="3000" dirty="0">
                <a:ea typeface="Nanum Brush Script" panose="020B0503020000020004" pitchFamily="2" charset="-127"/>
              </a:rPr>
              <a:t>M</a:t>
            </a:r>
            <a:r>
              <a:rPr lang="fr-FR" sz="100" dirty="0">
                <a:ea typeface="Nanum Brush Script" panose="020B0503020000020004" pitchFamily="2" charset="-127"/>
              </a:rPr>
              <a:t> </a:t>
            </a:r>
            <a:r>
              <a:rPr lang="fr-FR" sz="3000" dirty="0">
                <a:ea typeface="Nanum Brush Script" panose="020B0503020000020004" pitchFamily="2" charset="-127"/>
              </a:rPr>
              <a:t>A</a:t>
            </a:r>
            <a:r>
              <a:rPr lang="fr-FR" sz="100" dirty="0">
                <a:ea typeface="Nanum Brush Script" panose="020B0503020000020004" pitchFamily="2" charset="-127"/>
              </a:rPr>
              <a:t> </a:t>
            </a:r>
            <a:r>
              <a:rPr lang="fr-FR" sz="3000" dirty="0">
                <a:ea typeface="Nanum Brush Script" panose="020B0503020000020004" pitchFamily="2" charset="-127"/>
              </a:rPr>
              <a:t>T Scores </a:t>
            </a:r>
            <a:r>
              <a:rPr lang="fr-FR" sz="1000" b="0" dirty="0">
                <a:ea typeface="Nanum Brush Script" panose="020B0503020000020004" pitchFamily="2" charset="-127"/>
              </a:rPr>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r>
              <a:rPr lang="en-US" sz="2200" b="0" i="0" u="none" strike="noStrike" dirty="0">
                <a:solidFill>
                  <a:srgbClr val="000000"/>
                </a:solidFill>
                <a:effectLst/>
              </a:rPr>
              <a:t>The horizontal axis is labeled G</a:t>
            </a:r>
            <a:r>
              <a:rPr lang="en-US" sz="100" b="0" i="0" u="none" strike="noStrike" dirty="0">
                <a:solidFill>
                  <a:srgbClr val="000000"/>
                </a:solidFill>
                <a:effectLst/>
              </a:rPr>
              <a:t> </a:t>
            </a:r>
            <a:r>
              <a:rPr lang="en-US" sz="2200" b="0" i="0" u="none" strike="noStrike" dirty="0">
                <a:solidFill>
                  <a:srgbClr val="000000"/>
                </a:solidFill>
                <a:effectLst/>
              </a:rPr>
              <a:t>M</a:t>
            </a:r>
            <a:r>
              <a:rPr lang="en-US" sz="100" b="0" i="0" u="none" strike="noStrike" dirty="0">
                <a:solidFill>
                  <a:srgbClr val="000000"/>
                </a:solidFill>
                <a:effectLst/>
              </a:rPr>
              <a:t> </a:t>
            </a:r>
            <a:r>
              <a:rPr lang="en-US" sz="2200" b="0" i="0" u="none" strike="noStrike" dirty="0">
                <a:solidFill>
                  <a:srgbClr val="000000"/>
                </a:solidFill>
                <a:effectLst/>
              </a:rPr>
              <a:t>A</a:t>
            </a:r>
            <a:r>
              <a:rPr lang="en-US" sz="100" b="0" i="0" u="none" strike="noStrike" dirty="0">
                <a:solidFill>
                  <a:srgbClr val="000000"/>
                </a:solidFill>
                <a:effectLst/>
              </a:rPr>
              <a:t> </a:t>
            </a:r>
            <a:r>
              <a:rPr lang="en-US" sz="2200" b="0" i="0" u="none" strike="noStrike" dirty="0">
                <a:solidFill>
                  <a:srgbClr val="000000"/>
                </a:solidFill>
                <a:effectLst/>
              </a:rPr>
              <a:t>T score. It ranges from 350 to 650 in increments of 50. 20 points are plotted at 530, 550 480, 500, 450, 640, 440, 430, 600, 490, 530, 640, 570, 460, 470, 420, 360, 550, 560, and 530.</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95</a:t>
            </a:fld>
            <a:endParaRPr lang="en-US" sz="800"/>
          </a:p>
        </p:txBody>
      </p:sp>
    </p:spTree>
    <p:extLst>
      <p:ext uri="{BB962C8B-B14F-4D97-AF65-F5344CB8AC3E}">
        <p14:creationId xmlns:p14="http://schemas.microsoft.com/office/powerpoint/2010/main" val="353809904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42900" y="216603"/>
            <a:ext cx="8458200" cy="819836"/>
          </a:xfrm>
        </p:spPr>
        <p:txBody>
          <a:bodyPr>
            <a:noAutofit/>
          </a:bodyPr>
          <a:lstStyle/>
          <a:p>
            <a:r>
              <a:rPr lang="en-US" sz="3000" dirty="0">
                <a:ea typeface="Nanum Brush Script" panose="020B0503020000020004" pitchFamily="2" charset="-127"/>
              </a:rPr>
              <a:t>Confidence Interval for a Proportion </a:t>
            </a:r>
            <a:r>
              <a:rPr lang="en-US" sz="1000" b="0" dirty="0">
                <a:ea typeface="Nanum Brush Script" panose="020B0503020000020004" pitchFamily="2" charset="-127"/>
              </a:rPr>
              <a:t>3</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a:xfrm>
            <a:off x="342900" y="1371601"/>
            <a:ext cx="8283512" cy="4876800"/>
          </a:xfrm>
        </p:spPr>
        <p:txBody>
          <a:bodyPr>
            <a:normAutofit/>
          </a:bodyPr>
          <a:lstStyle/>
          <a:p>
            <a:r>
              <a:rPr lang="en-US" sz="2200" b="0" i="0" u="none" strike="noStrike" dirty="0">
                <a:solidFill>
                  <a:srgbClr val="000000"/>
                </a:solidFill>
                <a:effectLst/>
              </a:rPr>
              <a:t>1,000 sample proportions from the population with </a:t>
            </a:r>
            <a:r>
              <a:rPr lang="en-US" sz="2200" b="0" u="none" strike="noStrike" dirty="0">
                <a:solidFill>
                  <a:srgbClr val="000000"/>
                </a:solidFill>
                <a:effectLst/>
              </a:rPr>
              <a:t>pi</a:t>
            </a:r>
            <a:r>
              <a:rPr lang="en-US" sz="2200" b="0" i="0" u="none" strike="noStrike" dirty="0">
                <a:solidFill>
                  <a:srgbClr val="000000"/>
                </a:solidFill>
                <a:effectLst/>
              </a:rPr>
              <a:t> = 0.20. In all 4 histograms, the horizontal axis is labeled </a:t>
            </a:r>
            <a:r>
              <a:rPr lang="en-US" sz="2200" b="0" i="1" u="none" strike="noStrike" dirty="0">
                <a:solidFill>
                  <a:srgbClr val="000000"/>
                </a:solidFill>
                <a:effectLst/>
              </a:rPr>
              <a:t>p</a:t>
            </a:r>
            <a:r>
              <a:rPr lang="en-US" sz="2200" b="0" i="0" u="none" strike="noStrike" dirty="0">
                <a:solidFill>
                  <a:srgbClr val="000000"/>
                </a:solidFill>
                <a:effectLst/>
              </a:rPr>
              <a:t> = </a:t>
            </a:r>
            <a:r>
              <a:rPr lang="en-US" sz="2200" b="0" i="1" u="none" strike="noStrike" dirty="0">
                <a:solidFill>
                  <a:srgbClr val="000000"/>
                </a:solidFill>
                <a:effectLst/>
              </a:rPr>
              <a:t>x</a:t>
            </a:r>
            <a:r>
              <a:rPr lang="en-US" sz="2200" b="0" i="0" u="none" strike="noStrike" dirty="0">
                <a:solidFill>
                  <a:srgbClr val="000000"/>
                </a:solidFill>
                <a:effectLst/>
              </a:rPr>
              <a:t> over </a:t>
            </a:r>
            <a:r>
              <a:rPr lang="en-US" sz="2200" b="0" i="1" u="none" strike="noStrike" dirty="0">
                <a:solidFill>
                  <a:srgbClr val="000000"/>
                </a:solidFill>
                <a:effectLst/>
              </a:rPr>
              <a:t>n</a:t>
            </a:r>
            <a:r>
              <a:rPr lang="en-US" sz="2200" b="0" i="0" u="none" strike="noStrike" dirty="0">
                <a:solidFill>
                  <a:srgbClr val="000000"/>
                </a:solidFill>
                <a:effectLst/>
              </a:rPr>
              <a:t>. It ranges from .00 to 1.00 in increments of 0.20. Histogram 1. There are 5 bins with width = 0.20. Histogram 2. There are 10 bins with width = 0.10. Histogram 3. There are 20 bins with a width = 0.4. Histogram 4. There are 50 bins with width = 0.1.</a:t>
            </a:r>
            <a:endParaRPr lang="en-IN" sz="2200" dirty="0"/>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96</a:t>
            </a:fld>
            <a:endParaRPr lang="en-US" sz="800"/>
          </a:p>
        </p:txBody>
      </p:sp>
    </p:spTree>
    <p:extLst>
      <p:ext uri="{BB962C8B-B14F-4D97-AF65-F5344CB8AC3E}">
        <p14:creationId xmlns:p14="http://schemas.microsoft.com/office/powerpoint/2010/main" val="13916961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IN" sz="3000" dirty="0"/>
              <a:t>Example: Pizza Delivery </a:t>
            </a:r>
            <a:r>
              <a:rPr lang="en-IN" sz="1000" b="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2526A73D-FD45-53B6-56F7-6B6C1A06D66A}"/>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4" name="Content Placeholder 13">
            <a:extLst>
              <a:ext uri="{FF2B5EF4-FFF2-40B4-BE49-F238E27FC236}">
                <a16:creationId xmlns:a16="http://schemas.microsoft.com/office/drawing/2014/main" id="{4CA63915-0CED-D7AA-E54E-770D3A372701}"/>
              </a:ext>
            </a:extLst>
          </p:cNvPr>
          <p:cNvSpPr>
            <a:spLocks noGrp="1"/>
          </p:cNvSpPr>
          <p:nvPr>
            <p:ph sz="quarter" idx="11"/>
          </p:nvPr>
        </p:nvSpPr>
        <p:spPr/>
        <p:txBody>
          <a:bodyPr>
            <a:normAutofit/>
          </a:bodyPr>
          <a:lstStyle/>
          <a:p>
            <a:pPr>
              <a:lnSpc>
                <a:spcPct val="107000"/>
              </a:lnSpc>
              <a:spcAft>
                <a:spcPts val="800"/>
              </a:spcAft>
            </a:pPr>
            <a:r>
              <a:rPr lang="en-US" sz="2200" dirty="0">
                <a:effectLst/>
                <a:ea typeface="Calibri" panose="020F0502020204030204" pitchFamily="34" charset="0"/>
                <a:cs typeface="Arial" panose="020B0604020202020204" pitchFamily="34" charset="0"/>
              </a:rPr>
              <a:t>The graph has a shaded region on the right tail. The beginning of this shaded region is marked at 9.488 on the horizontal axis. An arrow extends from this point, stretching rightward into the tail of the distribution, with the shaded tail region labeled as 0.05.</a:t>
            </a:r>
            <a:endParaRPr lang="en-IN" sz="2200" dirty="0">
              <a:effectLst/>
              <a:ea typeface="Calibri" panose="020F050202020403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1767FE09-73EF-4D27-6C81-9A632D9759E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97</a:t>
            </a:fld>
            <a:endParaRPr lang="en-US" sz="800"/>
          </a:p>
        </p:txBody>
      </p:sp>
    </p:spTree>
    <p:extLst>
      <p:ext uri="{BB962C8B-B14F-4D97-AF65-F5344CB8AC3E}">
        <p14:creationId xmlns:p14="http://schemas.microsoft.com/office/powerpoint/2010/main" val="1274108677"/>
      </p:ext>
    </p:extLst>
  </p:cSld>
  <p:clrMapOvr>
    <a:masterClrMapping/>
  </p:clrMapOvr>
</p:sld>
</file>

<file path=ppt/theme/theme1.xml><?xml version="1.0" encoding="utf-8"?>
<a:theme xmlns:a="http://schemas.openxmlformats.org/drawingml/2006/main" name="Title Slides 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18207</TotalTime>
  <Words>7496</Words>
  <Application>Microsoft Office PowerPoint</Application>
  <PresentationFormat>On-screen Show (4:3)</PresentationFormat>
  <Paragraphs>789</Paragraphs>
  <Slides>97</Slides>
  <Notes>12</Notes>
  <HiddenSlides>16</HiddenSlides>
  <MMClips>0</MMClips>
  <ScaleCrop>false</ScaleCrop>
  <HeadingPairs>
    <vt:vector size="8" baseType="variant">
      <vt:variant>
        <vt:lpstr>Fonts Used</vt:lpstr>
      </vt:variant>
      <vt:variant>
        <vt:i4>4</vt:i4>
      </vt:variant>
      <vt:variant>
        <vt:lpstr>Theme</vt:lpstr>
      </vt:variant>
      <vt:variant>
        <vt:i4>5</vt:i4>
      </vt:variant>
      <vt:variant>
        <vt:lpstr>Embedded OLE Servers</vt:lpstr>
      </vt:variant>
      <vt:variant>
        <vt:i4>2</vt:i4>
      </vt:variant>
      <vt:variant>
        <vt:lpstr>Slide Titles</vt:lpstr>
      </vt:variant>
      <vt:variant>
        <vt:i4>97</vt:i4>
      </vt:variant>
    </vt:vector>
  </HeadingPairs>
  <TitlesOfParts>
    <vt:vector size="108" baseType="lpstr">
      <vt:lpstr>Nanum Brush Script</vt:lpstr>
      <vt:lpstr>Arial</vt:lpstr>
      <vt:lpstr>Calibri</vt:lpstr>
      <vt:lpstr>Symbol</vt:lpstr>
      <vt:lpstr>Title Slides Master</vt:lpstr>
      <vt:lpstr>MainContentSlideMaster</vt:lpstr>
      <vt:lpstr>ClosingMaster</vt:lpstr>
      <vt:lpstr>DividerSlideMaster</vt:lpstr>
      <vt:lpstr>ImageDescriptionAppendixSlideMaster</vt:lpstr>
      <vt:lpstr>Equation</vt:lpstr>
      <vt:lpstr>MathType 7.0 Equation</vt:lpstr>
      <vt:lpstr>Chapter 8</vt:lpstr>
      <vt:lpstr>Chapter Learning Objectives</vt:lpstr>
      <vt:lpstr>Sampling Distributions</vt:lpstr>
      <vt:lpstr>Sampling and Estimation 1</vt:lpstr>
      <vt:lpstr>Sampling and Estimation 2</vt:lpstr>
      <vt:lpstr>Sampling and Estimation 3</vt:lpstr>
      <vt:lpstr>Estimators 1</vt:lpstr>
      <vt:lpstr>Estimators 2</vt:lpstr>
      <vt:lpstr>Sampling Error</vt:lpstr>
      <vt:lpstr>Properties of Estimators 1</vt:lpstr>
      <vt:lpstr>Properties of Estimators 2</vt:lpstr>
      <vt:lpstr>Efficiency 1</vt:lpstr>
      <vt:lpstr>Efficiency 2</vt:lpstr>
      <vt:lpstr>Consistency</vt:lpstr>
      <vt:lpstr>Central Limit Theorem</vt:lpstr>
      <vt:lpstr>Standard Error of the Mean 1</vt:lpstr>
      <vt:lpstr>Standard Error of the Mean 2</vt:lpstr>
      <vt:lpstr>Standard Error of the Mean 3</vt:lpstr>
      <vt:lpstr>Central Limit Theorem 1</vt:lpstr>
      <vt:lpstr>Central Limit Theorem 2</vt:lpstr>
      <vt:lpstr>Central Limit Theorem 3</vt:lpstr>
      <vt:lpstr>Range of Sample Means 1</vt:lpstr>
      <vt:lpstr>Range of Sample Means 2</vt:lpstr>
      <vt:lpstr>Example: Bottle Filling 1</vt:lpstr>
      <vt:lpstr>Example: Bottle Filling 2</vt:lpstr>
      <vt:lpstr>Confidence Intervals 1</vt:lpstr>
      <vt:lpstr>Confidence Intervals 2</vt:lpstr>
      <vt:lpstr>Confidence Intervals 3</vt:lpstr>
      <vt:lpstr>Choosing a Confidence Level</vt:lpstr>
      <vt:lpstr>Interpretation</vt:lpstr>
      <vt:lpstr>When Can We Assume Normality</vt:lpstr>
      <vt:lpstr>Student’s t Distribution 1</vt:lpstr>
      <vt:lpstr>Student’s t Distribution 2</vt:lpstr>
      <vt:lpstr>Degrees of Freedom</vt:lpstr>
      <vt:lpstr>Comparison of z and t</vt:lpstr>
      <vt:lpstr>Example: G M A T Scores 1</vt:lpstr>
      <vt:lpstr>Example: G M A T Scores 2</vt:lpstr>
      <vt:lpstr>Example: G M A T Scores 3</vt:lpstr>
      <vt:lpstr>Example: G M A T Scores 4</vt:lpstr>
      <vt:lpstr>Confidence Interval Width</vt:lpstr>
      <vt:lpstr>Student’s t Distribution</vt:lpstr>
      <vt:lpstr>Confidence Interval for a Proportion 1</vt:lpstr>
      <vt:lpstr>Confidence Interval for a Proportion 2</vt:lpstr>
      <vt:lpstr>Confidence Interval for a Proportion 3</vt:lpstr>
      <vt:lpstr>When is it Safe to Assume Normality of p? 1</vt:lpstr>
      <vt:lpstr>When is it Safe to Assume Normality of p? 2</vt:lpstr>
      <vt:lpstr>Confidence Interval for π</vt:lpstr>
      <vt:lpstr>Example: Auditing 1</vt:lpstr>
      <vt:lpstr>Example: Auditing 2</vt:lpstr>
      <vt:lpstr>Reducing the Margin of Error</vt:lpstr>
      <vt:lpstr>Rule of Three</vt:lpstr>
      <vt:lpstr>Estimating From Finite Populations 1</vt:lpstr>
      <vt:lpstr>Estimating From Finite Populations 2</vt:lpstr>
      <vt:lpstr>Estimating From Finite Populations 3</vt:lpstr>
      <vt:lpstr>Example: Streeling Pharmaceutical 1</vt:lpstr>
      <vt:lpstr>Example: Streeling Pharmaceutical 2</vt:lpstr>
      <vt:lpstr>Sample Size to Estimate μ</vt:lpstr>
      <vt:lpstr>How to Estimate σ? 1</vt:lpstr>
      <vt:lpstr>How to Estimate σ? 2</vt:lpstr>
      <vt:lpstr>Sample Size for a Proportion</vt:lpstr>
      <vt:lpstr>How to Estimate π</vt:lpstr>
      <vt:lpstr>Example: A T M Withdrawals 1</vt:lpstr>
      <vt:lpstr>Example: A T M Withdrawals 2</vt:lpstr>
      <vt:lpstr>Confidence Interval For A Population Variance, σpower2</vt:lpstr>
      <vt:lpstr>Example: Pizza Delivery 1</vt:lpstr>
      <vt:lpstr>Example: Pizza Delivery 2</vt:lpstr>
      <vt:lpstr>Example: Pizza Delivery 3</vt:lpstr>
      <vt:lpstr>Example: Pizza Delivery 4</vt:lpstr>
      <vt:lpstr>Assumption of Normality</vt:lpstr>
      <vt:lpstr>Chapter 8: Practice Problems</vt:lpstr>
      <vt:lpstr>Question 3</vt:lpstr>
      <vt:lpstr>Question 11</vt:lpstr>
      <vt:lpstr>Question 23</vt:lpstr>
      <vt:lpstr>Question 35</vt:lpstr>
      <vt:lpstr>Question 41</vt:lpstr>
      <vt:lpstr>Question 46</vt:lpstr>
      <vt:lpstr>Question 54</vt:lpstr>
      <vt:lpstr>Question 59</vt:lpstr>
      <vt:lpstr>Chapter 8: Analytics in Action</vt:lpstr>
      <vt:lpstr>Analytics in Action</vt:lpstr>
      <vt:lpstr>End of Main Content</vt:lpstr>
      <vt:lpstr>Accessibility Content: Text Alternatives for Images</vt:lpstr>
      <vt:lpstr>Sampling and Estimation 1 – Text Alternative</vt:lpstr>
      <vt:lpstr>Sampling and Estimation 2 – Text Alternative</vt:lpstr>
      <vt:lpstr>Estimators 1 – Text Alternative</vt:lpstr>
      <vt:lpstr>Properties of Estimators 2 – Text Alternative</vt:lpstr>
      <vt:lpstr>Efficiency 1 – Text Alternative</vt:lpstr>
      <vt:lpstr>Standard Error of the Mean 3 – Text Alternative</vt:lpstr>
      <vt:lpstr>Central Limit Theorem 2 – Text Alternative</vt:lpstr>
      <vt:lpstr>Central Limit Theorem 3 – Text Alternative</vt:lpstr>
      <vt:lpstr>Confidence Intervals 2 – Text Alternative</vt:lpstr>
      <vt:lpstr>Confidence Intervals 3 – Text Alternative</vt:lpstr>
      <vt:lpstr>Interpretation – Text Alternative</vt:lpstr>
      <vt:lpstr>Student’s t Distribution 2 – Text Alternative</vt:lpstr>
      <vt:lpstr>Example: G M A T Scores 1 – Text Alternative</vt:lpstr>
      <vt:lpstr>Confidence Interval for a Proportion 3 – Text Alternative</vt:lpstr>
      <vt:lpstr>Example: Pizza Delivery 2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Balamurugan  Yuvaraj</dc:creator>
  <cp:keywords/>
  <cp:lastModifiedBy>David Doane</cp:lastModifiedBy>
  <cp:revision>3209</cp:revision>
  <dcterms:created xsi:type="dcterms:W3CDTF">2020-12-08T04:00:13Z</dcterms:created>
  <dcterms:modified xsi:type="dcterms:W3CDTF">2025-08-15T21:11:26Z</dcterms:modified>
</cp:coreProperties>
</file>
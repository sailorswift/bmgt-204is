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Lst>
  <p:notesMasterIdLst>
    <p:notesMasterId r:id="rId86"/>
  </p:notesMasterIdLst>
  <p:sldIdLst>
    <p:sldId id="1609" r:id="rId6"/>
    <p:sldId id="1611" r:id="rId7"/>
    <p:sldId id="1675" r:id="rId8"/>
    <p:sldId id="1778" r:id="rId9"/>
    <p:sldId id="1775" r:id="rId10"/>
    <p:sldId id="1825" r:id="rId11"/>
    <p:sldId id="1826" r:id="rId12"/>
    <p:sldId id="1827" r:id="rId13"/>
    <p:sldId id="1828" r:id="rId14"/>
    <p:sldId id="1829" r:id="rId15"/>
    <p:sldId id="1830" r:id="rId16"/>
    <p:sldId id="1832" r:id="rId17"/>
    <p:sldId id="1833" r:id="rId18"/>
    <p:sldId id="1834" r:id="rId19"/>
    <p:sldId id="1835" r:id="rId20"/>
    <p:sldId id="1793" r:id="rId21"/>
    <p:sldId id="1836" r:id="rId22"/>
    <p:sldId id="1837" r:id="rId23"/>
    <p:sldId id="1838" r:id="rId24"/>
    <p:sldId id="1840" r:id="rId25"/>
    <p:sldId id="1890" r:id="rId26"/>
    <p:sldId id="1842" r:id="rId27"/>
    <p:sldId id="1891" r:id="rId28"/>
    <p:sldId id="1845" r:id="rId29"/>
    <p:sldId id="1846" r:id="rId30"/>
    <p:sldId id="1847" r:id="rId31"/>
    <p:sldId id="1848" r:id="rId32"/>
    <p:sldId id="1849" r:id="rId33"/>
    <p:sldId id="1850" r:id="rId34"/>
    <p:sldId id="1851" r:id="rId35"/>
    <p:sldId id="1852" r:id="rId36"/>
    <p:sldId id="1853" r:id="rId37"/>
    <p:sldId id="1902" r:id="rId38"/>
    <p:sldId id="1855" r:id="rId39"/>
    <p:sldId id="1856" r:id="rId40"/>
    <p:sldId id="1857" r:id="rId41"/>
    <p:sldId id="1858" r:id="rId42"/>
    <p:sldId id="1859" r:id="rId43"/>
    <p:sldId id="1861" r:id="rId44"/>
    <p:sldId id="1862" r:id="rId45"/>
    <p:sldId id="1863" r:id="rId46"/>
    <p:sldId id="1892" r:id="rId47"/>
    <p:sldId id="1865" r:id="rId48"/>
    <p:sldId id="1866" r:id="rId49"/>
    <p:sldId id="1867" r:id="rId50"/>
    <p:sldId id="1868" r:id="rId51"/>
    <p:sldId id="1869" r:id="rId52"/>
    <p:sldId id="1870" r:id="rId53"/>
    <p:sldId id="1871" r:id="rId54"/>
    <p:sldId id="1903" r:id="rId55"/>
    <p:sldId id="1904" r:id="rId56"/>
    <p:sldId id="1874" r:id="rId57"/>
    <p:sldId id="1875" r:id="rId58"/>
    <p:sldId id="1876" r:id="rId59"/>
    <p:sldId id="1877" r:id="rId60"/>
    <p:sldId id="1878" r:id="rId61"/>
    <p:sldId id="1670" r:id="rId62"/>
    <p:sldId id="1879" r:id="rId63"/>
    <p:sldId id="1880" r:id="rId64"/>
    <p:sldId id="1881" r:id="rId65"/>
    <p:sldId id="1882" r:id="rId66"/>
    <p:sldId id="1883" r:id="rId67"/>
    <p:sldId id="1884" r:id="rId68"/>
    <p:sldId id="1885" r:id="rId69"/>
    <p:sldId id="1759" r:id="rId70"/>
    <p:sldId id="1886" r:id="rId71"/>
    <p:sldId id="1887" r:id="rId72"/>
    <p:sldId id="1888" r:id="rId73"/>
    <p:sldId id="1889" r:id="rId74"/>
    <p:sldId id="1610" r:id="rId75"/>
    <p:sldId id="1569" r:id="rId76"/>
    <p:sldId id="1893" r:id="rId77"/>
    <p:sldId id="1894" r:id="rId78"/>
    <p:sldId id="1895" r:id="rId79"/>
    <p:sldId id="1896" r:id="rId80"/>
    <p:sldId id="1897" r:id="rId81"/>
    <p:sldId id="1898" r:id="rId82"/>
    <p:sldId id="1899" r:id="rId83"/>
    <p:sldId id="1900" r:id="rId84"/>
    <p:sldId id="1901" r:id="rId8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1609"/>
            <p14:sldId id="1611"/>
            <p14:sldId id="1675"/>
            <p14:sldId id="1778"/>
            <p14:sldId id="1775"/>
            <p14:sldId id="1825"/>
            <p14:sldId id="1826"/>
            <p14:sldId id="1827"/>
            <p14:sldId id="1828"/>
            <p14:sldId id="1829"/>
            <p14:sldId id="1830"/>
            <p14:sldId id="1832"/>
            <p14:sldId id="1833"/>
            <p14:sldId id="1834"/>
            <p14:sldId id="1835"/>
            <p14:sldId id="1793"/>
            <p14:sldId id="1836"/>
            <p14:sldId id="1837"/>
            <p14:sldId id="1838"/>
            <p14:sldId id="1840"/>
            <p14:sldId id="1890"/>
            <p14:sldId id="1842"/>
            <p14:sldId id="1891"/>
            <p14:sldId id="1845"/>
            <p14:sldId id="1846"/>
            <p14:sldId id="1847"/>
            <p14:sldId id="1848"/>
            <p14:sldId id="1849"/>
            <p14:sldId id="1850"/>
            <p14:sldId id="1851"/>
            <p14:sldId id="1852"/>
            <p14:sldId id="1853"/>
            <p14:sldId id="1902"/>
            <p14:sldId id="1855"/>
            <p14:sldId id="1856"/>
            <p14:sldId id="1857"/>
            <p14:sldId id="1858"/>
            <p14:sldId id="1859"/>
            <p14:sldId id="1861"/>
            <p14:sldId id="1862"/>
            <p14:sldId id="1863"/>
            <p14:sldId id="1892"/>
            <p14:sldId id="1865"/>
            <p14:sldId id="1866"/>
            <p14:sldId id="1867"/>
            <p14:sldId id="1868"/>
            <p14:sldId id="1869"/>
            <p14:sldId id="1870"/>
            <p14:sldId id="1871"/>
            <p14:sldId id="1903"/>
            <p14:sldId id="1904"/>
            <p14:sldId id="1874"/>
            <p14:sldId id="1875"/>
            <p14:sldId id="1876"/>
            <p14:sldId id="1877"/>
            <p14:sldId id="1878"/>
            <p14:sldId id="1670"/>
            <p14:sldId id="1879"/>
            <p14:sldId id="1880"/>
            <p14:sldId id="1881"/>
            <p14:sldId id="1882"/>
            <p14:sldId id="1883"/>
            <p14:sldId id="1884"/>
            <p14:sldId id="1885"/>
            <p14:sldId id="1759"/>
            <p14:sldId id="1886"/>
            <p14:sldId id="1887"/>
            <p14:sldId id="1888"/>
            <p14:sldId id="1889"/>
            <p14:sldId id="1610"/>
          </p14:sldIdLst>
        </p14:section>
        <p14:section name="Appendix: Image Descriptions for Unsighted Students" id="{E4CB987A-412D-4D3A-B76D-1D2BC76F8B07}">
          <p14:sldIdLst>
            <p14:sldId id="1569"/>
            <p14:sldId id="1893"/>
            <p14:sldId id="1894"/>
            <p14:sldId id="1895"/>
            <p14:sldId id="1896"/>
            <p14:sldId id="1897"/>
            <p14:sldId id="1898"/>
            <p14:sldId id="1899"/>
            <p14:sldId id="1900"/>
            <p14:sldId id="1901"/>
          </p14:sldIdLst>
        </p14:section>
      </p14:sectionLst>
    </p:ext>
    <p:ext uri="{EFAFB233-063F-42B5-8137-9DF3F51BA10A}">
      <p15:sldGuideLst xmlns:p15="http://schemas.microsoft.com/office/powerpoint/2012/main">
        <p15:guide id="2" pos="5506" userDrawn="1">
          <p15:clr>
            <a:srgbClr val="A4A3A4"/>
          </p15:clr>
        </p15:guide>
        <p15:guide id="3" orient="horz" pos="2184" userDrawn="1">
          <p15:clr>
            <a:srgbClr val="A4A3A4"/>
          </p15:clr>
        </p15:guide>
        <p15:guide id="4" pos="5731" userDrawn="1">
          <p15:clr>
            <a:srgbClr val="A4A3A4"/>
          </p15:clr>
        </p15:guide>
        <p15:guide id="5" pos="456" userDrawn="1">
          <p15:clr>
            <a:srgbClr val="A4A3A4"/>
          </p15:clr>
        </p15:guide>
        <p15:guide id="6" orient="horz" pos="768" userDrawn="1">
          <p15:clr>
            <a:srgbClr val="A4A3A4"/>
          </p15:clr>
        </p15:guide>
        <p15:guide id="7" pos="2928" userDrawn="1">
          <p15:clr>
            <a:srgbClr val="A4A3A4"/>
          </p15:clr>
        </p15:guide>
        <p15:guide id="8" orient="horz" pos="29"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Michaelammal M" initials="MM" lastIdx="2" clrIdx="6">
    <p:extLst>
      <p:ext uri="{19B8F6BF-5375-455C-9EA6-DF929625EA0E}">
        <p15:presenceInfo xmlns:p15="http://schemas.microsoft.com/office/powerpoint/2012/main" userId="S::Michaelammal.Michael@straive.com::b485f173-2535-4c8e-aa94-fb9fb03f2278" providerId="AD"/>
      </p:ext>
    </p:extLst>
  </p:cmAuthor>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 id="3" name="1769" initials="1" lastIdx="2" clrIdx="2">
    <p:extLst>
      <p:ext uri="{19B8F6BF-5375-455C-9EA6-DF929625EA0E}">
        <p15:presenceInfo xmlns:p15="http://schemas.microsoft.com/office/powerpoint/2012/main" userId="1769" providerId="None"/>
      </p:ext>
    </p:extLst>
  </p:cmAuthor>
  <p:cmAuthor id="4" name="Balamurugan  Yuvaraj" initials="BY" lastIdx="33" clrIdx="3">
    <p:extLst>
      <p:ext uri="{19B8F6BF-5375-455C-9EA6-DF929625EA0E}">
        <p15:presenceInfo xmlns:p15="http://schemas.microsoft.com/office/powerpoint/2012/main" userId="S::Balamurugan.Yuvaraj@straive.com::6e630b42-7441-45c3-911f-e1223e1b098a" providerId="AD"/>
      </p:ext>
    </p:extLst>
  </p:cmAuthor>
  <p:cmAuthor id="5" name="Dinesh Babu C" initials="DC" lastIdx="266" clrIdx="4">
    <p:extLst>
      <p:ext uri="{19B8F6BF-5375-455C-9EA6-DF929625EA0E}">
        <p15:presenceInfo xmlns:p15="http://schemas.microsoft.com/office/powerpoint/2012/main" userId="S::DineshBabu.Chellam@straive.com::a394fb8b-5e16-4a4c-b658-211b959a874a" providerId="AD"/>
      </p:ext>
    </p:extLst>
  </p:cmAuthor>
  <p:cmAuthor id="6" name="Gowthami D" initials="GD" lastIdx="5" clrIdx="5">
    <p:extLst>
      <p:ext uri="{19B8F6BF-5375-455C-9EA6-DF929625EA0E}">
        <p15:presenceInfo xmlns:p15="http://schemas.microsoft.com/office/powerpoint/2012/main" userId="S::Gowthami.D@straive.com::66d66eb3-f333-4bee-83bc-5dd82344484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131A"/>
    <a:srgbClr val="002060"/>
    <a:srgbClr val="0080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607" autoAdjust="0"/>
    <p:restoredTop sz="96283" autoAdjust="0"/>
  </p:normalViewPr>
  <p:slideViewPr>
    <p:cSldViewPr snapToGrid="0" showGuides="1">
      <p:cViewPr varScale="1">
        <p:scale>
          <a:sx n="116" d="100"/>
          <a:sy n="116" d="100"/>
        </p:scale>
        <p:origin x="1350" y="324"/>
      </p:cViewPr>
      <p:guideLst>
        <p:guide pos="5506"/>
        <p:guide orient="horz" pos="2184"/>
        <p:guide pos="5731"/>
        <p:guide pos="456"/>
        <p:guide orient="horz" pos="768"/>
        <p:guide pos="2928"/>
        <p:guide orient="horz" pos="29"/>
      </p:guideLst>
    </p:cSldViewPr>
  </p:slideViewPr>
  <p:outlineViewPr>
    <p:cViewPr>
      <p:scale>
        <a:sx n="33" d="100"/>
        <a:sy n="33" d="100"/>
      </p:scale>
      <p:origin x="0" y="-82986"/>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80" d="100"/>
          <a:sy n="80" d="100"/>
        </p:scale>
        <p:origin x="3168" y="10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viewProps" Target="viewProps.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5.xml"/><Relationship Id="rId90" Type="http://schemas.openxmlformats.org/officeDocument/2006/relationships/theme" Target="theme/theme1.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slide" Target="slides/slide80.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commentAuthors" Target="commentAuthors.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0C1A02-B94D-44D6-8AA3-0DD14C84C13F}" type="datetimeFigureOut">
              <a:rPr lang="en-US" smtClean="0"/>
              <a:t>8/16/2025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9E8D09-9492-4554-9C8F-456CB81F32A8}" type="slidenum">
              <a:rPr lang="en-US" smtClean="0"/>
              <a:t>‹#›</a:t>
            </a:fld>
            <a:endParaRPr lang="en-US"/>
          </a:p>
        </p:txBody>
      </p:sp>
    </p:spTree>
    <p:extLst>
      <p:ext uri="{BB962C8B-B14F-4D97-AF65-F5344CB8AC3E}">
        <p14:creationId xmlns:p14="http://schemas.microsoft.com/office/powerpoint/2010/main" val="3020171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69E8D09-9492-4554-9C8F-456CB81F32A8}" type="slidenum">
              <a:rPr lang="en-US" smtClean="0"/>
              <a:t>18</a:t>
            </a:fld>
            <a:endParaRPr lang="en-US"/>
          </a:p>
        </p:txBody>
      </p:sp>
    </p:spTree>
    <p:extLst>
      <p:ext uri="{BB962C8B-B14F-4D97-AF65-F5344CB8AC3E}">
        <p14:creationId xmlns:p14="http://schemas.microsoft.com/office/powerpoint/2010/main" val="36425431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42</a:t>
            </a:fld>
            <a:endParaRPr lang="en-US"/>
          </a:p>
        </p:txBody>
      </p:sp>
    </p:spTree>
    <p:extLst>
      <p:ext uri="{BB962C8B-B14F-4D97-AF65-F5344CB8AC3E}">
        <p14:creationId xmlns:p14="http://schemas.microsoft.com/office/powerpoint/2010/main" val="22894824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46</a:t>
            </a:fld>
            <a:endParaRPr lang="en-US"/>
          </a:p>
        </p:txBody>
      </p:sp>
    </p:spTree>
    <p:extLst>
      <p:ext uri="{BB962C8B-B14F-4D97-AF65-F5344CB8AC3E}">
        <p14:creationId xmlns:p14="http://schemas.microsoft.com/office/powerpoint/2010/main" val="36589756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47</a:t>
            </a:fld>
            <a:endParaRPr lang="en-US"/>
          </a:p>
        </p:txBody>
      </p:sp>
    </p:spTree>
    <p:extLst>
      <p:ext uri="{BB962C8B-B14F-4D97-AF65-F5344CB8AC3E}">
        <p14:creationId xmlns:p14="http://schemas.microsoft.com/office/powerpoint/2010/main" val="18355966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48</a:t>
            </a:fld>
            <a:endParaRPr lang="en-US"/>
          </a:p>
        </p:txBody>
      </p:sp>
    </p:spTree>
    <p:extLst>
      <p:ext uri="{BB962C8B-B14F-4D97-AF65-F5344CB8AC3E}">
        <p14:creationId xmlns:p14="http://schemas.microsoft.com/office/powerpoint/2010/main" val="26016079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49</a:t>
            </a:fld>
            <a:endParaRPr lang="en-US"/>
          </a:p>
        </p:txBody>
      </p:sp>
    </p:spTree>
    <p:extLst>
      <p:ext uri="{BB962C8B-B14F-4D97-AF65-F5344CB8AC3E}">
        <p14:creationId xmlns:p14="http://schemas.microsoft.com/office/powerpoint/2010/main" val="8482896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54</a:t>
            </a:fld>
            <a:endParaRPr lang="en-US"/>
          </a:p>
        </p:txBody>
      </p:sp>
    </p:spTree>
    <p:extLst>
      <p:ext uri="{BB962C8B-B14F-4D97-AF65-F5344CB8AC3E}">
        <p14:creationId xmlns:p14="http://schemas.microsoft.com/office/powerpoint/2010/main" val="37782173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56</a:t>
            </a:fld>
            <a:endParaRPr lang="en-US"/>
          </a:p>
        </p:txBody>
      </p:sp>
    </p:spTree>
    <p:extLst>
      <p:ext uri="{BB962C8B-B14F-4D97-AF65-F5344CB8AC3E}">
        <p14:creationId xmlns:p14="http://schemas.microsoft.com/office/powerpoint/2010/main" val="3681652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58</a:t>
            </a:fld>
            <a:endParaRPr lang="en-US"/>
          </a:p>
        </p:txBody>
      </p:sp>
    </p:spTree>
    <p:extLst>
      <p:ext uri="{BB962C8B-B14F-4D97-AF65-F5344CB8AC3E}">
        <p14:creationId xmlns:p14="http://schemas.microsoft.com/office/powerpoint/2010/main" val="40771091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59</a:t>
            </a:fld>
            <a:endParaRPr lang="en-US"/>
          </a:p>
        </p:txBody>
      </p:sp>
    </p:spTree>
    <p:extLst>
      <p:ext uri="{BB962C8B-B14F-4D97-AF65-F5344CB8AC3E}">
        <p14:creationId xmlns:p14="http://schemas.microsoft.com/office/powerpoint/2010/main" val="16264956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9A7A27-C7DA-4E20-8877-F9D8D7F61956}" type="slidenum">
              <a:rPr lang="en-US" smtClean="0"/>
              <a:t>70</a:t>
            </a:fld>
            <a:endParaRPr lang="en-US"/>
          </a:p>
        </p:txBody>
      </p:sp>
    </p:spTree>
    <p:extLst>
      <p:ext uri="{BB962C8B-B14F-4D97-AF65-F5344CB8AC3E}">
        <p14:creationId xmlns:p14="http://schemas.microsoft.com/office/powerpoint/2010/main" val="4005741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71</a:t>
            </a:fld>
            <a:endParaRPr lang="en-US"/>
          </a:p>
        </p:txBody>
      </p:sp>
    </p:spTree>
    <p:extLst>
      <p:ext uri="{BB962C8B-B14F-4D97-AF65-F5344CB8AC3E}">
        <p14:creationId xmlns:p14="http://schemas.microsoft.com/office/powerpoint/2010/main" val="13526994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5" name="Text Placeholder 4"/>
          <p:cNvSpPr>
            <a:spLocks noGrp="1"/>
          </p:cNvSpPr>
          <p:nvPr>
            <p:ph type="body" sz="quarter" idx="12" hasCustomPrompt="1"/>
          </p:nvPr>
        </p:nvSpPr>
        <p:spPr>
          <a:xfrm>
            <a:off x="174625" y="6515100"/>
            <a:ext cx="8861425" cy="249238"/>
          </a:xfrm>
          <a:prstGeom prst="rect">
            <a:avLst/>
          </a:prstGeom>
        </p:spPr>
        <p:txBody>
          <a:bodyPr/>
          <a:lstStyle>
            <a:lvl1pPr>
              <a:defRPr sz="1200"/>
            </a:lvl1pPr>
          </a:lstStyle>
          <a:p>
            <a:pPr lvl="0"/>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Content Placeholder 10">
            <a:extLst>
              <a:ext uri="{FF2B5EF4-FFF2-40B4-BE49-F238E27FC236}">
                <a16:creationId xmlns:a16="http://schemas.microsoft.com/office/drawing/2014/main" id="{0BEC4930-4E04-4FE8-BBF3-63ABA7AA5406}"/>
              </a:ext>
            </a:extLst>
          </p:cNvPr>
          <p:cNvSpPr>
            <a:spLocks noGrp="1"/>
          </p:cNvSpPr>
          <p:nvPr>
            <p:ph sz="quarter" idx="11"/>
          </p:nvPr>
        </p:nvSpPr>
        <p:spPr>
          <a:xfrm>
            <a:off x="342900" y="6535738"/>
            <a:ext cx="8616950" cy="2190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7B48F83F-7684-4505-9311-CD91E36A5788}"/>
              </a:ext>
            </a:extLst>
          </p:cNvPr>
          <p:cNvSpPr>
            <a:spLocks noGrp="1"/>
          </p:cNvSpPr>
          <p:nvPr>
            <p:ph type="body" sz="quarter" idx="12"/>
          </p:nvPr>
        </p:nvSpPr>
        <p:spPr>
          <a:xfrm>
            <a:off x="622300" y="5094288"/>
            <a:ext cx="3035300" cy="4111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6" name="Text Placeholder 5"/>
          <p:cNvSpPr>
            <a:spLocks noGrp="1"/>
          </p:cNvSpPr>
          <p:nvPr>
            <p:ph type="body" sz="quarter" idx="11" hasCustomPrompt="1"/>
          </p:nvPr>
        </p:nvSpPr>
        <p:spPr>
          <a:xfrm>
            <a:off x="185738" y="6515100"/>
            <a:ext cx="8662987" cy="288925"/>
          </a:xfrm>
          <a:prstGeom prst="rect">
            <a:avLst/>
          </a:prstGeom>
        </p:spPr>
        <p:txBody>
          <a:bodyPr/>
          <a:lstStyle>
            <a:lvl1pPr>
              <a:defRPr sz="1200">
                <a:solidFill>
                  <a:schemeClr val="tx2"/>
                </a:solidFill>
              </a:defRPr>
            </a:lvl1pPr>
          </a:lstStyle>
          <a:p>
            <a:pPr lvl="0"/>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2784606"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7" name="Text Placeholder 6"/>
          <p:cNvSpPr>
            <a:spLocks noGrp="1"/>
          </p:cNvSpPr>
          <p:nvPr>
            <p:ph type="body" sz="quarter" idx="11" hasCustomPrompt="1"/>
          </p:nvPr>
        </p:nvSpPr>
        <p:spPr>
          <a:xfrm>
            <a:off x="190500" y="6515100"/>
            <a:ext cx="8643938" cy="288925"/>
          </a:xfrm>
          <a:prstGeom prst="rect">
            <a:avLst/>
          </a:prstGeom>
        </p:spPr>
        <p:txBody>
          <a:bodyPr/>
          <a:lstStyle>
            <a:lvl1pPr>
              <a:defRPr sz="1200">
                <a:solidFill>
                  <a:schemeClr val="tx2"/>
                </a:solidFill>
              </a:defRPr>
            </a:lvl1pPr>
          </a:lstStyle>
          <a:p>
            <a:pPr lvl="0"/>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noAutofit/>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8" name="Slide Number Placeholder">
            <a:extLst>
              <a:ext uri="{FF2B5EF4-FFF2-40B4-BE49-F238E27FC236}">
                <a16:creationId xmlns:a16="http://schemas.microsoft.com/office/drawing/2014/main" id="{EF8D8291-5BF4-41AC-87CE-ED5DE4CB1B61}"/>
              </a:ext>
            </a:extLst>
          </p:cNvPr>
          <p:cNvSpPr>
            <a:spLocks noGrp="1"/>
          </p:cNvSpPr>
          <p:nvPr>
            <p:ph type="sldNum" sz="quarter" idx="4"/>
          </p:nvPr>
        </p:nvSpPr>
        <p:spPr>
          <a:xfrm>
            <a:off x="8626411" y="6646460"/>
            <a:ext cx="449349" cy="188467"/>
          </a:xfrm>
          <a:prstGeom prst="rect">
            <a:avLst/>
          </a:prstGeom>
        </p:spPr>
        <p:txBody>
          <a:bodyPr/>
          <a:lstStyle>
            <a:lvl1pPr>
              <a:defRPr sz="800"/>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One Main Placeholder">
    <p:spTree>
      <p:nvGrpSpPr>
        <p:cNvPr id="1" name=""/>
        <p:cNvGrpSpPr/>
        <p:nvPr/>
      </p:nvGrpSpPr>
      <p:grpSpPr>
        <a:xfrm>
          <a:off x="0" y="0"/>
          <a:ext cx="0" cy="0"/>
          <a:chOff x="0" y="0"/>
          <a:chExt cx="0" cy="0"/>
        </a:xfrm>
      </p:grpSpPr>
      <p:sp>
        <p:nvSpPr>
          <p:cNvPr id="2" name="Slide Title 1">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4229100" cy="903231"/>
          </a:xfrm>
          <a:prstGeom prst="rect">
            <a:avLst/>
          </a:prstGeom>
        </p:spPr>
        <p:txBody>
          <a:bodyPr anchor="ctr">
            <a:normAutofit/>
          </a:bodyPr>
          <a:lstStyle>
            <a:lvl1pPr>
              <a:defRPr sz="4000"/>
            </a:lvl1pPr>
          </a:lstStyle>
          <a:p>
            <a:r>
              <a:rPr lang="en-US" dirty="0"/>
              <a:t>Slide Title</a:t>
            </a:r>
          </a:p>
        </p:txBody>
      </p:sp>
      <p:sp>
        <p:nvSpPr>
          <p:cNvPr id="15" name="Slide Title 2">
            <a:extLst>
              <a:ext uri="{FF2B5EF4-FFF2-40B4-BE49-F238E27FC236}">
                <a16:creationId xmlns:a16="http://schemas.microsoft.com/office/drawing/2014/main" id="{B5BB26E5-AE57-4ED5-B8A8-BEE1BD13AD34}"/>
              </a:ext>
            </a:extLst>
          </p:cNvPr>
          <p:cNvSpPr>
            <a:spLocks noGrp="1"/>
          </p:cNvSpPr>
          <p:nvPr>
            <p:ph type="body" sz="quarter" idx="14" hasCustomPrompt="1"/>
          </p:nvPr>
        </p:nvSpPr>
        <p:spPr>
          <a:xfrm>
            <a:off x="4749800" y="192088"/>
            <a:ext cx="4051300" cy="903287"/>
          </a:xfrm>
        </p:spPr>
        <p:txBody>
          <a:bodyPr vert="horz" lIns="91440" tIns="45720" rIns="91440" bIns="45720" rtlCol="0" anchor="ctr">
            <a:normAutofit/>
          </a:bodyPr>
          <a:lstStyle>
            <a:lvl1pPr>
              <a:defRPr lang="en-IN" sz="4000" b="1" dirty="0">
                <a:latin typeface="+mj-lt"/>
                <a:ea typeface="+mj-ea"/>
                <a:cs typeface="+mj-cs"/>
              </a:defRPr>
            </a:lvl1pPr>
          </a:lstStyle>
          <a:p>
            <a:pPr lvl="0">
              <a:lnSpc>
                <a:spcPct val="90000"/>
              </a:lnSpc>
              <a:spcBef>
                <a:spcPct val="0"/>
              </a:spcBef>
            </a:pPr>
            <a:r>
              <a:rPr kumimoji="0" lang="en-US" sz="4000" b="1" i="0" u="none" strike="noStrike" kern="1200" cap="none" spc="0" normalizeH="0" baseline="0" noProof="0" dirty="0">
                <a:ln>
                  <a:noFill/>
                </a:ln>
                <a:solidFill>
                  <a:srgbClr val="000000"/>
                </a:solidFill>
                <a:effectLst/>
                <a:uLnTx/>
                <a:uFillTx/>
                <a:latin typeface="+mn-lt"/>
                <a:ea typeface="+mj-ea"/>
                <a:cs typeface="+mj-cs"/>
              </a:rPr>
              <a:t>Slide Title</a:t>
            </a:r>
            <a:endParaRPr lang="en-IN"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29683902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8" name="Picture 7" descr="Connecting through social media icon.">
            <a:extLst>
              <a:ext uri="{FF2B5EF4-FFF2-40B4-BE49-F238E27FC236}">
                <a16:creationId xmlns:a16="http://schemas.microsoft.com/office/drawing/2014/main" id="{48BB348F-12C6-489F-958D-1FDE88A9246E}"/>
              </a:ext>
            </a:extLst>
          </p:cNvPr>
          <p:cNvPicPr>
            <a:picLocks noChangeAspect="1"/>
          </p:cNvPicPr>
          <p:nvPr userDrawn="1"/>
        </p:nvPicPr>
        <p:blipFill>
          <a:blip r:embed="rId2"/>
          <a:stretch>
            <a:fillRect/>
          </a:stretch>
        </p:blipFill>
        <p:spPr>
          <a:xfrm>
            <a:off x="124695" y="298541"/>
            <a:ext cx="2438400" cy="669365"/>
          </a:xfrm>
          <a:prstGeom prst="rect">
            <a:avLst/>
          </a:prstGeom>
        </p:spPr>
      </p:pic>
    </p:spTree>
    <p:extLst>
      <p:ext uri="{BB962C8B-B14F-4D97-AF65-F5344CB8AC3E}">
        <p14:creationId xmlns:p14="http://schemas.microsoft.com/office/powerpoint/2010/main" val="1816512595"/>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Making Ethical Decisions icon.">
            <a:extLst>
              <a:ext uri="{FF2B5EF4-FFF2-40B4-BE49-F238E27FC236}">
                <a16:creationId xmlns:a16="http://schemas.microsoft.com/office/drawing/2014/main" id="{35AB3571-1B64-4E5D-ADAB-A22232BBBD05}"/>
              </a:ext>
            </a:extLst>
          </p:cNvPr>
          <p:cNvPicPr>
            <a:picLocks noChangeAspect="1"/>
          </p:cNvPicPr>
          <p:nvPr userDrawn="1"/>
        </p:nvPicPr>
        <p:blipFill>
          <a:blip r:embed="rId2"/>
          <a:stretch>
            <a:fillRect/>
          </a:stretch>
        </p:blipFill>
        <p:spPr>
          <a:xfrm>
            <a:off x="0" y="312475"/>
            <a:ext cx="2498501" cy="663262"/>
          </a:xfrm>
          <a:prstGeom prst="rect">
            <a:avLst/>
          </a:prstGeom>
        </p:spPr>
      </p:pic>
    </p:spTree>
    <p:extLst>
      <p:ext uri="{BB962C8B-B14F-4D97-AF65-F5344CB8AC3E}">
        <p14:creationId xmlns:p14="http://schemas.microsoft.com/office/powerpoint/2010/main" val="241432333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1" y="304800"/>
            <a:ext cx="2344882"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a:extLst>
              <a:ext uri="{FF2B5EF4-FFF2-40B4-BE49-F238E27FC236}">
                <a16:creationId xmlns:a16="http://schemas.microsoft.com/office/drawing/2014/main" id="{23A00108-6ED3-416D-B7AC-3A9D6F2EF0AF}"/>
              </a:ext>
            </a:extLst>
          </p:cNvPr>
          <p:cNvPicPr>
            <a:picLocks noChangeAspect="1"/>
          </p:cNvPicPr>
          <p:nvPr userDrawn="1"/>
        </p:nvPicPr>
        <p:blipFill>
          <a:blip r:embed="rId2"/>
          <a:stretch>
            <a:fillRect/>
          </a:stretch>
        </p:blipFill>
        <p:spPr>
          <a:xfrm>
            <a:off x="4448193" y="489743"/>
            <a:ext cx="4352906" cy="239714"/>
          </a:xfrm>
          <a:prstGeom prst="rect">
            <a:avLst/>
          </a:prstGeom>
        </p:spPr>
      </p:pic>
    </p:spTree>
    <p:extLst>
      <p:ext uri="{BB962C8B-B14F-4D97-AF65-F5344CB8AC3E}">
        <p14:creationId xmlns:p14="http://schemas.microsoft.com/office/powerpoint/2010/main" val="43045211"/>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Adapting to Change logo.">
            <a:extLst>
              <a:ext uri="{FF2B5EF4-FFF2-40B4-BE49-F238E27FC236}">
                <a16:creationId xmlns:a16="http://schemas.microsoft.com/office/drawing/2014/main" id="{A0A183BC-7319-45B8-B0D2-D92CDB14409F}"/>
              </a:ext>
            </a:extLst>
          </p:cNvPr>
          <p:cNvPicPr>
            <a:picLocks noChangeAspect="1"/>
          </p:cNvPicPr>
          <p:nvPr userDrawn="1"/>
        </p:nvPicPr>
        <p:blipFill>
          <a:blip r:embed="rId2"/>
          <a:stretch>
            <a:fillRect/>
          </a:stretch>
        </p:blipFill>
        <p:spPr>
          <a:xfrm>
            <a:off x="55420" y="207110"/>
            <a:ext cx="2472744" cy="824248"/>
          </a:xfrm>
          <a:prstGeom prst="rect">
            <a:avLst/>
          </a:prstGeom>
        </p:spPr>
      </p:pic>
    </p:spTree>
    <p:extLst>
      <p:ext uri="{BB962C8B-B14F-4D97-AF65-F5344CB8AC3E}">
        <p14:creationId xmlns:p14="http://schemas.microsoft.com/office/powerpoint/2010/main" val="62479310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8621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8" name="Content Placeholder 1">
            <a:extLst>
              <a:ext uri="{FF2B5EF4-FFF2-40B4-BE49-F238E27FC236}">
                <a16:creationId xmlns:a16="http://schemas.microsoft.com/office/drawing/2014/main" id="{DFC2A6F8-97FC-43BF-92B6-FFCCF20D98D7}"/>
              </a:ext>
            </a:extLst>
          </p:cNvPr>
          <p:cNvSpPr>
            <a:spLocks noGrp="1"/>
          </p:cNvSpPr>
          <p:nvPr>
            <p:ph sz="quarter" idx="14" hasCustomPrompt="1"/>
          </p:nvPr>
        </p:nvSpPr>
        <p:spPr>
          <a:xfrm>
            <a:off x="342900" y="4275652"/>
            <a:ext cx="8458200" cy="197132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Adapting to Change logo.">
            <a:extLst>
              <a:ext uri="{FF2B5EF4-FFF2-40B4-BE49-F238E27FC236}">
                <a16:creationId xmlns:a16="http://schemas.microsoft.com/office/drawing/2014/main" id="{A0A183BC-7319-45B8-B0D2-D92CDB14409F}"/>
              </a:ext>
            </a:extLst>
          </p:cNvPr>
          <p:cNvPicPr>
            <a:picLocks noChangeAspect="1"/>
          </p:cNvPicPr>
          <p:nvPr userDrawn="1"/>
        </p:nvPicPr>
        <p:blipFill>
          <a:blip r:embed="rId2"/>
          <a:stretch>
            <a:fillRect/>
          </a:stretch>
        </p:blipFill>
        <p:spPr>
          <a:xfrm>
            <a:off x="55420" y="207110"/>
            <a:ext cx="2472744" cy="824248"/>
          </a:xfrm>
          <a:prstGeom prst="rect">
            <a:avLst/>
          </a:prstGeom>
        </p:spPr>
      </p:pic>
    </p:spTree>
    <p:extLst>
      <p:ext uri="{BB962C8B-B14F-4D97-AF65-F5344CB8AC3E}">
        <p14:creationId xmlns:p14="http://schemas.microsoft.com/office/powerpoint/2010/main" val="76522295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2" name="Picture 11" descr="Reaching beyond our borders icon.">
            <a:extLst>
              <a:ext uri="{FF2B5EF4-FFF2-40B4-BE49-F238E27FC236}">
                <a16:creationId xmlns:a16="http://schemas.microsoft.com/office/drawing/2014/main" id="{6B5ACA4D-D63F-4493-A4F0-FFA2A5827540}"/>
              </a:ext>
            </a:extLst>
          </p:cNvPr>
          <p:cNvPicPr>
            <a:picLocks noChangeAspect="1"/>
          </p:cNvPicPr>
          <p:nvPr userDrawn="1"/>
        </p:nvPicPr>
        <p:blipFill>
          <a:blip r:embed="rId2"/>
          <a:stretch>
            <a:fillRect/>
          </a:stretch>
        </p:blipFill>
        <p:spPr>
          <a:xfrm>
            <a:off x="28124" y="217261"/>
            <a:ext cx="2514600" cy="803946"/>
          </a:xfrm>
          <a:prstGeom prst="rect">
            <a:avLst/>
          </a:prstGeom>
        </p:spPr>
      </p:pic>
    </p:spTree>
    <p:extLst>
      <p:ext uri="{BB962C8B-B14F-4D97-AF65-F5344CB8AC3E}">
        <p14:creationId xmlns:p14="http://schemas.microsoft.com/office/powerpoint/2010/main" val="236733342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sz="2400"/>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sz="2400"/>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1" y="6646460"/>
            <a:ext cx="462997" cy="188467"/>
          </a:xfrm>
          <a:prstGeom prst="rect">
            <a:avLst/>
          </a:prstGeom>
        </p:spPr>
        <p:txBody>
          <a:body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2885209"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5915890" y="1276709"/>
            <a:ext cx="2885209" cy="4971691"/>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
        <p:nvSpPr>
          <p:cNvPr id="8" name="Content Placeholder 1">
            <a:extLst>
              <a:ext uri="{FF2B5EF4-FFF2-40B4-BE49-F238E27FC236}">
                <a16:creationId xmlns:a16="http://schemas.microsoft.com/office/drawing/2014/main" id="{AFC6CBC7-BAAC-424A-9874-C0A2733A2711}"/>
              </a:ext>
            </a:extLst>
          </p:cNvPr>
          <p:cNvSpPr>
            <a:spLocks noGrp="1"/>
          </p:cNvSpPr>
          <p:nvPr>
            <p:ph sz="quarter" idx="15" hasCustomPrompt="1"/>
          </p:nvPr>
        </p:nvSpPr>
        <p:spPr>
          <a:xfrm>
            <a:off x="2961419" y="1290559"/>
            <a:ext cx="2885209"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Tree>
    <p:extLst>
      <p:ext uri="{BB962C8B-B14F-4D97-AF65-F5344CB8AC3E}">
        <p14:creationId xmlns:p14="http://schemas.microsoft.com/office/powerpoint/2010/main" val="37412154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157732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916383"/>
            <a:ext cx="84582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8" name="Content Placeholder 2">
            <a:extLst>
              <a:ext uri="{FF2B5EF4-FFF2-40B4-BE49-F238E27FC236}">
                <a16:creationId xmlns:a16="http://schemas.microsoft.com/office/drawing/2014/main" id="{7C02FDC4-9007-47FA-8867-BFB4513F337E}"/>
              </a:ext>
            </a:extLst>
          </p:cNvPr>
          <p:cNvSpPr>
            <a:spLocks noGrp="1"/>
          </p:cNvSpPr>
          <p:nvPr>
            <p:ph sz="quarter" idx="15" hasCustomPrompt="1"/>
          </p:nvPr>
        </p:nvSpPr>
        <p:spPr>
          <a:xfrm>
            <a:off x="356750" y="4648197"/>
            <a:ext cx="84582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62017699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73051"/>
            <a:ext cx="4076700" cy="4991100"/>
          </a:xfrm>
        </p:spPr>
        <p:txBody>
          <a:bodyPr/>
          <a:lstStyle>
            <a:lvl1pPr>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022764" y="192490"/>
            <a:ext cx="6778335"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4" name="Picture 3">
            <a:extLst>
              <a:ext uri="{FF2B5EF4-FFF2-40B4-BE49-F238E27FC236}">
                <a16:creationId xmlns:a16="http://schemas.microsoft.com/office/drawing/2014/main" id="{15A7E40D-2A6B-4B43-8474-A1C9EAF1D337}"/>
              </a:ext>
            </a:extLst>
          </p:cNvPr>
          <p:cNvPicPr>
            <a:picLocks noChangeAspect="1"/>
          </p:cNvPicPr>
          <p:nvPr userDrawn="1"/>
        </p:nvPicPr>
        <p:blipFill>
          <a:blip r:embed="rId2"/>
          <a:stretch>
            <a:fillRect/>
          </a:stretch>
        </p:blipFill>
        <p:spPr>
          <a:xfrm>
            <a:off x="342900" y="399540"/>
            <a:ext cx="1531522" cy="420120"/>
          </a:xfrm>
          <a:prstGeom prst="rect">
            <a:avLst/>
          </a:prstGeom>
        </p:spPr>
      </p:pic>
    </p:spTree>
    <p:extLst>
      <p:ext uri="{BB962C8B-B14F-4D97-AF65-F5344CB8AC3E}">
        <p14:creationId xmlns:p14="http://schemas.microsoft.com/office/powerpoint/2010/main" val="48298191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12" name="Appendix Link">
            <a:extLst>
              <a:ext uri="{FF2B5EF4-FFF2-40B4-BE49-F238E27FC236}">
                <a16:creationId xmlns:a16="http://schemas.microsoft.com/office/drawing/2014/main" id="{E2028F98-0E10-413D-9110-D0B0D682EC9D}"/>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46459"/>
            <a:ext cx="490292" cy="188467"/>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3915201"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3915201"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3915201"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3915201"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3915201"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3915201" cy="7334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2" name="Content Placeholder 6">
            <a:extLst>
              <a:ext uri="{FF2B5EF4-FFF2-40B4-BE49-F238E27FC236}">
                <a16:creationId xmlns:a16="http://schemas.microsoft.com/office/drawing/2014/main" id="{DB5446E9-DDFC-4F9F-AEF5-5E6061E5BD1A}"/>
              </a:ext>
            </a:extLst>
          </p:cNvPr>
          <p:cNvSpPr>
            <a:spLocks noGrp="1"/>
          </p:cNvSpPr>
          <p:nvPr>
            <p:ph sz="quarter" idx="19" hasCustomPrompt="1"/>
          </p:nvPr>
        </p:nvSpPr>
        <p:spPr>
          <a:xfrm>
            <a:off x="4619199" y="1255490"/>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4" name="Content Placeholder 6">
            <a:extLst>
              <a:ext uri="{FF2B5EF4-FFF2-40B4-BE49-F238E27FC236}">
                <a16:creationId xmlns:a16="http://schemas.microsoft.com/office/drawing/2014/main" id="{9BC59DB4-A285-4104-8DAD-21B49267AAD3}"/>
              </a:ext>
            </a:extLst>
          </p:cNvPr>
          <p:cNvSpPr>
            <a:spLocks noGrp="1"/>
          </p:cNvSpPr>
          <p:nvPr>
            <p:ph sz="quarter" idx="20" hasCustomPrompt="1"/>
          </p:nvPr>
        </p:nvSpPr>
        <p:spPr>
          <a:xfrm>
            <a:off x="4619199" y="1998291"/>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6" name="Content Placeholder 6">
            <a:extLst>
              <a:ext uri="{FF2B5EF4-FFF2-40B4-BE49-F238E27FC236}">
                <a16:creationId xmlns:a16="http://schemas.microsoft.com/office/drawing/2014/main" id="{FF319E46-D027-404B-8292-60A07B8E3C98}"/>
              </a:ext>
            </a:extLst>
          </p:cNvPr>
          <p:cNvSpPr>
            <a:spLocks noGrp="1"/>
          </p:cNvSpPr>
          <p:nvPr>
            <p:ph sz="quarter" idx="21" hasCustomPrompt="1"/>
          </p:nvPr>
        </p:nvSpPr>
        <p:spPr>
          <a:xfrm>
            <a:off x="4619198" y="2723530"/>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7" name="Content Placeholder 6">
            <a:extLst>
              <a:ext uri="{FF2B5EF4-FFF2-40B4-BE49-F238E27FC236}">
                <a16:creationId xmlns:a16="http://schemas.microsoft.com/office/drawing/2014/main" id="{E1FA65FE-4DFA-484E-A01C-9BF08B32C20A}"/>
              </a:ext>
            </a:extLst>
          </p:cNvPr>
          <p:cNvSpPr>
            <a:spLocks noGrp="1"/>
          </p:cNvSpPr>
          <p:nvPr>
            <p:ph sz="quarter" idx="22" hasCustomPrompt="1"/>
          </p:nvPr>
        </p:nvSpPr>
        <p:spPr>
          <a:xfrm>
            <a:off x="4619197" y="3528194"/>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8" name="Content Placeholder 6">
            <a:extLst>
              <a:ext uri="{FF2B5EF4-FFF2-40B4-BE49-F238E27FC236}">
                <a16:creationId xmlns:a16="http://schemas.microsoft.com/office/drawing/2014/main" id="{6FE7E90B-1DE9-4A55-9F1D-9EF5F50C09A3}"/>
              </a:ext>
            </a:extLst>
          </p:cNvPr>
          <p:cNvSpPr>
            <a:spLocks noGrp="1"/>
          </p:cNvSpPr>
          <p:nvPr>
            <p:ph sz="quarter" idx="23" hasCustomPrompt="1"/>
          </p:nvPr>
        </p:nvSpPr>
        <p:spPr>
          <a:xfrm>
            <a:off x="4619199" y="4351336"/>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9" name="Content Placeholder 6">
            <a:extLst>
              <a:ext uri="{FF2B5EF4-FFF2-40B4-BE49-F238E27FC236}">
                <a16:creationId xmlns:a16="http://schemas.microsoft.com/office/drawing/2014/main" id="{78067368-CA9E-4B15-AE6A-F50A1D1FEE7F}"/>
              </a:ext>
            </a:extLst>
          </p:cNvPr>
          <p:cNvSpPr>
            <a:spLocks noGrp="1"/>
          </p:cNvSpPr>
          <p:nvPr>
            <p:ph sz="quarter" idx="24" hasCustomPrompt="1"/>
          </p:nvPr>
        </p:nvSpPr>
        <p:spPr>
          <a:xfrm>
            <a:off x="4619199" y="5142672"/>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90875865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3915201" cy="524381"/>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1931950"/>
            <a:ext cx="3915201" cy="46411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499163"/>
            <a:ext cx="3915201" cy="48125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118035"/>
            <a:ext cx="3915201" cy="49941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3748468"/>
            <a:ext cx="3915201" cy="49941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4378894"/>
            <a:ext cx="3915201" cy="524381"/>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12" name="Content Placeholder 6">
            <a:extLst>
              <a:ext uri="{FF2B5EF4-FFF2-40B4-BE49-F238E27FC236}">
                <a16:creationId xmlns:a16="http://schemas.microsoft.com/office/drawing/2014/main" id="{DB5446E9-DDFC-4F9F-AEF5-5E6061E5BD1A}"/>
              </a:ext>
            </a:extLst>
          </p:cNvPr>
          <p:cNvSpPr>
            <a:spLocks noGrp="1"/>
          </p:cNvSpPr>
          <p:nvPr>
            <p:ph sz="quarter" idx="19" hasCustomPrompt="1"/>
          </p:nvPr>
        </p:nvSpPr>
        <p:spPr>
          <a:xfrm>
            <a:off x="342900" y="5003807"/>
            <a:ext cx="3915201" cy="386971"/>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14" name="Content Placeholder 6">
            <a:extLst>
              <a:ext uri="{FF2B5EF4-FFF2-40B4-BE49-F238E27FC236}">
                <a16:creationId xmlns:a16="http://schemas.microsoft.com/office/drawing/2014/main" id="{9BC59DB4-A285-4104-8DAD-21B49267AAD3}"/>
              </a:ext>
            </a:extLst>
          </p:cNvPr>
          <p:cNvSpPr>
            <a:spLocks noGrp="1"/>
          </p:cNvSpPr>
          <p:nvPr>
            <p:ph sz="quarter" idx="20" hasCustomPrompt="1"/>
          </p:nvPr>
        </p:nvSpPr>
        <p:spPr>
          <a:xfrm>
            <a:off x="342899" y="5515661"/>
            <a:ext cx="3915201" cy="439143"/>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16" name="Content Placeholder 6">
            <a:extLst>
              <a:ext uri="{FF2B5EF4-FFF2-40B4-BE49-F238E27FC236}">
                <a16:creationId xmlns:a16="http://schemas.microsoft.com/office/drawing/2014/main" id="{FF319E46-D027-404B-8292-60A07B8E3C98}"/>
              </a:ext>
            </a:extLst>
          </p:cNvPr>
          <p:cNvSpPr>
            <a:spLocks noGrp="1"/>
          </p:cNvSpPr>
          <p:nvPr>
            <p:ph sz="quarter" idx="21" hasCustomPrompt="1"/>
          </p:nvPr>
        </p:nvSpPr>
        <p:spPr>
          <a:xfrm>
            <a:off x="342898" y="6091086"/>
            <a:ext cx="3915201" cy="476104"/>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7" name="Content Placeholder 6">
            <a:extLst>
              <a:ext uri="{FF2B5EF4-FFF2-40B4-BE49-F238E27FC236}">
                <a16:creationId xmlns:a16="http://schemas.microsoft.com/office/drawing/2014/main" id="{E1FA65FE-4DFA-484E-A01C-9BF08B32C20A}"/>
              </a:ext>
            </a:extLst>
          </p:cNvPr>
          <p:cNvSpPr>
            <a:spLocks noGrp="1"/>
          </p:cNvSpPr>
          <p:nvPr>
            <p:ph sz="quarter" idx="22" hasCustomPrompt="1"/>
          </p:nvPr>
        </p:nvSpPr>
        <p:spPr>
          <a:xfrm>
            <a:off x="4572000" y="1269864"/>
            <a:ext cx="3915201" cy="527577"/>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18" name="Content Placeholder 6">
            <a:extLst>
              <a:ext uri="{FF2B5EF4-FFF2-40B4-BE49-F238E27FC236}">
                <a16:creationId xmlns:a16="http://schemas.microsoft.com/office/drawing/2014/main" id="{6FE7E90B-1DE9-4A55-9F1D-9EF5F50C09A3}"/>
              </a:ext>
            </a:extLst>
          </p:cNvPr>
          <p:cNvSpPr>
            <a:spLocks noGrp="1"/>
          </p:cNvSpPr>
          <p:nvPr>
            <p:ph sz="quarter" idx="23" hasCustomPrompt="1"/>
          </p:nvPr>
        </p:nvSpPr>
        <p:spPr>
          <a:xfrm>
            <a:off x="4571999" y="1912450"/>
            <a:ext cx="3915201" cy="416725"/>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19" name="Content Placeholder 6">
            <a:extLst>
              <a:ext uri="{FF2B5EF4-FFF2-40B4-BE49-F238E27FC236}">
                <a16:creationId xmlns:a16="http://schemas.microsoft.com/office/drawing/2014/main" id="{78067368-CA9E-4B15-AE6A-F50A1D1FEE7F}"/>
              </a:ext>
            </a:extLst>
          </p:cNvPr>
          <p:cNvSpPr>
            <a:spLocks noGrp="1"/>
          </p:cNvSpPr>
          <p:nvPr>
            <p:ph sz="quarter" idx="24" hasCustomPrompt="1"/>
          </p:nvPr>
        </p:nvSpPr>
        <p:spPr>
          <a:xfrm>
            <a:off x="4563340" y="2446268"/>
            <a:ext cx="3915201" cy="4167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20" name="Content Placeholder 6">
            <a:extLst>
              <a:ext uri="{FF2B5EF4-FFF2-40B4-BE49-F238E27FC236}">
                <a16:creationId xmlns:a16="http://schemas.microsoft.com/office/drawing/2014/main" id="{1C3E8E04-E5E0-436C-975B-EF0A3EDBE8D7}"/>
              </a:ext>
            </a:extLst>
          </p:cNvPr>
          <p:cNvSpPr>
            <a:spLocks noGrp="1"/>
          </p:cNvSpPr>
          <p:nvPr>
            <p:ph sz="quarter" idx="25" hasCustomPrompt="1"/>
          </p:nvPr>
        </p:nvSpPr>
        <p:spPr>
          <a:xfrm>
            <a:off x="4563339" y="3007289"/>
            <a:ext cx="3915201" cy="4167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21" name="Content Placeholder 6">
            <a:extLst>
              <a:ext uri="{FF2B5EF4-FFF2-40B4-BE49-F238E27FC236}">
                <a16:creationId xmlns:a16="http://schemas.microsoft.com/office/drawing/2014/main" id="{8B1EBAB6-BCBC-42A6-8B1C-0C39B0AA67CC}"/>
              </a:ext>
            </a:extLst>
          </p:cNvPr>
          <p:cNvSpPr>
            <a:spLocks noGrp="1"/>
          </p:cNvSpPr>
          <p:nvPr>
            <p:ph sz="quarter" idx="26" hasCustomPrompt="1"/>
          </p:nvPr>
        </p:nvSpPr>
        <p:spPr>
          <a:xfrm>
            <a:off x="4563338" y="3525693"/>
            <a:ext cx="3915201" cy="4167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22" name="Content Placeholder 6">
            <a:extLst>
              <a:ext uri="{FF2B5EF4-FFF2-40B4-BE49-F238E27FC236}">
                <a16:creationId xmlns:a16="http://schemas.microsoft.com/office/drawing/2014/main" id="{2E2D829F-7FD9-454D-9F15-34D5DB8B8953}"/>
              </a:ext>
            </a:extLst>
          </p:cNvPr>
          <p:cNvSpPr>
            <a:spLocks noGrp="1"/>
          </p:cNvSpPr>
          <p:nvPr>
            <p:ph sz="quarter" idx="27" hasCustomPrompt="1"/>
          </p:nvPr>
        </p:nvSpPr>
        <p:spPr>
          <a:xfrm>
            <a:off x="4563337" y="4044439"/>
            <a:ext cx="3915201" cy="4167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23" name="Content Placeholder 6">
            <a:extLst>
              <a:ext uri="{FF2B5EF4-FFF2-40B4-BE49-F238E27FC236}">
                <a16:creationId xmlns:a16="http://schemas.microsoft.com/office/drawing/2014/main" id="{EFCC0A4E-F43B-4E2F-BA80-CB01C3AAC559}"/>
              </a:ext>
            </a:extLst>
          </p:cNvPr>
          <p:cNvSpPr>
            <a:spLocks noGrp="1"/>
          </p:cNvSpPr>
          <p:nvPr>
            <p:ph sz="quarter" idx="28" hasCustomPrompt="1"/>
          </p:nvPr>
        </p:nvSpPr>
        <p:spPr>
          <a:xfrm>
            <a:off x="4563336" y="4616396"/>
            <a:ext cx="3915201" cy="4167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24" name="Content Placeholder 6">
            <a:extLst>
              <a:ext uri="{FF2B5EF4-FFF2-40B4-BE49-F238E27FC236}">
                <a16:creationId xmlns:a16="http://schemas.microsoft.com/office/drawing/2014/main" id="{F51710A0-2CC6-4DBD-89F2-87D6DDE4FEC4}"/>
              </a:ext>
            </a:extLst>
          </p:cNvPr>
          <p:cNvSpPr>
            <a:spLocks noGrp="1"/>
          </p:cNvSpPr>
          <p:nvPr>
            <p:ph sz="quarter" idx="29" hasCustomPrompt="1"/>
          </p:nvPr>
        </p:nvSpPr>
        <p:spPr>
          <a:xfrm>
            <a:off x="4563335" y="5141628"/>
            <a:ext cx="3915201" cy="4167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25" name="Content Placeholder 6">
            <a:extLst>
              <a:ext uri="{FF2B5EF4-FFF2-40B4-BE49-F238E27FC236}">
                <a16:creationId xmlns:a16="http://schemas.microsoft.com/office/drawing/2014/main" id="{3AEE708C-55BD-4660-B140-8C7B3E4F38FF}"/>
              </a:ext>
            </a:extLst>
          </p:cNvPr>
          <p:cNvSpPr>
            <a:spLocks noGrp="1"/>
          </p:cNvSpPr>
          <p:nvPr>
            <p:ph sz="quarter" idx="30" hasCustomPrompt="1"/>
          </p:nvPr>
        </p:nvSpPr>
        <p:spPr>
          <a:xfrm>
            <a:off x="4563334" y="5650930"/>
            <a:ext cx="3915201" cy="4167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26" name="Content Placeholder 6">
            <a:extLst>
              <a:ext uri="{FF2B5EF4-FFF2-40B4-BE49-F238E27FC236}">
                <a16:creationId xmlns:a16="http://schemas.microsoft.com/office/drawing/2014/main" id="{AA20FAC6-6839-48C9-842E-9E90960D9029}"/>
              </a:ext>
            </a:extLst>
          </p:cNvPr>
          <p:cNvSpPr>
            <a:spLocks noGrp="1"/>
          </p:cNvSpPr>
          <p:nvPr>
            <p:ph sz="quarter" idx="31" hasCustomPrompt="1"/>
          </p:nvPr>
        </p:nvSpPr>
        <p:spPr>
          <a:xfrm>
            <a:off x="4563333" y="6185428"/>
            <a:ext cx="3915201" cy="4167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07645659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
        <p:nvSpPr>
          <p:cNvPr id="5" name="Content Placeholder 4">
            <a:extLst>
              <a:ext uri="{FF2B5EF4-FFF2-40B4-BE49-F238E27FC236}">
                <a16:creationId xmlns:a16="http://schemas.microsoft.com/office/drawing/2014/main" id="{8352138A-1304-465B-AE03-541BDE0CCB45}"/>
              </a:ext>
            </a:extLst>
          </p:cNvPr>
          <p:cNvSpPr>
            <a:spLocks noGrp="1"/>
          </p:cNvSpPr>
          <p:nvPr>
            <p:ph sz="quarter" idx="10"/>
          </p:nvPr>
        </p:nvSpPr>
        <p:spPr>
          <a:xfrm>
            <a:off x="228600" y="6543675"/>
            <a:ext cx="8715375" cy="187325"/>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63891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Tree>
    <p:extLst>
      <p:ext uri="{BB962C8B-B14F-4D97-AF65-F5344CB8AC3E}">
        <p14:creationId xmlns:p14="http://schemas.microsoft.com/office/powerpoint/2010/main" val="211056714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943194802"/>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Tree>
    <p:extLst>
      <p:ext uri="{BB962C8B-B14F-4D97-AF65-F5344CB8AC3E}">
        <p14:creationId xmlns:p14="http://schemas.microsoft.com/office/powerpoint/2010/main" val="36925710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a:xfrm>
            <a:off x="8637202" y="6682314"/>
            <a:ext cx="342900" cy="143831"/>
          </a:xfrm>
          <a:prstGeom prst="rect">
            <a:avLst/>
          </a:prstGeom>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Tree>
    <p:extLst>
      <p:ext uri="{BB962C8B-B14F-4D97-AF65-F5344CB8AC3E}">
        <p14:creationId xmlns:p14="http://schemas.microsoft.com/office/powerpoint/2010/main" val="544467532"/>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18" Type="http://schemas.openxmlformats.org/officeDocument/2006/relationships/slideLayout" Target="../slideLayouts/slideLayout2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 Type="http://schemas.openxmlformats.org/officeDocument/2006/relationships/slideLayout" Target="../slideLayouts/slideLayout6.xml"/><Relationship Id="rId16" Type="http://schemas.openxmlformats.org/officeDocument/2006/relationships/slideLayout" Target="../slideLayouts/slideLayout20.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5" Type="http://schemas.openxmlformats.org/officeDocument/2006/relationships/slideLayout" Target="../slideLayouts/slideLayout19.xml"/><Relationship Id="rId10" Type="http://schemas.openxmlformats.org/officeDocument/2006/relationships/slideLayout" Target="../slideLayouts/slideLayout14.xml"/><Relationship Id="rId19" Type="http://schemas.openxmlformats.org/officeDocument/2006/relationships/theme" Target="../theme/theme2.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5" Type="http://schemas.openxmlformats.org/officeDocument/2006/relationships/theme" Target="../theme/theme3.xml"/><Relationship Id="rId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slideLayout" Target="../slideLayouts/slideLayout28.xml"/><Relationship Id="rId1" Type="http://schemas.openxmlformats.org/officeDocument/2006/relationships/slideLayout" Target="../slideLayouts/slideLayout27.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31.xml"/><Relationship Id="rId1"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a:extLst>
              <a:ext uri="{FF2B5EF4-FFF2-40B4-BE49-F238E27FC236}">
                <a16:creationId xmlns:a16="http://schemas.microsoft.com/office/drawing/2014/main" id="{BF372B49-B6F5-4826-B4F8-2F8A4FFF8894}"/>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sp>
        <p:nvSpPr>
          <p:cNvPr id="10" name="Slide Number Placeholder">
            <a:extLst>
              <a:ext uri="{FF2B5EF4-FFF2-40B4-BE49-F238E27FC236}">
                <a16:creationId xmlns:a16="http://schemas.microsoft.com/office/drawing/2014/main" id="{A9994BA6-A29E-44A0-A7B3-164E7D8FE393}"/>
              </a:ext>
            </a:extLst>
          </p:cNvPr>
          <p:cNvSpPr>
            <a:spLocks noGrp="1"/>
          </p:cNvSpPr>
          <p:nvPr>
            <p:ph type="sldNum" sz="quarter" idx="4"/>
          </p:nvPr>
        </p:nvSpPr>
        <p:spPr>
          <a:xfrm>
            <a:off x="8626412" y="6673531"/>
            <a:ext cx="355840" cy="161396"/>
          </a:xfrm>
          <a:prstGeom prst="rect">
            <a:avLst/>
          </a:prstGeom>
        </p:spPr>
        <p:txBody>
          <a:bodyPr/>
          <a:lstStyle>
            <a:lvl1pPr>
              <a:defRPr sz="800"/>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717" r:id="rId2"/>
    <p:sldLayoutId id="2147483706" r:id="rId3"/>
    <p:sldLayoutId id="2147483709" r:id="rId4"/>
    <p:sldLayoutId id="2147483707" r:id="rId5"/>
    <p:sldLayoutId id="2147483708" r:id="rId6"/>
    <p:sldLayoutId id="2147483711" r:id="rId7"/>
    <p:sldLayoutId id="2147483716" r:id="rId8"/>
    <p:sldLayoutId id="2147483693" r:id="rId9"/>
    <p:sldLayoutId id="2147483719" r:id="rId10"/>
    <p:sldLayoutId id="2147483718" r:id="rId11"/>
    <p:sldLayoutId id="2147483699" r:id="rId12"/>
    <p:sldLayoutId id="2147483720" r:id="rId13"/>
    <p:sldLayoutId id="2147483695" r:id="rId14"/>
    <p:sldLayoutId id="2147483696" r:id="rId15"/>
    <p:sldLayoutId id="2147483697" r:id="rId16"/>
    <p:sldLayoutId id="2147483721" r:id="rId17"/>
    <p:sldLayoutId id="2147483723" r:id="rId18"/>
  </p:sldLayoutIdLst>
  <p:hf hd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kern="1200">
          <a:solidFill>
            <a:schemeClr val="tx2"/>
          </a:solidFill>
          <a:latin typeface="+mn-lt"/>
          <a:ea typeface="+mn-ea"/>
          <a:cs typeface="+mn-cs"/>
        </a:defRPr>
      </a:lvl1pPr>
      <a:lvl2pPr marL="292608" indent="-292608" algn="l" defTabSz="914400" rtl="0" eaLnBrk="1" latinLnBrk="0" hangingPunct="1">
        <a:lnSpc>
          <a:spcPct val="100000"/>
        </a:lnSpc>
        <a:spcBef>
          <a:spcPts val="1000"/>
        </a:spcBef>
        <a:spcAft>
          <a:spcPts val="0"/>
        </a:spcAft>
        <a:buClrTx/>
        <a:buFont typeface="Arial" panose="020B0604020202020204" pitchFamily="34" charset="0"/>
        <a:buChar char="•"/>
        <a:defRPr sz="2400" kern="1200">
          <a:solidFill>
            <a:schemeClr val="tx2"/>
          </a:solidFill>
          <a:latin typeface="+mn-lt"/>
          <a:ea typeface="+mn-ea"/>
          <a:cs typeface="+mn-cs"/>
        </a:defRPr>
      </a:lvl2pPr>
      <a:lvl3pPr marL="622800" indent="-292608" algn="l" defTabSz="914400" rtl="0" eaLnBrk="1" latinLnBrk="0" hangingPunct="1">
        <a:lnSpc>
          <a:spcPct val="100000"/>
        </a:lnSpc>
        <a:spcBef>
          <a:spcPts val="1000"/>
        </a:spcBef>
        <a:spcAft>
          <a:spcPts val="0"/>
        </a:spcAft>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r>
              <a:rPr lang="en-US" dirty="0"/>
              <a:t>Add long copyright line here</a:t>
            </a:r>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 id="2147483705" r:id="rId2"/>
    <p:sldLayoutId id="2147483724" r:id="rId3"/>
    <p:sldLayoutId id="2147483725" r:id="rId4"/>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24279" y="6660234"/>
            <a:ext cx="1285344"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 id="2147483722" r:id="rId3"/>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1.bin"/><Relationship Id="rId1" Type="http://schemas.openxmlformats.org/officeDocument/2006/relationships/slideLayout" Target="../slideLayouts/slideLayout20.xml"/><Relationship Id="rId5" Type="http://schemas.openxmlformats.org/officeDocument/2006/relationships/image" Target="../media/image10.wmf"/><Relationship Id="rId4"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2.wmf"/><Relationship Id="rId7" Type="http://schemas.openxmlformats.org/officeDocument/2006/relationships/image" Target="../media/image14.wmf"/><Relationship Id="rId2" Type="http://schemas.openxmlformats.org/officeDocument/2006/relationships/oleObject" Target="../embeddings/oleObject3.bin"/><Relationship Id="rId1" Type="http://schemas.openxmlformats.org/officeDocument/2006/relationships/slideLayout" Target="../slideLayouts/slideLayout20.xml"/><Relationship Id="rId6" Type="http://schemas.openxmlformats.org/officeDocument/2006/relationships/oleObject" Target="../embeddings/oleObject5.bin"/><Relationship Id="rId5" Type="http://schemas.openxmlformats.org/officeDocument/2006/relationships/image" Target="../media/image13.wmf"/><Relationship Id="rId4"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6.bin"/><Relationship Id="rId1" Type="http://schemas.openxmlformats.org/officeDocument/2006/relationships/slideLayout" Target="../slideLayouts/slideLayout20.xml"/><Relationship Id="rId5" Type="http://schemas.openxmlformats.org/officeDocument/2006/relationships/image" Target="../media/image16.wmf"/><Relationship Id="rId4" Type="http://schemas.openxmlformats.org/officeDocument/2006/relationships/oleObject" Target="../embeddings/oleObject7.bin"/></Relationships>
</file>

<file path=ppt/slides/_rels/slide8.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image" Target="../media/image17.wmf"/><Relationship Id="rId7" Type="http://schemas.openxmlformats.org/officeDocument/2006/relationships/oleObject" Target="../embeddings/oleObject10.bin"/><Relationship Id="rId2" Type="http://schemas.openxmlformats.org/officeDocument/2006/relationships/oleObject" Target="../embeddings/oleObject8.bin"/><Relationship Id="rId1" Type="http://schemas.openxmlformats.org/officeDocument/2006/relationships/slideLayout" Target="../slideLayouts/slideLayout21.xml"/><Relationship Id="rId6" Type="http://schemas.openxmlformats.org/officeDocument/2006/relationships/image" Target="../media/image19.png"/><Relationship Id="rId11" Type="http://schemas.openxmlformats.org/officeDocument/2006/relationships/slide" Target="slide72.xml"/><Relationship Id="rId5" Type="http://schemas.openxmlformats.org/officeDocument/2006/relationships/image" Target="../media/image18.wmf"/><Relationship Id="rId10" Type="http://schemas.openxmlformats.org/officeDocument/2006/relationships/image" Target="../media/image21.wmf"/><Relationship Id="rId4" Type="http://schemas.openxmlformats.org/officeDocument/2006/relationships/oleObject" Target="../embeddings/oleObject9.bin"/><Relationship Id="rId9" Type="http://schemas.openxmlformats.org/officeDocument/2006/relationships/oleObject" Target="../embeddings/oleObject11.bin"/></Relationships>
</file>

<file path=ppt/slides/_rels/slide9.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2.bin"/><Relationship Id="rId1" Type="http://schemas.openxmlformats.org/officeDocument/2006/relationships/slideLayout" Target="../slideLayouts/slideLayout21.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13.bin"/><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13" Type="http://schemas.openxmlformats.org/officeDocument/2006/relationships/image" Target="../media/image30.wmf"/><Relationship Id="rId18" Type="http://schemas.openxmlformats.org/officeDocument/2006/relationships/oleObject" Target="../embeddings/oleObject22.bin"/><Relationship Id="rId26" Type="http://schemas.openxmlformats.org/officeDocument/2006/relationships/oleObject" Target="../embeddings/oleObject26.bin"/><Relationship Id="rId21" Type="http://schemas.openxmlformats.org/officeDocument/2006/relationships/image" Target="../media/image34.wmf"/><Relationship Id="rId34" Type="http://schemas.openxmlformats.org/officeDocument/2006/relationships/oleObject" Target="../embeddings/oleObject30.bin"/><Relationship Id="rId7" Type="http://schemas.openxmlformats.org/officeDocument/2006/relationships/image" Target="../media/image27.wmf"/><Relationship Id="rId12" Type="http://schemas.openxmlformats.org/officeDocument/2006/relationships/oleObject" Target="../embeddings/oleObject19.bin"/><Relationship Id="rId17" Type="http://schemas.openxmlformats.org/officeDocument/2006/relationships/image" Target="../media/image32.wmf"/><Relationship Id="rId25" Type="http://schemas.openxmlformats.org/officeDocument/2006/relationships/image" Target="../media/image36.wmf"/><Relationship Id="rId33" Type="http://schemas.openxmlformats.org/officeDocument/2006/relationships/image" Target="../media/image40.wmf"/><Relationship Id="rId2" Type="http://schemas.openxmlformats.org/officeDocument/2006/relationships/oleObject" Target="../embeddings/oleObject14.bin"/><Relationship Id="rId16" Type="http://schemas.openxmlformats.org/officeDocument/2006/relationships/oleObject" Target="../embeddings/oleObject21.bin"/><Relationship Id="rId20" Type="http://schemas.openxmlformats.org/officeDocument/2006/relationships/oleObject" Target="../embeddings/oleObject23.bin"/><Relationship Id="rId29" Type="http://schemas.openxmlformats.org/officeDocument/2006/relationships/image" Target="../media/image38.wmf"/><Relationship Id="rId1" Type="http://schemas.openxmlformats.org/officeDocument/2006/relationships/slideLayout" Target="../slideLayouts/slideLayout21.xml"/><Relationship Id="rId6" Type="http://schemas.openxmlformats.org/officeDocument/2006/relationships/oleObject" Target="../embeddings/oleObject16.bin"/><Relationship Id="rId11" Type="http://schemas.openxmlformats.org/officeDocument/2006/relationships/image" Target="../media/image29.wmf"/><Relationship Id="rId24" Type="http://schemas.openxmlformats.org/officeDocument/2006/relationships/oleObject" Target="../embeddings/oleObject25.bin"/><Relationship Id="rId32" Type="http://schemas.openxmlformats.org/officeDocument/2006/relationships/oleObject" Target="../embeddings/oleObject29.bin"/><Relationship Id="rId37" Type="http://schemas.openxmlformats.org/officeDocument/2006/relationships/image" Target="../media/image42.wmf"/><Relationship Id="rId5" Type="http://schemas.openxmlformats.org/officeDocument/2006/relationships/image" Target="../media/image26.wmf"/><Relationship Id="rId15" Type="http://schemas.openxmlformats.org/officeDocument/2006/relationships/image" Target="../media/image31.wmf"/><Relationship Id="rId23" Type="http://schemas.openxmlformats.org/officeDocument/2006/relationships/image" Target="../media/image35.wmf"/><Relationship Id="rId28" Type="http://schemas.openxmlformats.org/officeDocument/2006/relationships/oleObject" Target="../embeddings/oleObject27.bin"/><Relationship Id="rId36" Type="http://schemas.openxmlformats.org/officeDocument/2006/relationships/oleObject" Target="../embeddings/oleObject31.bin"/><Relationship Id="rId10" Type="http://schemas.openxmlformats.org/officeDocument/2006/relationships/oleObject" Target="../embeddings/oleObject18.bin"/><Relationship Id="rId19" Type="http://schemas.openxmlformats.org/officeDocument/2006/relationships/image" Target="../media/image33.wmf"/><Relationship Id="rId31" Type="http://schemas.openxmlformats.org/officeDocument/2006/relationships/image" Target="../media/image39.wmf"/><Relationship Id="rId4" Type="http://schemas.openxmlformats.org/officeDocument/2006/relationships/oleObject" Target="../embeddings/oleObject15.bin"/><Relationship Id="rId9" Type="http://schemas.openxmlformats.org/officeDocument/2006/relationships/image" Target="../media/image28.wmf"/><Relationship Id="rId14" Type="http://schemas.openxmlformats.org/officeDocument/2006/relationships/oleObject" Target="../embeddings/oleObject20.bin"/><Relationship Id="rId22" Type="http://schemas.openxmlformats.org/officeDocument/2006/relationships/oleObject" Target="../embeddings/oleObject24.bin"/><Relationship Id="rId27" Type="http://schemas.openxmlformats.org/officeDocument/2006/relationships/image" Target="../media/image37.wmf"/><Relationship Id="rId30" Type="http://schemas.openxmlformats.org/officeDocument/2006/relationships/oleObject" Target="../embeddings/oleObject28.bin"/><Relationship Id="rId35" Type="http://schemas.openxmlformats.org/officeDocument/2006/relationships/image" Target="../media/image41.wmf"/><Relationship Id="rId8" Type="http://schemas.openxmlformats.org/officeDocument/2006/relationships/oleObject" Target="../embeddings/oleObject17.bin"/><Relationship Id="rId3" Type="http://schemas.openxmlformats.org/officeDocument/2006/relationships/image" Target="../media/image25.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5.xml"/><Relationship Id="rId4" Type="http://schemas.openxmlformats.org/officeDocument/2006/relationships/slide" Target="slide73.xml"/></Relationships>
</file>

<file path=ppt/slides/_rels/slide15.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oleObject" Target="../embeddings/oleObject32.bin"/><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oleObject" Target="../embeddings/oleObject33.bin"/><Relationship Id="rId1" Type="http://schemas.openxmlformats.org/officeDocument/2006/relationships/slideLayout" Target="../slideLayouts/slideLayout20.xml"/><Relationship Id="rId5" Type="http://schemas.openxmlformats.org/officeDocument/2006/relationships/slide" Target="slide74.xml"/><Relationship Id="rId4" Type="http://schemas.openxmlformats.org/officeDocument/2006/relationships/image" Target="../media/image4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36.bin"/><Relationship Id="rId3" Type="http://schemas.openxmlformats.org/officeDocument/2006/relationships/oleObject" Target="../embeddings/oleObject34.bin"/><Relationship Id="rId7" Type="http://schemas.openxmlformats.org/officeDocument/2006/relationships/image" Target="../media/image50.wmf"/><Relationship Id="rId2" Type="http://schemas.openxmlformats.org/officeDocument/2006/relationships/notesSlide" Target="../notesSlides/notesSlide1.xml"/><Relationship Id="rId1" Type="http://schemas.openxmlformats.org/officeDocument/2006/relationships/slideLayout" Target="../slideLayouts/slideLayout21.xml"/><Relationship Id="rId6" Type="http://schemas.openxmlformats.org/officeDocument/2006/relationships/oleObject" Target="../embeddings/oleObject35.bin"/><Relationship Id="rId11" Type="http://schemas.openxmlformats.org/officeDocument/2006/relationships/image" Target="../media/image52.wmf"/><Relationship Id="rId5" Type="http://schemas.openxmlformats.org/officeDocument/2006/relationships/image" Target="../media/image49.png"/><Relationship Id="rId10" Type="http://schemas.openxmlformats.org/officeDocument/2006/relationships/oleObject" Target="../embeddings/oleObject37.bin"/><Relationship Id="rId4" Type="http://schemas.openxmlformats.org/officeDocument/2006/relationships/image" Target="../media/image48.wmf"/><Relationship Id="rId9" Type="http://schemas.openxmlformats.org/officeDocument/2006/relationships/image" Target="../media/image51.wmf"/></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41.bin"/><Relationship Id="rId3" Type="http://schemas.openxmlformats.org/officeDocument/2006/relationships/image" Target="../media/image53.wmf"/><Relationship Id="rId7" Type="http://schemas.openxmlformats.org/officeDocument/2006/relationships/image" Target="../media/image55.wmf"/><Relationship Id="rId2" Type="http://schemas.openxmlformats.org/officeDocument/2006/relationships/oleObject" Target="../embeddings/oleObject38.bin"/><Relationship Id="rId1" Type="http://schemas.openxmlformats.org/officeDocument/2006/relationships/slideLayout" Target="../slideLayouts/slideLayout21.xml"/><Relationship Id="rId6" Type="http://schemas.openxmlformats.org/officeDocument/2006/relationships/oleObject" Target="../embeddings/oleObject40.bin"/><Relationship Id="rId11" Type="http://schemas.openxmlformats.org/officeDocument/2006/relationships/slide" Target="slide75.xml"/><Relationship Id="rId5" Type="http://schemas.openxmlformats.org/officeDocument/2006/relationships/image" Target="../media/image54.wmf"/><Relationship Id="rId10" Type="http://schemas.openxmlformats.org/officeDocument/2006/relationships/image" Target="../media/image57.png"/><Relationship Id="rId4" Type="http://schemas.openxmlformats.org/officeDocument/2006/relationships/oleObject" Target="../embeddings/oleObject39.bin"/><Relationship Id="rId9" Type="http://schemas.openxmlformats.org/officeDocument/2006/relationships/image" Target="../media/image56.w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45.bin"/><Relationship Id="rId3" Type="http://schemas.openxmlformats.org/officeDocument/2006/relationships/image" Target="../media/image58.wmf"/><Relationship Id="rId7" Type="http://schemas.openxmlformats.org/officeDocument/2006/relationships/image" Target="../media/image60.wmf"/><Relationship Id="rId2" Type="http://schemas.openxmlformats.org/officeDocument/2006/relationships/oleObject" Target="../embeddings/oleObject42.bin"/><Relationship Id="rId1" Type="http://schemas.openxmlformats.org/officeDocument/2006/relationships/slideLayout" Target="../slideLayouts/slideLayout21.xml"/><Relationship Id="rId6" Type="http://schemas.openxmlformats.org/officeDocument/2006/relationships/oleObject" Target="../embeddings/oleObject44.bin"/><Relationship Id="rId5" Type="http://schemas.openxmlformats.org/officeDocument/2006/relationships/image" Target="../media/image59.wmf"/><Relationship Id="rId4" Type="http://schemas.openxmlformats.org/officeDocument/2006/relationships/oleObject" Target="../embeddings/oleObject43.bin"/><Relationship Id="rId9" Type="http://schemas.openxmlformats.org/officeDocument/2006/relationships/image" Target="../media/image61.w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49.bin"/><Relationship Id="rId13" Type="http://schemas.openxmlformats.org/officeDocument/2006/relationships/image" Target="../media/image67.wmf"/><Relationship Id="rId3" Type="http://schemas.openxmlformats.org/officeDocument/2006/relationships/image" Target="../media/image62.wmf"/><Relationship Id="rId7" Type="http://schemas.openxmlformats.org/officeDocument/2006/relationships/image" Target="../media/image64.wmf"/><Relationship Id="rId12" Type="http://schemas.openxmlformats.org/officeDocument/2006/relationships/oleObject" Target="../embeddings/oleObject51.bin"/><Relationship Id="rId2" Type="http://schemas.openxmlformats.org/officeDocument/2006/relationships/oleObject" Target="../embeddings/oleObject46.bin"/><Relationship Id="rId1" Type="http://schemas.openxmlformats.org/officeDocument/2006/relationships/slideLayout" Target="../slideLayouts/slideLayout22.xml"/><Relationship Id="rId6" Type="http://schemas.openxmlformats.org/officeDocument/2006/relationships/oleObject" Target="../embeddings/oleObject48.bin"/><Relationship Id="rId11" Type="http://schemas.openxmlformats.org/officeDocument/2006/relationships/image" Target="../media/image66.wmf"/><Relationship Id="rId5" Type="http://schemas.openxmlformats.org/officeDocument/2006/relationships/image" Target="../media/image63.wmf"/><Relationship Id="rId15" Type="http://schemas.openxmlformats.org/officeDocument/2006/relationships/slide" Target="slide76.xml"/><Relationship Id="rId10" Type="http://schemas.openxmlformats.org/officeDocument/2006/relationships/oleObject" Target="../embeddings/oleObject50.bin"/><Relationship Id="rId4" Type="http://schemas.openxmlformats.org/officeDocument/2006/relationships/oleObject" Target="../embeddings/oleObject47.bin"/><Relationship Id="rId9" Type="http://schemas.openxmlformats.org/officeDocument/2006/relationships/image" Target="../media/image65.wmf"/><Relationship Id="rId14" Type="http://schemas.openxmlformats.org/officeDocument/2006/relationships/image" Target="../media/image68.png"/></Relationships>
</file>

<file path=ppt/slides/_rels/slide22.x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oleObject" Target="../embeddings/oleObject52.bin"/><Relationship Id="rId1" Type="http://schemas.openxmlformats.org/officeDocument/2006/relationships/slideLayout" Target="../slideLayouts/slideLayout21.xml"/><Relationship Id="rId6" Type="http://schemas.openxmlformats.org/officeDocument/2006/relationships/image" Target="../media/image71.png"/><Relationship Id="rId5" Type="http://schemas.openxmlformats.org/officeDocument/2006/relationships/image" Target="../media/image70.wmf"/><Relationship Id="rId4" Type="http://schemas.openxmlformats.org/officeDocument/2006/relationships/oleObject" Target="../embeddings/oleObject53.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57.bin"/><Relationship Id="rId3" Type="http://schemas.openxmlformats.org/officeDocument/2006/relationships/image" Target="../media/image72.wmf"/><Relationship Id="rId7" Type="http://schemas.openxmlformats.org/officeDocument/2006/relationships/image" Target="../media/image74.wmf"/><Relationship Id="rId2" Type="http://schemas.openxmlformats.org/officeDocument/2006/relationships/oleObject" Target="../embeddings/oleObject54.bin"/><Relationship Id="rId1" Type="http://schemas.openxmlformats.org/officeDocument/2006/relationships/slideLayout" Target="../slideLayouts/slideLayout21.xml"/><Relationship Id="rId6" Type="http://schemas.openxmlformats.org/officeDocument/2006/relationships/oleObject" Target="../embeddings/oleObject56.bin"/><Relationship Id="rId5" Type="http://schemas.openxmlformats.org/officeDocument/2006/relationships/image" Target="../media/image73.wmf"/><Relationship Id="rId4" Type="http://schemas.openxmlformats.org/officeDocument/2006/relationships/oleObject" Target="../embeddings/oleObject55.bin"/><Relationship Id="rId9" Type="http://schemas.openxmlformats.org/officeDocument/2006/relationships/image" Target="../media/image75.wmf"/></Relationships>
</file>

<file path=ppt/slides/_rels/slide24.x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oleObject" Target="../embeddings/oleObject58.bin"/><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oleObject" Target="../embeddings/oleObject59.bin"/><Relationship Id="rId1" Type="http://schemas.openxmlformats.org/officeDocument/2006/relationships/slideLayout" Target="../slideLayouts/slideLayout21.xml"/><Relationship Id="rId5" Type="http://schemas.openxmlformats.org/officeDocument/2006/relationships/image" Target="../media/image78.wmf"/><Relationship Id="rId4" Type="http://schemas.openxmlformats.org/officeDocument/2006/relationships/oleObject" Target="../embeddings/oleObject60.bin"/></Relationships>
</file>

<file path=ppt/slides/_rels/slide26.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79.wmf"/><Relationship Id="rId7" Type="http://schemas.openxmlformats.org/officeDocument/2006/relationships/image" Target="../media/image81.wmf"/><Relationship Id="rId2" Type="http://schemas.openxmlformats.org/officeDocument/2006/relationships/oleObject" Target="../embeddings/oleObject61.bin"/><Relationship Id="rId1" Type="http://schemas.openxmlformats.org/officeDocument/2006/relationships/slideLayout" Target="../slideLayouts/slideLayout21.xml"/><Relationship Id="rId6" Type="http://schemas.openxmlformats.org/officeDocument/2006/relationships/oleObject" Target="../embeddings/oleObject63.bin"/><Relationship Id="rId5" Type="http://schemas.openxmlformats.org/officeDocument/2006/relationships/image" Target="../media/image80.wmf"/><Relationship Id="rId4" Type="http://schemas.openxmlformats.org/officeDocument/2006/relationships/oleObject" Target="../embeddings/oleObject62.bin"/><Relationship Id="rId9" Type="http://schemas.openxmlformats.org/officeDocument/2006/relationships/slide" Target="slide77.xml"/></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67.bin"/><Relationship Id="rId3" Type="http://schemas.openxmlformats.org/officeDocument/2006/relationships/image" Target="../media/image83.wmf"/><Relationship Id="rId7" Type="http://schemas.openxmlformats.org/officeDocument/2006/relationships/image" Target="../media/image85.wmf"/><Relationship Id="rId2" Type="http://schemas.openxmlformats.org/officeDocument/2006/relationships/oleObject" Target="../embeddings/oleObject64.bin"/><Relationship Id="rId1" Type="http://schemas.openxmlformats.org/officeDocument/2006/relationships/slideLayout" Target="../slideLayouts/slideLayout21.xml"/><Relationship Id="rId6" Type="http://schemas.openxmlformats.org/officeDocument/2006/relationships/oleObject" Target="../embeddings/oleObject66.bin"/><Relationship Id="rId5" Type="http://schemas.openxmlformats.org/officeDocument/2006/relationships/image" Target="../media/image84.wmf"/><Relationship Id="rId4" Type="http://schemas.openxmlformats.org/officeDocument/2006/relationships/oleObject" Target="../embeddings/oleObject65.bin"/><Relationship Id="rId9" Type="http://schemas.openxmlformats.org/officeDocument/2006/relationships/image" Target="../media/image86.wmf"/></Relationships>
</file>

<file path=ppt/slides/_rels/slide28.x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oleObject" Target="../embeddings/oleObject68.bin"/><Relationship Id="rId1" Type="http://schemas.openxmlformats.org/officeDocument/2006/relationships/slideLayout" Target="../slideLayouts/slideLayout21.xml"/><Relationship Id="rId5" Type="http://schemas.openxmlformats.org/officeDocument/2006/relationships/image" Target="../media/image88.wmf"/><Relationship Id="rId4" Type="http://schemas.openxmlformats.org/officeDocument/2006/relationships/oleObject" Target="../embeddings/oleObject69.bin"/></Relationships>
</file>

<file path=ppt/slides/_rels/slide29.xml.rels><?xml version="1.0" encoding="UTF-8" standalone="yes"?>
<Relationships xmlns="http://schemas.openxmlformats.org/package/2006/relationships"><Relationship Id="rId3" Type="http://schemas.openxmlformats.org/officeDocument/2006/relationships/image" Target="../media/image89.wmf"/><Relationship Id="rId2" Type="http://schemas.openxmlformats.org/officeDocument/2006/relationships/oleObject" Target="../embeddings/oleObject70.bin"/><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3" Type="http://schemas.openxmlformats.org/officeDocument/2006/relationships/image" Target="../media/image90.wmf"/><Relationship Id="rId7" Type="http://schemas.openxmlformats.org/officeDocument/2006/relationships/image" Target="../media/image92.wmf"/><Relationship Id="rId2" Type="http://schemas.openxmlformats.org/officeDocument/2006/relationships/oleObject" Target="../embeddings/oleObject71.bin"/><Relationship Id="rId1" Type="http://schemas.openxmlformats.org/officeDocument/2006/relationships/slideLayout" Target="../slideLayouts/slideLayout21.xml"/><Relationship Id="rId6" Type="http://schemas.openxmlformats.org/officeDocument/2006/relationships/oleObject" Target="../embeddings/oleObject73.bin"/><Relationship Id="rId5" Type="http://schemas.openxmlformats.org/officeDocument/2006/relationships/image" Target="../media/image91.wmf"/><Relationship Id="rId4" Type="http://schemas.openxmlformats.org/officeDocument/2006/relationships/oleObject" Target="../embeddings/oleObject72.bin"/></Relationships>
</file>

<file path=ppt/slides/_rels/slide31.xml.rels><?xml version="1.0" encoding="UTF-8" standalone="yes"?>
<Relationships xmlns="http://schemas.openxmlformats.org/package/2006/relationships"><Relationship Id="rId3" Type="http://schemas.openxmlformats.org/officeDocument/2006/relationships/image" Target="../media/image93.wmf"/><Relationship Id="rId2" Type="http://schemas.openxmlformats.org/officeDocument/2006/relationships/oleObject" Target="../embeddings/oleObject74.bin"/><Relationship Id="rId1" Type="http://schemas.openxmlformats.org/officeDocument/2006/relationships/slideLayout" Target="../slideLayouts/slideLayout21.xml"/><Relationship Id="rId5" Type="http://schemas.openxmlformats.org/officeDocument/2006/relationships/image" Target="../media/image94.wmf"/><Relationship Id="rId4" Type="http://schemas.openxmlformats.org/officeDocument/2006/relationships/oleObject" Target="../embeddings/oleObject75.bin"/></Relationships>
</file>

<file path=ppt/slides/_rels/slide32.xml.rels><?xml version="1.0" encoding="UTF-8" standalone="yes"?>
<Relationships xmlns="http://schemas.openxmlformats.org/package/2006/relationships"><Relationship Id="rId3" Type="http://schemas.openxmlformats.org/officeDocument/2006/relationships/image" Target="../media/image95.wmf"/><Relationship Id="rId2" Type="http://schemas.openxmlformats.org/officeDocument/2006/relationships/oleObject" Target="../embeddings/oleObject76.bin"/><Relationship Id="rId1" Type="http://schemas.openxmlformats.org/officeDocument/2006/relationships/slideLayout" Target="../slideLayouts/slideLayout21.xml"/><Relationship Id="rId5" Type="http://schemas.openxmlformats.org/officeDocument/2006/relationships/image" Target="../media/image96.wmf"/><Relationship Id="rId4" Type="http://schemas.openxmlformats.org/officeDocument/2006/relationships/oleObject" Target="../embeddings/oleObject77.bin"/></Relationships>
</file>

<file path=ppt/slides/_rels/slide33.xml.rels><?xml version="1.0" encoding="UTF-8" standalone="yes"?>
<Relationships xmlns="http://schemas.openxmlformats.org/package/2006/relationships"><Relationship Id="rId3" Type="http://schemas.openxmlformats.org/officeDocument/2006/relationships/image" Target="../media/image97.wmf"/><Relationship Id="rId7" Type="http://schemas.openxmlformats.org/officeDocument/2006/relationships/image" Target="../media/image99.wmf"/><Relationship Id="rId2" Type="http://schemas.openxmlformats.org/officeDocument/2006/relationships/oleObject" Target="../embeddings/oleObject78.bin"/><Relationship Id="rId1" Type="http://schemas.openxmlformats.org/officeDocument/2006/relationships/slideLayout" Target="../slideLayouts/slideLayout22.xml"/><Relationship Id="rId6" Type="http://schemas.openxmlformats.org/officeDocument/2006/relationships/oleObject" Target="../embeddings/oleObject80.bin"/><Relationship Id="rId5" Type="http://schemas.openxmlformats.org/officeDocument/2006/relationships/image" Target="../media/image98.wmf"/><Relationship Id="rId4" Type="http://schemas.openxmlformats.org/officeDocument/2006/relationships/oleObject" Target="../embeddings/oleObject79.bin"/></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84.bin"/><Relationship Id="rId3" Type="http://schemas.openxmlformats.org/officeDocument/2006/relationships/image" Target="../media/image100.wmf"/><Relationship Id="rId7" Type="http://schemas.openxmlformats.org/officeDocument/2006/relationships/image" Target="../media/image102.wmf"/><Relationship Id="rId2" Type="http://schemas.openxmlformats.org/officeDocument/2006/relationships/oleObject" Target="../embeddings/oleObject81.bin"/><Relationship Id="rId1" Type="http://schemas.openxmlformats.org/officeDocument/2006/relationships/slideLayout" Target="../slideLayouts/slideLayout21.xml"/><Relationship Id="rId6" Type="http://schemas.openxmlformats.org/officeDocument/2006/relationships/oleObject" Target="../embeddings/oleObject83.bin"/><Relationship Id="rId5" Type="http://schemas.openxmlformats.org/officeDocument/2006/relationships/image" Target="../media/image101.wmf"/><Relationship Id="rId4" Type="http://schemas.openxmlformats.org/officeDocument/2006/relationships/oleObject" Target="../embeddings/oleObject82.bin"/><Relationship Id="rId9" Type="http://schemas.openxmlformats.org/officeDocument/2006/relationships/image" Target="../media/image103.w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88.bin"/><Relationship Id="rId3" Type="http://schemas.openxmlformats.org/officeDocument/2006/relationships/image" Target="../media/image104.wmf"/><Relationship Id="rId7" Type="http://schemas.openxmlformats.org/officeDocument/2006/relationships/image" Target="../media/image106.wmf"/><Relationship Id="rId2" Type="http://schemas.openxmlformats.org/officeDocument/2006/relationships/oleObject" Target="../embeddings/oleObject85.bin"/><Relationship Id="rId1" Type="http://schemas.openxmlformats.org/officeDocument/2006/relationships/slideLayout" Target="../slideLayouts/slideLayout21.xml"/><Relationship Id="rId6" Type="http://schemas.openxmlformats.org/officeDocument/2006/relationships/oleObject" Target="../embeddings/oleObject87.bin"/><Relationship Id="rId11" Type="http://schemas.openxmlformats.org/officeDocument/2006/relationships/image" Target="../media/image108.wmf"/><Relationship Id="rId5" Type="http://schemas.openxmlformats.org/officeDocument/2006/relationships/image" Target="../media/image105.wmf"/><Relationship Id="rId10" Type="http://schemas.openxmlformats.org/officeDocument/2006/relationships/oleObject" Target="../embeddings/oleObject89.bin"/><Relationship Id="rId4" Type="http://schemas.openxmlformats.org/officeDocument/2006/relationships/oleObject" Target="../embeddings/oleObject86.bin"/><Relationship Id="rId9" Type="http://schemas.openxmlformats.org/officeDocument/2006/relationships/image" Target="../media/image107.wmf"/></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93.bin"/><Relationship Id="rId3" Type="http://schemas.openxmlformats.org/officeDocument/2006/relationships/image" Target="../media/image109.wmf"/><Relationship Id="rId7" Type="http://schemas.openxmlformats.org/officeDocument/2006/relationships/image" Target="../media/image111.wmf"/><Relationship Id="rId2" Type="http://schemas.openxmlformats.org/officeDocument/2006/relationships/oleObject" Target="../embeddings/oleObject90.bin"/><Relationship Id="rId1" Type="http://schemas.openxmlformats.org/officeDocument/2006/relationships/slideLayout" Target="../slideLayouts/slideLayout21.xml"/><Relationship Id="rId6" Type="http://schemas.openxmlformats.org/officeDocument/2006/relationships/oleObject" Target="../embeddings/oleObject92.bin"/><Relationship Id="rId11" Type="http://schemas.openxmlformats.org/officeDocument/2006/relationships/image" Target="../media/image113.wmf"/><Relationship Id="rId5" Type="http://schemas.openxmlformats.org/officeDocument/2006/relationships/image" Target="../media/image110.wmf"/><Relationship Id="rId10" Type="http://schemas.openxmlformats.org/officeDocument/2006/relationships/oleObject" Target="../embeddings/oleObject94.bin"/><Relationship Id="rId4" Type="http://schemas.openxmlformats.org/officeDocument/2006/relationships/oleObject" Target="../embeddings/oleObject91.bin"/><Relationship Id="rId9" Type="http://schemas.openxmlformats.org/officeDocument/2006/relationships/image" Target="../media/image112.wmf"/></Relationships>
</file>

<file path=ppt/slides/_rels/slide37.xml.rels><?xml version="1.0" encoding="UTF-8" standalone="yes"?>
<Relationships xmlns="http://schemas.openxmlformats.org/package/2006/relationships"><Relationship Id="rId2" Type="http://schemas.openxmlformats.org/officeDocument/2006/relationships/hyperlink" Target="https://history.nasa.gov/sts511.html" TargetMode="External"/><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13" Type="http://schemas.openxmlformats.org/officeDocument/2006/relationships/image" Target="../media/image119.wmf"/><Relationship Id="rId18" Type="http://schemas.openxmlformats.org/officeDocument/2006/relationships/oleObject" Target="../embeddings/oleObject103.bin"/><Relationship Id="rId26" Type="http://schemas.openxmlformats.org/officeDocument/2006/relationships/oleObject" Target="../embeddings/oleObject107.bin"/><Relationship Id="rId39" Type="http://schemas.openxmlformats.org/officeDocument/2006/relationships/image" Target="../media/image132.wmf"/><Relationship Id="rId21" Type="http://schemas.openxmlformats.org/officeDocument/2006/relationships/image" Target="../media/image123.wmf"/><Relationship Id="rId34" Type="http://schemas.openxmlformats.org/officeDocument/2006/relationships/oleObject" Target="../embeddings/oleObject111.bin"/><Relationship Id="rId42" Type="http://schemas.openxmlformats.org/officeDocument/2006/relationships/oleObject" Target="../embeddings/oleObject115.bin"/><Relationship Id="rId47" Type="http://schemas.openxmlformats.org/officeDocument/2006/relationships/image" Target="../media/image136.wmf"/><Relationship Id="rId50" Type="http://schemas.openxmlformats.org/officeDocument/2006/relationships/oleObject" Target="../embeddings/oleObject119.bin"/><Relationship Id="rId7" Type="http://schemas.openxmlformats.org/officeDocument/2006/relationships/image" Target="../media/image116.wmf"/><Relationship Id="rId2" Type="http://schemas.openxmlformats.org/officeDocument/2006/relationships/oleObject" Target="../embeddings/oleObject95.bin"/><Relationship Id="rId16" Type="http://schemas.openxmlformats.org/officeDocument/2006/relationships/oleObject" Target="../embeddings/oleObject102.bin"/><Relationship Id="rId29" Type="http://schemas.openxmlformats.org/officeDocument/2006/relationships/image" Target="../media/image127.wmf"/><Relationship Id="rId11" Type="http://schemas.openxmlformats.org/officeDocument/2006/relationships/image" Target="../media/image118.wmf"/><Relationship Id="rId24" Type="http://schemas.openxmlformats.org/officeDocument/2006/relationships/oleObject" Target="../embeddings/oleObject106.bin"/><Relationship Id="rId32" Type="http://schemas.openxmlformats.org/officeDocument/2006/relationships/oleObject" Target="../embeddings/oleObject110.bin"/><Relationship Id="rId37" Type="http://schemas.openxmlformats.org/officeDocument/2006/relationships/image" Target="../media/image131.wmf"/><Relationship Id="rId40" Type="http://schemas.openxmlformats.org/officeDocument/2006/relationships/oleObject" Target="../embeddings/oleObject114.bin"/><Relationship Id="rId45" Type="http://schemas.openxmlformats.org/officeDocument/2006/relationships/image" Target="../media/image135.wmf"/><Relationship Id="rId5" Type="http://schemas.openxmlformats.org/officeDocument/2006/relationships/image" Target="../media/image115.wmf"/><Relationship Id="rId15" Type="http://schemas.openxmlformats.org/officeDocument/2006/relationships/image" Target="../media/image120.wmf"/><Relationship Id="rId23" Type="http://schemas.openxmlformats.org/officeDocument/2006/relationships/image" Target="../media/image124.wmf"/><Relationship Id="rId28" Type="http://schemas.openxmlformats.org/officeDocument/2006/relationships/oleObject" Target="../embeddings/oleObject108.bin"/><Relationship Id="rId36" Type="http://schemas.openxmlformats.org/officeDocument/2006/relationships/oleObject" Target="../embeddings/oleObject112.bin"/><Relationship Id="rId49" Type="http://schemas.openxmlformats.org/officeDocument/2006/relationships/image" Target="../media/image137.wmf"/><Relationship Id="rId10" Type="http://schemas.openxmlformats.org/officeDocument/2006/relationships/oleObject" Target="../embeddings/oleObject99.bin"/><Relationship Id="rId19" Type="http://schemas.openxmlformats.org/officeDocument/2006/relationships/image" Target="../media/image122.wmf"/><Relationship Id="rId31" Type="http://schemas.openxmlformats.org/officeDocument/2006/relationships/image" Target="../media/image128.wmf"/><Relationship Id="rId44" Type="http://schemas.openxmlformats.org/officeDocument/2006/relationships/oleObject" Target="../embeddings/oleObject116.bin"/><Relationship Id="rId4" Type="http://schemas.openxmlformats.org/officeDocument/2006/relationships/oleObject" Target="../embeddings/oleObject96.bin"/><Relationship Id="rId9" Type="http://schemas.openxmlformats.org/officeDocument/2006/relationships/image" Target="../media/image117.wmf"/><Relationship Id="rId14" Type="http://schemas.openxmlformats.org/officeDocument/2006/relationships/oleObject" Target="../embeddings/oleObject101.bin"/><Relationship Id="rId22" Type="http://schemas.openxmlformats.org/officeDocument/2006/relationships/oleObject" Target="../embeddings/oleObject105.bin"/><Relationship Id="rId27" Type="http://schemas.openxmlformats.org/officeDocument/2006/relationships/image" Target="../media/image126.wmf"/><Relationship Id="rId30" Type="http://schemas.openxmlformats.org/officeDocument/2006/relationships/oleObject" Target="../embeddings/oleObject109.bin"/><Relationship Id="rId35" Type="http://schemas.openxmlformats.org/officeDocument/2006/relationships/image" Target="../media/image130.wmf"/><Relationship Id="rId43" Type="http://schemas.openxmlformats.org/officeDocument/2006/relationships/image" Target="../media/image134.wmf"/><Relationship Id="rId48" Type="http://schemas.openxmlformats.org/officeDocument/2006/relationships/oleObject" Target="../embeddings/oleObject118.bin"/><Relationship Id="rId8" Type="http://schemas.openxmlformats.org/officeDocument/2006/relationships/oleObject" Target="../embeddings/oleObject98.bin"/><Relationship Id="rId51" Type="http://schemas.openxmlformats.org/officeDocument/2006/relationships/image" Target="../media/image138.wmf"/><Relationship Id="rId3" Type="http://schemas.openxmlformats.org/officeDocument/2006/relationships/image" Target="../media/image114.wmf"/><Relationship Id="rId12" Type="http://schemas.openxmlformats.org/officeDocument/2006/relationships/oleObject" Target="../embeddings/oleObject100.bin"/><Relationship Id="rId17" Type="http://schemas.openxmlformats.org/officeDocument/2006/relationships/image" Target="../media/image121.wmf"/><Relationship Id="rId25" Type="http://schemas.openxmlformats.org/officeDocument/2006/relationships/image" Target="../media/image125.wmf"/><Relationship Id="rId33" Type="http://schemas.openxmlformats.org/officeDocument/2006/relationships/image" Target="../media/image129.wmf"/><Relationship Id="rId38" Type="http://schemas.openxmlformats.org/officeDocument/2006/relationships/oleObject" Target="../embeddings/oleObject113.bin"/><Relationship Id="rId46" Type="http://schemas.openxmlformats.org/officeDocument/2006/relationships/oleObject" Target="../embeddings/oleObject117.bin"/><Relationship Id="rId20" Type="http://schemas.openxmlformats.org/officeDocument/2006/relationships/oleObject" Target="../embeddings/oleObject104.bin"/><Relationship Id="rId41" Type="http://schemas.openxmlformats.org/officeDocument/2006/relationships/image" Target="../media/image133.wmf"/><Relationship Id="rId1" Type="http://schemas.openxmlformats.org/officeDocument/2006/relationships/slideLayout" Target="../slideLayouts/slideLayout21.xml"/><Relationship Id="rId6" Type="http://schemas.openxmlformats.org/officeDocument/2006/relationships/oleObject" Target="../embeddings/oleObject97.bin"/></Relationships>
</file>

<file path=ppt/slides/_rels/slide39.xml.rels><?xml version="1.0" encoding="UTF-8" standalone="yes"?>
<Relationships xmlns="http://schemas.openxmlformats.org/package/2006/relationships"><Relationship Id="rId13" Type="http://schemas.openxmlformats.org/officeDocument/2006/relationships/image" Target="../media/image144.wmf"/><Relationship Id="rId18" Type="http://schemas.openxmlformats.org/officeDocument/2006/relationships/oleObject" Target="../embeddings/oleObject102.bin"/><Relationship Id="rId26" Type="http://schemas.openxmlformats.org/officeDocument/2006/relationships/oleObject" Target="../embeddings/oleObject106.bin"/><Relationship Id="rId39" Type="http://schemas.openxmlformats.org/officeDocument/2006/relationships/image" Target="../media/image131.wmf"/><Relationship Id="rId21" Type="http://schemas.openxmlformats.org/officeDocument/2006/relationships/image" Target="../media/image122.wmf"/><Relationship Id="rId34" Type="http://schemas.openxmlformats.org/officeDocument/2006/relationships/oleObject" Target="../embeddings/oleObject128.bin"/><Relationship Id="rId42" Type="http://schemas.openxmlformats.org/officeDocument/2006/relationships/oleObject" Target="../embeddings/oleObject114.bin"/><Relationship Id="rId47" Type="http://schemas.openxmlformats.org/officeDocument/2006/relationships/image" Target="../media/image148.wmf"/><Relationship Id="rId50" Type="http://schemas.openxmlformats.org/officeDocument/2006/relationships/oleObject" Target="../embeddings/oleObject118.bin"/><Relationship Id="rId7" Type="http://schemas.openxmlformats.org/officeDocument/2006/relationships/image" Target="../media/image141.wmf"/><Relationship Id="rId2" Type="http://schemas.openxmlformats.org/officeDocument/2006/relationships/oleObject" Target="../embeddings/oleObject120.bin"/><Relationship Id="rId16" Type="http://schemas.openxmlformats.org/officeDocument/2006/relationships/oleObject" Target="../embeddings/oleObject101.bin"/><Relationship Id="rId29" Type="http://schemas.openxmlformats.org/officeDocument/2006/relationships/image" Target="../media/image126.wmf"/><Relationship Id="rId11" Type="http://schemas.openxmlformats.org/officeDocument/2006/relationships/image" Target="../media/image143.wmf"/><Relationship Id="rId24" Type="http://schemas.openxmlformats.org/officeDocument/2006/relationships/oleObject" Target="../embeddings/oleObject127.bin"/><Relationship Id="rId32" Type="http://schemas.openxmlformats.org/officeDocument/2006/relationships/oleObject" Target="../embeddings/oleObject109.bin"/><Relationship Id="rId37" Type="http://schemas.openxmlformats.org/officeDocument/2006/relationships/image" Target="../media/image130.wmf"/><Relationship Id="rId40" Type="http://schemas.openxmlformats.org/officeDocument/2006/relationships/oleObject" Target="../embeddings/oleObject113.bin"/><Relationship Id="rId45" Type="http://schemas.openxmlformats.org/officeDocument/2006/relationships/image" Target="../media/image134.wmf"/><Relationship Id="rId53" Type="http://schemas.openxmlformats.org/officeDocument/2006/relationships/image" Target="../media/image150.wmf"/><Relationship Id="rId5" Type="http://schemas.openxmlformats.org/officeDocument/2006/relationships/image" Target="../media/image140.wmf"/><Relationship Id="rId10" Type="http://schemas.openxmlformats.org/officeDocument/2006/relationships/oleObject" Target="../embeddings/oleObject124.bin"/><Relationship Id="rId19" Type="http://schemas.openxmlformats.org/officeDocument/2006/relationships/image" Target="../media/image121.wmf"/><Relationship Id="rId31" Type="http://schemas.openxmlformats.org/officeDocument/2006/relationships/image" Target="../media/image127.wmf"/><Relationship Id="rId44" Type="http://schemas.openxmlformats.org/officeDocument/2006/relationships/oleObject" Target="../embeddings/oleObject115.bin"/><Relationship Id="rId52" Type="http://schemas.openxmlformats.org/officeDocument/2006/relationships/oleObject" Target="../embeddings/oleObject130.bin"/><Relationship Id="rId4" Type="http://schemas.openxmlformats.org/officeDocument/2006/relationships/oleObject" Target="../embeddings/oleObject121.bin"/><Relationship Id="rId9" Type="http://schemas.openxmlformats.org/officeDocument/2006/relationships/image" Target="../media/image142.wmf"/><Relationship Id="rId14" Type="http://schemas.openxmlformats.org/officeDocument/2006/relationships/oleObject" Target="../embeddings/oleObject126.bin"/><Relationship Id="rId22" Type="http://schemas.openxmlformats.org/officeDocument/2006/relationships/oleObject" Target="../embeddings/oleObject104.bin"/><Relationship Id="rId27" Type="http://schemas.openxmlformats.org/officeDocument/2006/relationships/image" Target="../media/image125.wmf"/><Relationship Id="rId30" Type="http://schemas.openxmlformats.org/officeDocument/2006/relationships/oleObject" Target="../embeddings/oleObject108.bin"/><Relationship Id="rId35" Type="http://schemas.openxmlformats.org/officeDocument/2006/relationships/image" Target="../media/image147.wmf"/><Relationship Id="rId43" Type="http://schemas.openxmlformats.org/officeDocument/2006/relationships/image" Target="../media/image133.wmf"/><Relationship Id="rId48" Type="http://schemas.openxmlformats.org/officeDocument/2006/relationships/oleObject" Target="../embeddings/oleObject117.bin"/><Relationship Id="rId8" Type="http://schemas.openxmlformats.org/officeDocument/2006/relationships/oleObject" Target="../embeddings/oleObject123.bin"/><Relationship Id="rId51" Type="http://schemas.openxmlformats.org/officeDocument/2006/relationships/image" Target="../media/image137.wmf"/><Relationship Id="rId3" Type="http://schemas.openxmlformats.org/officeDocument/2006/relationships/image" Target="../media/image139.wmf"/><Relationship Id="rId12" Type="http://schemas.openxmlformats.org/officeDocument/2006/relationships/oleObject" Target="../embeddings/oleObject125.bin"/><Relationship Id="rId17" Type="http://schemas.openxmlformats.org/officeDocument/2006/relationships/image" Target="../media/image120.wmf"/><Relationship Id="rId25" Type="http://schemas.openxmlformats.org/officeDocument/2006/relationships/image" Target="../media/image146.wmf"/><Relationship Id="rId33" Type="http://schemas.openxmlformats.org/officeDocument/2006/relationships/image" Target="../media/image128.wmf"/><Relationship Id="rId38" Type="http://schemas.openxmlformats.org/officeDocument/2006/relationships/oleObject" Target="../embeddings/oleObject112.bin"/><Relationship Id="rId46" Type="http://schemas.openxmlformats.org/officeDocument/2006/relationships/oleObject" Target="../embeddings/oleObject129.bin"/><Relationship Id="rId20" Type="http://schemas.openxmlformats.org/officeDocument/2006/relationships/oleObject" Target="../embeddings/oleObject103.bin"/><Relationship Id="rId41" Type="http://schemas.openxmlformats.org/officeDocument/2006/relationships/image" Target="../media/image132.wmf"/><Relationship Id="rId1" Type="http://schemas.openxmlformats.org/officeDocument/2006/relationships/slideLayout" Target="../slideLayouts/slideLayout21.xml"/><Relationship Id="rId6" Type="http://schemas.openxmlformats.org/officeDocument/2006/relationships/oleObject" Target="../embeddings/oleObject122.bin"/><Relationship Id="rId15" Type="http://schemas.openxmlformats.org/officeDocument/2006/relationships/image" Target="../media/image145.wmf"/><Relationship Id="rId23" Type="http://schemas.openxmlformats.org/officeDocument/2006/relationships/image" Target="../media/image123.wmf"/><Relationship Id="rId28" Type="http://schemas.openxmlformats.org/officeDocument/2006/relationships/oleObject" Target="../embeddings/oleObject107.bin"/><Relationship Id="rId36" Type="http://schemas.openxmlformats.org/officeDocument/2006/relationships/oleObject" Target="../embeddings/oleObject111.bin"/><Relationship Id="rId49" Type="http://schemas.openxmlformats.org/officeDocument/2006/relationships/image" Target="../media/image149.wmf"/></Relationships>
</file>

<file path=ppt/slides/_rels/slide40.xml.rels><?xml version="1.0" encoding="UTF-8" standalone="yes"?>
<Relationships xmlns="http://schemas.openxmlformats.org/package/2006/relationships"><Relationship Id="rId13" Type="http://schemas.openxmlformats.org/officeDocument/2006/relationships/image" Target="../media/image155.wmf"/><Relationship Id="rId18" Type="http://schemas.openxmlformats.org/officeDocument/2006/relationships/oleObject" Target="../embeddings/oleObject99.bin"/><Relationship Id="rId26" Type="http://schemas.openxmlformats.org/officeDocument/2006/relationships/oleObject" Target="../embeddings/oleObject103.bin"/><Relationship Id="rId39" Type="http://schemas.openxmlformats.org/officeDocument/2006/relationships/image" Target="../media/image163.wmf"/><Relationship Id="rId21" Type="http://schemas.openxmlformats.org/officeDocument/2006/relationships/image" Target="../media/image158.wmf"/><Relationship Id="rId34" Type="http://schemas.openxmlformats.org/officeDocument/2006/relationships/oleObject" Target="../embeddings/oleObject141.bin"/><Relationship Id="rId42" Type="http://schemas.openxmlformats.org/officeDocument/2006/relationships/oleObject" Target="../embeddings/oleObject111.bin"/><Relationship Id="rId47" Type="http://schemas.openxmlformats.org/officeDocument/2006/relationships/image" Target="../media/image166.wmf"/><Relationship Id="rId50" Type="http://schemas.openxmlformats.org/officeDocument/2006/relationships/oleObject" Target="../embeddings/oleObject115.bin"/><Relationship Id="rId55" Type="http://schemas.openxmlformats.org/officeDocument/2006/relationships/image" Target="../media/image149.wmf"/><Relationship Id="rId7" Type="http://schemas.openxmlformats.org/officeDocument/2006/relationships/image" Target="../media/image153.wmf"/><Relationship Id="rId2" Type="http://schemas.openxmlformats.org/officeDocument/2006/relationships/oleObject" Target="../embeddings/oleObject131.bin"/><Relationship Id="rId16" Type="http://schemas.openxmlformats.org/officeDocument/2006/relationships/oleObject" Target="../embeddings/oleObject138.bin"/><Relationship Id="rId29" Type="http://schemas.openxmlformats.org/officeDocument/2006/relationships/image" Target="../media/image123.wmf"/><Relationship Id="rId11" Type="http://schemas.openxmlformats.org/officeDocument/2006/relationships/image" Target="../media/image140.wmf"/><Relationship Id="rId24" Type="http://schemas.openxmlformats.org/officeDocument/2006/relationships/oleObject" Target="../embeddings/oleObject102.bin"/><Relationship Id="rId32" Type="http://schemas.openxmlformats.org/officeDocument/2006/relationships/oleObject" Target="../embeddings/oleObject106.bin"/><Relationship Id="rId37" Type="http://schemas.openxmlformats.org/officeDocument/2006/relationships/image" Target="../media/image162.wmf"/><Relationship Id="rId40" Type="http://schemas.openxmlformats.org/officeDocument/2006/relationships/oleObject" Target="../embeddings/oleObject142.bin"/><Relationship Id="rId45" Type="http://schemas.openxmlformats.org/officeDocument/2006/relationships/image" Target="../media/image165.wmf"/><Relationship Id="rId53" Type="http://schemas.openxmlformats.org/officeDocument/2006/relationships/image" Target="../media/image168.wmf"/><Relationship Id="rId58" Type="http://schemas.openxmlformats.org/officeDocument/2006/relationships/oleObject" Target="../embeddings/oleObject144.bin"/><Relationship Id="rId5" Type="http://schemas.openxmlformats.org/officeDocument/2006/relationships/image" Target="../media/image152.wmf"/><Relationship Id="rId19" Type="http://schemas.openxmlformats.org/officeDocument/2006/relationships/image" Target="../media/image144.wmf"/><Relationship Id="rId4" Type="http://schemas.openxmlformats.org/officeDocument/2006/relationships/oleObject" Target="../embeddings/oleObject132.bin"/><Relationship Id="rId9" Type="http://schemas.openxmlformats.org/officeDocument/2006/relationships/image" Target="../media/image154.wmf"/><Relationship Id="rId14" Type="http://schemas.openxmlformats.org/officeDocument/2006/relationships/oleObject" Target="../embeddings/oleObject137.bin"/><Relationship Id="rId22" Type="http://schemas.openxmlformats.org/officeDocument/2006/relationships/oleObject" Target="../embeddings/oleObject101.bin"/><Relationship Id="rId27" Type="http://schemas.openxmlformats.org/officeDocument/2006/relationships/image" Target="../media/image159.wmf"/><Relationship Id="rId30" Type="http://schemas.openxmlformats.org/officeDocument/2006/relationships/oleObject" Target="../embeddings/oleObject140.bin"/><Relationship Id="rId35" Type="http://schemas.openxmlformats.org/officeDocument/2006/relationships/image" Target="../media/image161.wmf"/><Relationship Id="rId43" Type="http://schemas.openxmlformats.org/officeDocument/2006/relationships/image" Target="../media/image130.wmf"/><Relationship Id="rId48" Type="http://schemas.openxmlformats.org/officeDocument/2006/relationships/oleObject" Target="../embeddings/oleObject114.bin"/><Relationship Id="rId56" Type="http://schemas.openxmlformats.org/officeDocument/2006/relationships/oleObject" Target="../embeddings/oleObject118.bin"/><Relationship Id="rId8" Type="http://schemas.openxmlformats.org/officeDocument/2006/relationships/oleObject" Target="../embeddings/oleObject134.bin"/><Relationship Id="rId51" Type="http://schemas.openxmlformats.org/officeDocument/2006/relationships/image" Target="../media/image134.wmf"/><Relationship Id="rId3" Type="http://schemas.openxmlformats.org/officeDocument/2006/relationships/image" Target="../media/image151.wmf"/><Relationship Id="rId12" Type="http://schemas.openxmlformats.org/officeDocument/2006/relationships/oleObject" Target="../embeddings/oleObject136.bin"/><Relationship Id="rId17" Type="http://schemas.openxmlformats.org/officeDocument/2006/relationships/image" Target="../media/image157.wmf"/><Relationship Id="rId25" Type="http://schemas.openxmlformats.org/officeDocument/2006/relationships/image" Target="../media/image121.wmf"/><Relationship Id="rId33" Type="http://schemas.openxmlformats.org/officeDocument/2006/relationships/image" Target="../media/image125.wmf"/><Relationship Id="rId38" Type="http://schemas.openxmlformats.org/officeDocument/2006/relationships/oleObject" Target="../embeddings/oleObject109.bin"/><Relationship Id="rId46" Type="http://schemas.openxmlformats.org/officeDocument/2006/relationships/oleObject" Target="../embeddings/oleObject113.bin"/><Relationship Id="rId59" Type="http://schemas.openxmlformats.org/officeDocument/2006/relationships/image" Target="../media/image169.wmf"/><Relationship Id="rId20" Type="http://schemas.openxmlformats.org/officeDocument/2006/relationships/oleObject" Target="../embeddings/oleObject139.bin"/><Relationship Id="rId41" Type="http://schemas.openxmlformats.org/officeDocument/2006/relationships/image" Target="../media/image164.wmf"/><Relationship Id="rId54" Type="http://schemas.openxmlformats.org/officeDocument/2006/relationships/oleObject" Target="../embeddings/oleObject117.bin"/><Relationship Id="rId1" Type="http://schemas.openxmlformats.org/officeDocument/2006/relationships/slideLayout" Target="../slideLayouts/slideLayout21.xml"/><Relationship Id="rId6" Type="http://schemas.openxmlformats.org/officeDocument/2006/relationships/oleObject" Target="../embeddings/oleObject133.bin"/><Relationship Id="rId15" Type="http://schemas.openxmlformats.org/officeDocument/2006/relationships/image" Target="../media/image156.wmf"/><Relationship Id="rId23" Type="http://schemas.openxmlformats.org/officeDocument/2006/relationships/image" Target="../media/image120.wmf"/><Relationship Id="rId28" Type="http://schemas.openxmlformats.org/officeDocument/2006/relationships/oleObject" Target="../embeddings/oleObject104.bin"/><Relationship Id="rId36" Type="http://schemas.openxmlformats.org/officeDocument/2006/relationships/oleObject" Target="../embeddings/oleObject108.bin"/><Relationship Id="rId49" Type="http://schemas.openxmlformats.org/officeDocument/2006/relationships/image" Target="../media/image167.wmf"/><Relationship Id="rId57" Type="http://schemas.openxmlformats.org/officeDocument/2006/relationships/image" Target="../media/image137.wmf"/><Relationship Id="rId10" Type="http://schemas.openxmlformats.org/officeDocument/2006/relationships/oleObject" Target="../embeddings/oleObject135.bin"/><Relationship Id="rId31" Type="http://schemas.openxmlformats.org/officeDocument/2006/relationships/image" Target="../media/image160.wmf"/><Relationship Id="rId44" Type="http://schemas.openxmlformats.org/officeDocument/2006/relationships/oleObject" Target="../embeddings/oleObject112.bin"/><Relationship Id="rId52" Type="http://schemas.openxmlformats.org/officeDocument/2006/relationships/oleObject" Target="../embeddings/oleObject143.bin"/></Relationships>
</file>

<file path=ppt/slides/_rels/slide41.xml.rels><?xml version="1.0" encoding="UTF-8" standalone="yes"?>
<Relationships xmlns="http://schemas.openxmlformats.org/package/2006/relationships"><Relationship Id="rId13" Type="http://schemas.openxmlformats.org/officeDocument/2006/relationships/image" Target="../media/image174.wmf"/><Relationship Id="rId18" Type="http://schemas.openxmlformats.org/officeDocument/2006/relationships/oleObject" Target="../embeddings/oleObject99.bin"/><Relationship Id="rId26" Type="http://schemas.openxmlformats.org/officeDocument/2006/relationships/oleObject" Target="../embeddings/oleObject103.bin"/><Relationship Id="rId39" Type="http://schemas.openxmlformats.org/officeDocument/2006/relationships/image" Target="../media/image128.wmf"/><Relationship Id="rId21" Type="http://schemas.openxmlformats.org/officeDocument/2006/relationships/image" Target="../media/image178.wmf"/><Relationship Id="rId34" Type="http://schemas.openxmlformats.org/officeDocument/2006/relationships/oleObject" Target="../embeddings/oleObject155.bin"/><Relationship Id="rId42" Type="http://schemas.openxmlformats.org/officeDocument/2006/relationships/oleObject" Target="../embeddings/oleObject111.bin"/><Relationship Id="rId47" Type="http://schemas.openxmlformats.org/officeDocument/2006/relationships/image" Target="../media/image184.wmf"/><Relationship Id="rId50" Type="http://schemas.openxmlformats.org/officeDocument/2006/relationships/oleObject" Target="../embeddings/oleObject115.bin"/><Relationship Id="rId55" Type="http://schemas.openxmlformats.org/officeDocument/2006/relationships/image" Target="../media/image149.wmf"/><Relationship Id="rId7" Type="http://schemas.openxmlformats.org/officeDocument/2006/relationships/image" Target="../media/image172.wmf"/><Relationship Id="rId2" Type="http://schemas.openxmlformats.org/officeDocument/2006/relationships/oleObject" Target="../embeddings/oleObject145.bin"/><Relationship Id="rId16" Type="http://schemas.openxmlformats.org/officeDocument/2006/relationships/oleObject" Target="../embeddings/oleObject152.bin"/><Relationship Id="rId29" Type="http://schemas.openxmlformats.org/officeDocument/2006/relationships/image" Target="../media/image180.wmf"/><Relationship Id="rId11" Type="http://schemas.openxmlformats.org/officeDocument/2006/relationships/image" Target="../media/image140.wmf"/><Relationship Id="rId24" Type="http://schemas.openxmlformats.org/officeDocument/2006/relationships/oleObject" Target="../embeddings/oleObject102.bin"/><Relationship Id="rId32" Type="http://schemas.openxmlformats.org/officeDocument/2006/relationships/oleObject" Target="../embeddings/oleObject106.bin"/><Relationship Id="rId37" Type="http://schemas.openxmlformats.org/officeDocument/2006/relationships/image" Target="../media/image127.wmf"/><Relationship Id="rId40" Type="http://schemas.openxmlformats.org/officeDocument/2006/relationships/oleObject" Target="../embeddings/oleObject156.bin"/><Relationship Id="rId45" Type="http://schemas.openxmlformats.org/officeDocument/2006/relationships/image" Target="../media/image165.wmf"/><Relationship Id="rId53" Type="http://schemas.openxmlformats.org/officeDocument/2006/relationships/image" Target="../media/image168.wmf"/><Relationship Id="rId58" Type="http://schemas.openxmlformats.org/officeDocument/2006/relationships/oleObject" Target="../embeddings/oleObject160.bin"/><Relationship Id="rId5" Type="http://schemas.openxmlformats.org/officeDocument/2006/relationships/image" Target="../media/image171.wmf"/><Relationship Id="rId19" Type="http://schemas.openxmlformats.org/officeDocument/2006/relationships/image" Target="../media/image177.wmf"/><Relationship Id="rId4" Type="http://schemas.openxmlformats.org/officeDocument/2006/relationships/oleObject" Target="../embeddings/oleObject146.bin"/><Relationship Id="rId9" Type="http://schemas.openxmlformats.org/officeDocument/2006/relationships/image" Target="../media/image173.wmf"/><Relationship Id="rId14" Type="http://schemas.openxmlformats.org/officeDocument/2006/relationships/oleObject" Target="../embeddings/oleObject151.bin"/><Relationship Id="rId22" Type="http://schemas.openxmlformats.org/officeDocument/2006/relationships/oleObject" Target="../embeddings/oleObject101.bin"/><Relationship Id="rId27" Type="http://schemas.openxmlformats.org/officeDocument/2006/relationships/image" Target="../media/image122.wmf"/><Relationship Id="rId30" Type="http://schemas.openxmlformats.org/officeDocument/2006/relationships/oleObject" Target="../embeddings/oleObject154.bin"/><Relationship Id="rId35" Type="http://schemas.openxmlformats.org/officeDocument/2006/relationships/image" Target="../media/image182.wmf"/><Relationship Id="rId43" Type="http://schemas.openxmlformats.org/officeDocument/2006/relationships/image" Target="../media/image130.wmf"/><Relationship Id="rId48" Type="http://schemas.openxmlformats.org/officeDocument/2006/relationships/oleObject" Target="../embeddings/oleObject158.bin"/><Relationship Id="rId56" Type="http://schemas.openxmlformats.org/officeDocument/2006/relationships/oleObject" Target="../embeddings/oleObject118.bin"/><Relationship Id="rId8" Type="http://schemas.openxmlformats.org/officeDocument/2006/relationships/oleObject" Target="../embeddings/oleObject148.bin"/><Relationship Id="rId51" Type="http://schemas.openxmlformats.org/officeDocument/2006/relationships/image" Target="../media/image186.wmf"/><Relationship Id="rId3" Type="http://schemas.openxmlformats.org/officeDocument/2006/relationships/image" Target="../media/image170.wmf"/><Relationship Id="rId12" Type="http://schemas.openxmlformats.org/officeDocument/2006/relationships/oleObject" Target="../embeddings/oleObject150.bin"/><Relationship Id="rId17" Type="http://schemas.openxmlformats.org/officeDocument/2006/relationships/image" Target="../media/image176.wmf"/><Relationship Id="rId25" Type="http://schemas.openxmlformats.org/officeDocument/2006/relationships/image" Target="../media/image179.wmf"/><Relationship Id="rId33" Type="http://schemas.openxmlformats.org/officeDocument/2006/relationships/image" Target="../media/image125.wmf"/><Relationship Id="rId38" Type="http://schemas.openxmlformats.org/officeDocument/2006/relationships/oleObject" Target="../embeddings/oleObject109.bin"/><Relationship Id="rId46" Type="http://schemas.openxmlformats.org/officeDocument/2006/relationships/oleObject" Target="../embeddings/oleObject157.bin"/><Relationship Id="rId59" Type="http://schemas.openxmlformats.org/officeDocument/2006/relationships/image" Target="../media/image188.wmf"/><Relationship Id="rId20" Type="http://schemas.openxmlformats.org/officeDocument/2006/relationships/oleObject" Target="../embeddings/oleObject153.bin"/><Relationship Id="rId41" Type="http://schemas.openxmlformats.org/officeDocument/2006/relationships/image" Target="../media/image183.wmf"/><Relationship Id="rId54" Type="http://schemas.openxmlformats.org/officeDocument/2006/relationships/oleObject" Target="../embeddings/oleObject117.bin"/><Relationship Id="rId1" Type="http://schemas.openxmlformats.org/officeDocument/2006/relationships/slideLayout" Target="../slideLayouts/slideLayout21.xml"/><Relationship Id="rId6" Type="http://schemas.openxmlformats.org/officeDocument/2006/relationships/oleObject" Target="../embeddings/oleObject147.bin"/><Relationship Id="rId15" Type="http://schemas.openxmlformats.org/officeDocument/2006/relationships/image" Target="../media/image175.wmf"/><Relationship Id="rId23" Type="http://schemas.openxmlformats.org/officeDocument/2006/relationships/image" Target="../media/image120.wmf"/><Relationship Id="rId28" Type="http://schemas.openxmlformats.org/officeDocument/2006/relationships/oleObject" Target="../embeddings/oleObject104.bin"/><Relationship Id="rId36" Type="http://schemas.openxmlformats.org/officeDocument/2006/relationships/oleObject" Target="../embeddings/oleObject108.bin"/><Relationship Id="rId49" Type="http://schemas.openxmlformats.org/officeDocument/2006/relationships/image" Target="../media/image185.wmf"/><Relationship Id="rId57" Type="http://schemas.openxmlformats.org/officeDocument/2006/relationships/image" Target="../media/image187.wmf"/><Relationship Id="rId10" Type="http://schemas.openxmlformats.org/officeDocument/2006/relationships/oleObject" Target="../embeddings/oleObject149.bin"/><Relationship Id="rId31" Type="http://schemas.openxmlformats.org/officeDocument/2006/relationships/image" Target="../media/image181.wmf"/><Relationship Id="rId44" Type="http://schemas.openxmlformats.org/officeDocument/2006/relationships/oleObject" Target="../embeddings/oleObject112.bin"/><Relationship Id="rId52" Type="http://schemas.openxmlformats.org/officeDocument/2006/relationships/oleObject" Target="../embeddings/oleObject159.bin"/></Relationships>
</file>

<file path=ppt/slides/_rels/slide42.xml.rels><?xml version="1.0" encoding="UTF-8" standalone="yes"?>
<Relationships xmlns="http://schemas.openxmlformats.org/package/2006/relationships"><Relationship Id="rId13" Type="http://schemas.openxmlformats.org/officeDocument/2006/relationships/oleObject" Target="../embeddings/oleObject166.bin"/><Relationship Id="rId18" Type="http://schemas.openxmlformats.org/officeDocument/2006/relationships/image" Target="../media/image195.wmf"/><Relationship Id="rId26" Type="http://schemas.openxmlformats.org/officeDocument/2006/relationships/image" Target="../media/image199.wmf"/><Relationship Id="rId39" Type="http://schemas.openxmlformats.org/officeDocument/2006/relationships/oleObject" Target="../embeddings/oleObject178.bin"/><Relationship Id="rId21" Type="http://schemas.openxmlformats.org/officeDocument/2006/relationships/oleObject" Target="../embeddings/oleObject169.bin"/><Relationship Id="rId34" Type="http://schemas.openxmlformats.org/officeDocument/2006/relationships/image" Target="../media/image203.wmf"/><Relationship Id="rId42" Type="http://schemas.openxmlformats.org/officeDocument/2006/relationships/image" Target="../media/image207.wmf"/><Relationship Id="rId47" Type="http://schemas.openxmlformats.org/officeDocument/2006/relationships/oleObject" Target="../embeddings/oleObject115.bin"/><Relationship Id="rId50" Type="http://schemas.openxmlformats.org/officeDocument/2006/relationships/image" Target="../media/image210.wmf"/><Relationship Id="rId55" Type="http://schemas.openxmlformats.org/officeDocument/2006/relationships/oleObject" Target="../embeddings/oleObject185.bin"/><Relationship Id="rId7" Type="http://schemas.openxmlformats.org/officeDocument/2006/relationships/oleObject" Target="../embeddings/oleObject163.bin"/><Relationship Id="rId2" Type="http://schemas.openxmlformats.org/officeDocument/2006/relationships/notesSlide" Target="../notesSlides/notesSlide2.xml"/><Relationship Id="rId16" Type="http://schemas.openxmlformats.org/officeDocument/2006/relationships/image" Target="../media/image194.wmf"/><Relationship Id="rId29" Type="http://schemas.openxmlformats.org/officeDocument/2006/relationships/oleObject" Target="../embeddings/oleObject173.bin"/><Relationship Id="rId11" Type="http://schemas.openxmlformats.org/officeDocument/2006/relationships/oleObject" Target="../embeddings/oleObject165.bin"/><Relationship Id="rId24" Type="http://schemas.openxmlformats.org/officeDocument/2006/relationships/image" Target="../media/image198.wmf"/><Relationship Id="rId32" Type="http://schemas.openxmlformats.org/officeDocument/2006/relationships/image" Target="../media/image202.wmf"/><Relationship Id="rId37" Type="http://schemas.openxmlformats.org/officeDocument/2006/relationships/oleObject" Target="../embeddings/oleObject177.bin"/><Relationship Id="rId40" Type="http://schemas.openxmlformats.org/officeDocument/2006/relationships/image" Target="../media/image206.wmf"/><Relationship Id="rId45" Type="http://schemas.openxmlformats.org/officeDocument/2006/relationships/oleObject" Target="../embeddings/oleObject181.bin"/><Relationship Id="rId53" Type="http://schemas.openxmlformats.org/officeDocument/2006/relationships/oleObject" Target="../embeddings/oleObject184.bin"/><Relationship Id="rId5" Type="http://schemas.openxmlformats.org/officeDocument/2006/relationships/oleObject" Target="../embeddings/oleObject162.bin"/><Relationship Id="rId10" Type="http://schemas.openxmlformats.org/officeDocument/2006/relationships/image" Target="../media/image191.wmf"/><Relationship Id="rId19" Type="http://schemas.openxmlformats.org/officeDocument/2006/relationships/oleObject" Target="../embeddings/oleObject168.bin"/><Relationship Id="rId31" Type="http://schemas.openxmlformats.org/officeDocument/2006/relationships/oleObject" Target="../embeddings/oleObject174.bin"/><Relationship Id="rId44" Type="http://schemas.openxmlformats.org/officeDocument/2006/relationships/image" Target="../media/image208.wmf"/><Relationship Id="rId52" Type="http://schemas.openxmlformats.org/officeDocument/2006/relationships/image" Target="../media/image211.wmf"/><Relationship Id="rId4" Type="http://schemas.openxmlformats.org/officeDocument/2006/relationships/image" Target="../media/image189.wmf"/><Relationship Id="rId9" Type="http://schemas.openxmlformats.org/officeDocument/2006/relationships/oleObject" Target="../embeddings/oleObject164.bin"/><Relationship Id="rId14" Type="http://schemas.openxmlformats.org/officeDocument/2006/relationships/image" Target="../media/image193.wmf"/><Relationship Id="rId22" Type="http://schemas.openxmlformats.org/officeDocument/2006/relationships/image" Target="../media/image197.wmf"/><Relationship Id="rId27" Type="http://schemas.openxmlformats.org/officeDocument/2006/relationships/oleObject" Target="../embeddings/oleObject172.bin"/><Relationship Id="rId30" Type="http://schemas.openxmlformats.org/officeDocument/2006/relationships/image" Target="../media/image201.wmf"/><Relationship Id="rId35" Type="http://schemas.openxmlformats.org/officeDocument/2006/relationships/oleObject" Target="../embeddings/oleObject176.bin"/><Relationship Id="rId43" Type="http://schemas.openxmlformats.org/officeDocument/2006/relationships/oleObject" Target="../embeddings/oleObject180.bin"/><Relationship Id="rId48" Type="http://schemas.openxmlformats.org/officeDocument/2006/relationships/image" Target="../media/image134.wmf"/><Relationship Id="rId56" Type="http://schemas.openxmlformats.org/officeDocument/2006/relationships/image" Target="../media/image213.wmf"/><Relationship Id="rId8" Type="http://schemas.openxmlformats.org/officeDocument/2006/relationships/image" Target="../media/image140.wmf"/><Relationship Id="rId51" Type="http://schemas.openxmlformats.org/officeDocument/2006/relationships/oleObject" Target="../embeddings/oleObject183.bin"/><Relationship Id="rId3" Type="http://schemas.openxmlformats.org/officeDocument/2006/relationships/oleObject" Target="../embeddings/oleObject161.bin"/><Relationship Id="rId12" Type="http://schemas.openxmlformats.org/officeDocument/2006/relationships/image" Target="../media/image192.wmf"/><Relationship Id="rId17" Type="http://schemas.openxmlformats.org/officeDocument/2006/relationships/oleObject" Target="../embeddings/oleObject167.bin"/><Relationship Id="rId25" Type="http://schemas.openxmlformats.org/officeDocument/2006/relationships/oleObject" Target="../embeddings/oleObject171.bin"/><Relationship Id="rId33" Type="http://schemas.openxmlformats.org/officeDocument/2006/relationships/oleObject" Target="../embeddings/oleObject175.bin"/><Relationship Id="rId38" Type="http://schemas.openxmlformats.org/officeDocument/2006/relationships/image" Target="../media/image205.wmf"/><Relationship Id="rId46" Type="http://schemas.openxmlformats.org/officeDocument/2006/relationships/image" Target="../media/image209.wmf"/><Relationship Id="rId20" Type="http://schemas.openxmlformats.org/officeDocument/2006/relationships/image" Target="../media/image196.wmf"/><Relationship Id="rId41" Type="http://schemas.openxmlformats.org/officeDocument/2006/relationships/oleObject" Target="../embeddings/oleObject179.bin"/><Relationship Id="rId54" Type="http://schemas.openxmlformats.org/officeDocument/2006/relationships/image" Target="../media/image212.wmf"/><Relationship Id="rId1" Type="http://schemas.openxmlformats.org/officeDocument/2006/relationships/slideLayout" Target="../slideLayouts/slideLayout21.xml"/><Relationship Id="rId6" Type="http://schemas.openxmlformats.org/officeDocument/2006/relationships/image" Target="../media/image190.wmf"/><Relationship Id="rId15" Type="http://schemas.openxmlformats.org/officeDocument/2006/relationships/oleObject" Target="../embeddings/oleObject99.bin"/><Relationship Id="rId23" Type="http://schemas.openxmlformats.org/officeDocument/2006/relationships/oleObject" Target="../embeddings/oleObject170.bin"/><Relationship Id="rId28" Type="http://schemas.openxmlformats.org/officeDocument/2006/relationships/image" Target="../media/image200.wmf"/><Relationship Id="rId36" Type="http://schemas.openxmlformats.org/officeDocument/2006/relationships/image" Target="../media/image204.wmf"/><Relationship Id="rId49" Type="http://schemas.openxmlformats.org/officeDocument/2006/relationships/oleObject" Target="../embeddings/oleObject182.bin"/></Relationships>
</file>

<file path=ppt/slides/_rels/slide43.xml.rels><?xml version="1.0" encoding="UTF-8" standalone="yes"?>
<Relationships xmlns="http://schemas.openxmlformats.org/package/2006/relationships"><Relationship Id="rId13" Type="http://schemas.openxmlformats.org/officeDocument/2006/relationships/image" Target="../media/image218.wmf"/><Relationship Id="rId18" Type="http://schemas.openxmlformats.org/officeDocument/2006/relationships/oleObject" Target="../embeddings/oleObject194.bin"/><Relationship Id="rId26" Type="http://schemas.openxmlformats.org/officeDocument/2006/relationships/oleObject" Target="../embeddings/oleObject198.bin"/><Relationship Id="rId39" Type="http://schemas.openxmlformats.org/officeDocument/2006/relationships/image" Target="../media/image230.wmf"/><Relationship Id="rId21" Type="http://schemas.openxmlformats.org/officeDocument/2006/relationships/image" Target="../media/image222.wmf"/><Relationship Id="rId34" Type="http://schemas.openxmlformats.org/officeDocument/2006/relationships/oleObject" Target="../embeddings/oleObject115.bin"/><Relationship Id="rId7" Type="http://schemas.openxmlformats.org/officeDocument/2006/relationships/image" Target="../media/image216.wmf"/><Relationship Id="rId2" Type="http://schemas.openxmlformats.org/officeDocument/2006/relationships/oleObject" Target="../embeddings/oleObject186.bin"/><Relationship Id="rId16" Type="http://schemas.openxmlformats.org/officeDocument/2006/relationships/oleObject" Target="../embeddings/oleObject193.bin"/><Relationship Id="rId20" Type="http://schemas.openxmlformats.org/officeDocument/2006/relationships/oleObject" Target="../embeddings/oleObject195.bin"/><Relationship Id="rId29" Type="http://schemas.openxmlformats.org/officeDocument/2006/relationships/image" Target="../media/image226.wmf"/><Relationship Id="rId41" Type="http://schemas.openxmlformats.org/officeDocument/2006/relationships/image" Target="../media/image231.wmf"/><Relationship Id="rId1" Type="http://schemas.openxmlformats.org/officeDocument/2006/relationships/slideLayout" Target="../slideLayouts/slideLayout21.xml"/><Relationship Id="rId6" Type="http://schemas.openxmlformats.org/officeDocument/2006/relationships/oleObject" Target="../embeddings/oleObject188.bin"/><Relationship Id="rId11" Type="http://schemas.openxmlformats.org/officeDocument/2006/relationships/image" Target="../media/image217.wmf"/><Relationship Id="rId24" Type="http://schemas.openxmlformats.org/officeDocument/2006/relationships/oleObject" Target="../embeddings/oleObject197.bin"/><Relationship Id="rId32" Type="http://schemas.openxmlformats.org/officeDocument/2006/relationships/oleObject" Target="../embeddings/oleObject201.bin"/><Relationship Id="rId37" Type="http://schemas.openxmlformats.org/officeDocument/2006/relationships/image" Target="../media/image229.wmf"/><Relationship Id="rId40" Type="http://schemas.openxmlformats.org/officeDocument/2006/relationships/oleObject" Target="../embeddings/oleObject204.bin"/><Relationship Id="rId5" Type="http://schemas.openxmlformats.org/officeDocument/2006/relationships/image" Target="../media/image215.wmf"/><Relationship Id="rId15" Type="http://schemas.openxmlformats.org/officeDocument/2006/relationships/image" Target="../media/image219.wmf"/><Relationship Id="rId23" Type="http://schemas.openxmlformats.org/officeDocument/2006/relationships/image" Target="../media/image223.wmf"/><Relationship Id="rId28" Type="http://schemas.openxmlformats.org/officeDocument/2006/relationships/oleObject" Target="../embeddings/oleObject199.bin"/><Relationship Id="rId36" Type="http://schemas.openxmlformats.org/officeDocument/2006/relationships/oleObject" Target="../embeddings/oleObject202.bin"/><Relationship Id="rId10" Type="http://schemas.openxmlformats.org/officeDocument/2006/relationships/oleObject" Target="../embeddings/oleObject190.bin"/><Relationship Id="rId19" Type="http://schemas.openxmlformats.org/officeDocument/2006/relationships/image" Target="../media/image221.wmf"/><Relationship Id="rId31" Type="http://schemas.openxmlformats.org/officeDocument/2006/relationships/image" Target="../media/image227.wmf"/><Relationship Id="rId4" Type="http://schemas.openxmlformats.org/officeDocument/2006/relationships/oleObject" Target="../embeddings/oleObject187.bin"/><Relationship Id="rId9" Type="http://schemas.openxmlformats.org/officeDocument/2006/relationships/image" Target="../media/image194.wmf"/><Relationship Id="rId14" Type="http://schemas.openxmlformats.org/officeDocument/2006/relationships/oleObject" Target="../embeddings/oleObject192.bin"/><Relationship Id="rId22" Type="http://schemas.openxmlformats.org/officeDocument/2006/relationships/oleObject" Target="../embeddings/oleObject196.bin"/><Relationship Id="rId27" Type="http://schemas.openxmlformats.org/officeDocument/2006/relationships/image" Target="../media/image225.wmf"/><Relationship Id="rId30" Type="http://schemas.openxmlformats.org/officeDocument/2006/relationships/oleObject" Target="../embeddings/oleObject200.bin"/><Relationship Id="rId35" Type="http://schemas.openxmlformats.org/officeDocument/2006/relationships/image" Target="../media/image134.wmf"/><Relationship Id="rId8" Type="http://schemas.openxmlformats.org/officeDocument/2006/relationships/oleObject" Target="../embeddings/oleObject189.bin"/><Relationship Id="rId3" Type="http://schemas.openxmlformats.org/officeDocument/2006/relationships/image" Target="../media/image214.wmf"/><Relationship Id="rId12" Type="http://schemas.openxmlformats.org/officeDocument/2006/relationships/oleObject" Target="../embeddings/oleObject191.bin"/><Relationship Id="rId17" Type="http://schemas.openxmlformats.org/officeDocument/2006/relationships/image" Target="../media/image220.wmf"/><Relationship Id="rId25" Type="http://schemas.openxmlformats.org/officeDocument/2006/relationships/image" Target="../media/image224.wmf"/><Relationship Id="rId33" Type="http://schemas.openxmlformats.org/officeDocument/2006/relationships/image" Target="../media/image228.wmf"/><Relationship Id="rId38" Type="http://schemas.openxmlformats.org/officeDocument/2006/relationships/oleObject" Target="../embeddings/oleObject203.bin"/></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208.bin"/><Relationship Id="rId13" Type="http://schemas.openxmlformats.org/officeDocument/2006/relationships/image" Target="../media/image237.wmf"/><Relationship Id="rId18" Type="http://schemas.openxmlformats.org/officeDocument/2006/relationships/oleObject" Target="../embeddings/oleObject213.bin"/><Relationship Id="rId26" Type="http://schemas.openxmlformats.org/officeDocument/2006/relationships/oleObject" Target="../embeddings/oleObject115.bin"/><Relationship Id="rId3" Type="http://schemas.openxmlformats.org/officeDocument/2006/relationships/image" Target="../media/image232.wmf"/><Relationship Id="rId21" Type="http://schemas.openxmlformats.org/officeDocument/2006/relationships/image" Target="../media/image241.wmf"/><Relationship Id="rId7" Type="http://schemas.openxmlformats.org/officeDocument/2006/relationships/image" Target="../media/image234.wmf"/><Relationship Id="rId12" Type="http://schemas.openxmlformats.org/officeDocument/2006/relationships/oleObject" Target="../embeddings/oleObject210.bin"/><Relationship Id="rId17" Type="http://schemas.openxmlformats.org/officeDocument/2006/relationships/image" Target="../media/image239.wmf"/><Relationship Id="rId25" Type="http://schemas.openxmlformats.org/officeDocument/2006/relationships/image" Target="../media/image243.wmf"/><Relationship Id="rId2" Type="http://schemas.openxmlformats.org/officeDocument/2006/relationships/oleObject" Target="../embeddings/oleObject205.bin"/><Relationship Id="rId16" Type="http://schemas.openxmlformats.org/officeDocument/2006/relationships/oleObject" Target="../embeddings/oleObject212.bin"/><Relationship Id="rId20" Type="http://schemas.openxmlformats.org/officeDocument/2006/relationships/oleObject" Target="../embeddings/oleObject214.bin"/><Relationship Id="rId29" Type="http://schemas.openxmlformats.org/officeDocument/2006/relationships/image" Target="../media/image244.wmf"/><Relationship Id="rId1" Type="http://schemas.openxmlformats.org/officeDocument/2006/relationships/slideLayout" Target="../slideLayouts/slideLayout21.xml"/><Relationship Id="rId6" Type="http://schemas.openxmlformats.org/officeDocument/2006/relationships/oleObject" Target="../embeddings/oleObject207.bin"/><Relationship Id="rId11" Type="http://schemas.openxmlformats.org/officeDocument/2006/relationships/image" Target="../media/image236.wmf"/><Relationship Id="rId24" Type="http://schemas.openxmlformats.org/officeDocument/2006/relationships/oleObject" Target="../embeddings/oleObject216.bin"/><Relationship Id="rId5" Type="http://schemas.openxmlformats.org/officeDocument/2006/relationships/image" Target="../media/image233.wmf"/><Relationship Id="rId15" Type="http://schemas.openxmlformats.org/officeDocument/2006/relationships/image" Target="../media/image238.wmf"/><Relationship Id="rId23" Type="http://schemas.openxmlformats.org/officeDocument/2006/relationships/image" Target="../media/image242.wmf"/><Relationship Id="rId28" Type="http://schemas.openxmlformats.org/officeDocument/2006/relationships/oleObject" Target="../embeddings/oleObject217.bin"/><Relationship Id="rId10" Type="http://schemas.openxmlformats.org/officeDocument/2006/relationships/oleObject" Target="../embeddings/oleObject209.bin"/><Relationship Id="rId19" Type="http://schemas.openxmlformats.org/officeDocument/2006/relationships/image" Target="../media/image240.wmf"/><Relationship Id="rId4" Type="http://schemas.openxmlformats.org/officeDocument/2006/relationships/oleObject" Target="../embeddings/oleObject206.bin"/><Relationship Id="rId9" Type="http://schemas.openxmlformats.org/officeDocument/2006/relationships/image" Target="../media/image235.wmf"/><Relationship Id="rId14" Type="http://schemas.openxmlformats.org/officeDocument/2006/relationships/oleObject" Target="../embeddings/oleObject211.bin"/><Relationship Id="rId22" Type="http://schemas.openxmlformats.org/officeDocument/2006/relationships/oleObject" Target="../embeddings/oleObject215.bin"/><Relationship Id="rId27" Type="http://schemas.openxmlformats.org/officeDocument/2006/relationships/image" Target="../media/image134.wmf"/><Relationship Id="rId30" Type="http://schemas.openxmlformats.org/officeDocument/2006/relationships/image" Target="../media/image213.wmf"/></Relationships>
</file>

<file path=ppt/slides/_rels/slide45.xml.rels><?xml version="1.0" encoding="UTF-8" standalone="yes"?>
<Relationships xmlns="http://schemas.openxmlformats.org/package/2006/relationships"><Relationship Id="rId3" Type="http://schemas.openxmlformats.org/officeDocument/2006/relationships/image" Target="../media/image245.png"/><Relationship Id="rId2" Type="http://schemas.openxmlformats.org/officeDocument/2006/relationships/image" Target="../media/image43.png"/><Relationship Id="rId1" Type="http://schemas.openxmlformats.org/officeDocument/2006/relationships/slideLayout" Target="../slideLayouts/slideLayout21.xml"/><Relationship Id="rId4" Type="http://schemas.openxmlformats.org/officeDocument/2006/relationships/slide" Target="slide78.xml"/></Relationships>
</file>

<file path=ppt/slides/_rels/slide46.xml.rels><?xml version="1.0" encoding="UTF-8" standalone="yes"?>
<Relationships xmlns="http://schemas.openxmlformats.org/package/2006/relationships"><Relationship Id="rId8" Type="http://schemas.openxmlformats.org/officeDocument/2006/relationships/image" Target="../media/image248.wmf"/><Relationship Id="rId3" Type="http://schemas.openxmlformats.org/officeDocument/2006/relationships/oleObject" Target="../embeddings/oleObject218.bin"/><Relationship Id="rId7" Type="http://schemas.openxmlformats.org/officeDocument/2006/relationships/oleObject" Target="../embeddings/oleObject220.bin"/><Relationship Id="rId2" Type="http://schemas.openxmlformats.org/officeDocument/2006/relationships/notesSlide" Target="../notesSlides/notesSlide3.xml"/><Relationship Id="rId1" Type="http://schemas.openxmlformats.org/officeDocument/2006/relationships/slideLayout" Target="../slideLayouts/slideLayout21.xml"/><Relationship Id="rId6" Type="http://schemas.openxmlformats.org/officeDocument/2006/relationships/image" Target="../media/image247.wmf"/><Relationship Id="rId5" Type="http://schemas.openxmlformats.org/officeDocument/2006/relationships/oleObject" Target="../embeddings/oleObject219.bin"/><Relationship Id="rId10" Type="http://schemas.openxmlformats.org/officeDocument/2006/relationships/image" Target="../media/image249.wmf"/><Relationship Id="rId4" Type="http://schemas.openxmlformats.org/officeDocument/2006/relationships/image" Target="../media/image246.wmf"/><Relationship Id="rId9" Type="http://schemas.openxmlformats.org/officeDocument/2006/relationships/oleObject" Target="../embeddings/oleObject221.bin"/></Relationships>
</file>

<file path=ppt/slides/_rels/slide47.xml.rels><?xml version="1.0" encoding="UTF-8" standalone="yes"?>
<Relationships xmlns="http://schemas.openxmlformats.org/package/2006/relationships"><Relationship Id="rId8" Type="http://schemas.openxmlformats.org/officeDocument/2006/relationships/image" Target="../media/image252.wmf"/><Relationship Id="rId3" Type="http://schemas.openxmlformats.org/officeDocument/2006/relationships/oleObject" Target="../embeddings/oleObject222.bin"/><Relationship Id="rId7" Type="http://schemas.openxmlformats.org/officeDocument/2006/relationships/oleObject" Target="../embeddings/oleObject224.bin"/><Relationship Id="rId2" Type="http://schemas.openxmlformats.org/officeDocument/2006/relationships/notesSlide" Target="../notesSlides/notesSlide4.xml"/><Relationship Id="rId1" Type="http://schemas.openxmlformats.org/officeDocument/2006/relationships/slideLayout" Target="../slideLayouts/slideLayout20.xml"/><Relationship Id="rId6" Type="http://schemas.openxmlformats.org/officeDocument/2006/relationships/image" Target="../media/image251.wmf"/><Relationship Id="rId5" Type="http://schemas.openxmlformats.org/officeDocument/2006/relationships/oleObject" Target="../embeddings/oleObject223.bin"/><Relationship Id="rId4" Type="http://schemas.openxmlformats.org/officeDocument/2006/relationships/image" Target="../media/image250.wmf"/></Relationships>
</file>

<file path=ppt/slides/_rels/slide48.xml.rels><?xml version="1.0" encoding="UTF-8" standalone="yes"?>
<Relationships xmlns="http://schemas.openxmlformats.org/package/2006/relationships"><Relationship Id="rId8" Type="http://schemas.openxmlformats.org/officeDocument/2006/relationships/image" Target="../media/image255.wmf"/><Relationship Id="rId13" Type="http://schemas.openxmlformats.org/officeDocument/2006/relationships/oleObject" Target="../embeddings/oleObject230.bin"/><Relationship Id="rId18" Type="http://schemas.openxmlformats.org/officeDocument/2006/relationships/image" Target="../media/image260.wmf"/><Relationship Id="rId26" Type="http://schemas.openxmlformats.org/officeDocument/2006/relationships/image" Target="../media/image264.wmf"/><Relationship Id="rId3" Type="http://schemas.openxmlformats.org/officeDocument/2006/relationships/oleObject" Target="../embeddings/oleObject225.bin"/><Relationship Id="rId21" Type="http://schemas.openxmlformats.org/officeDocument/2006/relationships/oleObject" Target="../embeddings/oleObject234.bin"/><Relationship Id="rId7" Type="http://schemas.openxmlformats.org/officeDocument/2006/relationships/oleObject" Target="../embeddings/oleObject227.bin"/><Relationship Id="rId12" Type="http://schemas.openxmlformats.org/officeDocument/2006/relationships/image" Target="../media/image257.wmf"/><Relationship Id="rId17" Type="http://schemas.openxmlformats.org/officeDocument/2006/relationships/oleObject" Target="../embeddings/oleObject232.bin"/><Relationship Id="rId25" Type="http://schemas.openxmlformats.org/officeDocument/2006/relationships/oleObject" Target="../embeddings/oleObject236.bin"/><Relationship Id="rId2" Type="http://schemas.openxmlformats.org/officeDocument/2006/relationships/notesSlide" Target="../notesSlides/notesSlide5.xml"/><Relationship Id="rId16" Type="http://schemas.openxmlformats.org/officeDocument/2006/relationships/image" Target="../media/image259.wmf"/><Relationship Id="rId20" Type="http://schemas.openxmlformats.org/officeDocument/2006/relationships/image" Target="../media/image261.wmf"/><Relationship Id="rId29" Type="http://schemas.openxmlformats.org/officeDocument/2006/relationships/oleObject" Target="../embeddings/oleObject238.bin"/><Relationship Id="rId1" Type="http://schemas.openxmlformats.org/officeDocument/2006/relationships/slideLayout" Target="../slideLayouts/slideLayout20.xml"/><Relationship Id="rId6" Type="http://schemas.openxmlformats.org/officeDocument/2006/relationships/image" Target="../media/image254.wmf"/><Relationship Id="rId11" Type="http://schemas.openxmlformats.org/officeDocument/2006/relationships/oleObject" Target="../embeddings/oleObject229.bin"/><Relationship Id="rId24" Type="http://schemas.openxmlformats.org/officeDocument/2006/relationships/image" Target="../media/image263.wmf"/><Relationship Id="rId5" Type="http://schemas.openxmlformats.org/officeDocument/2006/relationships/oleObject" Target="../embeddings/oleObject226.bin"/><Relationship Id="rId15" Type="http://schemas.openxmlformats.org/officeDocument/2006/relationships/oleObject" Target="../embeddings/oleObject231.bin"/><Relationship Id="rId23" Type="http://schemas.openxmlformats.org/officeDocument/2006/relationships/oleObject" Target="../embeddings/oleObject235.bin"/><Relationship Id="rId28" Type="http://schemas.openxmlformats.org/officeDocument/2006/relationships/image" Target="../media/image265.wmf"/><Relationship Id="rId10" Type="http://schemas.openxmlformats.org/officeDocument/2006/relationships/image" Target="../media/image256.wmf"/><Relationship Id="rId19" Type="http://schemas.openxmlformats.org/officeDocument/2006/relationships/oleObject" Target="../embeddings/oleObject233.bin"/><Relationship Id="rId4" Type="http://schemas.openxmlformats.org/officeDocument/2006/relationships/image" Target="../media/image253.wmf"/><Relationship Id="rId9" Type="http://schemas.openxmlformats.org/officeDocument/2006/relationships/oleObject" Target="../embeddings/oleObject228.bin"/><Relationship Id="rId14" Type="http://schemas.openxmlformats.org/officeDocument/2006/relationships/image" Target="../media/image258.wmf"/><Relationship Id="rId22" Type="http://schemas.openxmlformats.org/officeDocument/2006/relationships/image" Target="../media/image262.wmf"/><Relationship Id="rId27" Type="http://schemas.openxmlformats.org/officeDocument/2006/relationships/oleObject" Target="../embeddings/oleObject237.bin"/><Relationship Id="rId30" Type="http://schemas.openxmlformats.org/officeDocument/2006/relationships/image" Target="../media/image266.wmf"/></Relationships>
</file>

<file path=ppt/slides/_rels/slide49.xml.rels><?xml version="1.0" encoding="UTF-8" standalone="yes"?>
<Relationships xmlns="http://schemas.openxmlformats.org/package/2006/relationships"><Relationship Id="rId8" Type="http://schemas.openxmlformats.org/officeDocument/2006/relationships/image" Target="../media/image269.wmf"/><Relationship Id="rId3" Type="http://schemas.openxmlformats.org/officeDocument/2006/relationships/oleObject" Target="../embeddings/oleObject239.bin"/><Relationship Id="rId7" Type="http://schemas.openxmlformats.org/officeDocument/2006/relationships/oleObject" Target="../embeddings/oleObject241.bin"/><Relationship Id="rId2" Type="http://schemas.openxmlformats.org/officeDocument/2006/relationships/notesSlide" Target="../notesSlides/notesSlide6.xml"/><Relationship Id="rId1" Type="http://schemas.openxmlformats.org/officeDocument/2006/relationships/slideLayout" Target="../slideLayouts/slideLayout20.xml"/><Relationship Id="rId6" Type="http://schemas.openxmlformats.org/officeDocument/2006/relationships/image" Target="../media/image268.wmf"/><Relationship Id="rId5" Type="http://schemas.openxmlformats.org/officeDocument/2006/relationships/oleObject" Target="../embeddings/oleObject240.bin"/><Relationship Id="rId10" Type="http://schemas.openxmlformats.org/officeDocument/2006/relationships/image" Target="../media/image270.wmf"/><Relationship Id="rId4" Type="http://schemas.openxmlformats.org/officeDocument/2006/relationships/image" Target="../media/image267.wmf"/><Relationship Id="rId9" Type="http://schemas.openxmlformats.org/officeDocument/2006/relationships/oleObject" Target="../embeddings/oleObject242.bin"/></Relationships>
</file>

<file path=ppt/slides/_rels/slide50.xml.rels><?xml version="1.0" encoding="UTF-8" standalone="yes"?>
<Relationships xmlns="http://schemas.openxmlformats.org/package/2006/relationships"><Relationship Id="rId13" Type="http://schemas.openxmlformats.org/officeDocument/2006/relationships/image" Target="../media/image276.wmf"/><Relationship Id="rId18" Type="http://schemas.openxmlformats.org/officeDocument/2006/relationships/oleObject" Target="../embeddings/oleObject251.bin"/><Relationship Id="rId26" Type="http://schemas.openxmlformats.org/officeDocument/2006/relationships/oleObject" Target="../embeddings/oleObject254.bin"/><Relationship Id="rId39" Type="http://schemas.openxmlformats.org/officeDocument/2006/relationships/image" Target="../media/image287.wmf"/><Relationship Id="rId21" Type="http://schemas.openxmlformats.org/officeDocument/2006/relationships/image" Target="../media/image258.wmf"/><Relationship Id="rId34" Type="http://schemas.openxmlformats.org/officeDocument/2006/relationships/oleObject" Target="../embeddings/oleObject257.bin"/><Relationship Id="rId42" Type="http://schemas.openxmlformats.org/officeDocument/2006/relationships/oleObject" Target="../embeddings/oleObject260.bin"/><Relationship Id="rId47" Type="http://schemas.openxmlformats.org/officeDocument/2006/relationships/image" Target="../media/image290.wmf"/><Relationship Id="rId50" Type="http://schemas.openxmlformats.org/officeDocument/2006/relationships/oleObject" Target="../embeddings/oleObject264.bin"/><Relationship Id="rId55" Type="http://schemas.openxmlformats.org/officeDocument/2006/relationships/image" Target="../media/image294.wmf"/><Relationship Id="rId7" Type="http://schemas.openxmlformats.org/officeDocument/2006/relationships/image" Target="../media/image273.wmf"/><Relationship Id="rId2" Type="http://schemas.openxmlformats.org/officeDocument/2006/relationships/oleObject" Target="../embeddings/oleObject243.bin"/><Relationship Id="rId16" Type="http://schemas.openxmlformats.org/officeDocument/2006/relationships/oleObject" Target="../embeddings/oleObject250.bin"/><Relationship Id="rId29" Type="http://schemas.openxmlformats.org/officeDocument/2006/relationships/image" Target="../media/image283.wmf"/><Relationship Id="rId11" Type="http://schemas.openxmlformats.org/officeDocument/2006/relationships/image" Target="../media/image275.wmf"/><Relationship Id="rId24" Type="http://schemas.openxmlformats.org/officeDocument/2006/relationships/oleObject" Target="../embeddings/oleObject253.bin"/><Relationship Id="rId32" Type="http://schemas.openxmlformats.org/officeDocument/2006/relationships/oleObject" Target="../embeddings/oleObject256.bin"/><Relationship Id="rId37" Type="http://schemas.openxmlformats.org/officeDocument/2006/relationships/image" Target="../media/image286.wmf"/><Relationship Id="rId40" Type="http://schemas.openxmlformats.org/officeDocument/2006/relationships/oleObject" Target="../embeddings/oleObject236.bin"/><Relationship Id="rId45" Type="http://schemas.openxmlformats.org/officeDocument/2006/relationships/image" Target="../media/image289.wmf"/><Relationship Id="rId53" Type="http://schemas.openxmlformats.org/officeDocument/2006/relationships/image" Target="../media/image293.wmf"/><Relationship Id="rId5" Type="http://schemas.openxmlformats.org/officeDocument/2006/relationships/image" Target="../media/image272.wmf"/><Relationship Id="rId19" Type="http://schemas.openxmlformats.org/officeDocument/2006/relationships/image" Target="../media/image279.wmf"/><Relationship Id="rId4" Type="http://schemas.openxmlformats.org/officeDocument/2006/relationships/oleObject" Target="../embeddings/oleObject244.bin"/><Relationship Id="rId9" Type="http://schemas.openxmlformats.org/officeDocument/2006/relationships/image" Target="../media/image274.wmf"/><Relationship Id="rId14" Type="http://schemas.openxmlformats.org/officeDocument/2006/relationships/oleObject" Target="../embeddings/oleObject249.bin"/><Relationship Id="rId22" Type="http://schemas.openxmlformats.org/officeDocument/2006/relationships/oleObject" Target="../embeddings/oleObject252.bin"/><Relationship Id="rId27" Type="http://schemas.openxmlformats.org/officeDocument/2006/relationships/image" Target="../media/image282.wmf"/><Relationship Id="rId30" Type="http://schemas.openxmlformats.org/officeDocument/2006/relationships/oleObject" Target="../embeddings/oleObject233.bin"/><Relationship Id="rId35" Type="http://schemas.openxmlformats.org/officeDocument/2006/relationships/image" Target="../media/image285.wmf"/><Relationship Id="rId43" Type="http://schemas.openxmlformats.org/officeDocument/2006/relationships/image" Target="../media/image288.wmf"/><Relationship Id="rId48" Type="http://schemas.openxmlformats.org/officeDocument/2006/relationships/oleObject" Target="../embeddings/oleObject263.bin"/><Relationship Id="rId56" Type="http://schemas.openxmlformats.org/officeDocument/2006/relationships/oleObject" Target="../embeddings/oleObject267.bin"/><Relationship Id="rId8" Type="http://schemas.openxmlformats.org/officeDocument/2006/relationships/oleObject" Target="../embeddings/oleObject246.bin"/><Relationship Id="rId51" Type="http://schemas.openxmlformats.org/officeDocument/2006/relationships/image" Target="../media/image292.wmf"/><Relationship Id="rId3" Type="http://schemas.openxmlformats.org/officeDocument/2006/relationships/image" Target="../media/image271.wmf"/><Relationship Id="rId12" Type="http://schemas.openxmlformats.org/officeDocument/2006/relationships/oleObject" Target="../embeddings/oleObject248.bin"/><Relationship Id="rId17" Type="http://schemas.openxmlformats.org/officeDocument/2006/relationships/image" Target="../media/image278.wmf"/><Relationship Id="rId25" Type="http://schemas.openxmlformats.org/officeDocument/2006/relationships/image" Target="../media/image281.wmf"/><Relationship Id="rId33" Type="http://schemas.openxmlformats.org/officeDocument/2006/relationships/image" Target="../media/image284.wmf"/><Relationship Id="rId38" Type="http://schemas.openxmlformats.org/officeDocument/2006/relationships/oleObject" Target="../embeddings/oleObject259.bin"/><Relationship Id="rId46" Type="http://schemas.openxmlformats.org/officeDocument/2006/relationships/oleObject" Target="../embeddings/oleObject262.bin"/><Relationship Id="rId20" Type="http://schemas.openxmlformats.org/officeDocument/2006/relationships/oleObject" Target="../embeddings/oleObject230.bin"/><Relationship Id="rId41" Type="http://schemas.openxmlformats.org/officeDocument/2006/relationships/image" Target="../media/image264.wmf"/><Relationship Id="rId54" Type="http://schemas.openxmlformats.org/officeDocument/2006/relationships/oleObject" Target="../embeddings/oleObject266.bin"/><Relationship Id="rId1" Type="http://schemas.openxmlformats.org/officeDocument/2006/relationships/slideLayout" Target="../slideLayouts/slideLayout22.xml"/><Relationship Id="rId6" Type="http://schemas.openxmlformats.org/officeDocument/2006/relationships/oleObject" Target="../embeddings/oleObject245.bin"/><Relationship Id="rId15" Type="http://schemas.openxmlformats.org/officeDocument/2006/relationships/image" Target="../media/image277.wmf"/><Relationship Id="rId23" Type="http://schemas.openxmlformats.org/officeDocument/2006/relationships/image" Target="../media/image280.wmf"/><Relationship Id="rId28" Type="http://schemas.openxmlformats.org/officeDocument/2006/relationships/oleObject" Target="../embeddings/oleObject255.bin"/><Relationship Id="rId36" Type="http://schemas.openxmlformats.org/officeDocument/2006/relationships/oleObject" Target="../embeddings/oleObject258.bin"/><Relationship Id="rId49" Type="http://schemas.openxmlformats.org/officeDocument/2006/relationships/image" Target="../media/image291.wmf"/><Relationship Id="rId57" Type="http://schemas.openxmlformats.org/officeDocument/2006/relationships/image" Target="../media/image295.wmf"/><Relationship Id="rId10" Type="http://schemas.openxmlformats.org/officeDocument/2006/relationships/oleObject" Target="../embeddings/oleObject247.bin"/><Relationship Id="rId31" Type="http://schemas.openxmlformats.org/officeDocument/2006/relationships/image" Target="../media/image261.wmf"/><Relationship Id="rId44" Type="http://schemas.openxmlformats.org/officeDocument/2006/relationships/oleObject" Target="../embeddings/oleObject261.bin"/><Relationship Id="rId52" Type="http://schemas.openxmlformats.org/officeDocument/2006/relationships/oleObject" Target="../embeddings/oleObject265.bin"/></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271.bin"/><Relationship Id="rId13" Type="http://schemas.openxmlformats.org/officeDocument/2006/relationships/oleObject" Target="../embeddings/oleObject273.bin"/><Relationship Id="rId18" Type="http://schemas.openxmlformats.org/officeDocument/2006/relationships/image" Target="../media/image304.wmf"/><Relationship Id="rId3" Type="http://schemas.openxmlformats.org/officeDocument/2006/relationships/image" Target="../media/image296.wmf"/><Relationship Id="rId21" Type="http://schemas.openxmlformats.org/officeDocument/2006/relationships/oleObject" Target="../embeddings/oleObject277.bin"/><Relationship Id="rId7" Type="http://schemas.openxmlformats.org/officeDocument/2006/relationships/image" Target="../media/image298.wmf"/><Relationship Id="rId12" Type="http://schemas.openxmlformats.org/officeDocument/2006/relationships/image" Target="../media/image301.wmf"/><Relationship Id="rId17" Type="http://schemas.openxmlformats.org/officeDocument/2006/relationships/oleObject" Target="../embeddings/oleObject275.bin"/><Relationship Id="rId2" Type="http://schemas.openxmlformats.org/officeDocument/2006/relationships/oleObject" Target="../embeddings/oleObject268.bin"/><Relationship Id="rId16" Type="http://schemas.openxmlformats.org/officeDocument/2006/relationships/image" Target="../media/image303.wmf"/><Relationship Id="rId20" Type="http://schemas.openxmlformats.org/officeDocument/2006/relationships/image" Target="../media/image305.wmf"/><Relationship Id="rId1" Type="http://schemas.openxmlformats.org/officeDocument/2006/relationships/slideLayout" Target="../slideLayouts/slideLayout22.xml"/><Relationship Id="rId6" Type="http://schemas.openxmlformats.org/officeDocument/2006/relationships/oleObject" Target="../embeddings/oleObject270.bin"/><Relationship Id="rId11" Type="http://schemas.openxmlformats.org/officeDocument/2006/relationships/oleObject" Target="../embeddings/oleObject272.bin"/><Relationship Id="rId5" Type="http://schemas.openxmlformats.org/officeDocument/2006/relationships/image" Target="../media/image297.wmf"/><Relationship Id="rId15" Type="http://schemas.openxmlformats.org/officeDocument/2006/relationships/oleObject" Target="../embeddings/oleObject274.bin"/><Relationship Id="rId23" Type="http://schemas.openxmlformats.org/officeDocument/2006/relationships/slide" Target="slide79.xml"/><Relationship Id="rId10" Type="http://schemas.openxmlformats.org/officeDocument/2006/relationships/image" Target="../media/image300.png"/><Relationship Id="rId19" Type="http://schemas.openxmlformats.org/officeDocument/2006/relationships/oleObject" Target="../embeddings/oleObject276.bin"/><Relationship Id="rId4" Type="http://schemas.openxmlformats.org/officeDocument/2006/relationships/oleObject" Target="../embeddings/oleObject269.bin"/><Relationship Id="rId9" Type="http://schemas.openxmlformats.org/officeDocument/2006/relationships/image" Target="../media/image299.wmf"/><Relationship Id="rId14" Type="http://schemas.openxmlformats.org/officeDocument/2006/relationships/image" Target="../media/image302.wmf"/><Relationship Id="rId22" Type="http://schemas.openxmlformats.org/officeDocument/2006/relationships/image" Target="../media/image306.wmf"/></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281.bin"/><Relationship Id="rId3" Type="http://schemas.openxmlformats.org/officeDocument/2006/relationships/image" Target="../media/image307.wmf"/><Relationship Id="rId7" Type="http://schemas.openxmlformats.org/officeDocument/2006/relationships/image" Target="../media/image309.wmf"/><Relationship Id="rId2" Type="http://schemas.openxmlformats.org/officeDocument/2006/relationships/oleObject" Target="../embeddings/oleObject278.bin"/><Relationship Id="rId1" Type="http://schemas.openxmlformats.org/officeDocument/2006/relationships/slideLayout" Target="../slideLayouts/slideLayout21.xml"/><Relationship Id="rId6" Type="http://schemas.openxmlformats.org/officeDocument/2006/relationships/oleObject" Target="../embeddings/oleObject280.bin"/><Relationship Id="rId5" Type="http://schemas.openxmlformats.org/officeDocument/2006/relationships/image" Target="../media/image308.wmf"/><Relationship Id="rId4" Type="http://schemas.openxmlformats.org/officeDocument/2006/relationships/oleObject" Target="../embeddings/oleObject279.bin"/><Relationship Id="rId9" Type="http://schemas.openxmlformats.org/officeDocument/2006/relationships/image" Target="../media/image310.wmf"/></Relationships>
</file>

<file path=ppt/slides/_rels/slide53.xml.rels><?xml version="1.0" encoding="UTF-8" standalone="yes"?>
<Relationships xmlns="http://schemas.openxmlformats.org/package/2006/relationships"><Relationship Id="rId3" Type="http://schemas.openxmlformats.org/officeDocument/2006/relationships/slide" Target="slide80.xml"/><Relationship Id="rId2" Type="http://schemas.openxmlformats.org/officeDocument/2006/relationships/image" Target="../media/image311.png"/><Relationship Id="rId1" Type="http://schemas.openxmlformats.org/officeDocument/2006/relationships/slideLayout" Target="../slideLayouts/slideLayout21.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282.bin"/><Relationship Id="rId2" Type="http://schemas.openxmlformats.org/officeDocument/2006/relationships/notesSlide" Target="../notesSlides/notesSlide7.xml"/><Relationship Id="rId1" Type="http://schemas.openxmlformats.org/officeDocument/2006/relationships/slideLayout" Target="../slideLayouts/slideLayout21.xml"/><Relationship Id="rId6" Type="http://schemas.openxmlformats.org/officeDocument/2006/relationships/image" Target="../media/image313.wmf"/><Relationship Id="rId5" Type="http://schemas.openxmlformats.org/officeDocument/2006/relationships/oleObject" Target="../embeddings/oleObject283.bin"/><Relationship Id="rId4" Type="http://schemas.openxmlformats.org/officeDocument/2006/relationships/image" Target="../media/image312.wmf"/></Relationships>
</file>

<file path=ppt/slides/_rels/slide55.xml.rels><?xml version="1.0" encoding="UTF-8" standalone="yes"?>
<Relationships xmlns="http://schemas.openxmlformats.org/package/2006/relationships"><Relationship Id="rId3" Type="http://schemas.openxmlformats.org/officeDocument/2006/relationships/image" Target="../media/image314.wmf"/><Relationship Id="rId2" Type="http://schemas.openxmlformats.org/officeDocument/2006/relationships/oleObject" Target="../embeddings/oleObject284.bin"/><Relationship Id="rId1" Type="http://schemas.openxmlformats.org/officeDocument/2006/relationships/slideLayout" Target="../slideLayouts/slideLayout21.xml"/><Relationship Id="rId5" Type="http://schemas.openxmlformats.org/officeDocument/2006/relationships/image" Target="../media/image315.wmf"/><Relationship Id="rId4" Type="http://schemas.openxmlformats.org/officeDocument/2006/relationships/oleObject" Target="../embeddings/oleObject285.bin"/></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286.bin"/><Relationship Id="rId2" Type="http://schemas.openxmlformats.org/officeDocument/2006/relationships/notesSlide" Target="../notesSlides/notesSlide8.xml"/><Relationship Id="rId1" Type="http://schemas.openxmlformats.org/officeDocument/2006/relationships/slideLayout" Target="../slideLayouts/slideLayout21.xml"/><Relationship Id="rId6" Type="http://schemas.openxmlformats.org/officeDocument/2006/relationships/image" Target="../media/image317.wmf"/><Relationship Id="rId5" Type="http://schemas.openxmlformats.org/officeDocument/2006/relationships/oleObject" Target="../embeddings/oleObject287.bin"/><Relationship Id="rId4" Type="http://schemas.openxmlformats.org/officeDocument/2006/relationships/image" Target="../media/image316.w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60.xml.rels><?xml version="1.0" encoding="UTF-8" standalone="yes"?>
<Relationships xmlns="http://schemas.openxmlformats.org/package/2006/relationships"><Relationship Id="rId3" Type="http://schemas.openxmlformats.org/officeDocument/2006/relationships/image" Target="../media/image318.wmf"/><Relationship Id="rId2" Type="http://schemas.openxmlformats.org/officeDocument/2006/relationships/oleObject" Target="../embeddings/oleObject288.bin"/><Relationship Id="rId1" Type="http://schemas.openxmlformats.org/officeDocument/2006/relationships/slideLayout" Target="../slideLayouts/slideLayout21.xml"/><Relationship Id="rId5" Type="http://schemas.openxmlformats.org/officeDocument/2006/relationships/image" Target="../media/image319.wmf"/><Relationship Id="rId4" Type="http://schemas.openxmlformats.org/officeDocument/2006/relationships/oleObject" Target="../embeddings/oleObject289.bin"/></Relationships>
</file>

<file path=ppt/slides/_rels/slide61.xml.rels><?xml version="1.0" encoding="UTF-8" standalone="yes"?>
<Relationships xmlns="http://schemas.openxmlformats.org/package/2006/relationships"><Relationship Id="rId3" Type="http://schemas.openxmlformats.org/officeDocument/2006/relationships/image" Target="../media/image320.wmf"/><Relationship Id="rId7" Type="http://schemas.openxmlformats.org/officeDocument/2006/relationships/image" Target="../media/image322.wmf"/><Relationship Id="rId2" Type="http://schemas.openxmlformats.org/officeDocument/2006/relationships/oleObject" Target="../embeddings/oleObject290.bin"/><Relationship Id="rId1" Type="http://schemas.openxmlformats.org/officeDocument/2006/relationships/slideLayout" Target="../slideLayouts/slideLayout21.xml"/><Relationship Id="rId6" Type="http://schemas.openxmlformats.org/officeDocument/2006/relationships/oleObject" Target="../embeddings/oleObject292.bin"/><Relationship Id="rId5" Type="http://schemas.openxmlformats.org/officeDocument/2006/relationships/image" Target="../media/image321.wmf"/><Relationship Id="rId4" Type="http://schemas.openxmlformats.org/officeDocument/2006/relationships/oleObject" Target="../embeddings/oleObject291.bin"/></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296.bin"/><Relationship Id="rId13" Type="http://schemas.openxmlformats.org/officeDocument/2006/relationships/image" Target="../media/image328.wmf"/><Relationship Id="rId3" Type="http://schemas.openxmlformats.org/officeDocument/2006/relationships/image" Target="../media/image323.wmf"/><Relationship Id="rId7" Type="http://schemas.openxmlformats.org/officeDocument/2006/relationships/image" Target="../media/image325.wmf"/><Relationship Id="rId12" Type="http://schemas.openxmlformats.org/officeDocument/2006/relationships/oleObject" Target="../embeddings/oleObject298.bin"/><Relationship Id="rId17" Type="http://schemas.openxmlformats.org/officeDocument/2006/relationships/image" Target="../media/image330.wmf"/><Relationship Id="rId2" Type="http://schemas.openxmlformats.org/officeDocument/2006/relationships/oleObject" Target="../embeddings/oleObject293.bin"/><Relationship Id="rId16" Type="http://schemas.openxmlformats.org/officeDocument/2006/relationships/oleObject" Target="../embeddings/oleObject300.bin"/><Relationship Id="rId1" Type="http://schemas.openxmlformats.org/officeDocument/2006/relationships/slideLayout" Target="../slideLayouts/slideLayout21.xml"/><Relationship Id="rId6" Type="http://schemas.openxmlformats.org/officeDocument/2006/relationships/oleObject" Target="../embeddings/oleObject295.bin"/><Relationship Id="rId11" Type="http://schemas.openxmlformats.org/officeDocument/2006/relationships/image" Target="../media/image327.wmf"/><Relationship Id="rId5" Type="http://schemas.openxmlformats.org/officeDocument/2006/relationships/image" Target="../media/image324.wmf"/><Relationship Id="rId15" Type="http://schemas.openxmlformats.org/officeDocument/2006/relationships/image" Target="../media/image329.wmf"/><Relationship Id="rId10" Type="http://schemas.openxmlformats.org/officeDocument/2006/relationships/oleObject" Target="../embeddings/oleObject297.bin"/><Relationship Id="rId4" Type="http://schemas.openxmlformats.org/officeDocument/2006/relationships/oleObject" Target="../embeddings/oleObject294.bin"/><Relationship Id="rId9" Type="http://schemas.openxmlformats.org/officeDocument/2006/relationships/image" Target="../media/image326.wmf"/><Relationship Id="rId14" Type="http://schemas.openxmlformats.org/officeDocument/2006/relationships/oleObject" Target="../embeddings/oleObject299.bin"/></Relationships>
</file>

<file path=ppt/slides/_rels/slide64.xml.rels><?xml version="1.0" encoding="UTF-8" standalone="yes"?>
<Relationships xmlns="http://schemas.openxmlformats.org/package/2006/relationships"><Relationship Id="rId8" Type="http://schemas.openxmlformats.org/officeDocument/2006/relationships/oleObject" Target="../embeddings/oleObject304.bin"/><Relationship Id="rId13" Type="http://schemas.openxmlformats.org/officeDocument/2006/relationships/image" Target="../media/image336.wmf"/><Relationship Id="rId18" Type="http://schemas.openxmlformats.org/officeDocument/2006/relationships/oleObject" Target="../embeddings/oleObject309.bin"/><Relationship Id="rId3" Type="http://schemas.openxmlformats.org/officeDocument/2006/relationships/image" Target="../media/image331.wmf"/><Relationship Id="rId7" Type="http://schemas.openxmlformats.org/officeDocument/2006/relationships/image" Target="../media/image333.wmf"/><Relationship Id="rId12" Type="http://schemas.openxmlformats.org/officeDocument/2006/relationships/oleObject" Target="../embeddings/oleObject306.bin"/><Relationship Id="rId17" Type="http://schemas.openxmlformats.org/officeDocument/2006/relationships/image" Target="../media/image338.wmf"/><Relationship Id="rId2" Type="http://schemas.openxmlformats.org/officeDocument/2006/relationships/oleObject" Target="../embeddings/oleObject301.bin"/><Relationship Id="rId16" Type="http://schemas.openxmlformats.org/officeDocument/2006/relationships/oleObject" Target="../embeddings/oleObject308.bin"/><Relationship Id="rId1" Type="http://schemas.openxmlformats.org/officeDocument/2006/relationships/slideLayout" Target="../slideLayouts/slideLayout22.xml"/><Relationship Id="rId6" Type="http://schemas.openxmlformats.org/officeDocument/2006/relationships/oleObject" Target="../embeddings/oleObject303.bin"/><Relationship Id="rId11" Type="http://schemas.openxmlformats.org/officeDocument/2006/relationships/image" Target="../media/image335.wmf"/><Relationship Id="rId5" Type="http://schemas.openxmlformats.org/officeDocument/2006/relationships/image" Target="../media/image332.wmf"/><Relationship Id="rId15" Type="http://schemas.openxmlformats.org/officeDocument/2006/relationships/image" Target="../media/image337.wmf"/><Relationship Id="rId10" Type="http://schemas.openxmlformats.org/officeDocument/2006/relationships/oleObject" Target="../embeddings/oleObject305.bin"/><Relationship Id="rId19" Type="http://schemas.openxmlformats.org/officeDocument/2006/relationships/image" Target="../media/image339.wmf"/><Relationship Id="rId4" Type="http://schemas.openxmlformats.org/officeDocument/2006/relationships/oleObject" Target="../embeddings/oleObject302.bin"/><Relationship Id="rId9" Type="http://schemas.openxmlformats.org/officeDocument/2006/relationships/image" Target="../media/image334.wmf"/><Relationship Id="rId14" Type="http://schemas.openxmlformats.org/officeDocument/2006/relationships/oleObject" Target="../embeddings/oleObject307.bin"/></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3" Type="http://schemas.openxmlformats.org/officeDocument/2006/relationships/hyperlink" Target="jupiterintel.com" TargetMode="External"/><Relationship Id="rId2" Type="http://schemas.openxmlformats.org/officeDocument/2006/relationships/hyperlink" Target="http://427mt.com" TargetMode="Externa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hyperlink" Target="Amazon.com" TargetMode="Externa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72.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30.xml"/></Relationships>
</file>

<file path=ppt/slides/_rels/slide73.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slideLayout" Target="../slideLayouts/slideLayout30.xml"/></Relationships>
</file>

<file path=ppt/slides/_rels/slide74.xml.rels><?xml version="1.0" encoding="UTF-8" standalone="yes"?>
<Relationships xmlns="http://schemas.openxmlformats.org/package/2006/relationships"><Relationship Id="rId2" Type="http://schemas.openxmlformats.org/officeDocument/2006/relationships/slide" Target="slide16.xml"/><Relationship Id="rId1" Type="http://schemas.openxmlformats.org/officeDocument/2006/relationships/slideLayout" Target="../slideLayouts/slideLayout30.xml"/></Relationships>
</file>

<file path=ppt/slides/_rels/slide75.xml.rels><?xml version="1.0" encoding="UTF-8" standalone="yes"?>
<Relationships xmlns="http://schemas.openxmlformats.org/package/2006/relationships"><Relationship Id="rId2" Type="http://schemas.openxmlformats.org/officeDocument/2006/relationships/slide" Target="slide19.xml"/><Relationship Id="rId1" Type="http://schemas.openxmlformats.org/officeDocument/2006/relationships/slideLayout" Target="../slideLayouts/slideLayout30.xml"/></Relationships>
</file>

<file path=ppt/slides/_rels/slide76.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30.xml"/></Relationships>
</file>

<file path=ppt/slides/_rels/slide77.xml.rels><?xml version="1.0" encoding="UTF-8" standalone="yes"?>
<Relationships xmlns="http://schemas.openxmlformats.org/package/2006/relationships"><Relationship Id="rId2" Type="http://schemas.openxmlformats.org/officeDocument/2006/relationships/slide" Target="slide26.xml"/><Relationship Id="rId1" Type="http://schemas.openxmlformats.org/officeDocument/2006/relationships/slideLayout" Target="../slideLayouts/slideLayout30.xml"/></Relationships>
</file>

<file path=ppt/slides/_rels/slide78.xml.rels><?xml version="1.0" encoding="UTF-8" standalone="yes"?>
<Relationships xmlns="http://schemas.openxmlformats.org/package/2006/relationships"><Relationship Id="rId2" Type="http://schemas.openxmlformats.org/officeDocument/2006/relationships/slide" Target="slide45.xml"/><Relationship Id="rId1" Type="http://schemas.openxmlformats.org/officeDocument/2006/relationships/slideLayout" Target="../slideLayouts/slideLayout30.xml"/></Relationships>
</file>

<file path=ppt/slides/_rels/slide79.xml.rels><?xml version="1.0" encoding="UTF-8" standalone="yes"?>
<Relationships xmlns="http://schemas.openxmlformats.org/package/2006/relationships"><Relationship Id="rId2" Type="http://schemas.openxmlformats.org/officeDocument/2006/relationships/slide" Target="slide51.xml"/><Relationship Id="rId1" Type="http://schemas.openxmlformats.org/officeDocument/2006/relationships/slideLayout" Target="../slideLayouts/slideLayout30.xml"/></Relationships>
</file>

<file path=ppt/slides/_rels/slide80.xml.rels><?xml version="1.0" encoding="UTF-8" standalone="yes"?>
<Relationships xmlns="http://schemas.openxmlformats.org/package/2006/relationships"><Relationship Id="rId2" Type="http://schemas.openxmlformats.org/officeDocument/2006/relationships/slide" Target="slide53.xml"/><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A24FE50-6B4A-5263-6376-3D1234935845}"/>
              </a:ext>
            </a:extLst>
          </p:cNvPr>
          <p:cNvSpPr>
            <a:spLocks noGrp="1"/>
          </p:cNvSpPr>
          <p:nvPr>
            <p:ph type="ctrTitle"/>
          </p:nvPr>
        </p:nvSpPr>
        <p:spPr/>
        <p:txBody>
          <a:bodyPr/>
          <a:lstStyle/>
          <a:p>
            <a:r>
              <a:rPr lang="en-US" noProof="0" dirty="0"/>
              <a:t>Chapter 5</a:t>
            </a:r>
            <a:endParaRPr lang="en-IN" dirty="0"/>
          </a:p>
        </p:txBody>
      </p:sp>
      <p:sp>
        <p:nvSpPr>
          <p:cNvPr id="8" name="Subtitle 7">
            <a:extLst>
              <a:ext uri="{FF2B5EF4-FFF2-40B4-BE49-F238E27FC236}">
                <a16:creationId xmlns:a16="http://schemas.microsoft.com/office/drawing/2014/main" id="{082C392C-971E-32B3-D291-271201953891}"/>
              </a:ext>
            </a:extLst>
          </p:cNvPr>
          <p:cNvSpPr>
            <a:spLocks noGrp="1"/>
          </p:cNvSpPr>
          <p:nvPr>
            <p:ph type="subTitle" idx="1"/>
          </p:nvPr>
        </p:nvSpPr>
        <p:spPr/>
        <p:txBody>
          <a:bodyPr/>
          <a:lstStyle/>
          <a:p>
            <a:r>
              <a:rPr lang="en-US" sz="2200" dirty="0"/>
              <a:t>Probability</a:t>
            </a:r>
            <a:endParaRPr lang="en-IN" sz="2200" dirty="0"/>
          </a:p>
        </p:txBody>
      </p:sp>
      <p:pic>
        <p:nvPicPr>
          <p:cNvPr id="4" name="Picture 3" descr="The cover page of the book, Applied Statistics in Business and Economics. By, David P Doane and Lori E Seward.">
            <a:extLst>
              <a:ext uri="{FF2B5EF4-FFF2-40B4-BE49-F238E27FC236}">
                <a16:creationId xmlns:a16="http://schemas.microsoft.com/office/drawing/2014/main" id="{0DE171F9-ED88-3DCC-407A-34CC7E33E254}"/>
              </a:ext>
            </a:extLst>
          </p:cNvPr>
          <p:cNvPicPr>
            <a:picLocks noChangeAspect="1"/>
          </p:cNvPicPr>
          <p:nvPr/>
        </p:nvPicPr>
        <p:blipFill>
          <a:blip r:embed="rId2"/>
          <a:stretch>
            <a:fillRect/>
          </a:stretch>
        </p:blipFill>
        <p:spPr>
          <a:xfrm>
            <a:off x="4860462" y="901903"/>
            <a:ext cx="3855516" cy="5242284"/>
          </a:xfrm>
          <a:prstGeom prst="rect">
            <a:avLst/>
          </a:prstGeom>
        </p:spPr>
      </p:pic>
      <p:sp>
        <p:nvSpPr>
          <p:cNvPr id="2" name="Content Placeholder 3">
            <a:extLst>
              <a:ext uri="{FF2B5EF4-FFF2-40B4-BE49-F238E27FC236}">
                <a16:creationId xmlns:a16="http://schemas.microsoft.com/office/drawing/2014/main" id="{42B796E9-022D-DD29-514E-232A567E275B}"/>
              </a:ext>
            </a:extLst>
          </p:cNvPr>
          <p:cNvSpPr>
            <a:spLocks noGrp="1"/>
          </p:cNvSpPr>
          <p:nvPr>
            <p:ph sz="quarter" idx="11"/>
          </p:nvPr>
        </p:nvSpPr>
        <p:spPr>
          <a:xfrm>
            <a:off x="202224" y="6540156"/>
            <a:ext cx="8739552" cy="242481"/>
          </a:xfrm>
        </p:spPr>
        <p:txBody>
          <a:bodyPr/>
          <a:lstStyle/>
          <a:p>
            <a:pPr algn="ctr"/>
            <a:r>
              <a:rPr lang="en-US" sz="1200" dirty="0">
                <a:solidFill>
                  <a:schemeClr val="tx1"/>
                </a:solidFill>
              </a:rPr>
              <a:t>© McGraw Hill LLC. All rights reserved. No reproduction or distribution without the prior written consent of McGraw Hill LLC.</a:t>
            </a:r>
            <a:endParaRPr lang="en-US" sz="1200" dirty="0"/>
          </a:p>
        </p:txBody>
      </p:sp>
    </p:spTree>
    <p:extLst>
      <p:ext uri="{BB962C8B-B14F-4D97-AF65-F5344CB8AC3E}">
        <p14:creationId xmlns:p14="http://schemas.microsoft.com/office/powerpoint/2010/main" val="23761304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76260" cy="903231"/>
          </a:xfrm>
        </p:spPr>
        <p:txBody>
          <a:bodyPr>
            <a:normAutofit/>
          </a:bodyPr>
          <a:lstStyle/>
          <a:p>
            <a:r>
              <a:rPr lang="en-IN" sz="3600" dirty="0"/>
              <a:t>Chapter Learning Objectives</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10"/>
            <a:ext cx="449580" cy="1571266"/>
          </a:xfrm>
        </p:spPr>
        <p:txBody>
          <a:bodyPr vert="vert" rIns="0"/>
          <a:lstStyle/>
          <a:p>
            <a:pPr marL="1025525" indent="-1025525"/>
            <a:r>
              <a:rPr lang="en-IN" b="1" dirty="0"/>
              <a:t>Chapter 5</a:t>
            </a:r>
          </a:p>
        </p:txBody>
      </p:sp>
      <p:sp>
        <p:nvSpPr>
          <p:cNvPr id="7" name="Content Placeholder 6"/>
          <p:cNvSpPr>
            <a:spLocks noGrp="1"/>
          </p:cNvSpPr>
          <p:nvPr>
            <p:ph sz="quarter" idx="14"/>
          </p:nvPr>
        </p:nvSpPr>
        <p:spPr>
          <a:xfrm>
            <a:off x="342900" y="1260475"/>
            <a:ext cx="8191500" cy="4602443"/>
          </a:xfrm>
        </p:spPr>
        <p:txBody>
          <a:bodyPr/>
          <a:lstStyle/>
          <a:p>
            <a:pPr marL="973138" indent="-973138"/>
            <a:r>
              <a:rPr lang="en-IN" sz="2200" b="1" dirty="0"/>
              <a:t>L</a:t>
            </a:r>
            <a:r>
              <a:rPr lang="en-IN" sz="100" b="1" dirty="0"/>
              <a:t> </a:t>
            </a:r>
            <a:r>
              <a:rPr lang="en-IN" sz="2200" b="1" dirty="0"/>
              <a:t>O 5.1: </a:t>
            </a:r>
            <a:r>
              <a:rPr lang="en-IN" sz="2200" dirty="0"/>
              <a:t>Describe the sample space of a random experiment.</a:t>
            </a:r>
          </a:p>
          <a:p>
            <a:pPr marL="973138" indent="-973138"/>
            <a:r>
              <a:rPr lang="en-IN" sz="2200" b="1" dirty="0"/>
              <a:t>L</a:t>
            </a:r>
            <a:r>
              <a:rPr lang="en-IN" sz="100" b="1" dirty="0"/>
              <a:t> </a:t>
            </a:r>
            <a:r>
              <a:rPr lang="en-IN" sz="2200" b="1" dirty="0"/>
              <a:t>O 5.2: </a:t>
            </a:r>
            <a:r>
              <a:rPr lang="en-IN" sz="2200" dirty="0"/>
              <a:t>Distinguish among the three views of probability.</a:t>
            </a:r>
          </a:p>
          <a:p>
            <a:pPr marL="973138" indent="-973138"/>
            <a:r>
              <a:rPr lang="en-IN" sz="2200" b="1" dirty="0"/>
              <a:t>L</a:t>
            </a:r>
            <a:r>
              <a:rPr lang="en-IN" sz="100" b="1" dirty="0"/>
              <a:t> </a:t>
            </a:r>
            <a:r>
              <a:rPr lang="en-IN" sz="2200" b="1" dirty="0"/>
              <a:t>O 5.3: </a:t>
            </a:r>
            <a:r>
              <a:rPr lang="en-IN" sz="2200" dirty="0"/>
              <a:t>Apply the definitions and rules of probability.</a:t>
            </a:r>
          </a:p>
          <a:p>
            <a:pPr marL="973138" indent="-973138"/>
            <a:r>
              <a:rPr lang="en-IN" sz="2200" b="1" dirty="0"/>
              <a:t>L</a:t>
            </a:r>
            <a:r>
              <a:rPr lang="en-IN" sz="100" b="1" dirty="0"/>
              <a:t> </a:t>
            </a:r>
            <a:r>
              <a:rPr lang="en-IN" sz="2200" b="1" dirty="0"/>
              <a:t>O 5.4: </a:t>
            </a:r>
            <a:r>
              <a:rPr lang="en-IN" sz="2200" dirty="0"/>
              <a:t>Calculate odds from given probabilities.</a:t>
            </a:r>
          </a:p>
          <a:p>
            <a:pPr marL="973138" indent="-973138"/>
            <a:r>
              <a:rPr lang="en-IN" sz="2200" b="1" dirty="0"/>
              <a:t>L</a:t>
            </a:r>
            <a:r>
              <a:rPr lang="en-IN" sz="100" b="1" dirty="0"/>
              <a:t> </a:t>
            </a:r>
            <a:r>
              <a:rPr lang="en-IN" sz="2200" b="1" dirty="0"/>
              <a:t>O 5.5: </a:t>
            </a:r>
            <a:r>
              <a:rPr lang="en-IN" sz="2200" dirty="0"/>
              <a:t>Determine when events are independent.</a:t>
            </a:r>
          </a:p>
          <a:p>
            <a:pPr marL="973138" indent="-973138"/>
            <a:r>
              <a:rPr lang="en-IN" sz="2200" b="1" dirty="0"/>
              <a:t>L</a:t>
            </a:r>
            <a:r>
              <a:rPr lang="en-IN" sz="100" b="1" dirty="0"/>
              <a:t> </a:t>
            </a:r>
            <a:r>
              <a:rPr lang="en-IN" sz="2200" b="1" dirty="0"/>
              <a:t>O 5.6: </a:t>
            </a:r>
            <a:r>
              <a:rPr lang="en-IN" sz="2200" dirty="0"/>
              <a:t>Apply the concepts of probability to contingency tables.</a:t>
            </a:r>
          </a:p>
          <a:p>
            <a:pPr marL="973138" indent="-973138"/>
            <a:r>
              <a:rPr lang="en-IN" sz="2200" b="1" dirty="0"/>
              <a:t>L</a:t>
            </a:r>
            <a:r>
              <a:rPr lang="en-IN" sz="100" b="1" dirty="0"/>
              <a:t> </a:t>
            </a:r>
            <a:r>
              <a:rPr lang="en-IN" sz="2200" b="1" dirty="0"/>
              <a:t>O 5.7: </a:t>
            </a:r>
            <a:r>
              <a:rPr lang="en-IN" sz="2200" dirty="0"/>
              <a:t>Interpret a tree diagram.</a:t>
            </a:r>
          </a:p>
          <a:p>
            <a:pPr marL="973138" indent="-973138"/>
            <a:r>
              <a:rPr lang="en-IN" sz="2200" b="1" dirty="0"/>
              <a:t>L</a:t>
            </a:r>
            <a:r>
              <a:rPr lang="en-IN" sz="100" b="1" dirty="0"/>
              <a:t> </a:t>
            </a:r>
            <a:r>
              <a:rPr lang="en-IN" sz="2200" b="1" dirty="0"/>
              <a:t>O 5.8: </a:t>
            </a:r>
            <a:r>
              <a:rPr lang="en-IN" sz="2200" dirty="0"/>
              <a:t>Use Bayes’ Theorem to calculate revised probabilities.</a:t>
            </a:r>
          </a:p>
          <a:p>
            <a:pPr marL="990600" indent="-990600"/>
            <a:r>
              <a:rPr lang="en-IN" sz="2200" b="1" dirty="0"/>
              <a:t>L</a:t>
            </a:r>
            <a:r>
              <a:rPr lang="en-IN" sz="100" b="1" dirty="0"/>
              <a:t> </a:t>
            </a:r>
            <a:r>
              <a:rPr lang="en-IN" sz="2200" b="1" dirty="0"/>
              <a:t>O 5.9: </a:t>
            </a:r>
            <a:r>
              <a:rPr lang="en-IN" sz="2200" dirty="0"/>
              <a:t>Apply counting rules to calculate possible event arrangements.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2</a:t>
            </a:fld>
            <a:endParaRPr lang="en-US" dirty="0"/>
          </a:p>
        </p:txBody>
      </p:sp>
    </p:spTree>
    <p:extLst>
      <p:ext uri="{BB962C8B-B14F-4D97-AF65-F5344CB8AC3E}">
        <p14:creationId xmlns:p14="http://schemas.microsoft.com/office/powerpoint/2010/main" val="450625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IN" sz="3600" dirty="0"/>
              <a:t>Probability</a:t>
            </a:r>
            <a:endParaRPr lang="en-IN" sz="3600" b="0" dirty="0"/>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1817011"/>
          </a:xfrm>
        </p:spPr>
        <p:txBody>
          <a:bodyPr vert="vert" rIns="0"/>
          <a:lstStyle/>
          <a:p>
            <a:pPr marL="1025525" indent="-1025525"/>
            <a:r>
              <a:rPr lang="en-IN" b="1" dirty="0"/>
              <a:t>Chapter 5</a:t>
            </a:r>
          </a:p>
        </p:txBody>
      </p:sp>
      <p:sp>
        <p:nvSpPr>
          <p:cNvPr id="7" name="Content Placeholder 6"/>
          <p:cNvSpPr>
            <a:spLocks noGrp="1"/>
          </p:cNvSpPr>
          <p:nvPr>
            <p:ph sz="quarter" idx="14"/>
          </p:nvPr>
        </p:nvSpPr>
        <p:spPr>
          <a:xfrm>
            <a:off x="342900" y="1260475"/>
            <a:ext cx="8191500" cy="5178425"/>
          </a:xfrm>
        </p:spPr>
        <p:txBody>
          <a:bodyPr/>
          <a:lstStyle/>
          <a:p>
            <a:pPr marL="292608" indent="-292608">
              <a:buFont typeface="Arial" panose="020B0604020202020204" pitchFamily="34" charset="0"/>
              <a:buChar char="•"/>
            </a:pPr>
            <a:r>
              <a:rPr lang="en-IN" dirty="0"/>
              <a:t>Descriptive statistics allow us to describe a business process that we have already observed. But how will that process behave in the future?</a:t>
            </a:r>
          </a:p>
          <a:p>
            <a:pPr marL="292608" indent="-292608">
              <a:buFont typeface="Arial" panose="020B0604020202020204" pitchFamily="34" charset="0"/>
              <a:buChar char="•"/>
            </a:pPr>
            <a:r>
              <a:rPr lang="en-IN" dirty="0"/>
              <a:t>The field of study called </a:t>
            </a:r>
            <a:r>
              <a:rPr lang="en-IN" b="1" dirty="0"/>
              <a:t>probability </a:t>
            </a:r>
            <a:r>
              <a:rPr lang="en-IN" dirty="0"/>
              <a:t>allows us to understand and quantify the uncertainty about the future. We use the rules of probability to bridge the gap between what we know now and what is unknown about the future.</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3</a:t>
            </a:fld>
            <a:endParaRPr lang="en-US" dirty="0"/>
          </a:p>
        </p:txBody>
      </p:sp>
    </p:spTree>
    <p:extLst>
      <p:ext uri="{BB962C8B-B14F-4D97-AF65-F5344CB8AC3E}">
        <p14:creationId xmlns:p14="http://schemas.microsoft.com/office/powerpoint/2010/main" val="1162216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408DA-7088-49FD-A9F2-FA30ACCB8868}"/>
              </a:ext>
            </a:extLst>
          </p:cNvPr>
          <p:cNvSpPr>
            <a:spLocks noGrp="1"/>
          </p:cNvSpPr>
          <p:nvPr>
            <p:ph type="title"/>
          </p:nvPr>
        </p:nvSpPr>
        <p:spPr>
          <a:xfrm>
            <a:off x="342900" y="192490"/>
            <a:ext cx="8048932" cy="903231"/>
          </a:xfrm>
        </p:spPr>
        <p:txBody>
          <a:bodyPr>
            <a:normAutofit/>
          </a:bodyPr>
          <a:lstStyle/>
          <a:p>
            <a:r>
              <a:rPr lang="en-IN" sz="3600" dirty="0"/>
              <a:t>Random Experiments</a:t>
            </a:r>
            <a:endParaRPr lang="en-US" sz="3600" dirty="0"/>
          </a:p>
        </p:txBody>
      </p:sp>
      <p:sp>
        <p:nvSpPr>
          <p:cNvPr id="3" name="Content Placeholder 2">
            <a:extLst>
              <a:ext uri="{FF2B5EF4-FFF2-40B4-BE49-F238E27FC236}">
                <a16:creationId xmlns:a16="http://schemas.microsoft.com/office/drawing/2014/main" id="{4C065CB2-E625-44CC-81FB-94A257AA3562}"/>
              </a:ext>
            </a:extLst>
          </p:cNvPr>
          <p:cNvSpPr>
            <a:spLocks noGrp="1"/>
          </p:cNvSpPr>
          <p:nvPr>
            <p:ph sz="quarter" idx="11"/>
          </p:nvPr>
        </p:nvSpPr>
        <p:spPr>
          <a:xfrm>
            <a:off x="8647915" y="54864"/>
            <a:ext cx="452673" cy="1261872"/>
          </a:xfrm>
        </p:spPr>
        <p:txBody>
          <a:bodyPr vert="vert" tIns="45720" rIns="0"/>
          <a:lstStyle/>
          <a:p>
            <a:pPr marL="1025525" indent="-1025525"/>
            <a:r>
              <a:rPr lang="en-US" b="1" dirty="0"/>
              <a:t>L</a:t>
            </a:r>
            <a:r>
              <a:rPr lang="en-US" sz="100" b="1" dirty="0"/>
              <a:t> </a:t>
            </a:r>
            <a:r>
              <a:rPr lang="en-US" b="1" dirty="0"/>
              <a:t>O 5.1</a:t>
            </a:r>
            <a:endParaRPr lang="en-IN" b="1" dirty="0"/>
          </a:p>
        </p:txBody>
      </p:sp>
      <p:sp>
        <p:nvSpPr>
          <p:cNvPr id="4" name="Content Placeholder 3">
            <a:extLst>
              <a:ext uri="{FF2B5EF4-FFF2-40B4-BE49-F238E27FC236}">
                <a16:creationId xmlns:a16="http://schemas.microsoft.com/office/drawing/2014/main" id="{53AA3923-E6FA-4CE2-89E3-2D6CF078E7F7}"/>
              </a:ext>
            </a:extLst>
          </p:cNvPr>
          <p:cNvSpPr>
            <a:spLocks noGrp="1"/>
          </p:cNvSpPr>
          <p:nvPr>
            <p:ph sz="quarter" idx="14"/>
          </p:nvPr>
        </p:nvSpPr>
        <p:spPr>
          <a:xfrm>
            <a:off x="342901" y="1274080"/>
            <a:ext cx="8019434" cy="1941067"/>
          </a:xfrm>
        </p:spPr>
        <p:txBody>
          <a:bodyPr/>
          <a:lstStyle/>
          <a:p>
            <a:r>
              <a:rPr lang="en-US" sz="2200" dirty="0"/>
              <a:t>A </a:t>
            </a:r>
            <a:r>
              <a:rPr lang="en-US" sz="2200" b="1" dirty="0"/>
              <a:t>random experiment </a:t>
            </a:r>
            <a:r>
              <a:rPr lang="en-US" sz="2200" dirty="0"/>
              <a:t>is an observational process whose results cannot be known in advance.</a:t>
            </a:r>
          </a:p>
          <a:p>
            <a:pPr lvl="1"/>
            <a:r>
              <a:rPr lang="en-US" sz="2200" dirty="0"/>
              <a:t>Example:</a:t>
            </a:r>
            <a:r>
              <a:rPr lang="en-US" sz="2200" b="1" dirty="0"/>
              <a:t> </a:t>
            </a:r>
            <a:r>
              <a:rPr lang="en-US" sz="2200" dirty="0"/>
              <a:t>when a customer enters a Lexus dealership, will the customer buy a car or not? How much will the customer spend?</a:t>
            </a:r>
          </a:p>
        </p:txBody>
      </p:sp>
      <p:sp>
        <p:nvSpPr>
          <p:cNvPr id="5" name="Content Placeholder 4">
            <a:extLst>
              <a:ext uri="{FF2B5EF4-FFF2-40B4-BE49-F238E27FC236}">
                <a16:creationId xmlns:a16="http://schemas.microsoft.com/office/drawing/2014/main" id="{12D71DC9-9D4D-498C-92D5-611B71434CCC}"/>
              </a:ext>
            </a:extLst>
          </p:cNvPr>
          <p:cNvSpPr>
            <a:spLocks noGrp="1"/>
          </p:cNvSpPr>
          <p:nvPr>
            <p:ph sz="quarter" idx="15"/>
          </p:nvPr>
        </p:nvSpPr>
        <p:spPr>
          <a:xfrm>
            <a:off x="342900" y="3287474"/>
            <a:ext cx="7916197" cy="1597004"/>
          </a:xfrm>
        </p:spPr>
        <p:txBody>
          <a:bodyPr/>
          <a:lstStyle/>
          <a:p>
            <a:r>
              <a:rPr lang="en-US" sz="2200" dirty="0"/>
              <a:t>The set of all possible </a:t>
            </a:r>
            <a:r>
              <a:rPr lang="en-US" sz="2200" i="1" dirty="0"/>
              <a:t>outcomes </a:t>
            </a:r>
            <a:r>
              <a:rPr lang="en-US" sz="2200" dirty="0"/>
              <a:t>(denoted </a:t>
            </a:r>
            <a:r>
              <a:rPr lang="en-US" sz="2200" i="1" dirty="0"/>
              <a:t>S</a:t>
            </a:r>
            <a:r>
              <a:rPr lang="en-US" sz="2200" dirty="0"/>
              <a:t>) is the </a:t>
            </a:r>
            <a:r>
              <a:rPr lang="en-US" sz="2200" b="1" dirty="0"/>
              <a:t>sample space </a:t>
            </a:r>
            <a:r>
              <a:rPr lang="en-US" sz="2200" dirty="0"/>
              <a:t>for the experiment.</a:t>
            </a:r>
          </a:p>
          <a:p>
            <a:pPr lvl="1"/>
            <a:r>
              <a:rPr lang="en-US" sz="2200" dirty="0"/>
              <a:t>Example:</a:t>
            </a:r>
            <a:r>
              <a:rPr lang="en-US" sz="2200" b="1" dirty="0"/>
              <a:t> </a:t>
            </a:r>
            <a:r>
              <a:rPr lang="en-US" sz="2200" dirty="0"/>
              <a:t>when Citibank makes a consumer loan, we might define a sample space with only two outcomes:</a:t>
            </a:r>
          </a:p>
        </p:txBody>
      </p:sp>
      <p:graphicFrame>
        <p:nvGraphicFramePr>
          <p:cNvPr id="8" name="Object 7">
            <a:extLst>
              <a:ext uri="{FF2B5EF4-FFF2-40B4-BE49-F238E27FC236}">
                <a16:creationId xmlns:a16="http://schemas.microsoft.com/office/drawing/2014/main" id="{176D9C78-DC18-4AF7-9AF7-D3B99269EF98}"/>
              </a:ext>
            </a:extLst>
          </p:cNvPr>
          <p:cNvGraphicFramePr>
            <a:graphicFrameLocks noChangeAspect="1"/>
          </p:cNvGraphicFramePr>
          <p:nvPr>
            <p:extLst>
              <p:ext uri="{D42A27DB-BD31-4B8C-83A1-F6EECF244321}">
                <p14:modId xmlns:p14="http://schemas.microsoft.com/office/powerpoint/2010/main" val="1338278476"/>
              </p:ext>
            </p:extLst>
          </p:nvPr>
        </p:nvGraphicFramePr>
        <p:xfrm>
          <a:off x="2800350" y="4941888"/>
          <a:ext cx="2684463" cy="400050"/>
        </p:xfrm>
        <a:graphic>
          <a:graphicData uri="http://schemas.openxmlformats.org/presentationml/2006/ole">
            <mc:AlternateContent xmlns:mc="http://schemas.openxmlformats.org/markup-compatibility/2006">
              <mc:Choice xmlns:v="urn:schemas-microsoft-com:vml" Requires="v">
                <p:oleObj name="Equation" r:id="rId2" imgW="2552400" imgH="380880" progId="Equation.DSMT4">
                  <p:embed/>
                </p:oleObj>
              </mc:Choice>
              <mc:Fallback>
                <p:oleObj name="Equation" r:id="rId2" imgW="2552400" imgH="380880" progId="Equation.DSMT4">
                  <p:embed/>
                  <p:pic>
                    <p:nvPicPr>
                      <p:cNvPr id="0" name=""/>
                      <p:cNvPicPr/>
                      <p:nvPr/>
                    </p:nvPicPr>
                    <p:blipFill>
                      <a:blip r:embed="rId3"/>
                      <a:stretch>
                        <a:fillRect/>
                      </a:stretch>
                    </p:blipFill>
                    <p:spPr>
                      <a:xfrm>
                        <a:off x="2800350" y="4941888"/>
                        <a:ext cx="2684463" cy="40005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2EE7D978-3AB6-4DE0-8D86-E47FD62306F3}"/>
              </a:ext>
            </a:extLst>
          </p:cNvPr>
          <p:cNvSpPr>
            <a:spLocks noGrp="1"/>
          </p:cNvSpPr>
          <p:nvPr>
            <p:ph sz="quarter" idx="16"/>
          </p:nvPr>
        </p:nvSpPr>
        <p:spPr>
          <a:xfrm>
            <a:off x="342899" y="5395871"/>
            <a:ext cx="7930946" cy="745776"/>
          </a:xfrm>
        </p:spPr>
        <p:txBody>
          <a:bodyPr/>
          <a:lstStyle/>
          <a:p>
            <a:pPr marL="290513" lvl="1" indent="0">
              <a:buNone/>
            </a:pPr>
            <a:r>
              <a:rPr lang="en-US" sz="2200" dirty="0"/>
              <a:t>The sample space describing a Walmart customer’s payment method might have four outcomes:</a:t>
            </a:r>
          </a:p>
        </p:txBody>
      </p:sp>
      <p:graphicFrame>
        <p:nvGraphicFramePr>
          <p:cNvPr id="12" name="Object 11">
            <a:extLst>
              <a:ext uri="{FF2B5EF4-FFF2-40B4-BE49-F238E27FC236}">
                <a16:creationId xmlns:a16="http://schemas.microsoft.com/office/drawing/2014/main" id="{CBC49F42-02BB-4DAC-9044-DB83D4607673}"/>
              </a:ext>
            </a:extLst>
          </p:cNvPr>
          <p:cNvGraphicFramePr>
            <a:graphicFrameLocks noChangeAspect="1"/>
          </p:cNvGraphicFramePr>
          <p:nvPr>
            <p:extLst>
              <p:ext uri="{D42A27DB-BD31-4B8C-83A1-F6EECF244321}">
                <p14:modId xmlns:p14="http://schemas.microsoft.com/office/powerpoint/2010/main" val="2010708700"/>
              </p:ext>
            </p:extLst>
          </p:nvPr>
        </p:nvGraphicFramePr>
        <p:xfrm>
          <a:off x="2003425" y="6175375"/>
          <a:ext cx="4279900" cy="381000"/>
        </p:xfrm>
        <a:graphic>
          <a:graphicData uri="http://schemas.openxmlformats.org/presentationml/2006/ole">
            <mc:AlternateContent xmlns:mc="http://schemas.openxmlformats.org/markup-compatibility/2006">
              <mc:Choice xmlns:v="urn:schemas-microsoft-com:vml" Requires="v">
                <p:oleObj name="Equation" r:id="rId4" imgW="4279680" imgH="380880" progId="Equation.DSMT4">
                  <p:embed/>
                </p:oleObj>
              </mc:Choice>
              <mc:Fallback>
                <p:oleObj name="Equation" r:id="rId4" imgW="4279680" imgH="380880" progId="Equation.DSMT4">
                  <p:embed/>
                  <p:pic>
                    <p:nvPicPr>
                      <p:cNvPr id="0" name=""/>
                      <p:cNvPicPr/>
                      <p:nvPr/>
                    </p:nvPicPr>
                    <p:blipFill>
                      <a:blip r:embed="rId5"/>
                      <a:stretch>
                        <a:fillRect/>
                      </a:stretch>
                    </p:blipFill>
                    <p:spPr>
                      <a:xfrm>
                        <a:off x="2003425" y="6175375"/>
                        <a:ext cx="4279900" cy="381000"/>
                      </a:xfrm>
                      <a:prstGeom prst="rect">
                        <a:avLst/>
                      </a:prstGeom>
                    </p:spPr>
                  </p:pic>
                </p:oleObj>
              </mc:Fallback>
            </mc:AlternateContent>
          </a:graphicData>
        </a:graphic>
      </p:graphicFrame>
      <p:sp>
        <p:nvSpPr>
          <p:cNvPr id="10" name="Slide Number Placeholder 9">
            <a:extLst>
              <a:ext uri="{FF2B5EF4-FFF2-40B4-BE49-F238E27FC236}">
                <a16:creationId xmlns:a16="http://schemas.microsoft.com/office/drawing/2014/main" id="{B024B0F4-BF34-49B8-B1F0-1C3B1F4220DB}"/>
              </a:ext>
            </a:extLst>
          </p:cNvPr>
          <p:cNvSpPr>
            <a:spLocks noGrp="1"/>
          </p:cNvSpPr>
          <p:nvPr>
            <p:ph type="sldNum" sz="quarter" idx="10"/>
          </p:nvPr>
        </p:nvSpPr>
        <p:spPr/>
        <p:txBody>
          <a:bodyPr/>
          <a:lstStyle/>
          <a:p>
            <a:fld id="{68151E55-6873-49E2-B8D5-2F265E6F1973}" type="slidenum">
              <a:rPr lang="en-US" smtClean="0"/>
              <a:t>4</a:t>
            </a:fld>
            <a:endParaRPr lang="en-US" dirty="0"/>
          </a:p>
        </p:txBody>
      </p:sp>
    </p:spTree>
    <p:extLst>
      <p:ext uri="{BB962C8B-B14F-4D97-AF65-F5344CB8AC3E}">
        <p14:creationId xmlns:p14="http://schemas.microsoft.com/office/powerpoint/2010/main" val="2106986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IN" sz="3600" dirty="0"/>
              <a:t>Sample Space </a:t>
            </a:r>
            <a:r>
              <a:rPr lang="en-IN" sz="1000" b="0" dirty="0"/>
              <a:t>1</a:t>
            </a:r>
            <a:endParaRPr lang="en-IN" sz="1000" dirty="0"/>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47916" y="54863"/>
            <a:ext cx="452673" cy="1234440"/>
          </a:xfrm>
        </p:spPr>
        <p:txBody>
          <a:bodyPr vert="vert" rIns="0"/>
          <a:lstStyle/>
          <a:p>
            <a:pPr marL="1025525" indent="-1025525"/>
            <a:r>
              <a:rPr lang="en-US" b="1" dirty="0"/>
              <a:t>L</a:t>
            </a:r>
            <a:r>
              <a:rPr lang="en-US" sz="100" b="1" dirty="0"/>
              <a:t> </a:t>
            </a:r>
            <a:r>
              <a:rPr lang="en-US" b="1" dirty="0"/>
              <a:t>O 5.1</a:t>
            </a:r>
            <a:endParaRPr lang="en-IN" b="1" dirty="0"/>
          </a:p>
        </p:txBody>
      </p:sp>
      <p:sp>
        <p:nvSpPr>
          <p:cNvPr id="7" name="Content Placeholder 6"/>
          <p:cNvSpPr>
            <a:spLocks noGrp="1"/>
          </p:cNvSpPr>
          <p:nvPr>
            <p:ph sz="quarter" idx="14"/>
          </p:nvPr>
        </p:nvSpPr>
        <p:spPr>
          <a:xfrm>
            <a:off x="342900" y="1219200"/>
            <a:ext cx="8191500" cy="830826"/>
          </a:xfrm>
        </p:spPr>
        <p:txBody>
          <a:bodyPr/>
          <a:lstStyle/>
          <a:p>
            <a:pPr marL="292608" indent="-292608">
              <a:buFont typeface="Arial" panose="020B0604020202020204" pitchFamily="34" charset="0"/>
              <a:buChar char="•"/>
            </a:pPr>
            <a:r>
              <a:rPr lang="en-US" dirty="0"/>
              <a:t>The sample space to describe rolling a die has six outcomes:</a:t>
            </a:r>
          </a:p>
        </p:txBody>
      </p:sp>
      <p:pic>
        <p:nvPicPr>
          <p:cNvPr id="8" name="Picture 7" descr="A diagram shows six outcomes of rolling a die. S = open bracket, 1, 2, 3, 4, 5, 6, close bracket.">
            <a:extLst>
              <a:ext uri="{FF2B5EF4-FFF2-40B4-BE49-F238E27FC236}">
                <a16:creationId xmlns:a16="http://schemas.microsoft.com/office/drawing/2014/main" id="{12C1B4D0-1DEC-4B5F-84F7-A60630CDAD61}"/>
              </a:ext>
            </a:extLst>
          </p:cNvPr>
          <p:cNvPicPr>
            <a:picLocks noChangeAspect="1"/>
          </p:cNvPicPr>
          <p:nvPr/>
        </p:nvPicPr>
        <p:blipFill>
          <a:blip r:embed="rId2"/>
          <a:stretch>
            <a:fillRect/>
          </a:stretch>
        </p:blipFill>
        <p:spPr>
          <a:xfrm>
            <a:off x="2112051" y="2956519"/>
            <a:ext cx="4919898" cy="944962"/>
          </a:xfrm>
          <a:prstGeom prst="rect">
            <a:avLst/>
          </a:prstGeom>
        </p:spPr>
      </p:pic>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5</a:t>
            </a:fld>
            <a:endParaRPr lang="en-US" dirty="0"/>
          </a:p>
        </p:txBody>
      </p:sp>
    </p:spTree>
    <p:extLst>
      <p:ext uri="{BB962C8B-B14F-4D97-AF65-F5344CB8AC3E}">
        <p14:creationId xmlns:p14="http://schemas.microsoft.com/office/powerpoint/2010/main" val="2681229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408DA-7088-49FD-A9F2-FA30ACCB8868}"/>
              </a:ext>
            </a:extLst>
          </p:cNvPr>
          <p:cNvSpPr>
            <a:spLocks noGrp="1"/>
          </p:cNvSpPr>
          <p:nvPr>
            <p:ph type="title"/>
          </p:nvPr>
        </p:nvSpPr>
        <p:spPr>
          <a:xfrm>
            <a:off x="342900" y="192490"/>
            <a:ext cx="8048932" cy="903231"/>
          </a:xfrm>
        </p:spPr>
        <p:txBody>
          <a:bodyPr>
            <a:normAutofit/>
          </a:bodyPr>
          <a:lstStyle/>
          <a:p>
            <a:r>
              <a:rPr lang="en-IN" sz="3600" dirty="0"/>
              <a:t>Sample Space </a:t>
            </a:r>
            <a:r>
              <a:rPr lang="en-IN" sz="1000" b="0" baseline="0" dirty="0"/>
              <a:t>2</a:t>
            </a:r>
            <a:endParaRPr lang="en-US" sz="1000" b="0" baseline="0" dirty="0"/>
          </a:p>
        </p:txBody>
      </p:sp>
      <p:sp>
        <p:nvSpPr>
          <p:cNvPr id="3" name="Content Placeholder 2">
            <a:extLst>
              <a:ext uri="{FF2B5EF4-FFF2-40B4-BE49-F238E27FC236}">
                <a16:creationId xmlns:a16="http://schemas.microsoft.com/office/drawing/2014/main" id="{4C065CB2-E625-44CC-81FB-94A257AA3562}"/>
              </a:ext>
            </a:extLst>
          </p:cNvPr>
          <p:cNvSpPr>
            <a:spLocks noGrp="1"/>
          </p:cNvSpPr>
          <p:nvPr>
            <p:ph sz="quarter" idx="11"/>
          </p:nvPr>
        </p:nvSpPr>
        <p:spPr>
          <a:xfrm>
            <a:off x="8627706" y="54138"/>
            <a:ext cx="471579" cy="1295711"/>
          </a:xfrm>
        </p:spPr>
        <p:txBody>
          <a:bodyPr vert="vert" tIns="45720" rIns="0"/>
          <a:lstStyle/>
          <a:p>
            <a:pPr marL="1025525" indent="-1025525"/>
            <a:r>
              <a:rPr lang="en-US" b="1" dirty="0"/>
              <a:t>L</a:t>
            </a:r>
            <a:r>
              <a:rPr lang="en-US" sz="100" b="1" dirty="0"/>
              <a:t> </a:t>
            </a:r>
            <a:r>
              <a:rPr lang="en-US" b="1" dirty="0"/>
              <a:t>O 5.1</a:t>
            </a:r>
            <a:endParaRPr lang="en-IN" b="1" dirty="0"/>
          </a:p>
        </p:txBody>
      </p:sp>
      <p:sp>
        <p:nvSpPr>
          <p:cNvPr id="4" name="Content Placeholder 3">
            <a:extLst>
              <a:ext uri="{FF2B5EF4-FFF2-40B4-BE49-F238E27FC236}">
                <a16:creationId xmlns:a16="http://schemas.microsoft.com/office/drawing/2014/main" id="{53AA3923-E6FA-4CE2-89E3-2D6CF078E7F7}"/>
              </a:ext>
            </a:extLst>
          </p:cNvPr>
          <p:cNvSpPr>
            <a:spLocks noGrp="1"/>
          </p:cNvSpPr>
          <p:nvPr>
            <p:ph sz="quarter" idx="14"/>
          </p:nvPr>
        </p:nvSpPr>
        <p:spPr>
          <a:xfrm>
            <a:off x="342901" y="1274081"/>
            <a:ext cx="8019434" cy="1469120"/>
          </a:xfrm>
        </p:spPr>
        <p:txBody>
          <a:bodyPr/>
          <a:lstStyle/>
          <a:p>
            <a:pPr lvl="1"/>
            <a:r>
              <a:rPr lang="en-IN" sz="2200" dirty="0"/>
              <a:t>If the outcome of the experiment is a </a:t>
            </a:r>
            <a:r>
              <a:rPr lang="en-IN" sz="2200" b="1" dirty="0"/>
              <a:t>continuous</a:t>
            </a:r>
            <a:r>
              <a:rPr lang="en-IN" sz="2200" dirty="0"/>
              <a:t> measurement, the sample space cannot be listed, but it can be described by a rule. For example, the sample space for the length of a randomly chosen cell phone call would be:</a:t>
            </a:r>
          </a:p>
        </p:txBody>
      </p:sp>
      <p:graphicFrame>
        <p:nvGraphicFramePr>
          <p:cNvPr id="7" name="Object 6">
            <a:extLst>
              <a:ext uri="{FF2B5EF4-FFF2-40B4-BE49-F238E27FC236}">
                <a16:creationId xmlns:a16="http://schemas.microsoft.com/office/drawing/2014/main" id="{33519E05-BAEF-45CA-8CF4-4B5A5A8E26B0}"/>
              </a:ext>
            </a:extLst>
          </p:cNvPr>
          <p:cNvGraphicFramePr>
            <a:graphicFrameLocks noChangeAspect="1"/>
          </p:cNvGraphicFramePr>
          <p:nvPr>
            <p:extLst>
              <p:ext uri="{D42A27DB-BD31-4B8C-83A1-F6EECF244321}">
                <p14:modId xmlns:p14="http://schemas.microsoft.com/office/powerpoint/2010/main" val="2757713357"/>
              </p:ext>
            </p:extLst>
          </p:nvPr>
        </p:nvGraphicFramePr>
        <p:xfrm>
          <a:off x="3065463" y="2857500"/>
          <a:ext cx="3041650" cy="411163"/>
        </p:xfrm>
        <a:graphic>
          <a:graphicData uri="http://schemas.openxmlformats.org/presentationml/2006/ole">
            <mc:AlternateContent xmlns:mc="http://schemas.openxmlformats.org/markup-compatibility/2006">
              <mc:Choice xmlns:v="urn:schemas-microsoft-com:vml" Requires="v">
                <p:oleObj name="Equation" r:id="rId2" imgW="2819160" imgH="380880" progId="Equation.DSMT4">
                  <p:embed/>
                </p:oleObj>
              </mc:Choice>
              <mc:Fallback>
                <p:oleObj name="Equation" r:id="rId2" imgW="2819160" imgH="380880" progId="Equation.DSMT4">
                  <p:embed/>
                  <p:pic>
                    <p:nvPicPr>
                      <p:cNvPr id="0" name=""/>
                      <p:cNvPicPr/>
                      <p:nvPr/>
                    </p:nvPicPr>
                    <p:blipFill>
                      <a:blip r:embed="rId3"/>
                      <a:stretch>
                        <a:fillRect/>
                      </a:stretch>
                    </p:blipFill>
                    <p:spPr>
                      <a:xfrm>
                        <a:off x="3065463" y="2857500"/>
                        <a:ext cx="3041650" cy="411163"/>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12D71DC9-9D4D-498C-92D5-611B71434CCC}"/>
              </a:ext>
            </a:extLst>
          </p:cNvPr>
          <p:cNvSpPr>
            <a:spLocks noGrp="1"/>
          </p:cNvSpPr>
          <p:nvPr>
            <p:ph sz="quarter" idx="15"/>
          </p:nvPr>
        </p:nvSpPr>
        <p:spPr>
          <a:xfrm>
            <a:off x="342900" y="3420932"/>
            <a:ext cx="7916197" cy="827712"/>
          </a:xfrm>
        </p:spPr>
        <p:txBody>
          <a:bodyPr/>
          <a:lstStyle/>
          <a:p>
            <a:pPr lvl="1"/>
            <a:r>
              <a:rPr lang="en-IN" sz="2200" dirty="0"/>
              <a:t>The sample space to describe a randomly chosen student’s G</a:t>
            </a:r>
            <a:r>
              <a:rPr lang="en-IN" sz="100" dirty="0"/>
              <a:t> </a:t>
            </a:r>
            <a:r>
              <a:rPr lang="en-IN" sz="2200" dirty="0"/>
              <a:t>P</a:t>
            </a:r>
            <a:r>
              <a:rPr lang="en-IN" sz="100" dirty="0"/>
              <a:t> </a:t>
            </a:r>
            <a:r>
              <a:rPr lang="en-IN" sz="2200" dirty="0"/>
              <a:t>A would be:</a:t>
            </a:r>
          </a:p>
        </p:txBody>
      </p:sp>
      <p:graphicFrame>
        <p:nvGraphicFramePr>
          <p:cNvPr id="9" name="Object 8">
            <a:extLst>
              <a:ext uri="{FF2B5EF4-FFF2-40B4-BE49-F238E27FC236}">
                <a16:creationId xmlns:a16="http://schemas.microsoft.com/office/drawing/2014/main" id="{F103359F-810C-4579-AC72-7972AB502001}"/>
              </a:ext>
            </a:extLst>
          </p:cNvPr>
          <p:cNvGraphicFramePr>
            <a:graphicFrameLocks noChangeAspect="1"/>
          </p:cNvGraphicFramePr>
          <p:nvPr>
            <p:extLst>
              <p:ext uri="{D42A27DB-BD31-4B8C-83A1-F6EECF244321}">
                <p14:modId xmlns:p14="http://schemas.microsoft.com/office/powerpoint/2010/main" val="117083307"/>
              </p:ext>
            </p:extLst>
          </p:nvPr>
        </p:nvGraphicFramePr>
        <p:xfrm>
          <a:off x="2392680" y="4257116"/>
          <a:ext cx="4358640" cy="419100"/>
        </p:xfrm>
        <a:graphic>
          <a:graphicData uri="http://schemas.openxmlformats.org/presentationml/2006/ole">
            <mc:AlternateContent xmlns:mc="http://schemas.openxmlformats.org/markup-compatibility/2006">
              <mc:Choice xmlns:v="urn:schemas-microsoft-com:vml" Requires="v">
                <p:oleObj name="Equation" r:id="rId4" imgW="3962160" imgH="380880" progId="Equation.DSMT4">
                  <p:embed/>
                </p:oleObj>
              </mc:Choice>
              <mc:Fallback>
                <p:oleObj name="Equation" r:id="rId4" imgW="3962160" imgH="380880" progId="Equation.DSMT4">
                  <p:embed/>
                  <p:pic>
                    <p:nvPicPr>
                      <p:cNvPr id="0" name=""/>
                      <p:cNvPicPr/>
                      <p:nvPr/>
                    </p:nvPicPr>
                    <p:blipFill>
                      <a:blip r:embed="rId5"/>
                      <a:stretch>
                        <a:fillRect/>
                      </a:stretch>
                    </p:blipFill>
                    <p:spPr>
                      <a:xfrm>
                        <a:off x="2392680" y="4257116"/>
                        <a:ext cx="4358640" cy="41910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2EE7D978-3AB6-4DE0-8D86-E47FD62306F3}"/>
              </a:ext>
            </a:extLst>
          </p:cNvPr>
          <p:cNvSpPr>
            <a:spLocks noGrp="1"/>
          </p:cNvSpPr>
          <p:nvPr>
            <p:ph sz="quarter" idx="16"/>
          </p:nvPr>
        </p:nvSpPr>
        <p:spPr>
          <a:xfrm>
            <a:off x="342899" y="4743680"/>
            <a:ext cx="7930946" cy="1136226"/>
          </a:xfrm>
        </p:spPr>
        <p:txBody>
          <a:bodyPr/>
          <a:lstStyle/>
          <a:p>
            <a:pPr lvl="1"/>
            <a:r>
              <a:rPr lang="en-IN" sz="2200" dirty="0"/>
              <a:t>Similarly, some </a:t>
            </a:r>
            <a:r>
              <a:rPr lang="en-IN" sz="2200" b="1" dirty="0"/>
              <a:t>discrete</a:t>
            </a:r>
            <a:r>
              <a:rPr lang="en-IN" sz="2200" dirty="0"/>
              <a:t> measurements are best described by a rule. For example, the sample space for the number of hits on a YouTube website on a given day is:</a:t>
            </a:r>
          </a:p>
        </p:txBody>
      </p:sp>
      <p:graphicFrame>
        <p:nvGraphicFramePr>
          <p:cNvPr id="11" name="Object 10">
            <a:extLst>
              <a:ext uri="{FF2B5EF4-FFF2-40B4-BE49-F238E27FC236}">
                <a16:creationId xmlns:a16="http://schemas.microsoft.com/office/drawing/2014/main" id="{439A755F-3F69-41C8-93E6-8D35C40DECDE}"/>
              </a:ext>
            </a:extLst>
          </p:cNvPr>
          <p:cNvGraphicFramePr>
            <a:graphicFrameLocks noChangeAspect="1"/>
          </p:cNvGraphicFramePr>
          <p:nvPr>
            <p:extLst>
              <p:ext uri="{D42A27DB-BD31-4B8C-83A1-F6EECF244321}">
                <p14:modId xmlns:p14="http://schemas.microsoft.com/office/powerpoint/2010/main" val="2640261360"/>
              </p:ext>
            </p:extLst>
          </p:nvPr>
        </p:nvGraphicFramePr>
        <p:xfrm>
          <a:off x="3079750" y="5976938"/>
          <a:ext cx="3762375" cy="414337"/>
        </p:xfrm>
        <a:graphic>
          <a:graphicData uri="http://schemas.openxmlformats.org/presentationml/2006/ole">
            <mc:AlternateContent xmlns:mc="http://schemas.openxmlformats.org/markup-compatibility/2006">
              <mc:Choice xmlns:v="urn:schemas-microsoft-com:vml" Requires="v">
                <p:oleObj name="Equation" r:id="rId6" imgW="3454200" imgH="380880" progId="Equation.DSMT4">
                  <p:embed/>
                </p:oleObj>
              </mc:Choice>
              <mc:Fallback>
                <p:oleObj name="Equation" r:id="rId6" imgW="3454200" imgH="380880" progId="Equation.DSMT4">
                  <p:embed/>
                  <p:pic>
                    <p:nvPicPr>
                      <p:cNvPr id="0" name=""/>
                      <p:cNvPicPr/>
                      <p:nvPr/>
                    </p:nvPicPr>
                    <p:blipFill>
                      <a:blip r:embed="rId7"/>
                      <a:stretch>
                        <a:fillRect/>
                      </a:stretch>
                    </p:blipFill>
                    <p:spPr>
                      <a:xfrm>
                        <a:off x="3079750" y="5976938"/>
                        <a:ext cx="3762375" cy="414337"/>
                      </a:xfrm>
                      <a:prstGeom prst="rect">
                        <a:avLst/>
                      </a:prstGeom>
                    </p:spPr>
                  </p:pic>
                </p:oleObj>
              </mc:Fallback>
            </mc:AlternateContent>
          </a:graphicData>
        </a:graphic>
      </p:graphicFrame>
      <p:sp>
        <p:nvSpPr>
          <p:cNvPr id="10" name="Slide Number Placeholder 9">
            <a:extLst>
              <a:ext uri="{FF2B5EF4-FFF2-40B4-BE49-F238E27FC236}">
                <a16:creationId xmlns:a16="http://schemas.microsoft.com/office/drawing/2014/main" id="{B024B0F4-BF34-49B8-B1F0-1C3B1F4220DB}"/>
              </a:ext>
            </a:extLst>
          </p:cNvPr>
          <p:cNvSpPr>
            <a:spLocks noGrp="1"/>
          </p:cNvSpPr>
          <p:nvPr>
            <p:ph type="sldNum" sz="quarter" idx="10"/>
          </p:nvPr>
        </p:nvSpPr>
        <p:spPr/>
        <p:txBody>
          <a:bodyPr/>
          <a:lstStyle/>
          <a:p>
            <a:fld id="{68151E55-6873-49E2-B8D5-2F265E6F1973}" type="slidenum">
              <a:rPr lang="en-US" smtClean="0"/>
              <a:t>6</a:t>
            </a:fld>
            <a:endParaRPr lang="en-US" dirty="0"/>
          </a:p>
        </p:txBody>
      </p:sp>
    </p:spTree>
    <p:extLst>
      <p:ext uri="{BB962C8B-B14F-4D97-AF65-F5344CB8AC3E}">
        <p14:creationId xmlns:p14="http://schemas.microsoft.com/office/powerpoint/2010/main" val="3497963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408DA-7088-49FD-A9F2-FA30ACCB8868}"/>
              </a:ext>
            </a:extLst>
          </p:cNvPr>
          <p:cNvSpPr>
            <a:spLocks noGrp="1"/>
          </p:cNvSpPr>
          <p:nvPr>
            <p:ph type="title"/>
          </p:nvPr>
        </p:nvSpPr>
        <p:spPr>
          <a:xfrm>
            <a:off x="342900" y="192490"/>
            <a:ext cx="8048932" cy="903231"/>
          </a:xfrm>
        </p:spPr>
        <p:txBody>
          <a:bodyPr>
            <a:normAutofit/>
          </a:bodyPr>
          <a:lstStyle/>
          <a:p>
            <a:r>
              <a:rPr lang="en-IN" sz="3600" dirty="0"/>
              <a:t>Event</a:t>
            </a:r>
            <a:endParaRPr lang="en-US" sz="3600" dirty="0"/>
          </a:p>
        </p:txBody>
      </p:sp>
      <p:sp>
        <p:nvSpPr>
          <p:cNvPr id="3" name="Content Placeholder 2">
            <a:extLst>
              <a:ext uri="{FF2B5EF4-FFF2-40B4-BE49-F238E27FC236}">
                <a16:creationId xmlns:a16="http://schemas.microsoft.com/office/drawing/2014/main" id="{4C065CB2-E625-44CC-81FB-94A257AA3562}"/>
              </a:ext>
            </a:extLst>
          </p:cNvPr>
          <p:cNvSpPr>
            <a:spLocks noGrp="1"/>
          </p:cNvSpPr>
          <p:nvPr>
            <p:ph sz="quarter" idx="11"/>
          </p:nvPr>
        </p:nvSpPr>
        <p:spPr>
          <a:xfrm>
            <a:off x="8627706" y="54138"/>
            <a:ext cx="471579" cy="1295711"/>
          </a:xfrm>
        </p:spPr>
        <p:txBody>
          <a:bodyPr vert="vert" tIns="45720" rIns="0"/>
          <a:lstStyle/>
          <a:p>
            <a:pPr marL="1025525" indent="-1025525"/>
            <a:r>
              <a:rPr lang="en-US" b="1" dirty="0"/>
              <a:t>L</a:t>
            </a:r>
            <a:r>
              <a:rPr lang="en-US" sz="100" b="1" dirty="0"/>
              <a:t> </a:t>
            </a:r>
            <a:r>
              <a:rPr lang="en-US" b="1" dirty="0"/>
              <a:t>O 5.1</a:t>
            </a:r>
            <a:endParaRPr lang="en-IN" b="1" dirty="0"/>
          </a:p>
        </p:txBody>
      </p:sp>
      <p:sp>
        <p:nvSpPr>
          <p:cNvPr id="4" name="Content Placeholder 3">
            <a:extLst>
              <a:ext uri="{FF2B5EF4-FFF2-40B4-BE49-F238E27FC236}">
                <a16:creationId xmlns:a16="http://schemas.microsoft.com/office/drawing/2014/main" id="{53AA3923-E6FA-4CE2-89E3-2D6CF078E7F7}"/>
              </a:ext>
            </a:extLst>
          </p:cNvPr>
          <p:cNvSpPr>
            <a:spLocks noGrp="1"/>
          </p:cNvSpPr>
          <p:nvPr>
            <p:ph sz="quarter" idx="14"/>
          </p:nvPr>
        </p:nvSpPr>
        <p:spPr>
          <a:xfrm>
            <a:off x="342900" y="1274080"/>
            <a:ext cx="8181667" cy="2232689"/>
          </a:xfrm>
        </p:spPr>
        <p:txBody>
          <a:bodyPr/>
          <a:lstStyle/>
          <a:p>
            <a:pPr lvl="1"/>
            <a:r>
              <a:rPr lang="en-IN" dirty="0"/>
              <a:t>An</a:t>
            </a:r>
            <a:r>
              <a:rPr lang="en-IN" b="1" dirty="0"/>
              <a:t> event </a:t>
            </a:r>
            <a:r>
              <a:rPr lang="en-IN" dirty="0"/>
              <a:t>is any subset of outcomes in the sample space.</a:t>
            </a:r>
          </a:p>
          <a:p>
            <a:pPr lvl="1"/>
            <a:r>
              <a:rPr lang="en-IN" dirty="0"/>
              <a:t>A </a:t>
            </a:r>
            <a:r>
              <a:rPr lang="en-IN" b="1" dirty="0"/>
              <a:t>simple event</a:t>
            </a:r>
            <a:r>
              <a:rPr lang="en-IN" dirty="0"/>
              <a:t>, or </a:t>
            </a:r>
            <a:r>
              <a:rPr lang="en-IN" i="1" dirty="0"/>
              <a:t>elementary</a:t>
            </a:r>
            <a:r>
              <a:rPr lang="en-IN" dirty="0"/>
              <a:t> </a:t>
            </a:r>
            <a:r>
              <a:rPr lang="en-IN" i="1" dirty="0"/>
              <a:t>event</a:t>
            </a:r>
            <a:r>
              <a:rPr lang="en-IN" dirty="0"/>
              <a:t>, is a single outcome.</a:t>
            </a:r>
          </a:p>
          <a:p>
            <a:pPr lvl="1"/>
            <a:r>
              <a:rPr lang="en-IN" dirty="0"/>
              <a:t>A discrete sample space </a:t>
            </a:r>
            <a:r>
              <a:rPr lang="en-IN" i="1" dirty="0"/>
              <a:t>S</a:t>
            </a:r>
            <a:r>
              <a:rPr lang="en-IN" dirty="0"/>
              <a:t> consists of all the simple</a:t>
            </a:r>
          </a:p>
        </p:txBody>
      </p:sp>
      <p:sp>
        <p:nvSpPr>
          <p:cNvPr id="5" name="Content Placeholder 4">
            <a:extLst>
              <a:ext uri="{FF2B5EF4-FFF2-40B4-BE49-F238E27FC236}">
                <a16:creationId xmlns:a16="http://schemas.microsoft.com/office/drawing/2014/main" id="{12D71DC9-9D4D-498C-92D5-611B71434CCC}"/>
              </a:ext>
            </a:extLst>
          </p:cNvPr>
          <p:cNvSpPr>
            <a:spLocks noGrp="1"/>
          </p:cNvSpPr>
          <p:nvPr>
            <p:ph sz="quarter" idx="15"/>
          </p:nvPr>
        </p:nvSpPr>
        <p:spPr>
          <a:xfrm>
            <a:off x="342899" y="3565091"/>
            <a:ext cx="2857500" cy="453451"/>
          </a:xfrm>
        </p:spPr>
        <p:txBody>
          <a:bodyPr tIns="0"/>
          <a:lstStyle/>
          <a:p>
            <a:pPr lvl="1" indent="0">
              <a:buNone/>
            </a:pPr>
            <a:r>
              <a:rPr lang="en-IN" dirty="0"/>
              <a:t>events, denoted</a:t>
            </a:r>
          </a:p>
        </p:txBody>
      </p:sp>
      <p:graphicFrame>
        <p:nvGraphicFramePr>
          <p:cNvPr id="8" name="Object 7">
            <a:extLst>
              <a:ext uri="{FF2B5EF4-FFF2-40B4-BE49-F238E27FC236}">
                <a16:creationId xmlns:a16="http://schemas.microsoft.com/office/drawing/2014/main" id="{75B34567-CAA6-4125-97AD-C69DB7931312}"/>
              </a:ext>
            </a:extLst>
          </p:cNvPr>
          <p:cNvGraphicFramePr>
            <a:graphicFrameLocks noChangeAspect="1"/>
          </p:cNvGraphicFramePr>
          <p:nvPr>
            <p:extLst>
              <p:ext uri="{D42A27DB-BD31-4B8C-83A1-F6EECF244321}">
                <p14:modId xmlns:p14="http://schemas.microsoft.com/office/powerpoint/2010/main" val="3131566932"/>
              </p:ext>
            </p:extLst>
          </p:nvPr>
        </p:nvGraphicFramePr>
        <p:xfrm>
          <a:off x="3214688" y="3575050"/>
          <a:ext cx="1982787" cy="398463"/>
        </p:xfrm>
        <a:graphic>
          <a:graphicData uri="http://schemas.openxmlformats.org/presentationml/2006/ole">
            <mc:AlternateContent xmlns:mc="http://schemas.openxmlformats.org/markup-compatibility/2006">
              <mc:Choice xmlns:v="urn:schemas-microsoft-com:vml" Requires="v">
                <p:oleObj name="Equation" r:id="rId2" imgW="1638000" imgH="330120" progId="Equation.DSMT4">
                  <p:embed/>
                </p:oleObj>
              </mc:Choice>
              <mc:Fallback>
                <p:oleObj name="Equation" r:id="rId2" imgW="1638000" imgH="330120" progId="Equation.DSMT4">
                  <p:embed/>
                  <p:pic>
                    <p:nvPicPr>
                      <p:cNvPr id="0" name=""/>
                      <p:cNvPicPr/>
                      <p:nvPr/>
                    </p:nvPicPr>
                    <p:blipFill>
                      <a:blip r:embed="rId3"/>
                      <a:stretch>
                        <a:fillRect/>
                      </a:stretch>
                    </p:blipFill>
                    <p:spPr>
                      <a:xfrm>
                        <a:off x="3214688" y="3575050"/>
                        <a:ext cx="1982787" cy="398463"/>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FAE5668F-5157-43AF-BF09-9457D8B81074}"/>
              </a:ext>
            </a:extLst>
          </p:cNvPr>
          <p:cNvGraphicFramePr>
            <a:graphicFrameLocks noChangeAspect="1"/>
          </p:cNvGraphicFramePr>
          <p:nvPr>
            <p:extLst>
              <p:ext uri="{D42A27DB-BD31-4B8C-83A1-F6EECF244321}">
                <p14:modId xmlns:p14="http://schemas.microsoft.com/office/powerpoint/2010/main" val="2523053219"/>
              </p:ext>
            </p:extLst>
          </p:nvPr>
        </p:nvGraphicFramePr>
        <p:xfrm>
          <a:off x="3098800" y="4152900"/>
          <a:ext cx="2278063" cy="419100"/>
        </p:xfrm>
        <a:graphic>
          <a:graphicData uri="http://schemas.openxmlformats.org/presentationml/2006/ole">
            <mc:AlternateContent xmlns:mc="http://schemas.openxmlformats.org/markup-compatibility/2006">
              <mc:Choice xmlns:v="urn:schemas-microsoft-com:vml" Requires="v">
                <p:oleObj name="Equation" r:id="rId4" imgW="2070000" imgH="380880" progId="Equation.DSMT4">
                  <p:embed/>
                </p:oleObj>
              </mc:Choice>
              <mc:Fallback>
                <p:oleObj name="Equation" r:id="rId4" imgW="2070000" imgH="380880" progId="Equation.DSMT4">
                  <p:embed/>
                  <p:pic>
                    <p:nvPicPr>
                      <p:cNvPr id="0" name=""/>
                      <p:cNvPicPr/>
                      <p:nvPr/>
                    </p:nvPicPr>
                    <p:blipFill>
                      <a:blip r:embed="rId5"/>
                      <a:stretch>
                        <a:fillRect/>
                      </a:stretch>
                    </p:blipFill>
                    <p:spPr>
                      <a:xfrm>
                        <a:off x="3098800" y="4152900"/>
                        <a:ext cx="2278063" cy="41910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2EE7D978-3AB6-4DE0-8D86-E47FD62306F3}"/>
              </a:ext>
            </a:extLst>
          </p:cNvPr>
          <p:cNvSpPr>
            <a:spLocks noGrp="1"/>
          </p:cNvSpPr>
          <p:nvPr>
            <p:ph sz="quarter" idx="16"/>
          </p:nvPr>
        </p:nvSpPr>
        <p:spPr>
          <a:xfrm>
            <a:off x="342899" y="4816272"/>
            <a:ext cx="7930946" cy="1512317"/>
          </a:xfrm>
        </p:spPr>
        <p:txBody>
          <a:bodyPr/>
          <a:lstStyle/>
          <a:p>
            <a:pPr lvl="1"/>
            <a:r>
              <a:rPr lang="en-IN" dirty="0"/>
              <a:t>A </a:t>
            </a:r>
            <a:r>
              <a:rPr lang="en-IN" b="1" dirty="0"/>
              <a:t>compound event </a:t>
            </a:r>
            <a:r>
              <a:rPr lang="en-IN" dirty="0"/>
              <a:t>consists of two or more simple events.</a:t>
            </a:r>
          </a:p>
        </p:txBody>
      </p:sp>
      <p:sp>
        <p:nvSpPr>
          <p:cNvPr id="10" name="Slide Number Placeholder 9">
            <a:extLst>
              <a:ext uri="{FF2B5EF4-FFF2-40B4-BE49-F238E27FC236}">
                <a16:creationId xmlns:a16="http://schemas.microsoft.com/office/drawing/2014/main" id="{B024B0F4-BF34-49B8-B1F0-1C3B1F4220DB}"/>
              </a:ext>
            </a:extLst>
          </p:cNvPr>
          <p:cNvSpPr>
            <a:spLocks noGrp="1"/>
          </p:cNvSpPr>
          <p:nvPr>
            <p:ph type="sldNum" sz="quarter" idx="10"/>
          </p:nvPr>
        </p:nvSpPr>
        <p:spPr/>
        <p:txBody>
          <a:bodyPr/>
          <a:lstStyle/>
          <a:p>
            <a:fld id="{68151E55-6873-49E2-B8D5-2F265E6F1973}" type="slidenum">
              <a:rPr lang="en-US" smtClean="0"/>
              <a:t>7</a:t>
            </a:fld>
            <a:endParaRPr lang="en-US" dirty="0"/>
          </a:p>
        </p:txBody>
      </p:sp>
    </p:spTree>
    <p:extLst>
      <p:ext uri="{BB962C8B-B14F-4D97-AF65-F5344CB8AC3E}">
        <p14:creationId xmlns:p14="http://schemas.microsoft.com/office/powerpoint/2010/main" val="917288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A7456-94B7-4619-A003-63B3DEEC82AA}"/>
              </a:ext>
            </a:extLst>
          </p:cNvPr>
          <p:cNvSpPr>
            <a:spLocks noGrp="1"/>
          </p:cNvSpPr>
          <p:nvPr>
            <p:ph type="title"/>
          </p:nvPr>
        </p:nvSpPr>
        <p:spPr>
          <a:xfrm>
            <a:off x="342899" y="192490"/>
            <a:ext cx="8137423" cy="903231"/>
          </a:xfrm>
        </p:spPr>
        <p:txBody>
          <a:bodyPr>
            <a:normAutofit/>
          </a:bodyPr>
          <a:lstStyle/>
          <a:p>
            <a:r>
              <a:rPr lang="en-US" sz="3600" dirty="0"/>
              <a:t>Probability </a:t>
            </a:r>
            <a:r>
              <a:rPr lang="en-US" sz="1000" b="0" dirty="0"/>
              <a:t>1</a:t>
            </a:r>
          </a:p>
        </p:txBody>
      </p:sp>
      <p:sp>
        <p:nvSpPr>
          <p:cNvPr id="3" name="Content Placeholder 2">
            <a:extLst>
              <a:ext uri="{FF2B5EF4-FFF2-40B4-BE49-F238E27FC236}">
                <a16:creationId xmlns:a16="http://schemas.microsoft.com/office/drawing/2014/main" id="{8719A2D3-6236-4D9E-8D8F-6E31BD737394}"/>
              </a:ext>
            </a:extLst>
          </p:cNvPr>
          <p:cNvSpPr>
            <a:spLocks noGrp="1"/>
          </p:cNvSpPr>
          <p:nvPr>
            <p:ph sz="quarter" idx="11"/>
          </p:nvPr>
        </p:nvSpPr>
        <p:spPr>
          <a:xfrm>
            <a:off x="8664923" y="55526"/>
            <a:ext cx="434320" cy="1221840"/>
          </a:xfrm>
        </p:spPr>
        <p:txBody>
          <a:bodyPr vert="vert" rIns="0"/>
          <a:lstStyle/>
          <a:p>
            <a:pPr marL="1025525" indent="-1025525"/>
            <a:r>
              <a:rPr lang="en-US" b="1" dirty="0"/>
              <a:t>L</a:t>
            </a:r>
            <a:r>
              <a:rPr lang="en-US" sz="100" b="1" dirty="0"/>
              <a:t> </a:t>
            </a:r>
            <a:r>
              <a:rPr lang="en-US" b="1" dirty="0"/>
              <a:t>O 5.2</a:t>
            </a:r>
            <a:endParaRPr lang="en-IN" b="1" dirty="0"/>
          </a:p>
        </p:txBody>
      </p:sp>
      <p:sp>
        <p:nvSpPr>
          <p:cNvPr id="4" name="Content Placeholder 3">
            <a:extLst>
              <a:ext uri="{FF2B5EF4-FFF2-40B4-BE49-F238E27FC236}">
                <a16:creationId xmlns:a16="http://schemas.microsoft.com/office/drawing/2014/main" id="{06E82D9C-6538-4423-A7D7-93322C33677B}"/>
              </a:ext>
            </a:extLst>
          </p:cNvPr>
          <p:cNvSpPr>
            <a:spLocks noGrp="1"/>
          </p:cNvSpPr>
          <p:nvPr>
            <p:ph sz="quarter" idx="14"/>
          </p:nvPr>
        </p:nvSpPr>
        <p:spPr>
          <a:xfrm>
            <a:off x="342900" y="1238865"/>
            <a:ext cx="8019435" cy="864276"/>
          </a:xfrm>
        </p:spPr>
        <p:txBody>
          <a:bodyPr/>
          <a:lstStyle/>
          <a:p>
            <a:pPr marL="292608" indent="-292608">
              <a:buFont typeface="Arial" panose="020B0604020202020204" pitchFamily="34" charset="0"/>
              <a:buChar char="•"/>
            </a:pPr>
            <a:r>
              <a:rPr lang="en-IN" dirty="0"/>
              <a:t>The probability of an event is a number that measures the relative likelihood that the event will occur.</a:t>
            </a:r>
          </a:p>
        </p:txBody>
      </p:sp>
      <p:sp>
        <p:nvSpPr>
          <p:cNvPr id="5" name="Content Placeholder 4">
            <a:extLst>
              <a:ext uri="{FF2B5EF4-FFF2-40B4-BE49-F238E27FC236}">
                <a16:creationId xmlns:a16="http://schemas.microsoft.com/office/drawing/2014/main" id="{0F5F74F0-C7A0-4579-BB96-A7C457687216}"/>
              </a:ext>
            </a:extLst>
          </p:cNvPr>
          <p:cNvSpPr>
            <a:spLocks noGrp="1"/>
          </p:cNvSpPr>
          <p:nvPr>
            <p:ph sz="quarter" idx="15"/>
          </p:nvPr>
        </p:nvSpPr>
        <p:spPr>
          <a:xfrm>
            <a:off x="342898" y="2211740"/>
            <a:ext cx="4009293" cy="446938"/>
          </a:xfrm>
        </p:spPr>
        <p:txBody>
          <a:bodyPr tIns="0"/>
          <a:lstStyle/>
          <a:p>
            <a:pPr marL="292608" indent="-292608">
              <a:buFont typeface="Arial" panose="020B0604020202020204" pitchFamily="34" charset="0"/>
              <a:buChar char="•"/>
            </a:pPr>
            <a:r>
              <a:rPr lang="en-IN" dirty="0"/>
              <a:t>The probability of event </a:t>
            </a:r>
            <a:r>
              <a:rPr lang="en-IN" i="1" dirty="0"/>
              <a:t>A</a:t>
            </a:r>
            <a:endParaRPr lang="en-US" i="1" dirty="0"/>
          </a:p>
        </p:txBody>
      </p:sp>
      <p:graphicFrame>
        <p:nvGraphicFramePr>
          <p:cNvPr id="18" name="Object 17">
            <a:extLst>
              <a:ext uri="{FF2B5EF4-FFF2-40B4-BE49-F238E27FC236}">
                <a16:creationId xmlns:a16="http://schemas.microsoft.com/office/drawing/2014/main" id="{8C8408FF-BBE4-47A5-9EDC-6A28B8891F43}"/>
              </a:ext>
            </a:extLst>
          </p:cNvPr>
          <p:cNvGraphicFramePr>
            <a:graphicFrameLocks noChangeAspect="1"/>
          </p:cNvGraphicFramePr>
          <p:nvPr>
            <p:extLst>
              <p:ext uri="{D42A27DB-BD31-4B8C-83A1-F6EECF244321}">
                <p14:modId xmlns:p14="http://schemas.microsoft.com/office/powerpoint/2010/main" val="1234026519"/>
              </p:ext>
            </p:extLst>
          </p:nvPr>
        </p:nvGraphicFramePr>
        <p:xfrm>
          <a:off x="4278309" y="2212975"/>
          <a:ext cx="1836737" cy="411163"/>
        </p:xfrm>
        <a:graphic>
          <a:graphicData uri="http://schemas.openxmlformats.org/presentationml/2006/ole">
            <mc:AlternateContent xmlns:mc="http://schemas.openxmlformats.org/markup-compatibility/2006">
              <mc:Choice xmlns:v="urn:schemas-microsoft-com:vml" Requires="v">
                <p:oleObj name="Equation" r:id="rId2" imgW="2095200" imgH="469800" progId="Equation.DSMT4">
                  <p:embed/>
                </p:oleObj>
              </mc:Choice>
              <mc:Fallback>
                <p:oleObj name="Equation" r:id="rId2" imgW="2095200" imgH="469800" progId="Equation.DSMT4">
                  <p:embed/>
                  <p:pic>
                    <p:nvPicPr>
                      <p:cNvPr id="0" name=""/>
                      <p:cNvPicPr/>
                      <p:nvPr/>
                    </p:nvPicPr>
                    <p:blipFill>
                      <a:blip r:embed="rId3"/>
                      <a:stretch>
                        <a:fillRect/>
                      </a:stretch>
                    </p:blipFill>
                    <p:spPr>
                      <a:xfrm>
                        <a:off x="4278309" y="2212975"/>
                        <a:ext cx="1836737" cy="411163"/>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ABECB3FE-9B28-4635-81F9-9C5D4F43685A}"/>
              </a:ext>
            </a:extLst>
          </p:cNvPr>
          <p:cNvSpPr>
            <a:spLocks noGrp="1"/>
          </p:cNvSpPr>
          <p:nvPr>
            <p:ph sz="quarter" idx="16"/>
          </p:nvPr>
        </p:nvSpPr>
        <p:spPr>
          <a:xfrm>
            <a:off x="6190520" y="2211907"/>
            <a:ext cx="2184298" cy="417297"/>
          </a:xfrm>
        </p:spPr>
        <p:txBody>
          <a:bodyPr lIns="0" tIns="0"/>
          <a:lstStyle/>
          <a:p>
            <a:r>
              <a:rPr lang="en-US" dirty="0"/>
              <a:t>must lie </a:t>
            </a:r>
            <a:r>
              <a:rPr lang="en-IN" dirty="0"/>
              <a:t>within</a:t>
            </a:r>
            <a:endParaRPr lang="en-US" dirty="0"/>
          </a:p>
        </p:txBody>
      </p:sp>
      <p:sp>
        <p:nvSpPr>
          <p:cNvPr id="7" name="Content Placeholder 6">
            <a:extLst>
              <a:ext uri="{FF2B5EF4-FFF2-40B4-BE49-F238E27FC236}">
                <a16:creationId xmlns:a16="http://schemas.microsoft.com/office/drawing/2014/main" id="{9C1FA5F1-B805-426D-8FF2-C2E5CE74C4AE}"/>
              </a:ext>
            </a:extLst>
          </p:cNvPr>
          <p:cNvSpPr>
            <a:spLocks noGrp="1"/>
          </p:cNvSpPr>
          <p:nvPr>
            <p:ph sz="quarter" idx="17"/>
          </p:nvPr>
        </p:nvSpPr>
        <p:spPr>
          <a:xfrm>
            <a:off x="342899" y="2659282"/>
            <a:ext cx="4568313" cy="417217"/>
          </a:xfrm>
        </p:spPr>
        <p:txBody>
          <a:bodyPr tIns="0"/>
          <a:lstStyle/>
          <a:p>
            <a:pPr marL="290513"/>
            <a:r>
              <a:rPr lang="en-IN" dirty="0"/>
              <a:t>the interval from 0 to 1:</a:t>
            </a:r>
            <a:endParaRPr lang="en-US" dirty="0"/>
          </a:p>
        </p:txBody>
      </p:sp>
      <p:graphicFrame>
        <p:nvGraphicFramePr>
          <p:cNvPr id="19" name="Object 18">
            <a:extLst>
              <a:ext uri="{FF2B5EF4-FFF2-40B4-BE49-F238E27FC236}">
                <a16:creationId xmlns:a16="http://schemas.microsoft.com/office/drawing/2014/main" id="{733AC31A-F3E7-4DF9-9809-5D23999545B2}"/>
              </a:ext>
            </a:extLst>
          </p:cNvPr>
          <p:cNvGraphicFramePr>
            <a:graphicFrameLocks noChangeAspect="1"/>
          </p:cNvGraphicFramePr>
          <p:nvPr>
            <p:extLst>
              <p:ext uri="{D42A27DB-BD31-4B8C-83A1-F6EECF244321}">
                <p14:modId xmlns:p14="http://schemas.microsoft.com/office/powerpoint/2010/main" val="349134982"/>
              </p:ext>
            </p:extLst>
          </p:nvPr>
        </p:nvGraphicFramePr>
        <p:xfrm>
          <a:off x="3765232" y="3544192"/>
          <a:ext cx="1613535" cy="461010"/>
        </p:xfrm>
        <a:graphic>
          <a:graphicData uri="http://schemas.openxmlformats.org/presentationml/2006/ole">
            <mc:AlternateContent xmlns:mc="http://schemas.openxmlformats.org/markup-compatibility/2006">
              <mc:Choice xmlns:v="urn:schemas-microsoft-com:vml" Requires="v">
                <p:oleObj name="Equation" r:id="rId4" imgW="1333440" imgH="380880" progId="Equation.DSMT4">
                  <p:embed/>
                </p:oleObj>
              </mc:Choice>
              <mc:Fallback>
                <p:oleObj name="Equation" r:id="rId4" imgW="1333440" imgH="380880" progId="Equation.DSMT4">
                  <p:embed/>
                  <p:pic>
                    <p:nvPicPr>
                      <p:cNvPr id="0" name=""/>
                      <p:cNvPicPr/>
                      <p:nvPr/>
                    </p:nvPicPr>
                    <p:blipFill>
                      <a:blip r:embed="rId5"/>
                      <a:stretch>
                        <a:fillRect/>
                      </a:stretch>
                    </p:blipFill>
                    <p:spPr>
                      <a:xfrm>
                        <a:off x="3765232" y="3544192"/>
                        <a:ext cx="1613535" cy="461010"/>
                      </a:xfrm>
                      <a:prstGeom prst="rect">
                        <a:avLst/>
                      </a:prstGeom>
                    </p:spPr>
                  </p:pic>
                </p:oleObj>
              </mc:Fallback>
            </mc:AlternateContent>
          </a:graphicData>
        </a:graphic>
      </p:graphicFrame>
      <p:pic>
        <p:nvPicPr>
          <p:cNvPr id="16" name="Picture 15" descr="Arrows.">
            <a:extLst>
              <a:ext uri="{FF2B5EF4-FFF2-40B4-BE49-F238E27FC236}">
                <a16:creationId xmlns:a16="http://schemas.microsoft.com/office/drawing/2014/main" id="{D50981E9-F866-46A9-884D-9723B941089F}"/>
              </a:ext>
            </a:extLst>
          </p:cNvPr>
          <p:cNvPicPr>
            <a:picLocks noChangeAspect="1"/>
          </p:cNvPicPr>
          <p:nvPr/>
        </p:nvPicPr>
        <p:blipFill>
          <a:blip r:embed="rId6"/>
          <a:stretch>
            <a:fillRect/>
          </a:stretch>
        </p:blipFill>
        <p:spPr>
          <a:xfrm rot="3393535">
            <a:off x="3256001" y="3701111"/>
            <a:ext cx="225572" cy="957155"/>
          </a:xfrm>
          <a:prstGeom prst="rect">
            <a:avLst/>
          </a:prstGeom>
        </p:spPr>
      </p:pic>
      <p:pic>
        <p:nvPicPr>
          <p:cNvPr id="22" name="Picture 21" descr="Arrows.">
            <a:extLst>
              <a:ext uri="{FF2B5EF4-FFF2-40B4-BE49-F238E27FC236}">
                <a16:creationId xmlns:a16="http://schemas.microsoft.com/office/drawing/2014/main" id="{BA700C58-1819-4C00-BC77-B9467371463F}"/>
              </a:ext>
            </a:extLst>
          </p:cNvPr>
          <p:cNvPicPr>
            <a:picLocks noChangeAspect="1"/>
          </p:cNvPicPr>
          <p:nvPr/>
        </p:nvPicPr>
        <p:blipFill>
          <a:blip r:embed="rId6"/>
          <a:stretch>
            <a:fillRect/>
          </a:stretch>
        </p:blipFill>
        <p:spPr>
          <a:xfrm rot="18237025">
            <a:off x="5607187" y="3656952"/>
            <a:ext cx="225572" cy="957155"/>
          </a:xfrm>
          <a:prstGeom prst="rect">
            <a:avLst/>
          </a:prstGeom>
        </p:spPr>
      </p:pic>
      <p:sp>
        <p:nvSpPr>
          <p:cNvPr id="8" name="Content Placeholder 7">
            <a:extLst>
              <a:ext uri="{FF2B5EF4-FFF2-40B4-BE49-F238E27FC236}">
                <a16:creationId xmlns:a16="http://schemas.microsoft.com/office/drawing/2014/main" id="{BE009F0D-798B-4056-AB40-0CF7DA7299F9}"/>
              </a:ext>
            </a:extLst>
          </p:cNvPr>
          <p:cNvSpPr>
            <a:spLocks noGrp="1"/>
          </p:cNvSpPr>
          <p:nvPr>
            <p:ph sz="quarter" idx="18"/>
          </p:nvPr>
        </p:nvSpPr>
        <p:spPr>
          <a:xfrm>
            <a:off x="944379" y="4476268"/>
            <a:ext cx="389745" cy="428625"/>
          </a:xfrm>
        </p:spPr>
        <p:txBody>
          <a:bodyPr/>
          <a:lstStyle/>
          <a:p>
            <a:r>
              <a:rPr lang="en-US" dirty="0"/>
              <a:t>If</a:t>
            </a:r>
          </a:p>
        </p:txBody>
      </p:sp>
      <p:graphicFrame>
        <p:nvGraphicFramePr>
          <p:cNvPr id="20" name="Object 19">
            <a:extLst>
              <a:ext uri="{FF2B5EF4-FFF2-40B4-BE49-F238E27FC236}">
                <a16:creationId xmlns:a16="http://schemas.microsoft.com/office/drawing/2014/main" id="{6103A53F-DF78-41FE-B84E-0F740AAA756A}"/>
              </a:ext>
            </a:extLst>
          </p:cNvPr>
          <p:cNvGraphicFramePr>
            <a:graphicFrameLocks noChangeAspect="1"/>
          </p:cNvGraphicFramePr>
          <p:nvPr>
            <p:extLst>
              <p:ext uri="{D42A27DB-BD31-4B8C-83A1-F6EECF244321}">
                <p14:modId xmlns:p14="http://schemas.microsoft.com/office/powerpoint/2010/main" val="3918631821"/>
              </p:ext>
            </p:extLst>
          </p:nvPr>
        </p:nvGraphicFramePr>
        <p:xfrm>
          <a:off x="1304144" y="4521864"/>
          <a:ext cx="1206590" cy="436117"/>
        </p:xfrm>
        <a:graphic>
          <a:graphicData uri="http://schemas.openxmlformats.org/presentationml/2006/ole">
            <mc:AlternateContent xmlns:mc="http://schemas.openxmlformats.org/markup-compatibility/2006">
              <mc:Choice xmlns:v="urn:schemas-microsoft-com:vml" Requires="v">
                <p:oleObj name="Equation" r:id="rId7" imgW="1054080" imgH="380880" progId="Equation.DSMT4">
                  <p:embed/>
                </p:oleObj>
              </mc:Choice>
              <mc:Fallback>
                <p:oleObj name="Equation" r:id="rId7" imgW="1054080" imgH="380880" progId="Equation.DSMT4">
                  <p:embed/>
                  <p:pic>
                    <p:nvPicPr>
                      <p:cNvPr id="0" name=""/>
                      <p:cNvPicPr/>
                      <p:nvPr/>
                    </p:nvPicPr>
                    <p:blipFill>
                      <a:blip r:embed="rId8"/>
                      <a:stretch>
                        <a:fillRect/>
                      </a:stretch>
                    </p:blipFill>
                    <p:spPr>
                      <a:xfrm>
                        <a:off x="1304144" y="4521864"/>
                        <a:ext cx="1206590" cy="436117"/>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BF635780-069B-4CAC-B190-72B9373862D0}"/>
              </a:ext>
            </a:extLst>
          </p:cNvPr>
          <p:cNvSpPr>
            <a:spLocks noGrp="1"/>
          </p:cNvSpPr>
          <p:nvPr>
            <p:ph sz="quarter" idx="19"/>
          </p:nvPr>
        </p:nvSpPr>
        <p:spPr>
          <a:xfrm>
            <a:off x="2552982" y="4496335"/>
            <a:ext cx="1235061" cy="476636"/>
          </a:xfrm>
        </p:spPr>
        <p:txBody>
          <a:bodyPr lIns="0"/>
          <a:lstStyle/>
          <a:p>
            <a:r>
              <a:rPr lang="en-US" dirty="0"/>
              <a:t>then the</a:t>
            </a:r>
          </a:p>
        </p:txBody>
      </p:sp>
      <p:sp>
        <p:nvSpPr>
          <p:cNvPr id="10" name="Content Placeholder 9">
            <a:extLst>
              <a:ext uri="{FF2B5EF4-FFF2-40B4-BE49-F238E27FC236}">
                <a16:creationId xmlns:a16="http://schemas.microsoft.com/office/drawing/2014/main" id="{3ECC79BF-3E3B-4B02-A01F-480C6C9A4B71}"/>
              </a:ext>
            </a:extLst>
          </p:cNvPr>
          <p:cNvSpPr>
            <a:spLocks noGrp="1"/>
          </p:cNvSpPr>
          <p:nvPr>
            <p:ph sz="quarter" idx="20"/>
          </p:nvPr>
        </p:nvSpPr>
        <p:spPr>
          <a:xfrm>
            <a:off x="892250" y="4964956"/>
            <a:ext cx="2902478" cy="405696"/>
          </a:xfrm>
        </p:spPr>
        <p:txBody>
          <a:bodyPr tIns="0"/>
          <a:lstStyle/>
          <a:p>
            <a:r>
              <a:rPr lang="en-US" dirty="0"/>
              <a:t>event cannot occur.</a:t>
            </a:r>
          </a:p>
        </p:txBody>
      </p:sp>
      <p:sp>
        <p:nvSpPr>
          <p:cNvPr id="11" name="Content Placeholder 10">
            <a:extLst>
              <a:ext uri="{FF2B5EF4-FFF2-40B4-BE49-F238E27FC236}">
                <a16:creationId xmlns:a16="http://schemas.microsoft.com/office/drawing/2014/main" id="{996BD9AF-59E3-4DFE-A8B9-8C51B8E9E3E6}"/>
              </a:ext>
            </a:extLst>
          </p:cNvPr>
          <p:cNvSpPr>
            <a:spLocks noGrp="1"/>
          </p:cNvSpPr>
          <p:nvPr>
            <p:ph sz="quarter" idx="21"/>
          </p:nvPr>
        </p:nvSpPr>
        <p:spPr>
          <a:xfrm>
            <a:off x="4560200" y="4465544"/>
            <a:ext cx="380505" cy="447373"/>
          </a:xfrm>
        </p:spPr>
        <p:txBody>
          <a:bodyPr/>
          <a:lstStyle/>
          <a:p>
            <a:r>
              <a:rPr lang="en-US" dirty="0"/>
              <a:t>If</a:t>
            </a:r>
          </a:p>
        </p:txBody>
      </p:sp>
      <p:graphicFrame>
        <p:nvGraphicFramePr>
          <p:cNvPr id="21" name="Object 20">
            <a:extLst>
              <a:ext uri="{FF2B5EF4-FFF2-40B4-BE49-F238E27FC236}">
                <a16:creationId xmlns:a16="http://schemas.microsoft.com/office/drawing/2014/main" id="{27BCF2F8-29B7-4F4A-B638-CD033EF25662}"/>
              </a:ext>
            </a:extLst>
          </p:cNvPr>
          <p:cNvGraphicFramePr>
            <a:graphicFrameLocks noChangeAspect="1"/>
          </p:cNvGraphicFramePr>
          <p:nvPr>
            <p:extLst>
              <p:ext uri="{D42A27DB-BD31-4B8C-83A1-F6EECF244321}">
                <p14:modId xmlns:p14="http://schemas.microsoft.com/office/powerpoint/2010/main" val="2399562564"/>
              </p:ext>
            </p:extLst>
          </p:nvPr>
        </p:nvGraphicFramePr>
        <p:xfrm>
          <a:off x="4986670" y="4499457"/>
          <a:ext cx="1169694" cy="438636"/>
        </p:xfrm>
        <a:graphic>
          <a:graphicData uri="http://schemas.openxmlformats.org/presentationml/2006/ole">
            <mc:AlternateContent xmlns:mc="http://schemas.openxmlformats.org/markup-compatibility/2006">
              <mc:Choice xmlns:v="urn:schemas-microsoft-com:vml" Requires="v">
                <p:oleObj name="Equation" r:id="rId9" imgW="1015920" imgH="380880" progId="Equation.DSMT4">
                  <p:embed/>
                </p:oleObj>
              </mc:Choice>
              <mc:Fallback>
                <p:oleObj name="Equation" r:id="rId9" imgW="1015920" imgH="380880" progId="Equation.DSMT4">
                  <p:embed/>
                  <p:pic>
                    <p:nvPicPr>
                      <p:cNvPr id="0" name=""/>
                      <p:cNvPicPr/>
                      <p:nvPr/>
                    </p:nvPicPr>
                    <p:blipFill>
                      <a:blip r:embed="rId10"/>
                      <a:stretch>
                        <a:fillRect/>
                      </a:stretch>
                    </p:blipFill>
                    <p:spPr>
                      <a:xfrm>
                        <a:off x="4986670" y="4499457"/>
                        <a:ext cx="1169694" cy="438636"/>
                      </a:xfrm>
                      <a:prstGeom prst="rect">
                        <a:avLst/>
                      </a:prstGeom>
                    </p:spPr>
                  </p:pic>
                </p:oleObj>
              </mc:Fallback>
            </mc:AlternateContent>
          </a:graphicData>
        </a:graphic>
      </p:graphicFrame>
      <p:sp>
        <p:nvSpPr>
          <p:cNvPr id="12" name="Content Placeholder 11">
            <a:extLst>
              <a:ext uri="{FF2B5EF4-FFF2-40B4-BE49-F238E27FC236}">
                <a16:creationId xmlns:a16="http://schemas.microsoft.com/office/drawing/2014/main" id="{F0A448E7-4403-472B-8523-E0EF9919B923}"/>
              </a:ext>
            </a:extLst>
          </p:cNvPr>
          <p:cNvSpPr>
            <a:spLocks noGrp="1"/>
          </p:cNvSpPr>
          <p:nvPr>
            <p:ph sz="quarter" idx="22"/>
          </p:nvPr>
        </p:nvSpPr>
        <p:spPr>
          <a:xfrm>
            <a:off x="6203539" y="4493679"/>
            <a:ext cx="2069580" cy="411697"/>
          </a:xfrm>
        </p:spPr>
        <p:txBody>
          <a:bodyPr lIns="0" tIns="0" rIns="0" bIns="0"/>
          <a:lstStyle/>
          <a:p>
            <a:r>
              <a:rPr lang="en-US" dirty="0"/>
              <a:t>then the event</a:t>
            </a:r>
          </a:p>
        </p:txBody>
      </p:sp>
      <p:sp>
        <p:nvSpPr>
          <p:cNvPr id="13" name="Content Placeholder 12">
            <a:extLst>
              <a:ext uri="{FF2B5EF4-FFF2-40B4-BE49-F238E27FC236}">
                <a16:creationId xmlns:a16="http://schemas.microsoft.com/office/drawing/2014/main" id="{E9405F38-E872-49FD-AA04-EA43C24E50C2}"/>
              </a:ext>
            </a:extLst>
          </p:cNvPr>
          <p:cNvSpPr>
            <a:spLocks noGrp="1"/>
          </p:cNvSpPr>
          <p:nvPr>
            <p:ph sz="quarter" idx="23"/>
          </p:nvPr>
        </p:nvSpPr>
        <p:spPr>
          <a:xfrm>
            <a:off x="4560200" y="4964446"/>
            <a:ext cx="2696001" cy="397645"/>
          </a:xfrm>
        </p:spPr>
        <p:txBody>
          <a:bodyPr tIns="0"/>
          <a:lstStyle/>
          <a:p>
            <a:r>
              <a:rPr lang="en-US" dirty="0"/>
              <a:t>is certain to occur.</a:t>
            </a:r>
          </a:p>
        </p:txBody>
      </p:sp>
      <p:sp>
        <p:nvSpPr>
          <p:cNvPr id="14" name="Text Placeholder 14">
            <a:extLst>
              <a:ext uri="{FF2B5EF4-FFF2-40B4-BE49-F238E27FC236}">
                <a16:creationId xmlns:a16="http://schemas.microsoft.com/office/drawing/2014/main" id="{0077927C-E15C-0EF7-4FC1-E7F018D199CC}"/>
              </a:ext>
            </a:extLst>
          </p:cNvPr>
          <p:cNvSpPr>
            <a:spLocks noGrp="1"/>
          </p:cNvSpPr>
          <p:nvPr>
            <p:ph type="body" sz="quarter" idx="12"/>
          </p:nvPr>
        </p:nvSpPr>
        <p:spPr>
          <a:xfrm>
            <a:off x="2971558" y="6324600"/>
            <a:ext cx="3200885" cy="190500"/>
          </a:xfrm>
        </p:spPr>
        <p:txBody>
          <a:bodyPr/>
          <a:lstStyle/>
          <a:p>
            <a:r>
              <a:rPr lang="en-US" sz="1200" dirty="0">
                <a:hlinkClick r:id="rId11" action="ppaction://hlinksldjump"/>
              </a:rPr>
              <a:t>Access the text alternative for slide images.</a:t>
            </a:r>
          </a:p>
        </p:txBody>
      </p:sp>
      <p:sp>
        <p:nvSpPr>
          <p:cNvPr id="17" name="Slide Number Placeholder 16">
            <a:extLst>
              <a:ext uri="{FF2B5EF4-FFF2-40B4-BE49-F238E27FC236}">
                <a16:creationId xmlns:a16="http://schemas.microsoft.com/office/drawing/2014/main" id="{988346C2-2301-43D1-9213-01D1CB741C24}"/>
              </a:ext>
            </a:extLst>
          </p:cNvPr>
          <p:cNvSpPr>
            <a:spLocks noGrp="1"/>
          </p:cNvSpPr>
          <p:nvPr>
            <p:ph type="sldNum" sz="quarter" idx="10"/>
          </p:nvPr>
        </p:nvSpPr>
        <p:spPr/>
        <p:txBody>
          <a:bodyPr/>
          <a:lstStyle/>
          <a:p>
            <a:fld id="{68151E55-6873-49E2-B8D5-2F265E6F1973}" type="slidenum">
              <a:rPr lang="en-US" smtClean="0"/>
              <a:t>8</a:t>
            </a:fld>
            <a:endParaRPr lang="en-US"/>
          </a:p>
        </p:txBody>
      </p:sp>
    </p:spTree>
    <p:extLst>
      <p:ext uri="{BB962C8B-B14F-4D97-AF65-F5344CB8AC3E}">
        <p14:creationId xmlns:p14="http://schemas.microsoft.com/office/powerpoint/2010/main" val="2932376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A7456-94B7-4619-A003-63B3DEEC82AA}"/>
              </a:ext>
            </a:extLst>
          </p:cNvPr>
          <p:cNvSpPr>
            <a:spLocks noGrp="1"/>
          </p:cNvSpPr>
          <p:nvPr>
            <p:ph type="title"/>
          </p:nvPr>
        </p:nvSpPr>
        <p:spPr>
          <a:xfrm>
            <a:off x="342899" y="192490"/>
            <a:ext cx="8137423" cy="903231"/>
          </a:xfrm>
        </p:spPr>
        <p:txBody>
          <a:bodyPr>
            <a:normAutofit/>
          </a:bodyPr>
          <a:lstStyle/>
          <a:p>
            <a:r>
              <a:rPr lang="en-US" sz="3600" dirty="0"/>
              <a:t>Probability </a:t>
            </a:r>
            <a:r>
              <a:rPr lang="en-US" sz="1000" b="0" dirty="0"/>
              <a:t>2</a:t>
            </a:r>
          </a:p>
        </p:txBody>
      </p:sp>
      <p:sp>
        <p:nvSpPr>
          <p:cNvPr id="3" name="Content Placeholder 2">
            <a:extLst>
              <a:ext uri="{FF2B5EF4-FFF2-40B4-BE49-F238E27FC236}">
                <a16:creationId xmlns:a16="http://schemas.microsoft.com/office/drawing/2014/main" id="{8719A2D3-6236-4D9E-8D8F-6E31BD737394}"/>
              </a:ext>
            </a:extLst>
          </p:cNvPr>
          <p:cNvSpPr>
            <a:spLocks noGrp="1"/>
          </p:cNvSpPr>
          <p:nvPr>
            <p:ph sz="quarter" idx="11"/>
          </p:nvPr>
        </p:nvSpPr>
        <p:spPr>
          <a:xfrm>
            <a:off x="8664923" y="55526"/>
            <a:ext cx="434320" cy="1221840"/>
          </a:xfrm>
        </p:spPr>
        <p:txBody>
          <a:bodyPr vert="vert" rIns="0"/>
          <a:lstStyle/>
          <a:p>
            <a:pPr marL="1025525" indent="-1025525"/>
            <a:r>
              <a:rPr lang="en-US" b="1" dirty="0"/>
              <a:t>L</a:t>
            </a:r>
            <a:r>
              <a:rPr lang="en-US" sz="100" b="1" dirty="0"/>
              <a:t> </a:t>
            </a:r>
            <a:r>
              <a:rPr lang="en-US" b="1" dirty="0"/>
              <a:t>O 5.2</a:t>
            </a:r>
            <a:endParaRPr lang="en-IN" b="1" dirty="0"/>
          </a:p>
        </p:txBody>
      </p:sp>
      <p:sp>
        <p:nvSpPr>
          <p:cNvPr id="4" name="Content Placeholder 3">
            <a:extLst>
              <a:ext uri="{FF2B5EF4-FFF2-40B4-BE49-F238E27FC236}">
                <a16:creationId xmlns:a16="http://schemas.microsoft.com/office/drawing/2014/main" id="{06E82D9C-6538-4423-A7D7-93322C33677B}"/>
              </a:ext>
            </a:extLst>
          </p:cNvPr>
          <p:cNvSpPr>
            <a:spLocks noGrp="1"/>
          </p:cNvSpPr>
          <p:nvPr>
            <p:ph sz="quarter" idx="14"/>
          </p:nvPr>
        </p:nvSpPr>
        <p:spPr>
          <a:xfrm>
            <a:off x="342900" y="1238865"/>
            <a:ext cx="8019435" cy="824652"/>
          </a:xfrm>
        </p:spPr>
        <p:txBody>
          <a:bodyPr/>
          <a:lstStyle/>
          <a:p>
            <a:r>
              <a:rPr lang="en-IN" dirty="0"/>
              <a:t>In a discrete sample space, the probabilities of all simple events must sum to one:</a:t>
            </a:r>
          </a:p>
        </p:txBody>
      </p:sp>
      <p:graphicFrame>
        <p:nvGraphicFramePr>
          <p:cNvPr id="6" name="Object 5">
            <a:extLst>
              <a:ext uri="{FF2B5EF4-FFF2-40B4-BE49-F238E27FC236}">
                <a16:creationId xmlns:a16="http://schemas.microsoft.com/office/drawing/2014/main" id="{86D59E4C-1AC7-4D45-98A1-C992B25F6300}"/>
              </a:ext>
            </a:extLst>
          </p:cNvPr>
          <p:cNvGraphicFramePr>
            <a:graphicFrameLocks noChangeAspect="1"/>
          </p:cNvGraphicFramePr>
          <p:nvPr>
            <p:extLst>
              <p:ext uri="{D42A27DB-BD31-4B8C-83A1-F6EECF244321}">
                <p14:modId xmlns:p14="http://schemas.microsoft.com/office/powerpoint/2010/main" val="3724498870"/>
              </p:ext>
            </p:extLst>
          </p:nvPr>
        </p:nvGraphicFramePr>
        <p:xfrm>
          <a:off x="2131117" y="2232351"/>
          <a:ext cx="4583112" cy="361950"/>
        </p:xfrm>
        <a:graphic>
          <a:graphicData uri="http://schemas.openxmlformats.org/presentationml/2006/ole">
            <mc:AlternateContent xmlns:mc="http://schemas.openxmlformats.org/markup-compatibility/2006">
              <mc:Choice xmlns:v="urn:schemas-microsoft-com:vml" Requires="v">
                <p:oleObj name="Equation" r:id="rId2" imgW="4165560" imgH="330120" progId="Equation.DSMT4">
                  <p:embed/>
                </p:oleObj>
              </mc:Choice>
              <mc:Fallback>
                <p:oleObj name="Equation" r:id="rId2" imgW="4165560" imgH="330120" progId="Equation.DSMT4">
                  <p:embed/>
                  <p:pic>
                    <p:nvPicPr>
                      <p:cNvPr id="0" name=""/>
                      <p:cNvPicPr/>
                      <p:nvPr/>
                    </p:nvPicPr>
                    <p:blipFill>
                      <a:blip r:embed="rId3"/>
                      <a:stretch>
                        <a:fillRect/>
                      </a:stretch>
                    </p:blipFill>
                    <p:spPr>
                      <a:xfrm>
                        <a:off x="2131117" y="2232351"/>
                        <a:ext cx="4583112" cy="36195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0F5F74F0-C7A0-4579-BB96-A7C457687216}"/>
              </a:ext>
            </a:extLst>
          </p:cNvPr>
          <p:cNvSpPr>
            <a:spLocks noGrp="1"/>
          </p:cNvSpPr>
          <p:nvPr>
            <p:ph sz="quarter" idx="15"/>
          </p:nvPr>
        </p:nvSpPr>
        <p:spPr>
          <a:xfrm>
            <a:off x="342900" y="2776902"/>
            <a:ext cx="7621229" cy="1528826"/>
          </a:xfrm>
        </p:spPr>
        <p:txBody>
          <a:bodyPr tIns="0"/>
          <a:lstStyle/>
          <a:p>
            <a:pPr marL="292608" indent="-292608">
              <a:buFont typeface="Arial" panose="020B0604020202020204" pitchFamily="34" charset="0"/>
              <a:buChar char="•"/>
            </a:pPr>
            <a:r>
              <a:rPr lang="en-IN" dirty="0"/>
              <a:t>For example, if on a shopping spree, the following percentages (on the left) were recorded for the four methods of payments. We can compute the equivalent probabilities which sum to 1.</a:t>
            </a:r>
            <a:endParaRPr lang="en-US" dirty="0"/>
          </a:p>
        </p:txBody>
      </p:sp>
      <p:graphicFrame>
        <p:nvGraphicFramePr>
          <p:cNvPr id="34" name="Table 34">
            <a:extLst>
              <a:ext uri="{FF2B5EF4-FFF2-40B4-BE49-F238E27FC236}">
                <a16:creationId xmlns:a16="http://schemas.microsoft.com/office/drawing/2014/main" id="{ED80D9C5-F782-4420-AF3F-7C838D57E417}"/>
              </a:ext>
            </a:extLst>
          </p:cNvPr>
          <p:cNvGraphicFramePr>
            <a:graphicFrameLocks noGrp="1"/>
          </p:cNvGraphicFramePr>
          <p:nvPr>
            <p:extLst>
              <p:ext uri="{D42A27DB-BD31-4B8C-83A1-F6EECF244321}">
                <p14:modId xmlns:p14="http://schemas.microsoft.com/office/powerpoint/2010/main" val="4037657034"/>
              </p:ext>
            </p:extLst>
          </p:nvPr>
        </p:nvGraphicFramePr>
        <p:xfrm>
          <a:off x="860324" y="4488329"/>
          <a:ext cx="2812026" cy="1991240"/>
        </p:xfrm>
        <a:graphic>
          <a:graphicData uri="http://schemas.openxmlformats.org/drawingml/2006/table">
            <a:tbl>
              <a:tblPr firstRow="1" bandRow="1">
                <a:tableStyleId>{5C22544A-7EE6-4342-B048-85BDC9FD1C3A}</a:tableStyleId>
              </a:tblPr>
              <a:tblGrid>
                <a:gridCol w="1514168">
                  <a:extLst>
                    <a:ext uri="{9D8B030D-6E8A-4147-A177-3AD203B41FA5}">
                      <a16:colId xmlns:a16="http://schemas.microsoft.com/office/drawing/2014/main" val="3515820006"/>
                    </a:ext>
                  </a:extLst>
                </a:gridCol>
                <a:gridCol w="1297858">
                  <a:extLst>
                    <a:ext uri="{9D8B030D-6E8A-4147-A177-3AD203B41FA5}">
                      <a16:colId xmlns:a16="http://schemas.microsoft.com/office/drawing/2014/main" val="3652512954"/>
                    </a:ext>
                  </a:extLst>
                </a:gridCol>
              </a:tblGrid>
              <a:tr h="370840">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n-lt"/>
                          <a:cs typeface="Times New Roman" pitchFamily="18" charset="0"/>
                        </a:rPr>
                        <a:t>credit card: </a:t>
                      </a:r>
                      <a:endParaRPr kumimoji="0" lang="en-US" sz="2000" b="0" i="0" u="none" strike="noStrike" cap="none" normalizeH="0" baseline="0" dirty="0">
                        <a:ln>
                          <a:noFill/>
                        </a:ln>
                        <a:solidFill>
                          <a:schemeClr val="tx1"/>
                        </a:solidFill>
                        <a:effectLst/>
                        <a:latin typeface="+mn-lt"/>
                      </a:endParaRPr>
                    </a:p>
                  </a:txBody>
                  <a:tcPr marL="89987" marR="89987" marT="46724" marB="46724" horzOverflow="overflow">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n-lt"/>
                          <a:cs typeface="Times New Roman" pitchFamily="18" charset="0"/>
                        </a:rPr>
                        <a:t> 32%</a:t>
                      </a:r>
                      <a:endParaRPr kumimoji="0" lang="en-US" sz="2000" b="0" i="0" u="none" strike="noStrike" cap="none" normalizeH="0" baseline="0" dirty="0">
                        <a:ln>
                          <a:noFill/>
                        </a:ln>
                        <a:solidFill>
                          <a:schemeClr val="tx1"/>
                        </a:solidFill>
                        <a:effectLst/>
                        <a:latin typeface="+mn-lt"/>
                      </a:endParaRPr>
                    </a:p>
                  </a:txBody>
                  <a:tcPr marL="89987" marR="89987" marT="46724" marB="46724" horzOverflow="overflow">
                    <a:solidFill>
                      <a:schemeClr val="bg1"/>
                    </a:solidFill>
                  </a:tcPr>
                </a:tc>
                <a:extLst>
                  <a:ext uri="{0D108BD9-81ED-4DB2-BD59-A6C34878D82A}">
                    <a16:rowId xmlns:a16="http://schemas.microsoft.com/office/drawing/2014/main" val="1835876477"/>
                  </a:ext>
                </a:extLst>
              </a:tr>
              <a:tr h="370840">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n-lt"/>
                          <a:cs typeface="Times New Roman" pitchFamily="18" charset="0"/>
                        </a:rPr>
                        <a:t>debit card:</a:t>
                      </a:r>
                      <a:endParaRPr kumimoji="0" lang="en-US" sz="2000" b="0" i="0" u="none" strike="noStrike" cap="none" normalizeH="0" baseline="0" dirty="0">
                        <a:ln>
                          <a:noFill/>
                        </a:ln>
                        <a:solidFill>
                          <a:schemeClr val="tx1"/>
                        </a:solidFill>
                        <a:effectLst/>
                        <a:latin typeface="+mn-lt"/>
                      </a:endParaRPr>
                    </a:p>
                  </a:txBody>
                  <a:tcPr marL="89987" marR="89987" marT="46724" marB="46724" horzOverflow="overflow">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n-lt"/>
                          <a:cs typeface="Times New Roman" pitchFamily="18" charset="0"/>
                        </a:rPr>
                        <a:t> 15%</a:t>
                      </a:r>
                      <a:endParaRPr kumimoji="0" lang="en-US" sz="2000" b="0" i="0" u="none" strike="noStrike" cap="none" normalizeH="0" baseline="0" dirty="0">
                        <a:ln>
                          <a:noFill/>
                        </a:ln>
                        <a:solidFill>
                          <a:schemeClr val="tx1"/>
                        </a:solidFill>
                        <a:effectLst/>
                        <a:latin typeface="+mn-lt"/>
                      </a:endParaRPr>
                    </a:p>
                  </a:txBody>
                  <a:tcPr marL="89987" marR="89987" marT="46724" marB="46724" horzOverflow="overflow">
                    <a:solidFill>
                      <a:schemeClr val="bg1"/>
                    </a:solidFill>
                  </a:tcPr>
                </a:tc>
                <a:extLst>
                  <a:ext uri="{0D108BD9-81ED-4DB2-BD59-A6C34878D82A}">
                    <a16:rowId xmlns:a16="http://schemas.microsoft.com/office/drawing/2014/main" val="1388764242"/>
                  </a:ext>
                </a:extLst>
              </a:tr>
              <a:tr h="370840">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n-lt"/>
                          <a:cs typeface="Times New Roman" pitchFamily="18" charset="0"/>
                        </a:rPr>
                        <a:t>cash:</a:t>
                      </a:r>
                      <a:endParaRPr kumimoji="0" lang="en-US" sz="2000" b="0" i="0" u="none" strike="noStrike" cap="none" normalizeH="0" baseline="0" dirty="0">
                        <a:ln>
                          <a:noFill/>
                        </a:ln>
                        <a:solidFill>
                          <a:schemeClr val="tx1"/>
                        </a:solidFill>
                        <a:effectLst/>
                        <a:latin typeface="+mn-lt"/>
                      </a:endParaRPr>
                    </a:p>
                  </a:txBody>
                  <a:tcPr marL="89987" marR="89987" marT="46724" marB="46724" horzOverflow="overflow">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n-lt"/>
                          <a:cs typeface="Times New Roman" pitchFamily="18" charset="0"/>
                        </a:rPr>
                        <a:t> 35%</a:t>
                      </a:r>
                      <a:endParaRPr kumimoji="0" lang="en-US" sz="2000" b="0" i="0" u="none" strike="noStrike" cap="none" normalizeH="0" baseline="0" dirty="0">
                        <a:ln>
                          <a:noFill/>
                        </a:ln>
                        <a:solidFill>
                          <a:schemeClr val="tx1"/>
                        </a:solidFill>
                        <a:effectLst/>
                        <a:latin typeface="+mn-lt"/>
                      </a:endParaRPr>
                    </a:p>
                  </a:txBody>
                  <a:tcPr marL="89987" marR="89987" marT="46724" marB="46724" horzOverflow="overflow">
                    <a:solidFill>
                      <a:schemeClr val="bg1"/>
                    </a:solidFill>
                  </a:tcPr>
                </a:tc>
                <a:extLst>
                  <a:ext uri="{0D108BD9-81ED-4DB2-BD59-A6C34878D82A}">
                    <a16:rowId xmlns:a16="http://schemas.microsoft.com/office/drawing/2014/main" val="4125851645"/>
                  </a:ext>
                </a:extLst>
              </a:tr>
              <a:tr h="370840">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2000" b="0" i="0" u="sng" strike="noStrike" cap="none" normalizeH="0" baseline="0" dirty="0">
                          <a:ln>
                            <a:noFill/>
                          </a:ln>
                          <a:solidFill>
                            <a:schemeClr val="tx1"/>
                          </a:solidFill>
                          <a:effectLst/>
                          <a:latin typeface="+mn-lt"/>
                          <a:cs typeface="Times New Roman" pitchFamily="18" charset="0"/>
                        </a:rPr>
                        <a:t>check:</a:t>
                      </a:r>
                      <a:endParaRPr kumimoji="0" lang="en-US" sz="2000" b="0" i="0" u="sng" strike="noStrike" cap="none" normalizeH="0" baseline="0" dirty="0">
                        <a:ln>
                          <a:noFill/>
                        </a:ln>
                        <a:solidFill>
                          <a:schemeClr val="tx1"/>
                        </a:solidFill>
                        <a:effectLst/>
                        <a:latin typeface="+mn-lt"/>
                      </a:endParaRPr>
                    </a:p>
                  </a:txBody>
                  <a:tcPr marL="89987" marR="89987" marT="46724" marB="46724" horzOverflow="overflow">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sng" strike="noStrike" cap="none" normalizeH="0" baseline="0" dirty="0">
                          <a:ln>
                            <a:noFill/>
                          </a:ln>
                          <a:solidFill>
                            <a:schemeClr val="tx1"/>
                          </a:solidFill>
                          <a:effectLst/>
                          <a:latin typeface="+mn-lt"/>
                          <a:cs typeface="Times New Roman" pitchFamily="18" charset="0"/>
                        </a:rPr>
                        <a:t> 18%</a:t>
                      </a:r>
                      <a:endParaRPr kumimoji="0" lang="en-US" sz="2000" b="0" i="0" u="sng" strike="noStrike" cap="none" normalizeH="0" baseline="0" dirty="0">
                        <a:ln>
                          <a:noFill/>
                        </a:ln>
                        <a:solidFill>
                          <a:schemeClr val="tx1"/>
                        </a:solidFill>
                        <a:effectLst/>
                        <a:latin typeface="+mn-lt"/>
                      </a:endParaRPr>
                    </a:p>
                  </a:txBody>
                  <a:tcPr marL="89987" marR="89987" marT="46724" marB="46724" horzOverflow="overflow">
                    <a:solidFill>
                      <a:schemeClr val="bg1"/>
                    </a:solidFill>
                  </a:tcPr>
                </a:tc>
                <a:extLst>
                  <a:ext uri="{0D108BD9-81ED-4DB2-BD59-A6C34878D82A}">
                    <a16:rowId xmlns:a16="http://schemas.microsoft.com/office/drawing/2014/main" val="3822804629"/>
                  </a:ext>
                </a:extLst>
              </a:tr>
              <a:tr h="370840">
                <a:tc>
                  <a:txBody>
                    <a:bodyPr/>
                    <a:lstStyle/>
                    <a:p>
                      <a:pPr marL="0" marR="0" lvl="0" indent="0" algn="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000" b="1" i="0" u="none" strike="noStrike" cap="none" normalizeH="0" baseline="0" dirty="0">
                          <a:ln>
                            <a:noFill/>
                          </a:ln>
                          <a:solidFill>
                            <a:schemeClr val="tx1"/>
                          </a:solidFill>
                          <a:effectLst/>
                          <a:latin typeface="+mn-lt"/>
                        </a:rPr>
                        <a:t>Sum = </a:t>
                      </a:r>
                    </a:p>
                  </a:txBody>
                  <a:tcPr marL="89987" marR="89987" marT="46724" marB="46724" horzOverflow="overflow">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itchFamily="2" charset="2"/>
                        <a:buNone/>
                        <a:tabLst/>
                      </a:pPr>
                      <a:r>
                        <a:rPr kumimoji="0" lang="en-US" sz="2000" b="1" i="0" u="none" strike="noStrike" cap="none" normalizeH="0" baseline="0" dirty="0">
                          <a:ln>
                            <a:noFill/>
                          </a:ln>
                          <a:solidFill>
                            <a:schemeClr val="tx1"/>
                          </a:solidFill>
                          <a:effectLst/>
                          <a:latin typeface="+mn-lt"/>
                        </a:rPr>
                        <a:t>100%</a:t>
                      </a:r>
                    </a:p>
                  </a:txBody>
                  <a:tcPr marL="89987" marR="89987" marT="46724" marB="46724" horzOverflow="overflow">
                    <a:solidFill>
                      <a:schemeClr val="bg1"/>
                    </a:solidFill>
                  </a:tcPr>
                </a:tc>
                <a:extLst>
                  <a:ext uri="{0D108BD9-81ED-4DB2-BD59-A6C34878D82A}">
                    <a16:rowId xmlns:a16="http://schemas.microsoft.com/office/drawing/2014/main" val="4248265304"/>
                  </a:ext>
                </a:extLst>
              </a:tr>
            </a:tbl>
          </a:graphicData>
        </a:graphic>
      </p:graphicFrame>
      <p:sp>
        <p:nvSpPr>
          <p:cNvPr id="8" name="Content Placeholder 7">
            <a:extLst>
              <a:ext uri="{FF2B5EF4-FFF2-40B4-BE49-F238E27FC236}">
                <a16:creationId xmlns:a16="http://schemas.microsoft.com/office/drawing/2014/main" id="{BE009F0D-798B-4056-AB40-0CF7DA7299F9}"/>
              </a:ext>
            </a:extLst>
          </p:cNvPr>
          <p:cNvSpPr>
            <a:spLocks noGrp="1"/>
          </p:cNvSpPr>
          <p:nvPr>
            <p:ph sz="quarter" idx="18"/>
          </p:nvPr>
        </p:nvSpPr>
        <p:spPr>
          <a:xfrm>
            <a:off x="3731342" y="5069749"/>
            <a:ext cx="1382662" cy="428624"/>
          </a:xfrm>
        </p:spPr>
        <p:txBody>
          <a:bodyPr/>
          <a:lstStyle/>
          <a:p>
            <a:pPr eaLnBrk="0" hangingPunct="0">
              <a:defRPr/>
            </a:pPr>
            <a:r>
              <a:rPr lang="en-US" sz="2000" dirty="0">
                <a:solidFill>
                  <a:schemeClr val="tx1"/>
                </a:solidFill>
                <a:effectLst>
                  <a:outerShdw blurRad="38100" dist="38100" dir="2700000" algn="tl">
                    <a:srgbClr val="FFFFFF"/>
                  </a:outerShdw>
                </a:effectLst>
              </a:rPr>
              <a:t>Probability</a:t>
            </a:r>
          </a:p>
        </p:txBody>
      </p:sp>
      <p:pic>
        <p:nvPicPr>
          <p:cNvPr id="37" name="Picture 36" descr="A right arrow labeled Probability.">
            <a:extLst>
              <a:ext uri="{FF2B5EF4-FFF2-40B4-BE49-F238E27FC236}">
                <a16:creationId xmlns:a16="http://schemas.microsoft.com/office/drawing/2014/main" id="{85D18547-E24D-43D9-9F61-43155E2E9BAE}"/>
              </a:ext>
            </a:extLst>
          </p:cNvPr>
          <p:cNvPicPr>
            <a:picLocks noChangeAspect="1"/>
          </p:cNvPicPr>
          <p:nvPr/>
        </p:nvPicPr>
        <p:blipFill>
          <a:blip r:embed="rId4"/>
          <a:stretch>
            <a:fillRect/>
          </a:stretch>
        </p:blipFill>
        <p:spPr>
          <a:xfrm>
            <a:off x="3925806" y="5607279"/>
            <a:ext cx="993734" cy="219475"/>
          </a:xfrm>
          <a:prstGeom prst="rect">
            <a:avLst/>
          </a:prstGeom>
        </p:spPr>
      </p:pic>
      <p:graphicFrame>
        <p:nvGraphicFramePr>
          <p:cNvPr id="36" name="Table 36">
            <a:extLst>
              <a:ext uri="{FF2B5EF4-FFF2-40B4-BE49-F238E27FC236}">
                <a16:creationId xmlns:a16="http://schemas.microsoft.com/office/drawing/2014/main" id="{9838DE7F-18A7-43EA-85B6-57FE0CA39CA8}"/>
              </a:ext>
            </a:extLst>
          </p:cNvPr>
          <p:cNvGraphicFramePr>
            <a:graphicFrameLocks noGrp="1"/>
          </p:cNvGraphicFramePr>
          <p:nvPr>
            <p:extLst>
              <p:ext uri="{D42A27DB-BD31-4B8C-83A1-F6EECF244321}">
                <p14:modId xmlns:p14="http://schemas.microsoft.com/office/powerpoint/2010/main" val="2665932074"/>
              </p:ext>
            </p:extLst>
          </p:nvPr>
        </p:nvGraphicFramePr>
        <p:xfrm>
          <a:off x="5263331" y="4363785"/>
          <a:ext cx="3099004" cy="1991240"/>
        </p:xfrm>
        <a:graphic>
          <a:graphicData uri="http://schemas.openxmlformats.org/drawingml/2006/table">
            <a:tbl>
              <a:tblPr firstRow="1" bandRow="1">
                <a:tableStyleId>{5C22544A-7EE6-4342-B048-85BDC9FD1C3A}</a:tableStyleId>
              </a:tblPr>
              <a:tblGrid>
                <a:gridCol w="1934169">
                  <a:extLst>
                    <a:ext uri="{9D8B030D-6E8A-4147-A177-3AD203B41FA5}">
                      <a16:colId xmlns:a16="http://schemas.microsoft.com/office/drawing/2014/main" val="3515820006"/>
                    </a:ext>
                  </a:extLst>
                </a:gridCol>
                <a:gridCol w="1164835">
                  <a:extLst>
                    <a:ext uri="{9D8B030D-6E8A-4147-A177-3AD203B41FA5}">
                      <a16:colId xmlns:a16="http://schemas.microsoft.com/office/drawing/2014/main" val="3652512954"/>
                    </a:ext>
                  </a:extLst>
                </a:gridCol>
              </a:tblGrid>
              <a:tr h="370840">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2000" b="0" i="1" u="none" strike="noStrike" cap="none" normalizeH="0" baseline="0" dirty="0">
                          <a:ln>
                            <a:noFill/>
                          </a:ln>
                          <a:solidFill>
                            <a:schemeClr val="tx1"/>
                          </a:solidFill>
                          <a:effectLst/>
                          <a:latin typeface="+mn-lt"/>
                          <a:cs typeface="Times New Roman" pitchFamily="18" charset="0"/>
                        </a:rPr>
                        <a:t>P</a:t>
                      </a:r>
                      <a:r>
                        <a:rPr kumimoji="0" lang="en-US" sz="2000" b="0" i="0" u="none" strike="noStrike" cap="none" normalizeH="0" baseline="0" dirty="0">
                          <a:ln>
                            <a:noFill/>
                          </a:ln>
                          <a:solidFill>
                            <a:schemeClr val="tx1"/>
                          </a:solidFill>
                          <a:effectLst/>
                          <a:latin typeface="+mn-lt"/>
                          <a:cs typeface="Times New Roman" pitchFamily="18" charset="0"/>
                        </a:rPr>
                        <a:t>(credit card) =</a:t>
                      </a:r>
                      <a:endParaRPr kumimoji="0" lang="en-US" sz="2000" b="0" i="0" u="none" strike="noStrike" cap="none" normalizeH="0" baseline="0" dirty="0">
                        <a:ln>
                          <a:noFill/>
                        </a:ln>
                        <a:solidFill>
                          <a:schemeClr val="tx1"/>
                        </a:solidFill>
                        <a:effectLst/>
                        <a:latin typeface="+mn-lt"/>
                      </a:endParaRPr>
                    </a:p>
                  </a:txBody>
                  <a:tcPr marL="89987" marR="89987" marT="46724" marB="46724" horzOverflow="overflow">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n-lt"/>
                          <a:cs typeface="Times New Roman" pitchFamily="18" charset="0"/>
                        </a:rPr>
                        <a:t>.32</a:t>
                      </a:r>
                      <a:endParaRPr kumimoji="0" lang="en-US" sz="2000" b="0" i="0" u="none" strike="noStrike" cap="none" normalizeH="0" baseline="0" dirty="0">
                        <a:ln>
                          <a:noFill/>
                        </a:ln>
                        <a:solidFill>
                          <a:schemeClr val="tx1"/>
                        </a:solidFill>
                        <a:effectLst/>
                        <a:latin typeface="+mn-lt"/>
                      </a:endParaRPr>
                    </a:p>
                  </a:txBody>
                  <a:tcPr marL="89987" marR="89987" marT="46724" marB="46724" horzOverflow="overflow">
                    <a:solidFill>
                      <a:schemeClr val="bg1"/>
                    </a:solidFill>
                  </a:tcPr>
                </a:tc>
                <a:extLst>
                  <a:ext uri="{0D108BD9-81ED-4DB2-BD59-A6C34878D82A}">
                    <a16:rowId xmlns:a16="http://schemas.microsoft.com/office/drawing/2014/main" val="1835876477"/>
                  </a:ext>
                </a:extLst>
              </a:tr>
              <a:tr h="370840">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2000" b="0" i="1" u="none" strike="noStrike" cap="none" normalizeH="0" baseline="0" dirty="0">
                          <a:ln>
                            <a:noFill/>
                          </a:ln>
                          <a:solidFill>
                            <a:schemeClr val="tx1"/>
                          </a:solidFill>
                          <a:effectLst/>
                          <a:latin typeface="+mn-lt"/>
                          <a:cs typeface="Times New Roman" pitchFamily="18" charset="0"/>
                        </a:rPr>
                        <a:t>P</a:t>
                      </a:r>
                      <a:r>
                        <a:rPr kumimoji="0" lang="en-US" sz="2000" b="0" i="0" u="none" strike="noStrike" cap="none" normalizeH="0" baseline="0" dirty="0">
                          <a:ln>
                            <a:noFill/>
                          </a:ln>
                          <a:solidFill>
                            <a:schemeClr val="tx1"/>
                          </a:solidFill>
                          <a:effectLst/>
                          <a:latin typeface="+mn-lt"/>
                          <a:cs typeface="Times New Roman" pitchFamily="18" charset="0"/>
                        </a:rPr>
                        <a:t>(debit card) =</a:t>
                      </a:r>
                      <a:endParaRPr kumimoji="0" lang="en-US" sz="2000" b="0" i="0" u="none" strike="noStrike" cap="none" normalizeH="0" baseline="0" dirty="0">
                        <a:ln>
                          <a:noFill/>
                        </a:ln>
                        <a:solidFill>
                          <a:schemeClr val="tx1"/>
                        </a:solidFill>
                        <a:effectLst/>
                        <a:latin typeface="+mn-lt"/>
                      </a:endParaRPr>
                    </a:p>
                  </a:txBody>
                  <a:tcPr marL="89987" marR="89987" marT="46724" marB="46724" horzOverflow="overflow">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n-lt"/>
                          <a:cs typeface="Times New Roman" pitchFamily="18" charset="0"/>
                        </a:rPr>
                        <a:t>.15</a:t>
                      </a:r>
                      <a:endParaRPr kumimoji="0" lang="en-US" sz="2000" b="0" i="0" u="none" strike="noStrike" cap="none" normalizeH="0" baseline="0" dirty="0">
                        <a:ln>
                          <a:noFill/>
                        </a:ln>
                        <a:solidFill>
                          <a:schemeClr val="tx1"/>
                        </a:solidFill>
                        <a:effectLst/>
                        <a:latin typeface="+mn-lt"/>
                      </a:endParaRPr>
                    </a:p>
                  </a:txBody>
                  <a:tcPr marL="89987" marR="89987" marT="46724" marB="46724" horzOverflow="overflow">
                    <a:solidFill>
                      <a:schemeClr val="bg1"/>
                    </a:solidFill>
                  </a:tcPr>
                </a:tc>
                <a:extLst>
                  <a:ext uri="{0D108BD9-81ED-4DB2-BD59-A6C34878D82A}">
                    <a16:rowId xmlns:a16="http://schemas.microsoft.com/office/drawing/2014/main" val="1388764242"/>
                  </a:ext>
                </a:extLst>
              </a:tr>
              <a:tr h="370840">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2000" b="0" i="1" u="none" strike="noStrike" cap="none" normalizeH="0" baseline="0" dirty="0">
                          <a:ln>
                            <a:noFill/>
                          </a:ln>
                          <a:solidFill>
                            <a:schemeClr val="tx1"/>
                          </a:solidFill>
                          <a:effectLst/>
                          <a:latin typeface="+mn-lt"/>
                          <a:cs typeface="Times New Roman" pitchFamily="18" charset="0"/>
                        </a:rPr>
                        <a:t>P</a:t>
                      </a:r>
                      <a:r>
                        <a:rPr kumimoji="0" lang="en-US" sz="2000" b="0" i="0" u="none" strike="noStrike" cap="none" normalizeH="0" baseline="0" dirty="0">
                          <a:ln>
                            <a:noFill/>
                          </a:ln>
                          <a:solidFill>
                            <a:schemeClr val="tx1"/>
                          </a:solidFill>
                          <a:effectLst/>
                          <a:latin typeface="+mn-lt"/>
                          <a:cs typeface="Times New Roman" pitchFamily="18" charset="0"/>
                        </a:rPr>
                        <a:t>(cash) =</a:t>
                      </a:r>
                      <a:endParaRPr kumimoji="0" lang="en-US" sz="2000" b="0" i="0" u="none" strike="noStrike" cap="none" normalizeH="0" baseline="0" dirty="0">
                        <a:ln>
                          <a:noFill/>
                        </a:ln>
                        <a:solidFill>
                          <a:schemeClr val="tx1"/>
                        </a:solidFill>
                        <a:effectLst/>
                        <a:latin typeface="+mn-lt"/>
                      </a:endParaRPr>
                    </a:p>
                  </a:txBody>
                  <a:tcPr marL="89987" marR="89987" marT="46724" marB="46724" horzOverflow="overflow">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mn-lt"/>
                          <a:cs typeface="Times New Roman" pitchFamily="18" charset="0"/>
                        </a:rPr>
                        <a:t>.35</a:t>
                      </a:r>
                      <a:endParaRPr kumimoji="0" lang="en-US" sz="2000" b="0" i="0" u="none" strike="noStrike" cap="none" normalizeH="0" baseline="0" dirty="0">
                        <a:ln>
                          <a:noFill/>
                        </a:ln>
                        <a:solidFill>
                          <a:schemeClr val="tx1"/>
                        </a:solidFill>
                        <a:effectLst/>
                        <a:latin typeface="+mn-lt"/>
                      </a:endParaRPr>
                    </a:p>
                  </a:txBody>
                  <a:tcPr marL="89987" marR="89987" marT="46724" marB="46724" horzOverflow="overflow">
                    <a:solidFill>
                      <a:schemeClr val="bg1"/>
                    </a:solidFill>
                  </a:tcPr>
                </a:tc>
                <a:extLst>
                  <a:ext uri="{0D108BD9-81ED-4DB2-BD59-A6C34878D82A}">
                    <a16:rowId xmlns:a16="http://schemas.microsoft.com/office/drawing/2014/main" val="4125851645"/>
                  </a:ext>
                </a:extLst>
              </a:tr>
              <a:tr h="370840">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2000" b="0" i="1" u="sng" strike="noStrike" cap="none" normalizeH="0" baseline="0" dirty="0">
                          <a:ln>
                            <a:noFill/>
                          </a:ln>
                          <a:solidFill>
                            <a:schemeClr val="tx1"/>
                          </a:solidFill>
                          <a:effectLst/>
                          <a:latin typeface="+mn-lt"/>
                          <a:cs typeface="Times New Roman" pitchFamily="18" charset="0"/>
                        </a:rPr>
                        <a:t>P</a:t>
                      </a:r>
                      <a:r>
                        <a:rPr kumimoji="0" lang="en-US" sz="2000" b="0" i="0" u="sng" strike="noStrike" cap="none" normalizeH="0" baseline="0" dirty="0">
                          <a:ln>
                            <a:noFill/>
                          </a:ln>
                          <a:solidFill>
                            <a:schemeClr val="tx1"/>
                          </a:solidFill>
                          <a:effectLst/>
                          <a:latin typeface="+mn-lt"/>
                          <a:cs typeface="Times New Roman" pitchFamily="18" charset="0"/>
                        </a:rPr>
                        <a:t>(check) =</a:t>
                      </a:r>
                      <a:endParaRPr kumimoji="0" lang="en-US" sz="2000" b="0" i="0" u="sng" strike="noStrike" cap="none" normalizeH="0" baseline="0" dirty="0">
                        <a:ln>
                          <a:noFill/>
                        </a:ln>
                        <a:solidFill>
                          <a:schemeClr val="tx1"/>
                        </a:solidFill>
                        <a:effectLst/>
                        <a:latin typeface="+mn-lt"/>
                      </a:endParaRPr>
                    </a:p>
                  </a:txBody>
                  <a:tcPr marL="89987" marR="89987" marT="46724" marB="46724" horzOverflow="overflow">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sng" strike="noStrike" cap="none" normalizeH="0" baseline="0" dirty="0">
                          <a:ln>
                            <a:noFill/>
                          </a:ln>
                          <a:solidFill>
                            <a:schemeClr val="tx1"/>
                          </a:solidFill>
                          <a:effectLst/>
                          <a:latin typeface="+mn-lt"/>
                          <a:cs typeface="Times New Roman" pitchFamily="18" charset="0"/>
                        </a:rPr>
                        <a:t>.18</a:t>
                      </a:r>
                      <a:endParaRPr kumimoji="0" lang="en-US" sz="2000" b="0" i="0" u="sng" strike="noStrike" cap="none" normalizeH="0" baseline="0" dirty="0">
                        <a:ln>
                          <a:noFill/>
                        </a:ln>
                        <a:solidFill>
                          <a:schemeClr val="tx1"/>
                        </a:solidFill>
                        <a:effectLst/>
                        <a:latin typeface="+mn-lt"/>
                      </a:endParaRPr>
                    </a:p>
                  </a:txBody>
                  <a:tcPr marL="89987" marR="89987" marT="46724" marB="46724" horzOverflow="overflow">
                    <a:solidFill>
                      <a:schemeClr val="bg1"/>
                    </a:solidFill>
                  </a:tcPr>
                </a:tc>
                <a:extLst>
                  <a:ext uri="{0D108BD9-81ED-4DB2-BD59-A6C34878D82A}">
                    <a16:rowId xmlns:a16="http://schemas.microsoft.com/office/drawing/2014/main" val="3822804629"/>
                  </a:ext>
                </a:extLst>
              </a:tr>
              <a:tr h="370840">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mn-lt"/>
                          <a:cs typeface="Times New Roman" pitchFamily="18" charset="0"/>
                        </a:rPr>
                        <a:t>Sum =</a:t>
                      </a:r>
                      <a:endParaRPr kumimoji="0" lang="en-US" sz="2000" b="1" i="0" u="none" strike="noStrike" cap="none" normalizeH="0" baseline="0" dirty="0">
                        <a:ln>
                          <a:noFill/>
                        </a:ln>
                        <a:solidFill>
                          <a:schemeClr val="tx1"/>
                        </a:solidFill>
                        <a:effectLst/>
                        <a:latin typeface="+mn-lt"/>
                      </a:endParaRPr>
                    </a:p>
                  </a:txBody>
                  <a:tcPr marL="89987" marR="89987" marT="46724" marB="46724" horzOverflow="overflow">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mn-lt"/>
                          <a:cs typeface="Times New Roman" pitchFamily="18" charset="0"/>
                        </a:rPr>
                        <a:t>1.0</a:t>
                      </a:r>
                      <a:endParaRPr kumimoji="0" lang="en-US" sz="2000" b="1" i="0" u="none" strike="noStrike" cap="none" normalizeH="0" baseline="0" dirty="0">
                        <a:ln>
                          <a:noFill/>
                        </a:ln>
                        <a:solidFill>
                          <a:schemeClr val="tx1"/>
                        </a:solidFill>
                        <a:effectLst/>
                        <a:latin typeface="+mn-lt"/>
                      </a:endParaRPr>
                    </a:p>
                  </a:txBody>
                  <a:tcPr marL="89987" marR="89987" marT="46724" marB="46724" horzOverflow="overflow">
                    <a:solidFill>
                      <a:schemeClr val="bg1"/>
                    </a:solidFill>
                  </a:tcPr>
                </a:tc>
                <a:extLst>
                  <a:ext uri="{0D108BD9-81ED-4DB2-BD59-A6C34878D82A}">
                    <a16:rowId xmlns:a16="http://schemas.microsoft.com/office/drawing/2014/main" val="4248265304"/>
                  </a:ext>
                </a:extLst>
              </a:tr>
            </a:tbl>
          </a:graphicData>
        </a:graphic>
      </p:graphicFrame>
      <p:sp>
        <p:nvSpPr>
          <p:cNvPr id="17" name="Slide Number Placeholder 16">
            <a:extLst>
              <a:ext uri="{FF2B5EF4-FFF2-40B4-BE49-F238E27FC236}">
                <a16:creationId xmlns:a16="http://schemas.microsoft.com/office/drawing/2014/main" id="{988346C2-2301-43D1-9213-01D1CB741C24}"/>
              </a:ext>
            </a:extLst>
          </p:cNvPr>
          <p:cNvSpPr>
            <a:spLocks noGrp="1"/>
          </p:cNvSpPr>
          <p:nvPr>
            <p:ph type="sldNum" sz="quarter" idx="10"/>
          </p:nvPr>
        </p:nvSpPr>
        <p:spPr/>
        <p:txBody>
          <a:bodyPr/>
          <a:lstStyle/>
          <a:p>
            <a:fld id="{68151E55-6873-49E2-B8D5-2F265E6F1973}" type="slidenum">
              <a:rPr lang="en-US" smtClean="0"/>
              <a:t>9</a:t>
            </a:fld>
            <a:endParaRPr lang="en-US"/>
          </a:p>
        </p:txBody>
      </p:sp>
    </p:spTree>
    <p:extLst>
      <p:ext uri="{BB962C8B-B14F-4D97-AF65-F5344CB8AC3E}">
        <p14:creationId xmlns:p14="http://schemas.microsoft.com/office/powerpoint/2010/main" val="14940735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A7456-94B7-4619-A003-63B3DEEC82AA}"/>
              </a:ext>
            </a:extLst>
          </p:cNvPr>
          <p:cNvSpPr>
            <a:spLocks noGrp="1"/>
          </p:cNvSpPr>
          <p:nvPr>
            <p:ph type="title"/>
          </p:nvPr>
        </p:nvSpPr>
        <p:spPr>
          <a:xfrm>
            <a:off x="342899" y="192490"/>
            <a:ext cx="8137423" cy="903231"/>
          </a:xfrm>
        </p:spPr>
        <p:txBody>
          <a:bodyPr>
            <a:normAutofit/>
          </a:bodyPr>
          <a:lstStyle/>
          <a:p>
            <a:r>
              <a:rPr lang="en-US" sz="3600" dirty="0"/>
              <a:t>What is “Probability”</a:t>
            </a:r>
            <a:endParaRPr lang="en-US" sz="3600" b="0" dirty="0"/>
          </a:p>
        </p:txBody>
      </p:sp>
      <p:sp>
        <p:nvSpPr>
          <p:cNvPr id="3" name="Content Placeholder 2">
            <a:extLst>
              <a:ext uri="{FF2B5EF4-FFF2-40B4-BE49-F238E27FC236}">
                <a16:creationId xmlns:a16="http://schemas.microsoft.com/office/drawing/2014/main" id="{8719A2D3-6236-4D9E-8D8F-6E31BD737394}"/>
              </a:ext>
            </a:extLst>
          </p:cNvPr>
          <p:cNvSpPr>
            <a:spLocks noGrp="1"/>
          </p:cNvSpPr>
          <p:nvPr>
            <p:ph sz="quarter" idx="11"/>
          </p:nvPr>
        </p:nvSpPr>
        <p:spPr>
          <a:xfrm>
            <a:off x="8664923" y="55526"/>
            <a:ext cx="434320" cy="1221840"/>
          </a:xfrm>
        </p:spPr>
        <p:txBody>
          <a:bodyPr vert="vert" rIns="0"/>
          <a:lstStyle/>
          <a:p>
            <a:pPr marL="1025525" indent="-1025525"/>
            <a:r>
              <a:rPr lang="en-US" b="1" dirty="0"/>
              <a:t>L</a:t>
            </a:r>
            <a:r>
              <a:rPr lang="en-US" sz="100" b="1" dirty="0"/>
              <a:t> </a:t>
            </a:r>
            <a:r>
              <a:rPr lang="en-US" b="1" dirty="0"/>
              <a:t>O 5.2</a:t>
            </a:r>
            <a:endParaRPr lang="en-IN" b="1" dirty="0"/>
          </a:p>
        </p:txBody>
      </p:sp>
      <p:sp>
        <p:nvSpPr>
          <p:cNvPr id="4" name="Content Placeholder 3">
            <a:extLst>
              <a:ext uri="{FF2B5EF4-FFF2-40B4-BE49-F238E27FC236}">
                <a16:creationId xmlns:a16="http://schemas.microsoft.com/office/drawing/2014/main" id="{06E82D9C-6538-4423-A7D7-93322C33677B}"/>
              </a:ext>
            </a:extLst>
          </p:cNvPr>
          <p:cNvSpPr>
            <a:spLocks noGrp="1"/>
          </p:cNvSpPr>
          <p:nvPr>
            <p:ph sz="quarter" idx="14"/>
          </p:nvPr>
        </p:nvSpPr>
        <p:spPr>
          <a:xfrm>
            <a:off x="342900" y="1238864"/>
            <a:ext cx="8019435" cy="899651"/>
          </a:xfrm>
        </p:spPr>
        <p:txBody>
          <a:bodyPr/>
          <a:lstStyle/>
          <a:p>
            <a:pPr marL="292608" indent="-292608">
              <a:buFont typeface="Arial" panose="020B0604020202020204" pitchFamily="34" charset="0"/>
              <a:buChar char="•"/>
            </a:pPr>
            <a:r>
              <a:rPr lang="en-IN" dirty="0"/>
              <a:t>There are three distinct ways of assigning probability. Each must be considered separately.</a:t>
            </a:r>
          </a:p>
        </p:txBody>
      </p:sp>
      <p:graphicFrame>
        <p:nvGraphicFramePr>
          <p:cNvPr id="11" name="Table 11">
            <a:extLst>
              <a:ext uri="{FF2B5EF4-FFF2-40B4-BE49-F238E27FC236}">
                <a16:creationId xmlns:a16="http://schemas.microsoft.com/office/drawing/2014/main" id="{174BF87B-9176-4EE8-A8D9-DF6C36379749}"/>
              </a:ext>
            </a:extLst>
          </p:cNvPr>
          <p:cNvGraphicFramePr>
            <a:graphicFrameLocks noGrp="1"/>
          </p:cNvGraphicFramePr>
          <p:nvPr>
            <p:extLst>
              <p:ext uri="{D42A27DB-BD31-4B8C-83A1-F6EECF244321}">
                <p14:modId xmlns:p14="http://schemas.microsoft.com/office/powerpoint/2010/main" val="962994383"/>
              </p:ext>
            </p:extLst>
          </p:nvPr>
        </p:nvGraphicFramePr>
        <p:xfrm>
          <a:off x="738813" y="2447649"/>
          <a:ext cx="7623522" cy="2839720"/>
        </p:xfrm>
        <a:graphic>
          <a:graphicData uri="http://schemas.openxmlformats.org/drawingml/2006/table">
            <a:tbl>
              <a:tblPr firstRow="1" bandRow="1">
                <a:tableStyleId>{5C22544A-7EE6-4342-B048-85BDC9FD1C3A}</a:tableStyleId>
              </a:tblPr>
              <a:tblGrid>
                <a:gridCol w="1437271">
                  <a:extLst>
                    <a:ext uri="{9D8B030D-6E8A-4147-A177-3AD203B41FA5}">
                      <a16:colId xmlns:a16="http://schemas.microsoft.com/office/drawing/2014/main" val="3906357364"/>
                    </a:ext>
                  </a:extLst>
                </a:gridCol>
                <a:gridCol w="2772696">
                  <a:extLst>
                    <a:ext uri="{9D8B030D-6E8A-4147-A177-3AD203B41FA5}">
                      <a16:colId xmlns:a16="http://schemas.microsoft.com/office/drawing/2014/main" val="2771930404"/>
                    </a:ext>
                  </a:extLst>
                </a:gridCol>
                <a:gridCol w="3413555">
                  <a:extLst>
                    <a:ext uri="{9D8B030D-6E8A-4147-A177-3AD203B41FA5}">
                      <a16:colId xmlns:a16="http://schemas.microsoft.com/office/drawing/2014/main" val="1139898166"/>
                    </a:ext>
                  </a:extLst>
                </a:gridCol>
              </a:tblGrid>
              <a:tr h="370840">
                <a:tc>
                  <a:txBody>
                    <a:bodyPr/>
                    <a:lstStyle/>
                    <a:p>
                      <a:pPr algn="l" fontAlgn="t"/>
                      <a:r>
                        <a:rPr lang="en-US" sz="1800" b="1" i="0" u="none" strike="noStrike" dirty="0">
                          <a:effectLst/>
                          <a:latin typeface="+mn-lt"/>
                        </a:rPr>
                        <a:t>Approach</a:t>
                      </a:r>
                    </a:p>
                  </a:txBody>
                  <a:tcPr/>
                </a:tc>
                <a:tc>
                  <a:txBody>
                    <a:bodyPr/>
                    <a:lstStyle/>
                    <a:p>
                      <a:pPr algn="l" fontAlgn="t"/>
                      <a:r>
                        <a:rPr lang="en-US" sz="1800" b="1" i="0" u="none" strike="noStrike" dirty="0">
                          <a:effectLst/>
                          <a:latin typeface="+mn-lt"/>
                        </a:rPr>
                        <a:t>How Assigned?</a:t>
                      </a:r>
                    </a:p>
                  </a:txBody>
                  <a:tcPr/>
                </a:tc>
                <a:tc>
                  <a:txBody>
                    <a:bodyPr/>
                    <a:lstStyle/>
                    <a:p>
                      <a:pPr algn="l" fontAlgn="t"/>
                      <a:r>
                        <a:rPr lang="en-US" sz="1800" b="1" i="0" u="none" strike="noStrike" dirty="0">
                          <a:effectLst/>
                          <a:latin typeface="+mn-lt"/>
                        </a:rPr>
                        <a:t>Example</a:t>
                      </a:r>
                    </a:p>
                  </a:txBody>
                  <a:tcPr/>
                </a:tc>
                <a:extLst>
                  <a:ext uri="{0D108BD9-81ED-4DB2-BD59-A6C34878D82A}">
                    <a16:rowId xmlns:a16="http://schemas.microsoft.com/office/drawing/2014/main" val="3690278656"/>
                  </a:ext>
                </a:extLst>
              </a:tr>
              <a:tr h="370840">
                <a:tc>
                  <a:txBody>
                    <a:bodyPr/>
                    <a:lstStyle/>
                    <a:p>
                      <a:pPr algn="l" fontAlgn="t"/>
                      <a:r>
                        <a:rPr lang="en-US" sz="1800" b="0" i="0" u="none" strike="noStrike">
                          <a:effectLst/>
                          <a:latin typeface="+mn-lt"/>
                        </a:rPr>
                        <a:t>Empirical</a:t>
                      </a:r>
                    </a:p>
                  </a:txBody>
                  <a:tcPr/>
                </a:tc>
                <a:tc>
                  <a:txBody>
                    <a:bodyPr/>
                    <a:lstStyle/>
                    <a:p>
                      <a:pPr algn="l" fontAlgn="t"/>
                      <a:r>
                        <a:rPr lang="en-IN" sz="1800" b="0" i="0" u="none" strike="noStrike">
                          <a:effectLst/>
                          <a:latin typeface="+mn-lt"/>
                        </a:rPr>
                        <a:t>Estimated from observed outcome frequency</a:t>
                      </a:r>
                    </a:p>
                  </a:txBody>
                  <a:tcPr/>
                </a:tc>
                <a:tc>
                  <a:txBody>
                    <a:bodyPr/>
                    <a:lstStyle/>
                    <a:p>
                      <a:pPr algn="l" fontAlgn="t"/>
                      <a:r>
                        <a:rPr lang="en-IN" sz="1800" b="0" i="0" u="none" strike="noStrike">
                          <a:effectLst/>
                          <a:latin typeface="+mn-lt"/>
                        </a:rPr>
                        <a:t>There is a 3.2 percent chance of twins in a randomly chosen birth.</a:t>
                      </a:r>
                    </a:p>
                  </a:txBody>
                  <a:tcPr/>
                </a:tc>
                <a:extLst>
                  <a:ext uri="{0D108BD9-81ED-4DB2-BD59-A6C34878D82A}">
                    <a16:rowId xmlns:a16="http://schemas.microsoft.com/office/drawing/2014/main" val="351073669"/>
                  </a:ext>
                </a:extLst>
              </a:tr>
              <a:tr h="370840">
                <a:tc>
                  <a:txBody>
                    <a:bodyPr/>
                    <a:lstStyle/>
                    <a:p>
                      <a:pPr algn="l" fontAlgn="t"/>
                      <a:r>
                        <a:rPr lang="en-US" sz="1800" b="0" i="0" u="none" strike="noStrike">
                          <a:effectLst/>
                          <a:latin typeface="+mn-lt"/>
                        </a:rPr>
                        <a:t>Classical</a:t>
                      </a:r>
                    </a:p>
                  </a:txBody>
                  <a:tcPr/>
                </a:tc>
                <a:tc>
                  <a:txBody>
                    <a:bodyPr/>
                    <a:lstStyle/>
                    <a:p>
                      <a:pPr algn="l" fontAlgn="t"/>
                      <a:r>
                        <a:rPr lang="en-IN" sz="1800" b="0" i="0" u="none" strike="noStrike" dirty="0">
                          <a:effectLst/>
                          <a:latin typeface="+mn-lt"/>
                        </a:rPr>
                        <a:t>Known a </a:t>
                      </a:r>
                      <a:r>
                        <a:rPr lang="en-IN" sz="1800" b="0" i="1" u="none" strike="noStrike" dirty="0">
                          <a:effectLst/>
                          <a:latin typeface="+mn-lt"/>
                        </a:rPr>
                        <a:t>priori</a:t>
                      </a:r>
                      <a:r>
                        <a:rPr lang="en-IN" sz="1800" b="0" i="0" u="none" strike="noStrike" dirty="0">
                          <a:effectLst/>
                          <a:latin typeface="+mn-lt"/>
                        </a:rPr>
                        <a:t> by the nature of the experiment</a:t>
                      </a:r>
                    </a:p>
                  </a:txBody>
                  <a:tcPr/>
                </a:tc>
                <a:tc>
                  <a:txBody>
                    <a:bodyPr/>
                    <a:lstStyle/>
                    <a:p>
                      <a:pPr algn="l" fontAlgn="t"/>
                      <a:r>
                        <a:rPr lang="en-IN" sz="1800" b="0" i="0" u="none" strike="noStrike">
                          <a:effectLst/>
                          <a:latin typeface="+mn-lt"/>
                        </a:rPr>
                        <a:t>There is a 50 percent chance of heads on a coin flip.</a:t>
                      </a:r>
                    </a:p>
                  </a:txBody>
                  <a:tcPr/>
                </a:tc>
                <a:extLst>
                  <a:ext uri="{0D108BD9-81ED-4DB2-BD59-A6C34878D82A}">
                    <a16:rowId xmlns:a16="http://schemas.microsoft.com/office/drawing/2014/main" val="3433914444"/>
                  </a:ext>
                </a:extLst>
              </a:tr>
              <a:tr h="370840">
                <a:tc>
                  <a:txBody>
                    <a:bodyPr/>
                    <a:lstStyle/>
                    <a:p>
                      <a:pPr algn="l" fontAlgn="t"/>
                      <a:r>
                        <a:rPr lang="en-US" sz="1800" b="0" i="0" u="none" strike="noStrike">
                          <a:effectLst/>
                          <a:latin typeface="+mn-lt"/>
                        </a:rPr>
                        <a:t>Subjective</a:t>
                      </a:r>
                    </a:p>
                  </a:txBody>
                  <a:tcPr/>
                </a:tc>
                <a:tc>
                  <a:txBody>
                    <a:bodyPr/>
                    <a:lstStyle/>
                    <a:p>
                      <a:pPr algn="l" fontAlgn="t"/>
                      <a:r>
                        <a:rPr lang="en-IN" sz="1800" b="0" i="0" u="none" strike="noStrike">
                          <a:effectLst/>
                          <a:latin typeface="+mn-lt"/>
                        </a:rPr>
                        <a:t>Based on informed opinion or judgment</a:t>
                      </a:r>
                    </a:p>
                  </a:txBody>
                  <a:tcPr/>
                </a:tc>
                <a:tc>
                  <a:txBody>
                    <a:bodyPr/>
                    <a:lstStyle/>
                    <a:p>
                      <a:pPr algn="l" fontAlgn="t"/>
                      <a:r>
                        <a:rPr lang="en-IN" sz="1800" b="0" i="0" u="none" strike="noStrike" dirty="0">
                          <a:effectLst/>
                          <a:latin typeface="+mn-lt"/>
                        </a:rPr>
                        <a:t>There is a 60 percent chance that Toronto will bid for the 2030 Winter Olympics.</a:t>
                      </a:r>
                    </a:p>
                  </a:txBody>
                  <a:tcPr/>
                </a:tc>
                <a:extLst>
                  <a:ext uri="{0D108BD9-81ED-4DB2-BD59-A6C34878D82A}">
                    <a16:rowId xmlns:a16="http://schemas.microsoft.com/office/drawing/2014/main" val="2694875241"/>
                  </a:ext>
                </a:extLst>
              </a:tr>
            </a:tbl>
          </a:graphicData>
        </a:graphic>
      </p:graphicFrame>
      <p:sp>
        <p:nvSpPr>
          <p:cNvPr id="17" name="Slide Number Placeholder 16">
            <a:extLst>
              <a:ext uri="{FF2B5EF4-FFF2-40B4-BE49-F238E27FC236}">
                <a16:creationId xmlns:a16="http://schemas.microsoft.com/office/drawing/2014/main" id="{988346C2-2301-43D1-9213-01D1CB741C24}"/>
              </a:ext>
            </a:extLst>
          </p:cNvPr>
          <p:cNvSpPr>
            <a:spLocks noGrp="1"/>
          </p:cNvSpPr>
          <p:nvPr>
            <p:ph type="sldNum" sz="quarter" idx="10"/>
          </p:nvPr>
        </p:nvSpPr>
        <p:spPr/>
        <p:txBody>
          <a:bodyPr/>
          <a:lstStyle/>
          <a:p>
            <a:fld id="{68151E55-6873-49E2-B8D5-2F265E6F1973}" type="slidenum">
              <a:rPr lang="en-US" smtClean="0"/>
              <a:t>10</a:t>
            </a:fld>
            <a:endParaRPr lang="en-US"/>
          </a:p>
        </p:txBody>
      </p:sp>
    </p:spTree>
    <p:extLst>
      <p:ext uri="{BB962C8B-B14F-4D97-AF65-F5344CB8AC3E}">
        <p14:creationId xmlns:p14="http://schemas.microsoft.com/office/powerpoint/2010/main" val="595525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A7456-94B7-4619-A003-63B3DEEC82AA}"/>
              </a:ext>
            </a:extLst>
          </p:cNvPr>
          <p:cNvSpPr>
            <a:spLocks noGrp="1"/>
          </p:cNvSpPr>
          <p:nvPr>
            <p:ph type="title"/>
          </p:nvPr>
        </p:nvSpPr>
        <p:spPr>
          <a:xfrm>
            <a:off x="342899" y="192490"/>
            <a:ext cx="8137423" cy="903231"/>
          </a:xfrm>
        </p:spPr>
        <p:txBody>
          <a:bodyPr>
            <a:normAutofit/>
          </a:bodyPr>
          <a:lstStyle/>
          <a:p>
            <a:r>
              <a:rPr lang="en-US" sz="3600" dirty="0"/>
              <a:t>Empirical Approach</a:t>
            </a:r>
            <a:endParaRPr lang="en-US" sz="3600" b="0" dirty="0"/>
          </a:p>
        </p:txBody>
      </p:sp>
      <p:sp>
        <p:nvSpPr>
          <p:cNvPr id="3" name="Content Placeholder 2">
            <a:extLst>
              <a:ext uri="{FF2B5EF4-FFF2-40B4-BE49-F238E27FC236}">
                <a16:creationId xmlns:a16="http://schemas.microsoft.com/office/drawing/2014/main" id="{8719A2D3-6236-4D9E-8D8F-6E31BD737394}"/>
              </a:ext>
            </a:extLst>
          </p:cNvPr>
          <p:cNvSpPr>
            <a:spLocks noGrp="1"/>
          </p:cNvSpPr>
          <p:nvPr>
            <p:ph sz="quarter" idx="11"/>
          </p:nvPr>
        </p:nvSpPr>
        <p:spPr>
          <a:xfrm>
            <a:off x="8664923" y="55526"/>
            <a:ext cx="434320" cy="1221840"/>
          </a:xfrm>
        </p:spPr>
        <p:txBody>
          <a:bodyPr vert="vert" rIns="0"/>
          <a:lstStyle/>
          <a:p>
            <a:pPr marL="1025525" indent="-1025525"/>
            <a:r>
              <a:rPr lang="en-US" b="1" dirty="0"/>
              <a:t>L</a:t>
            </a:r>
            <a:r>
              <a:rPr lang="en-US" sz="100" b="1" dirty="0"/>
              <a:t> </a:t>
            </a:r>
            <a:r>
              <a:rPr lang="en-US" b="1" dirty="0"/>
              <a:t>O 5.2</a:t>
            </a:r>
            <a:endParaRPr lang="en-IN" b="1" dirty="0"/>
          </a:p>
        </p:txBody>
      </p:sp>
      <p:sp>
        <p:nvSpPr>
          <p:cNvPr id="4" name="Content Placeholder 3">
            <a:extLst>
              <a:ext uri="{FF2B5EF4-FFF2-40B4-BE49-F238E27FC236}">
                <a16:creationId xmlns:a16="http://schemas.microsoft.com/office/drawing/2014/main" id="{06E82D9C-6538-4423-A7D7-93322C33677B}"/>
              </a:ext>
            </a:extLst>
          </p:cNvPr>
          <p:cNvSpPr>
            <a:spLocks noGrp="1"/>
          </p:cNvSpPr>
          <p:nvPr>
            <p:ph sz="quarter" idx="14"/>
          </p:nvPr>
        </p:nvSpPr>
        <p:spPr>
          <a:xfrm>
            <a:off x="342900" y="1238864"/>
            <a:ext cx="8019435" cy="2961661"/>
          </a:xfrm>
        </p:spPr>
        <p:txBody>
          <a:bodyPr/>
          <a:lstStyle/>
          <a:p>
            <a:r>
              <a:rPr lang="en-IN" b="1" dirty="0"/>
              <a:t>Empirical data</a:t>
            </a:r>
            <a:r>
              <a:rPr lang="en-IN" dirty="0"/>
              <a:t> are data that are collected through observations.</a:t>
            </a:r>
          </a:p>
          <a:p>
            <a:r>
              <a:rPr lang="en-IN" dirty="0"/>
              <a:t>We assign probabilities by dividing frequency of observed outcomes (</a:t>
            </a:r>
            <a:r>
              <a:rPr lang="en-IN" i="1" dirty="0"/>
              <a:t>f</a:t>
            </a:r>
            <a:r>
              <a:rPr lang="en-IN" dirty="0"/>
              <a:t>) in our experimental sample space by the number of observations (</a:t>
            </a:r>
            <a:r>
              <a:rPr lang="en-IN" i="1" dirty="0"/>
              <a:t>n</a:t>
            </a:r>
            <a:r>
              <a:rPr lang="en-IN" dirty="0"/>
              <a:t>).</a:t>
            </a:r>
          </a:p>
          <a:p>
            <a:pPr marL="292608" indent="-292608">
              <a:buFont typeface="Arial" panose="020B0604020202020204" pitchFamily="34" charset="0"/>
              <a:buChar char="•"/>
            </a:pPr>
            <a:r>
              <a:rPr lang="en-IN" dirty="0"/>
              <a:t>For example, to estimate the default rate on student loans:</a:t>
            </a:r>
          </a:p>
        </p:txBody>
      </p:sp>
      <p:graphicFrame>
        <p:nvGraphicFramePr>
          <p:cNvPr id="5" name="Object 4">
            <a:extLst>
              <a:ext uri="{FF2B5EF4-FFF2-40B4-BE49-F238E27FC236}">
                <a16:creationId xmlns:a16="http://schemas.microsoft.com/office/drawing/2014/main" id="{F4731C10-767D-4604-8778-8E981709E723}"/>
              </a:ext>
            </a:extLst>
          </p:cNvPr>
          <p:cNvGraphicFramePr>
            <a:graphicFrameLocks noChangeAspect="1"/>
          </p:cNvGraphicFramePr>
          <p:nvPr>
            <p:extLst>
              <p:ext uri="{D42A27DB-BD31-4B8C-83A1-F6EECF244321}">
                <p14:modId xmlns:p14="http://schemas.microsoft.com/office/powerpoint/2010/main" val="1224521896"/>
              </p:ext>
            </p:extLst>
          </p:nvPr>
        </p:nvGraphicFramePr>
        <p:xfrm>
          <a:off x="1914525" y="4471988"/>
          <a:ext cx="4875213" cy="669925"/>
        </p:xfrm>
        <a:graphic>
          <a:graphicData uri="http://schemas.openxmlformats.org/presentationml/2006/ole">
            <mc:AlternateContent xmlns:mc="http://schemas.openxmlformats.org/markup-compatibility/2006">
              <mc:Choice xmlns:v="urn:schemas-microsoft-com:vml" Requires="v">
                <p:oleObj name="Equation" r:id="rId2" imgW="4431960" imgH="609480" progId="Equation.DSMT4">
                  <p:embed/>
                </p:oleObj>
              </mc:Choice>
              <mc:Fallback>
                <p:oleObj name="Equation" r:id="rId2" imgW="4431960" imgH="609480" progId="Equation.DSMT4">
                  <p:embed/>
                  <p:pic>
                    <p:nvPicPr>
                      <p:cNvPr id="0" name=""/>
                      <p:cNvPicPr/>
                      <p:nvPr/>
                    </p:nvPicPr>
                    <p:blipFill>
                      <a:blip r:embed="rId3"/>
                      <a:stretch>
                        <a:fillRect/>
                      </a:stretch>
                    </p:blipFill>
                    <p:spPr>
                      <a:xfrm>
                        <a:off x="1914525" y="4471988"/>
                        <a:ext cx="4875213" cy="669925"/>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988346C2-2301-43D1-9213-01D1CB741C24}"/>
              </a:ext>
            </a:extLst>
          </p:cNvPr>
          <p:cNvSpPr>
            <a:spLocks noGrp="1"/>
          </p:cNvSpPr>
          <p:nvPr>
            <p:ph type="sldNum" sz="quarter" idx="10"/>
          </p:nvPr>
        </p:nvSpPr>
        <p:spPr/>
        <p:txBody>
          <a:bodyPr/>
          <a:lstStyle/>
          <a:p>
            <a:fld id="{68151E55-6873-49E2-B8D5-2F265E6F1973}" type="slidenum">
              <a:rPr lang="en-US" smtClean="0"/>
              <a:t>11</a:t>
            </a:fld>
            <a:endParaRPr lang="en-US"/>
          </a:p>
        </p:txBody>
      </p:sp>
    </p:spTree>
    <p:extLst>
      <p:ext uri="{BB962C8B-B14F-4D97-AF65-F5344CB8AC3E}">
        <p14:creationId xmlns:p14="http://schemas.microsoft.com/office/powerpoint/2010/main" val="141010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A7456-94B7-4619-A003-63B3DEEC82AA}"/>
              </a:ext>
            </a:extLst>
          </p:cNvPr>
          <p:cNvSpPr>
            <a:spLocks noGrp="1"/>
          </p:cNvSpPr>
          <p:nvPr>
            <p:ph type="title"/>
          </p:nvPr>
        </p:nvSpPr>
        <p:spPr>
          <a:xfrm>
            <a:off x="342899" y="192490"/>
            <a:ext cx="8137423" cy="903231"/>
          </a:xfrm>
        </p:spPr>
        <p:txBody>
          <a:bodyPr>
            <a:normAutofit/>
          </a:bodyPr>
          <a:lstStyle/>
          <a:p>
            <a:r>
              <a:rPr lang="en-US" sz="3600" dirty="0"/>
              <a:t>Empirical Examples</a:t>
            </a:r>
            <a:endParaRPr lang="en-US" sz="3600" b="0" dirty="0"/>
          </a:p>
        </p:txBody>
      </p:sp>
      <p:sp>
        <p:nvSpPr>
          <p:cNvPr id="3" name="Content Placeholder 2">
            <a:extLst>
              <a:ext uri="{FF2B5EF4-FFF2-40B4-BE49-F238E27FC236}">
                <a16:creationId xmlns:a16="http://schemas.microsoft.com/office/drawing/2014/main" id="{8719A2D3-6236-4D9E-8D8F-6E31BD737394}"/>
              </a:ext>
            </a:extLst>
          </p:cNvPr>
          <p:cNvSpPr>
            <a:spLocks noGrp="1"/>
          </p:cNvSpPr>
          <p:nvPr>
            <p:ph sz="quarter" idx="11"/>
          </p:nvPr>
        </p:nvSpPr>
        <p:spPr>
          <a:xfrm>
            <a:off x="8664923" y="55526"/>
            <a:ext cx="434320" cy="1221840"/>
          </a:xfrm>
        </p:spPr>
        <p:txBody>
          <a:bodyPr vert="vert" rIns="0"/>
          <a:lstStyle/>
          <a:p>
            <a:pPr marL="1025525" indent="-1025525"/>
            <a:r>
              <a:rPr lang="en-US" b="1" dirty="0"/>
              <a:t>L</a:t>
            </a:r>
            <a:r>
              <a:rPr lang="en-US" sz="100" b="1" dirty="0"/>
              <a:t> </a:t>
            </a:r>
            <a:r>
              <a:rPr lang="en-US" b="1" dirty="0"/>
              <a:t>O 5.2</a:t>
            </a:r>
            <a:endParaRPr lang="en-IN" b="1" dirty="0"/>
          </a:p>
        </p:txBody>
      </p:sp>
      <p:graphicFrame>
        <p:nvGraphicFramePr>
          <p:cNvPr id="8" name="Table 8">
            <a:extLst>
              <a:ext uri="{FF2B5EF4-FFF2-40B4-BE49-F238E27FC236}">
                <a16:creationId xmlns:a16="http://schemas.microsoft.com/office/drawing/2014/main" id="{308E73EC-BB39-43FA-86DF-5D533F3CE575}"/>
              </a:ext>
            </a:extLst>
          </p:cNvPr>
          <p:cNvGraphicFramePr>
            <a:graphicFrameLocks noGrp="1"/>
          </p:cNvGraphicFramePr>
          <p:nvPr>
            <p:extLst>
              <p:ext uri="{D42A27DB-BD31-4B8C-83A1-F6EECF244321}">
                <p14:modId xmlns:p14="http://schemas.microsoft.com/office/powerpoint/2010/main" val="3949670779"/>
              </p:ext>
            </p:extLst>
          </p:nvPr>
        </p:nvGraphicFramePr>
        <p:xfrm>
          <a:off x="735310" y="1585686"/>
          <a:ext cx="7595420" cy="4034935"/>
        </p:xfrm>
        <a:graphic>
          <a:graphicData uri="http://schemas.openxmlformats.org/drawingml/2006/table">
            <a:tbl>
              <a:tblPr firstRow="1" bandRow="1">
                <a:tableStyleId>{5C22544A-7EE6-4342-B048-85BDC9FD1C3A}</a:tableStyleId>
              </a:tblPr>
              <a:tblGrid>
                <a:gridCol w="3797710">
                  <a:extLst>
                    <a:ext uri="{9D8B030D-6E8A-4147-A177-3AD203B41FA5}">
                      <a16:colId xmlns:a16="http://schemas.microsoft.com/office/drawing/2014/main" val="1993277302"/>
                    </a:ext>
                  </a:extLst>
                </a:gridCol>
                <a:gridCol w="3797710">
                  <a:extLst>
                    <a:ext uri="{9D8B030D-6E8A-4147-A177-3AD203B41FA5}">
                      <a16:colId xmlns:a16="http://schemas.microsoft.com/office/drawing/2014/main" val="4120274716"/>
                    </a:ext>
                  </a:extLst>
                </a:gridCol>
              </a:tblGrid>
              <a:tr h="13523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u="none" strike="noStrike" kern="1200" baseline="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71600833"/>
                  </a:ext>
                </a:extLst>
              </a:tr>
              <a:tr h="12891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u="none" strike="noStrike" kern="1200" baseline="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457200" marR="0" lvl="0" indent="-457200" algn="l" defTabSz="914400" rtl="0" eaLnBrk="1" fontAlgn="auto" latinLnBrk="0" hangingPunct="1">
                        <a:lnSpc>
                          <a:spcPct val="100000"/>
                        </a:lnSpc>
                        <a:spcBef>
                          <a:spcPts val="0"/>
                        </a:spcBef>
                        <a:spcAft>
                          <a:spcPts val="0"/>
                        </a:spcAft>
                        <a:buClrTx/>
                        <a:buSzTx/>
                        <a:buFontTx/>
                        <a:buNone/>
                        <a:tabLst/>
                        <a:defRPr/>
                      </a:pPr>
                      <a:endParaRPr lang="en-IN" sz="1800" b="0" i="0" u="none" strike="noStrike" kern="1200" baseline="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49871292"/>
                  </a:ext>
                </a:extLst>
              </a:tr>
              <a:tr h="13933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u="none" strike="noStrike" kern="1200" baseline="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471488" marR="0" lvl="0" indent="-471488" algn="l" defTabSz="914400" rtl="0" eaLnBrk="1" fontAlgn="auto" latinLnBrk="0" hangingPunct="1">
                        <a:lnSpc>
                          <a:spcPct val="100000"/>
                        </a:lnSpc>
                        <a:spcBef>
                          <a:spcPts val="0"/>
                        </a:spcBef>
                        <a:spcAft>
                          <a:spcPts val="0"/>
                        </a:spcAft>
                        <a:buClrTx/>
                        <a:buSzTx/>
                        <a:buFontTx/>
                        <a:buNone/>
                        <a:tabLst/>
                        <a:defRPr/>
                      </a:pPr>
                      <a:endParaRPr lang="en-IN" sz="1800" b="0" i="0" u="none" strike="noStrike" kern="1200" baseline="0" dirty="0">
                        <a:solidFill>
                          <a:schemeClr val="dk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63338418"/>
                  </a:ext>
                </a:extLst>
              </a:tr>
            </a:tbl>
          </a:graphicData>
        </a:graphic>
      </p:graphicFrame>
      <p:graphicFrame>
        <p:nvGraphicFramePr>
          <p:cNvPr id="5" name="Object 4">
            <a:extLst>
              <a:ext uri="{FF2B5EF4-FFF2-40B4-BE49-F238E27FC236}">
                <a16:creationId xmlns:a16="http://schemas.microsoft.com/office/drawing/2014/main" id="{0B9BE18C-7074-4584-B1A1-0ABF08871872}"/>
              </a:ext>
            </a:extLst>
          </p:cNvPr>
          <p:cNvGraphicFramePr>
            <a:graphicFrameLocks noChangeAspect="1"/>
          </p:cNvGraphicFramePr>
          <p:nvPr>
            <p:extLst>
              <p:ext uri="{D42A27DB-BD31-4B8C-83A1-F6EECF244321}">
                <p14:modId xmlns:p14="http://schemas.microsoft.com/office/powerpoint/2010/main" val="3145072860"/>
              </p:ext>
            </p:extLst>
          </p:nvPr>
        </p:nvGraphicFramePr>
        <p:xfrm>
          <a:off x="832784" y="1782845"/>
          <a:ext cx="2962982" cy="223417"/>
        </p:xfrm>
        <a:graphic>
          <a:graphicData uri="http://schemas.openxmlformats.org/presentationml/2006/ole">
            <mc:AlternateContent xmlns:mc="http://schemas.openxmlformats.org/markup-compatibility/2006">
              <mc:Choice xmlns:v="urn:schemas-microsoft-com:vml" Requires="v">
                <p:oleObj name="Equation" r:id="rId2" imgW="4063680" imgH="304560" progId="Equation.DSMT4">
                  <p:embed/>
                </p:oleObj>
              </mc:Choice>
              <mc:Fallback>
                <p:oleObj name="Equation" r:id="rId2" imgW="4063680" imgH="304560" progId="Equation.DSMT4">
                  <p:embed/>
                  <p:pic>
                    <p:nvPicPr>
                      <p:cNvPr id="0" name=""/>
                      <p:cNvPicPr/>
                      <p:nvPr/>
                    </p:nvPicPr>
                    <p:blipFill>
                      <a:blip r:embed="rId3"/>
                      <a:stretch>
                        <a:fillRect/>
                      </a:stretch>
                    </p:blipFill>
                    <p:spPr>
                      <a:xfrm>
                        <a:off x="832784" y="1782845"/>
                        <a:ext cx="2962982" cy="223417"/>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5F41FC47-0616-4C3C-81F9-2EE82CBA1F4A}"/>
              </a:ext>
            </a:extLst>
          </p:cNvPr>
          <p:cNvGraphicFramePr>
            <a:graphicFrameLocks noChangeAspect="1"/>
          </p:cNvGraphicFramePr>
          <p:nvPr>
            <p:extLst>
              <p:ext uri="{D42A27DB-BD31-4B8C-83A1-F6EECF244321}">
                <p14:modId xmlns:p14="http://schemas.microsoft.com/office/powerpoint/2010/main" val="4159052460"/>
              </p:ext>
            </p:extLst>
          </p:nvPr>
        </p:nvGraphicFramePr>
        <p:xfrm>
          <a:off x="832604" y="2083105"/>
          <a:ext cx="2951114" cy="237673"/>
        </p:xfrm>
        <a:graphic>
          <a:graphicData uri="http://schemas.openxmlformats.org/presentationml/2006/ole">
            <mc:AlternateContent xmlns:mc="http://schemas.openxmlformats.org/markup-compatibility/2006">
              <mc:Choice xmlns:v="urn:schemas-microsoft-com:vml" Requires="v">
                <p:oleObj name="Equation" r:id="rId4" imgW="3784320" imgH="304560" progId="Equation.DSMT4">
                  <p:embed/>
                </p:oleObj>
              </mc:Choice>
              <mc:Fallback>
                <p:oleObj name="Equation" r:id="rId4" imgW="3784320" imgH="304560" progId="Equation.DSMT4">
                  <p:embed/>
                  <p:pic>
                    <p:nvPicPr>
                      <p:cNvPr id="0" name=""/>
                      <p:cNvPicPr/>
                      <p:nvPr/>
                    </p:nvPicPr>
                    <p:blipFill>
                      <a:blip r:embed="rId5"/>
                      <a:stretch>
                        <a:fillRect/>
                      </a:stretch>
                    </p:blipFill>
                    <p:spPr>
                      <a:xfrm>
                        <a:off x="832604" y="2083105"/>
                        <a:ext cx="2951114" cy="237673"/>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36EEE61B-F8AA-40C6-9A20-EF711C96F7E1}"/>
              </a:ext>
            </a:extLst>
          </p:cNvPr>
          <p:cNvGraphicFramePr>
            <a:graphicFrameLocks noChangeAspect="1"/>
          </p:cNvGraphicFramePr>
          <p:nvPr>
            <p:extLst>
              <p:ext uri="{D42A27DB-BD31-4B8C-83A1-F6EECF244321}">
                <p14:modId xmlns:p14="http://schemas.microsoft.com/office/powerpoint/2010/main" val="3839867500"/>
              </p:ext>
            </p:extLst>
          </p:nvPr>
        </p:nvGraphicFramePr>
        <p:xfrm>
          <a:off x="818501" y="2410417"/>
          <a:ext cx="2020224" cy="237673"/>
        </p:xfrm>
        <a:graphic>
          <a:graphicData uri="http://schemas.openxmlformats.org/presentationml/2006/ole">
            <mc:AlternateContent xmlns:mc="http://schemas.openxmlformats.org/markup-compatibility/2006">
              <mc:Choice xmlns:v="urn:schemas-microsoft-com:vml" Requires="v">
                <p:oleObj name="Equation" r:id="rId6" imgW="2590560" imgH="304560" progId="Equation.DSMT4">
                  <p:embed/>
                </p:oleObj>
              </mc:Choice>
              <mc:Fallback>
                <p:oleObj name="Equation" r:id="rId6" imgW="2590560" imgH="304560" progId="Equation.DSMT4">
                  <p:embed/>
                  <p:pic>
                    <p:nvPicPr>
                      <p:cNvPr id="0" name=""/>
                      <p:cNvPicPr/>
                      <p:nvPr/>
                    </p:nvPicPr>
                    <p:blipFill>
                      <a:blip r:embed="rId7"/>
                      <a:stretch>
                        <a:fillRect/>
                      </a:stretch>
                    </p:blipFill>
                    <p:spPr>
                      <a:xfrm>
                        <a:off x="818501" y="2410417"/>
                        <a:ext cx="2020224" cy="237673"/>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ED5EF3BB-820B-4F3D-8678-9B825C25D709}"/>
              </a:ext>
            </a:extLst>
          </p:cNvPr>
          <p:cNvGraphicFramePr>
            <a:graphicFrameLocks noChangeAspect="1"/>
          </p:cNvGraphicFramePr>
          <p:nvPr>
            <p:extLst>
              <p:ext uri="{D42A27DB-BD31-4B8C-83A1-F6EECF244321}">
                <p14:modId xmlns:p14="http://schemas.microsoft.com/office/powerpoint/2010/main" val="4023044557"/>
              </p:ext>
            </p:extLst>
          </p:nvPr>
        </p:nvGraphicFramePr>
        <p:xfrm>
          <a:off x="4727828" y="1723236"/>
          <a:ext cx="2997200" cy="263525"/>
        </p:xfrm>
        <a:graphic>
          <a:graphicData uri="http://schemas.openxmlformats.org/presentationml/2006/ole">
            <mc:AlternateContent xmlns:mc="http://schemas.openxmlformats.org/markup-compatibility/2006">
              <mc:Choice xmlns:v="urn:schemas-microsoft-com:vml" Requires="v">
                <p:oleObj name="Equation" r:id="rId8" imgW="3479760" imgH="304560" progId="Equation.DSMT4">
                  <p:embed/>
                </p:oleObj>
              </mc:Choice>
              <mc:Fallback>
                <p:oleObj name="Equation" r:id="rId8" imgW="3479760" imgH="304560" progId="Equation.DSMT4">
                  <p:embed/>
                  <p:pic>
                    <p:nvPicPr>
                      <p:cNvPr id="0" name=""/>
                      <p:cNvPicPr/>
                      <p:nvPr/>
                    </p:nvPicPr>
                    <p:blipFill>
                      <a:blip r:embed="rId9"/>
                      <a:stretch>
                        <a:fillRect/>
                      </a:stretch>
                    </p:blipFill>
                    <p:spPr>
                      <a:xfrm>
                        <a:off x="4727828" y="1723236"/>
                        <a:ext cx="2997200" cy="263525"/>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0C849298-587E-4A02-846F-3A5B5FFBE846}"/>
              </a:ext>
            </a:extLst>
          </p:cNvPr>
          <p:cNvGraphicFramePr>
            <a:graphicFrameLocks noChangeAspect="1"/>
          </p:cNvGraphicFramePr>
          <p:nvPr>
            <p:extLst>
              <p:ext uri="{D42A27DB-BD31-4B8C-83A1-F6EECF244321}">
                <p14:modId xmlns:p14="http://schemas.microsoft.com/office/powerpoint/2010/main" val="793532835"/>
              </p:ext>
            </p:extLst>
          </p:nvPr>
        </p:nvGraphicFramePr>
        <p:xfrm>
          <a:off x="5150339" y="2042840"/>
          <a:ext cx="1681163" cy="209550"/>
        </p:xfrm>
        <a:graphic>
          <a:graphicData uri="http://schemas.openxmlformats.org/presentationml/2006/ole">
            <mc:AlternateContent xmlns:mc="http://schemas.openxmlformats.org/markup-compatibility/2006">
              <mc:Choice xmlns:v="urn:schemas-microsoft-com:vml" Requires="v">
                <p:oleObj name="Equation" r:id="rId10" imgW="2031840" imgH="253800" progId="Equation.DSMT4">
                  <p:embed/>
                </p:oleObj>
              </mc:Choice>
              <mc:Fallback>
                <p:oleObj name="Equation" r:id="rId10" imgW="2031840" imgH="253800" progId="Equation.DSMT4">
                  <p:embed/>
                  <p:pic>
                    <p:nvPicPr>
                      <p:cNvPr id="0" name=""/>
                      <p:cNvPicPr/>
                      <p:nvPr/>
                    </p:nvPicPr>
                    <p:blipFill>
                      <a:blip r:embed="rId11"/>
                      <a:stretch>
                        <a:fillRect/>
                      </a:stretch>
                    </p:blipFill>
                    <p:spPr>
                      <a:xfrm>
                        <a:off x="5150339" y="2042840"/>
                        <a:ext cx="1681163" cy="209550"/>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8CD47C20-DCC3-40B0-A65A-86999570EF3B}"/>
              </a:ext>
            </a:extLst>
          </p:cNvPr>
          <p:cNvGraphicFramePr>
            <a:graphicFrameLocks noChangeAspect="1"/>
          </p:cNvGraphicFramePr>
          <p:nvPr>
            <p:extLst>
              <p:ext uri="{D42A27DB-BD31-4B8C-83A1-F6EECF244321}">
                <p14:modId xmlns:p14="http://schemas.microsoft.com/office/powerpoint/2010/main" val="1695941990"/>
              </p:ext>
            </p:extLst>
          </p:nvPr>
        </p:nvGraphicFramePr>
        <p:xfrm>
          <a:off x="4837113" y="2344738"/>
          <a:ext cx="2162175" cy="501650"/>
        </p:xfrm>
        <a:graphic>
          <a:graphicData uri="http://schemas.openxmlformats.org/presentationml/2006/ole">
            <mc:AlternateContent xmlns:mc="http://schemas.openxmlformats.org/markup-compatibility/2006">
              <mc:Choice xmlns:v="urn:schemas-microsoft-com:vml" Requires="v">
                <p:oleObj name="Equation" r:id="rId12" imgW="2616120" imgH="609480" progId="Equation.DSMT4">
                  <p:embed/>
                </p:oleObj>
              </mc:Choice>
              <mc:Fallback>
                <p:oleObj name="Equation" r:id="rId12" imgW="2616120" imgH="609480" progId="Equation.DSMT4">
                  <p:embed/>
                  <p:pic>
                    <p:nvPicPr>
                      <p:cNvPr id="0" name=""/>
                      <p:cNvPicPr/>
                      <p:nvPr/>
                    </p:nvPicPr>
                    <p:blipFill>
                      <a:blip r:embed="rId13"/>
                      <a:stretch>
                        <a:fillRect/>
                      </a:stretch>
                    </p:blipFill>
                    <p:spPr>
                      <a:xfrm>
                        <a:off x="4837113" y="2344738"/>
                        <a:ext cx="2162175" cy="501650"/>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A3ABD069-1C96-4902-806F-2C4A46F64649}"/>
              </a:ext>
            </a:extLst>
          </p:cNvPr>
          <p:cNvGraphicFramePr>
            <a:graphicFrameLocks noChangeAspect="1"/>
          </p:cNvGraphicFramePr>
          <p:nvPr>
            <p:extLst>
              <p:ext uri="{D42A27DB-BD31-4B8C-83A1-F6EECF244321}">
                <p14:modId xmlns:p14="http://schemas.microsoft.com/office/powerpoint/2010/main" val="2294090653"/>
              </p:ext>
            </p:extLst>
          </p:nvPr>
        </p:nvGraphicFramePr>
        <p:xfrm>
          <a:off x="809625" y="2997654"/>
          <a:ext cx="3687762" cy="223837"/>
        </p:xfrm>
        <a:graphic>
          <a:graphicData uri="http://schemas.openxmlformats.org/presentationml/2006/ole">
            <mc:AlternateContent xmlns:mc="http://schemas.openxmlformats.org/markup-compatibility/2006">
              <mc:Choice xmlns:v="urn:schemas-microsoft-com:vml" Requires="v">
                <p:oleObj name="Equation" r:id="rId14" imgW="5003640" imgH="304560" progId="Equation.DSMT4">
                  <p:embed/>
                </p:oleObj>
              </mc:Choice>
              <mc:Fallback>
                <p:oleObj name="Equation" r:id="rId14" imgW="5003640" imgH="304560" progId="Equation.DSMT4">
                  <p:embed/>
                  <p:pic>
                    <p:nvPicPr>
                      <p:cNvPr id="7" name="Object 6">
                        <a:extLst>
                          <a:ext uri="{FF2B5EF4-FFF2-40B4-BE49-F238E27FC236}">
                            <a16:creationId xmlns:a16="http://schemas.microsoft.com/office/drawing/2014/main" id="{1D57A560-018B-4D27-826A-71E66CBD2742}"/>
                          </a:ext>
                        </a:extLst>
                      </p:cNvPr>
                      <p:cNvPicPr/>
                      <p:nvPr/>
                    </p:nvPicPr>
                    <p:blipFill>
                      <a:blip r:embed="rId15"/>
                      <a:stretch>
                        <a:fillRect/>
                      </a:stretch>
                    </p:blipFill>
                    <p:spPr>
                      <a:xfrm>
                        <a:off x="809625" y="2997654"/>
                        <a:ext cx="3687762" cy="223837"/>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327EE494-CF32-4C97-95D9-C305BF9DEBFC}"/>
              </a:ext>
            </a:extLst>
          </p:cNvPr>
          <p:cNvGraphicFramePr>
            <a:graphicFrameLocks noChangeAspect="1"/>
          </p:cNvGraphicFramePr>
          <p:nvPr>
            <p:extLst>
              <p:ext uri="{D42A27DB-BD31-4B8C-83A1-F6EECF244321}">
                <p14:modId xmlns:p14="http://schemas.microsoft.com/office/powerpoint/2010/main" val="1777739833"/>
              </p:ext>
            </p:extLst>
          </p:nvPr>
        </p:nvGraphicFramePr>
        <p:xfrm>
          <a:off x="809625" y="3301119"/>
          <a:ext cx="3034020" cy="226138"/>
        </p:xfrm>
        <a:graphic>
          <a:graphicData uri="http://schemas.openxmlformats.org/presentationml/2006/ole">
            <mc:AlternateContent xmlns:mc="http://schemas.openxmlformats.org/markup-compatibility/2006">
              <mc:Choice xmlns:v="urn:schemas-microsoft-com:vml" Requires="v">
                <p:oleObj name="Equation" r:id="rId16" imgW="4089240" imgH="304560" progId="Equation.DSMT4">
                  <p:embed/>
                </p:oleObj>
              </mc:Choice>
              <mc:Fallback>
                <p:oleObj name="Equation" r:id="rId16" imgW="4089240" imgH="304560" progId="Equation.DSMT4">
                  <p:embed/>
                  <p:pic>
                    <p:nvPicPr>
                      <p:cNvPr id="0" name=""/>
                      <p:cNvPicPr/>
                      <p:nvPr/>
                    </p:nvPicPr>
                    <p:blipFill>
                      <a:blip r:embed="rId17"/>
                      <a:stretch>
                        <a:fillRect/>
                      </a:stretch>
                    </p:blipFill>
                    <p:spPr>
                      <a:xfrm>
                        <a:off x="809625" y="3301119"/>
                        <a:ext cx="3034020" cy="226138"/>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464DFDA2-E365-4194-ACAB-4CB687ED750C}"/>
              </a:ext>
            </a:extLst>
          </p:cNvPr>
          <p:cNvGraphicFramePr>
            <a:graphicFrameLocks noChangeAspect="1"/>
          </p:cNvGraphicFramePr>
          <p:nvPr>
            <p:extLst>
              <p:ext uri="{D42A27DB-BD31-4B8C-83A1-F6EECF244321}">
                <p14:modId xmlns:p14="http://schemas.microsoft.com/office/powerpoint/2010/main" val="449656577"/>
              </p:ext>
            </p:extLst>
          </p:nvPr>
        </p:nvGraphicFramePr>
        <p:xfrm>
          <a:off x="809625" y="3578392"/>
          <a:ext cx="3203624" cy="282672"/>
        </p:xfrm>
        <a:graphic>
          <a:graphicData uri="http://schemas.openxmlformats.org/presentationml/2006/ole">
            <mc:AlternateContent xmlns:mc="http://schemas.openxmlformats.org/markup-compatibility/2006">
              <mc:Choice xmlns:v="urn:schemas-microsoft-com:vml" Requires="v">
                <p:oleObj name="Equation" r:id="rId18" imgW="4317840" imgH="380880" progId="Equation.DSMT4">
                  <p:embed/>
                </p:oleObj>
              </mc:Choice>
              <mc:Fallback>
                <p:oleObj name="Equation" r:id="rId18" imgW="4317840" imgH="380880" progId="Equation.DSMT4">
                  <p:embed/>
                  <p:pic>
                    <p:nvPicPr>
                      <p:cNvPr id="0" name=""/>
                      <p:cNvPicPr/>
                      <p:nvPr/>
                    </p:nvPicPr>
                    <p:blipFill>
                      <a:blip r:embed="rId19"/>
                      <a:stretch>
                        <a:fillRect/>
                      </a:stretch>
                    </p:blipFill>
                    <p:spPr>
                      <a:xfrm>
                        <a:off x="809625" y="3578392"/>
                        <a:ext cx="3203624" cy="282672"/>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371300FF-A892-4164-83B3-A6B092A9DA0B}"/>
              </a:ext>
            </a:extLst>
          </p:cNvPr>
          <p:cNvGraphicFramePr>
            <a:graphicFrameLocks noChangeAspect="1"/>
          </p:cNvGraphicFramePr>
          <p:nvPr>
            <p:extLst>
              <p:ext uri="{D42A27DB-BD31-4B8C-83A1-F6EECF244321}">
                <p14:modId xmlns:p14="http://schemas.microsoft.com/office/powerpoint/2010/main" val="1130421917"/>
              </p:ext>
            </p:extLst>
          </p:nvPr>
        </p:nvGraphicFramePr>
        <p:xfrm>
          <a:off x="802098" y="3918520"/>
          <a:ext cx="2374449" cy="226138"/>
        </p:xfrm>
        <a:graphic>
          <a:graphicData uri="http://schemas.openxmlformats.org/presentationml/2006/ole">
            <mc:AlternateContent xmlns:mc="http://schemas.openxmlformats.org/markup-compatibility/2006">
              <mc:Choice xmlns:v="urn:schemas-microsoft-com:vml" Requires="v">
                <p:oleObj name="Equation" r:id="rId20" imgW="3200400" imgH="304560" progId="Equation.DSMT4">
                  <p:embed/>
                </p:oleObj>
              </mc:Choice>
              <mc:Fallback>
                <p:oleObj name="Equation" r:id="rId20" imgW="3200400" imgH="304560" progId="Equation.DSMT4">
                  <p:embed/>
                  <p:pic>
                    <p:nvPicPr>
                      <p:cNvPr id="0" name=""/>
                      <p:cNvPicPr/>
                      <p:nvPr/>
                    </p:nvPicPr>
                    <p:blipFill>
                      <a:blip r:embed="rId21"/>
                      <a:stretch>
                        <a:fillRect/>
                      </a:stretch>
                    </p:blipFill>
                    <p:spPr>
                      <a:xfrm>
                        <a:off x="802098" y="3918520"/>
                        <a:ext cx="2374449" cy="226138"/>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E3E8216E-9205-46B4-BB2E-5BED24F491B6}"/>
              </a:ext>
            </a:extLst>
          </p:cNvPr>
          <p:cNvGraphicFramePr>
            <a:graphicFrameLocks noChangeAspect="1"/>
          </p:cNvGraphicFramePr>
          <p:nvPr>
            <p:extLst>
              <p:ext uri="{D42A27DB-BD31-4B8C-83A1-F6EECF244321}">
                <p14:modId xmlns:p14="http://schemas.microsoft.com/office/powerpoint/2010/main" val="4278378"/>
              </p:ext>
            </p:extLst>
          </p:nvPr>
        </p:nvGraphicFramePr>
        <p:xfrm>
          <a:off x="4722787" y="3059217"/>
          <a:ext cx="2956818" cy="259941"/>
        </p:xfrm>
        <a:graphic>
          <a:graphicData uri="http://schemas.openxmlformats.org/presentationml/2006/ole">
            <mc:AlternateContent xmlns:mc="http://schemas.openxmlformats.org/markup-compatibility/2006">
              <mc:Choice xmlns:v="urn:schemas-microsoft-com:vml" Requires="v">
                <p:oleObj name="Equation" r:id="rId22" imgW="3466800" imgH="304560" progId="Equation.DSMT4">
                  <p:embed/>
                </p:oleObj>
              </mc:Choice>
              <mc:Fallback>
                <p:oleObj name="Equation" r:id="rId22" imgW="3466800" imgH="304560" progId="Equation.DSMT4">
                  <p:embed/>
                  <p:pic>
                    <p:nvPicPr>
                      <p:cNvPr id="0" name=""/>
                      <p:cNvPicPr/>
                      <p:nvPr/>
                    </p:nvPicPr>
                    <p:blipFill>
                      <a:blip r:embed="rId23"/>
                      <a:stretch>
                        <a:fillRect/>
                      </a:stretch>
                    </p:blipFill>
                    <p:spPr>
                      <a:xfrm>
                        <a:off x="4722787" y="3059217"/>
                        <a:ext cx="2956818" cy="259941"/>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45B5690B-76E0-4691-A1C4-D598FBD97669}"/>
              </a:ext>
            </a:extLst>
          </p:cNvPr>
          <p:cNvGraphicFramePr>
            <a:graphicFrameLocks noChangeAspect="1"/>
          </p:cNvGraphicFramePr>
          <p:nvPr>
            <p:extLst>
              <p:ext uri="{D42A27DB-BD31-4B8C-83A1-F6EECF244321}">
                <p14:modId xmlns:p14="http://schemas.microsoft.com/office/powerpoint/2010/main" val="3166436325"/>
              </p:ext>
            </p:extLst>
          </p:nvPr>
        </p:nvGraphicFramePr>
        <p:xfrm>
          <a:off x="5246309" y="3370298"/>
          <a:ext cx="2195512" cy="265113"/>
        </p:xfrm>
        <a:graphic>
          <a:graphicData uri="http://schemas.openxmlformats.org/presentationml/2006/ole">
            <mc:AlternateContent xmlns:mc="http://schemas.openxmlformats.org/markup-compatibility/2006">
              <mc:Choice xmlns:v="urn:schemas-microsoft-com:vml" Requires="v">
                <p:oleObj name="Equation" r:id="rId24" imgW="2527200" imgH="304560" progId="Equation.DSMT4">
                  <p:embed/>
                </p:oleObj>
              </mc:Choice>
              <mc:Fallback>
                <p:oleObj name="Equation" r:id="rId24" imgW="2527200" imgH="304560" progId="Equation.DSMT4">
                  <p:embed/>
                  <p:pic>
                    <p:nvPicPr>
                      <p:cNvPr id="0" name=""/>
                      <p:cNvPicPr/>
                      <p:nvPr/>
                    </p:nvPicPr>
                    <p:blipFill>
                      <a:blip r:embed="rId25"/>
                      <a:stretch>
                        <a:fillRect/>
                      </a:stretch>
                    </p:blipFill>
                    <p:spPr>
                      <a:xfrm>
                        <a:off x="5246309" y="3370298"/>
                        <a:ext cx="2195512" cy="265113"/>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4864C638-A3BA-484F-9F0A-06C950225546}"/>
              </a:ext>
            </a:extLst>
          </p:cNvPr>
          <p:cNvGraphicFramePr>
            <a:graphicFrameLocks noChangeAspect="1"/>
          </p:cNvGraphicFramePr>
          <p:nvPr>
            <p:extLst>
              <p:ext uri="{D42A27DB-BD31-4B8C-83A1-F6EECF244321}">
                <p14:modId xmlns:p14="http://schemas.microsoft.com/office/powerpoint/2010/main" val="3136790000"/>
              </p:ext>
            </p:extLst>
          </p:nvPr>
        </p:nvGraphicFramePr>
        <p:xfrm>
          <a:off x="4722787" y="3643960"/>
          <a:ext cx="3085329" cy="533944"/>
        </p:xfrm>
        <a:graphic>
          <a:graphicData uri="http://schemas.openxmlformats.org/presentationml/2006/ole">
            <mc:AlternateContent xmlns:mc="http://schemas.openxmlformats.org/markup-compatibility/2006">
              <mc:Choice xmlns:v="urn:schemas-microsoft-com:vml" Requires="v">
                <p:oleObj name="Equation" r:id="rId26" imgW="3822480" imgH="660240" progId="Equation.DSMT4">
                  <p:embed/>
                </p:oleObj>
              </mc:Choice>
              <mc:Fallback>
                <p:oleObj name="Equation" r:id="rId26" imgW="3822480" imgH="660240" progId="Equation.DSMT4">
                  <p:embed/>
                  <p:pic>
                    <p:nvPicPr>
                      <p:cNvPr id="0" name=""/>
                      <p:cNvPicPr/>
                      <p:nvPr/>
                    </p:nvPicPr>
                    <p:blipFill>
                      <a:blip r:embed="rId27"/>
                      <a:stretch>
                        <a:fillRect/>
                      </a:stretch>
                    </p:blipFill>
                    <p:spPr>
                      <a:xfrm>
                        <a:off x="4722787" y="3643960"/>
                        <a:ext cx="3085329" cy="533944"/>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5F29D424-BD06-39FD-D0E1-EDA3C0B56D53}"/>
              </a:ext>
            </a:extLst>
          </p:cNvPr>
          <p:cNvGraphicFramePr>
            <a:graphicFrameLocks noChangeAspect="1"/>
          </p:cNvGraphicFramePr>
          <p:nvPr>
            <p:extLst>
              <p:ext uri="{D42A27DB-BD31-4B8C-83A1-F6EECF244321}">
                <p14:modId xmlns:p14="http://schemas.microsoft.com/office/powerpoint/2010/main" val="3730714678"/>
              </p:ext>
            </p:extLst>
          </p:nvPr>
        </p:nvGraphicFramePr>
        <p:xfrm>
          <a:off x="834046" y="4553081"/>
          <a:ext cx="2776543" cy="246530"/>
        </p:xfrm>
        <a:graphic>
          <a:graphicData uri="http://schemas.openxmlformats.org/presentationml/2006/ole">
            <mc:AlternateContent xmlns:mc="http://schemas.openxmlformats.org/markup-compatibility/2006">
              <mc:Choice xmlns:v="urn:schemas-microsoft-com:vml" Requires="v">
                <p:oleObj name="Equation" r:id="rId28" imgW="3441600" imgH="304560" progId="Equation.DSMT4">
                  <p:embed/>
                </p:oleObj>
              </mc:Choice>
              <mc:Fallback>
                <p:oleObj name="Equation" r:id="rId28" imgW="3441600" imgH="304560" progId="Equation.DSMT4">
                  <p:embed/>
                  <p:pic>
                    <p:nvPicPr>
                      <p:cNvPr id="13" name="Object 12">
                        <a:extLst>
                          <a:ext uri="{FF2B5EF4-FFF2-40B4-BE49-F238E27FC236}">
                            <a16:creationId xmlns:a16="http://schemas.microsoft.com/office/drawing/2014/main" id="{B8BE3776-0311-4CD5-8CF5-7B40AC996269}"/>
                          </a:ext>
                        </a:extLst>
                      </p:cNvPr>
                      <p:cNvPicPr/>
                      <p:nvPr/>
                    </p:nvPicPr>
                    <p:blipFill>
                      <a:blip r:embed="rId29"/>
                      <a:stretch>
                        <a:fillRect/>
                      </a:stretch>
                    </p:blipFill>
                    <p:spPr>
                      <a:xfrm>
                        <a:off x="834046" y="4553081"/>
                        <a:ext cx="2776543" cy="246530"/>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E26A0EA4-FDC2-0D78-119B-22A8E0BDAD7D}"/>
              </a:ext>
            </a:extLst>
          </p:cNvPr>
          <p:cNvGraphicFramePr>
            <a:graphicFrameLocks noChangeAspect="1"/>
          </p:cNvGraphicFramePr>
          <p:nvPr>
            <p:extLst>
              <p:ext uri="{D42A27DB-BD31-4B8C-83A1-F6EECF244321}">
                <p14:modId xmlns:p14="http://schemas.microsoft.com/office/powerpoint/2010/main" val="1397556456"/>
              </p:ext>
            </p:extLst>
          </p:nvPr>
        </p:nvGraphicFramePr>
        <p:xfrm>
          <a:off x="828736" y="4886527"/>
          <a:ext cx="2858206" cy="241907"/>
        </p:xfrm>
        <a:graphic>
          <a:graphicData uri="http://schemas.openxmlformats.org/presentationml/2006/ole">
            <mc:AlternateContent xmlns:mc="http://schemas.openxmlformats.org/markup-compatibility/2006">
              <mc:Choice xmlns:v="urn:schemas-microsoft-com:vml" Requires="v">
                <p:oleObj name="Equation" r:id="rId30" imgW="3593880" imgH="304560" progId="Equation.DSMT4">
                  <p:embed/>
                </p:oleObj>
              </mc:Choice>
              <mc:Fallback>
                <p:oleObj name="Equation" r:id="rId30" imgW="3593880" imgH="304560" progId="Equation.DSMT4">
                  <p:embed/>
                  <p:pic>
                    <p:nvPicPr>
                      <p:cNvPr id="4" name="Object 3">
                        <a:extLst>
                          <a:ext uri="{FF2B5EF4-FFF2-40B4-BE49-F238E27FC236}">
                            <a16:creationId xmlns:a16="http://schemas.microsoft.com/office/drawing/2014/main" id="{D2BE676A-2BC7-1C27-A09B-566974FD3DE6}"/>
                          </a:ext>
                        </a:extLst>
                      </p:cNvPr>
                      <p:cNvPicPr/>
                      <p:nvPr/>
                    </p:nvPicPr>
                    <p:blipFill>
                      <a:blip r:embed="rId31"/>
                      <a:stretch>
                        <a:fillRect/>
                      </a:stretch>
                    </p:blipFill>
                    <p:spPr>
                      <a:xfrm>
                        <a:off x="828736" y="4886527"/>
                        <a:ext cx="2858206" cy="241907"/>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4361437A-B565-4A51-9F1D-66A872E4093B}"/>
              </a:ext>
            </a:extLst>
          </p:cNvPr>
          <p:cNvGraphicFramePr>
            <a:graphicFrameLocks noChangeAspect="1"/>
          </p:cNvGraphicFramePr>
          <p:nvPr>
            <p:extLst>
              <p:ext uri="{D42A27DB-BD31-4B8C-83A1-F6EECF244321}">
                <p14:modId xmlns:p14="http://schemas.microsoft.com/office/powerpoint/2010/main" val="336234560"/>
              </p:ext>
            </p:extLst>
          </p:nvPr>
        </p:nvGraphicFramePr>
        <p:xfrm>
          <a:off x="4722787" y="4359500"/>
          <a:ext cx="2850328" cy="247275"/>
        </p:xfrm>
        <a:graphic>
          <a:graphicData uri="http://schemas.openxmlformats.org/presentationml/2006/ole">
            <mc:AlternateContent xmlns:mc="http://schemas.openxmlformats.org/markup-compatibility/2006">
              <mc:Choice xmlns:v="urn:schemas-microsoft-com:vml" Requires="v">
                <p:oleObj name="Equation" r:id="rId32" imgW="3517560" imgH="304560" progId="Equation.DSMT4">
                  <p:embed/>
                </p:oleObj>
              </mc:Choice>
              <mc:Fallback>
                <p:oleObj name="Equation" r:id="rId32" imgW="3517560" imgH="304560" progId="Equation.DSMT4">
                  <p:embed/>
                  <p:pic>
                    <p:nvPicPr>
                      <p:cNvPr id="0" name=""/>
                      <p:cNvPicPr/>
                      <p:nvPr/>
                    </p:nvPicPr>
                    <p:blipFill>
                      <a:blip r:embed="rId33"/>
                      <a:stretch>
                        <a:fillRect/>
                      </a:stretch>
                    </p:blipFill>
                    <p:spPr>
                      <a:xfrm>
                        <a:off x="4722787" y="4359500"/>
                        <a:ext cx="2850328" cy="247275"/>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FDCFE48D-AAF6-4736-8C74-53DA3B154396}"/>
              </a:ext>
            </a:extLst>
          </p:cNvPr>
          <p:cNvGraphicFramePr>
            <a:graphicFrameLocks noChangeAspect="1"/>
          </p:cNvGraphicFramePr>
          <p:nvPr>
            <p:extLst>
              <p:ext uri="{D42A27DB-BD31-4B8C-83A1-F6EECF244321}">
                <p14:modId xmlns:p14="http://schemas.microsoft.com/office/powerpoint/2010/main" val="1494945687"/>
              </p:ext>
            </p:extLst>
          </p:nvPr>
        </p:nvGraphicFramePr>
        <p:xfrm>
          <a:off x="5150339" y="4658088"/>
          <a:ext cx="2596538" cy="210246"/>
        </p:xfrm>
        <a:graphic>
          <a:graphicData uri="http://schemas.openxmlformats.org/presentationml/2006/ole">
            <mc:AlternateContent xmlns:mc="http://schemas.openxmlformats.org/markup-compatibility/2006">
              <mc:Choice xmlns:v="urn:schemas-microsoft-com:vml" Requires="v">
                <p:oleObj name="Equation" r:id="rId34" imgW="3136680" imgH="253800" progId="Equation.DSMT4">
                  <p:embed/>
                </p:oleObj>
              </mc:Choice>
              <mc:Fallback>
                <p:oleObj name="Equation" r:id="rId34" imgW="3136680" imgH="253800" progId="Equation.DSMT4">
                  <p:embed/>
                  <p:pic>
                    <p:nvPicPr>
                      <p:cNvPr id="0" name=""/>
                      <p:cNvPicPr/>
                      <p:nvPr/>
                    </p:nvPicPr>
                    <p:blipFill>
                      <a:blip r:embed="rId35"/>
                      <a:stretch>
                        <a:fillRect/>
                      </a:stretch>
                    </p:blipFill>
                    <p:spPr>
                      <a:xfrm>
                        <a:off x="5150339" y="4658088"/>
                        <a:ext cx="2596538" cy="210246"/>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C2145198-AF6C-4D33-83B9-AC9517E076DF}"/>
              </a:ext>
            </a:extLst>
          </p:cNvPr>
          <p:cNvGraphicFramePr>
            <a:graphicFrameLocks noChangeAspect="1"/>
          </p:cNvGraphicFramePr>
          <p:nvPr>
            <p:extLst>
              <p:ext uri="{D42A27DB-BD31-4B8C-83A1-F6EECF244321}">
                <p14:modId xmlns:p14="http://schemas.microsoft.com/office/powerpoint/2010/main" val="3103893948"/>
              </p:ext>
            </p:extLst>
          </p:nvPr>
        </p:nvGraphicFramePr>
        <p:xfrm>
          <a:off x="4722787" y="5028979"/>
          <a:ext cx="2690717" cy="527262"/>
        </p:xfrm>
        <a:graphic>
          <a:graphicData uri="http://schemas.openxmlformats.org/presentationml/2006/ole">
            <mc:AlternateContent xmlns:mc="http://schemas.openxmlformats.org/markup-compatibility/2006">
              <mc:Choice xmlns:v="urn:schemas-microsoft-com:vml" Requires="v">
                <p:oleObj name="Equation" r:id="rId36" imgW="3365280" imgH="660240" progId="Equation.DSMT4">
                  <p:embed/>
                </p:oleObj>
              </mc:Choice>
              <mc:Fallback>
                <p:oleObj name="Equation" r:id="rId36" imgW="3365280" imgH="660240" progId="Equation.DSMT4">
                  <p:embed/>
                  <p:pic>
                    <p:nvPicPr>
                      <p:cNvPr id="0" name=""/>
                      <p:cNvPicPr/>
                      <p:nvPr/>
                    </p:nvPicPr>
                    <p:blipFill>
                      <a:blip r:embed="rId37"/>
                      <a:stretch>
                        <a:fillRect/>
                      </a:stretch>
                    </p:blipFill>
                    <p:spPr>
                      <a:xfrm>
                        <a:off x="4722787" y="5028979"/>
                        <a:ext cx="2690717" cy="527262"/>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988346C2-2301-43D1-9213-01D1CB741C24}"/>
              </a:ext>
            </a:extLst>
          </p:cNvPr>
          <p:cNvSpPr>
            <a:spLocks noGrp="1"/>
          </p:cNvSpPr>
          <p:nvPr>
            <p:ph type="sldNum" sz="quarter" idx="10"/>
          </p:nvPr>
        </p:nvSpPr>
        <p:spPr/>
        <p:txBody>
          <a:bodyPr/>
          <a:lstStyle/>
          <a:p>
            <a:fld id="{68151E55-6873-49E2-B8D5-2F265E6F1973}" type="slidenum">
              <a:rPr lang="en-US" smtClean="0"/>
              <a:t>12</a:t>
            </a:fld>
            <a:endParaRPr lang="en-US"/>
          </a:p>
        </p:txBody>
      </p:sp>
    </p:spTree>
    <p:extLst>
      <p:ext uri="{BB962C8B-B14F-4D97-AF65-F5344CB8AC3E}">
        <p14:creationId xmlns:p14="http://schemas.microsoft.com/office/powerpoint/2010/main" val="2443886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A7456-94B7-4619-A003-63B3DEEC82AA}"/>
              </a:ext>
            </a:extLst>
          </p:cNvPr>
          <p:cNvSpPr>
            <a:spLocks noGrp="1"/>
          </p:cNvSpPr>
          <p:nvPr>
            <p:ph type="title"/>
          </p:nvPr>
        </p:nvSpPr>
        <p:spPr>
          <a:xfrm>
            <a:off x="342899" y="192490"/>
            <a:ext cx="8137423" cy="903231"/>
          </a:xfrm>
        </p:spPr>
        <p:txBody>
          <a:bodyPr>
            <a:normAutofit/>
          </a:bodyPr>
          <a:lstStyle/>
          <a:p>
            <a:r>
              <a:rPr lang="en-US" sz="3600" dirty="0"/>
              <a:t>Law of Large Numbers </a:t>
            </a:r>
            <a:r>
              <a:rPr lang="en-US" sz="1000" b="0" baseline="0" dirty="0"/>
              <a:t>1</a:t>
            </a:r>
          </a:p>
        </p:txBody>
      </p:sp>
      <p:sp>
        <p:nvSpPr>
          <p:cNvPr id="3" name="Content Placeholder 2">
            <a:extLst>
              <a:ext uri="{FF2B5EF4-FFF2-40B4-BE49-F238E27FC236}">
                <a16:creationId xmlns:a16="http://schemas.microsoft.com/office/drawing/2014/main" id="{8719A2D3-6236-4D9E-8D8F-6E31BD737394}"/>
              </a:ext>
            </a:extLst>
          </p:cNvPr>
          <p:cNvSpPr>
            <a:spLocks noGrp="1"/>
          </p:cNvSpPr>
          <p:nvPr>
            <p:ph sz="quarter" idx="11"/>
          </p:nvPr>
        </p:nvSpPr>
        <p:spPr>
          <a:xfrm>
            <a:off x="8666828" y="55526"/>
            <a:ext cx="434320" cy="1221840"/>
          </a:xfrm>
        </p:spPr>
        <p:txBody>
          <a:bodyPr vert="vert" rIns="0"/>
          <a:lstStyle/>
          <a:p>
            <a:pPr marL="1025525" indent="-1025525"/>
            <a:r>
              <a:rPr lang="en-US" b="1" dirty="0"/>
              <a:t>L</a:t>
            </a:r>
            <a:r>
              <a:rPr lang="en-US" sz="100" b="1" dirty="0"/>
              <a:t> </a:t>
            </a:r>
            <a:r>
              <a:rPr lang="en-US" b="1" dirty="0"/>
              <a:t>O 5.2</a:t>
            </a:r>
            <a:endParaRPr lang="en-IN" b="1" dirty="0"/>
          </a:p>
        </p:txBody>
      </p:sp>
      <p:sp>
        <p:nvSpPr>
          <p:cNvPr id="4" name="Content Placeholder 3">
            <a:extLst>
              <a:ext uri="{FF2B5EF4-FFF2-40B4-BE49-F238E27FC236}">
                <a16:creationId xmlns:a16="http://schemas.microsoft.com/office/drawing/2014/main" id="{06E82D9C-6538-4423-A7D7-93322C33677B}"/>
              </a:ext>
            </a:extLst>
          </p:cNvPr>
          <p:cNvSpPr>
            <a:spLocks noGrp="1"/>
          </p:cNvSpPr>
          <p:nvPr>
            <p:ph sz="quarter" idx="14"/>
          </p:nvPr>
        </p:nvSpPr>
        <p:spPr>
          <a:xfrm>
            <a:off x="342900" y="1238864"/>
            <a:ext cx="8019435" cy="1742461"/>
          </a:xfrm>
        </p:spPr>
        <p:txBody>
          <a:bodyPr/>
          <a:lstStyle/>
          <a:p>
            <a:r>
              <a:rPr lang="en-IN" b="1" dirty="0"/>
              <a:t>Law of Large Numbers:</a:t>
            </a:r>
          </a:p>
          <a:p>
            <a:r>
              <a:rPr lang="en-IN" dirty="0"/>
              <a:t>The law of large numbers states that as the number of trials of a random experiment increases, the average of the outcomes will approach the expected value.</a:t>
            </a:r>
          </a:p>
        </p:txBody>
      </p:sp>
      <p:sp>
        <p:nvSpPr>
          <p:cNvPr id="5" name="Content Placeholder 4">
            <a:extLst>
              <a:ext uri="{FF2B5EF4-FFF2-40B4-BE49-F238E27FC236}">
                <a16:creationId xmlns:a16="http://schemas.microsoft.com/office/drawing/2014/main" id="{0F5F74F0-C7A0-4579-BB96-A7C457687216}"/>
              </a:ext>
            </a:extLst>
          </p:cNvPr>
          <p:cNvSpPr>
            <a:spLocks noGrp="1"/>
          </p:cNvSpPr>
          <p:nvPr>
            <p:ph sz="quarter" idx="15"/>
          </p:nvPr>
        </p:nvSpPr>
        <p:spPr>
          <a:xfrm>
            <a:off x="342899" y="3124468"/>
            <a:ext cx="7901448" cy="2789563"/>
          </a:xfrm>
        </p:spPr>
        <p:txBody>
          <a:bodyPr tIns="0"/>
          <a:lstStyle/>
          <a:p>
            <a:r>
              <a:rPr lang="en-IN" dirty="0"/>
              <a:t>As the sample size increases, there is an increased probability that any event (even an unlikely one) will occur.</a:t>
            </a:r>
          </a:p>
          <a:p>
            <a:pPr marL="292608" indent="-292608">
              <a:buFont typeface="Arial" panose="020B0604020202020204" pitchFamily="34" charset="0"/>
              <a:buChar char="•"/>
            </a:pPr>
            <a:r>
              <a:rPr lang="en-IN" dirty="0"/>
              <a:t>Example:</a:t>
            </a:r>
            <a:r>
              <a:rPr lang="en-IN" b="1" dirty="0"/>
              <a:t> </a:t>
            </a:r>
            <a:r>
              <a:rPr lang="en-IN" dirty="0"/>
              <a:t>The odds that </a:t>
            </a:r>
            <a:r>
              <a:rPr lang="en-IN" i="1" dirty="0"/>
              <a:t>one ticket </a:t>
            </a:r>
            <a:r>
              <a:rPr lang="en-IN" dirty="0"/>
              <a:t>will win the lottery are low, yet the probability is high that </a:t>
            </a:r>
            <a:r>
              <a:rPr lang="en-IN" i="1" dirty="0"/>
              <a:t>someone</a:t>
            </a:r>
            <a:r>
              <a:rPr lang="en-IN" dirty="0"/>
              <a:t> will win the lottery because so many people buy lottery tickets.</a:t>
            </a:r>
          </a:p>
        </p:txBody>
      </p:sp>
      <p:sp>
        <p:nvSpPr>
          <p:cNvPr id="17" name="Slide Number Placeholder 16">
            <a:extLst>
              <a:ext uri="{FF2B5EF4-FFF2-40B4-BE49-F238E27FC236}">
                <a16:creationId xmlns:a16="http://schemas.microsoft.com/office/drawing/2014/main" id="{988346C2-2301-43D1-9213-01D1CB741C24}"/>
              </a:ext>
            </a:extLst>
          </p:cNvPr>
          <p:cNvSpPr>
            <a:spLocks noGrp="1"/>
          </p:cNvSpPr>
          <p:nvPr>
            <p:ph type="sldNum" sz="quarter" idx="10"/>
          </p:nvPr>
        </p:nvSpPr>
        <p:spPr/>
        <p:txBody>
          <a:bodyPr/>
          <a:lstStyle/>
          <a:p>
            <a:fld id="{68151E55-6873-49E2-B8D5-2F265E6F1973}" type="slidenum">
              <a:rPr lang="en-US" smtClean="0"/>
              <a:t>13</a:t>
            </a:fld>
            <a:endParaRPr lang="en-US"/>
          </a:p>
        </p:txBody>
      </p:sp>
    </p:spTree>
    <p:extLst>
      <p:ext uri="{BB962C8B-B14F-4D97-AF65-F5344CB8AC3E}">
        <p14:creationId xmlns:p14="http://schemas.microsoft.com/office/powerpoint/2010/main" val="25245014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7543800" cy="903231"/>
          </a:xfrm>
        </p:spPr>
        <p:txBody>
          <a:bodyPr>
            <a:normAutofit/>
          </a:bodyPr>
          <a:lstStyle/>
          <a:p>
            <a:r>
              <a:rPr lang="en-US" sz="3600" dirty="0"/>
              <a:t>Law of Large Numbers </a:t>
            </a:r>
            <a:r>
              <a:rPr lang="en-US" sz="1000" b="0" baseline="0" dirty="0"/>
              <a:t>2</a:t>
            </a:r>
            <a:endParaRPr lang="en-IN" sz="1000" b="0" baseline="0" dirty="0"/>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3180" y="77547"/>
            <a:ext cx="355840" cy="1133116"/>
          </a:xfrm>
        </p:spPr>
        <p:txBody>
          <a:bodyPr vert="vert" rIns="0"/>
          <a:lstStyle/>
          <a:p>
            <a:pPr marL="1025525" indent="-1025525"/>
            <a:r>
              <a:rPr lang="en-US" b="1" dirty="0"/>
              <a:t>L</a:t>
            </a:r>
            <a:r>
              <a:rPr lang="en-US" sz="100" b="1" dirty="0"/>
              <a:t> </a:t>
            </a:r>
            <a:r>
              <a:rPr lang="en-US" b="1" dirty="0"/>
              <a:t>O 5.2</a:t>
            </a:r>
            <a:endParaRPr lang="en-IN" b="1" dirty="0"/>
          </a:p>
        </p:txBody>
      </p:sp>
      <p:sp>
        <p:nvSpPr>
          <p:cNvPr id="5" name="Content Placeholder 4">
            <a:extLst>
              <a:ext uri="{FF2B5EF4-FFF2-40B4-BE49-F238E27FC236}">
                <a16:creationId xmlns:a16="http://schemas.microsoft.com/office/drawing/2014/main" id="{619205A2-7DD8-4496-81C0-1E50970E1A64}"/>
              </a:ext>
            </a:extLst>
          </p:cNvPr>
          <p:cNvSpPr>
            <a:spLocks noGrp="1"/>
          </p:cNvSpPr>
          <p:nvPr>
            <p:ph sz="quarter" idx="14"/>
          </p:nvPr>
        </p:nvSpPr>
        <p:spPr>
          <a:xfrm>
            <a:off x="1906201" y="1222710"/>
            <a:ext cx="4267200" cy="385451"/>
          </a:xfrm>
        </p:spPr>
        <p:txBody>
          <a:bodyPr/>
          <a:lstStyle/>
          <a:p>
            <a:r>
              <a:rPr lang="en-US" sz="2000" b="1" dirty="0"/>
              <a:t>Law of Large Numbers Illustrated</a:t>
            </a:r>
          </a:p>
        </p:txBody>
      </p:sp>
      <p:pic>
        <p:nvPicPr>
          <p:cNvPr id="11" name="Picture 10">
            <a:extLst>
              <a:ext uri="{FF2B5EF4-FFF2-40B4-BE49-F238E27FC236}">
                <a16:creationId xmlns:a16="http://schemas.microsoft.com/office/drawing/2014/main" id="{464FB11B-2C15-4A01-B172-EEBF67215F47}"/>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136204" y="1285125"/>
            <a:ext cx="302449" cy="265565"/>
          </a:xfrm>
          <a:prstGeom prst="rect">
            <a:avLst/>
          </a:prstGeom>
        </p:spPr>
      </p:pic>
      <p:sp>
        <p:nvSpPr>
          <p:cNvPr id="7" name="Content Placeholder 6">
            <a:extLst>
              <a:ext uri="{FF2B5EF4-FFF2-40B4-BE49-F238E27FC236}">
                <a16:creationId xmlns:a16="http://schemas.microsoft.com/office/drawing/2014/main" id="{5868A0AF-4BC9-4DD4-BA29-FD2D141E6363}"/>
              </a:ext>
            </a:extLst>
          </p:cNvPr>
          <p:cNvSpPr>
            <a:spLocks noGrp="1"/>
          </p:cNvSpPr>
          <p:nvPr>
            <p:ph sz="quarter" idx="15"/>
          </p:nvPr>
        </p:nvSpPr>
        <p:spPr>
          <a:xfrm>
            <a:off x="6458158" y="1222710"/>
            <a:ext cx="1376800" cy="385450"/>
          </a:xfrm>
        </p:spPr>
        <p:txBody>
          <a:bodyPr/>
          <a:lstStyle/>
          <a:p>
            <a:r>
              <a:rPr lang="en-US" sz="2000" b="1" dirty="0" err="1">
                <a:solidFill>
                  <a:srgbClr val="A9131A"/>
                </a:solidFill>
              </a:rPr>
              <a:t>CoinFlips</a:t>
            </a:r>
            <a:endParaRPr lang="en-US" sz="2000" b="1" dirty="0">
              <a:solidFill>
                <a:srgbClr val="A9131A"/>
              </a:solidFill>
            </a:endParaRPr>
          </a:p>
        </p:txBody>
      </p:sp>
      <p:pic>
        <p:nvPicPr>
          <p:cNvPr id="10" name="Picture 9" descr="4 line graphs show that in the long run, the percentage of heads approaches 0.5 as the number of coin flips increases.">
            <a:extLst>
              <a:ext uri="{FF2B5EF4-FFF2-40B4-BE49-F238E27FC236}">
                <a16:creationId xmlns:a16="http://schemas.microsoft.com/office/drawing/2014/main" id="{4EFEECC6-F86C-411E-85A7-5ECB1794E939}"/>
              </a:ext>
            </a:extLst>
          </p:cNvPr>
          <p:cNvPicPr>
            <a:picLocks noChangeAspect="1"/>
          </p:cNvPicPr>
          <p:nvPr/>
        </p:nvPicPr>
        <p:blipFill rotWithShape="1">
          <a:blip r:embed="rId3"/>
          <a:srcRect t="6288"/>
          <a:stretch/>
        </p:blipFill>
        <p:spPr>
          <a:xfrm>
            <a:off x="1008302" y="1665632"/>
            <a:ext cx="7127396" cy="4191414"/>
          </a:xfrm>
          <a:prstGeom prst="rect">
            <a:avLst/>
          </a:prstGeom>
        </p:spPr>
      </p:pic>
      <p:sp>
        <p:nvSpPr>
          <p:cNvPr id="9" name="Text Placeholder 8"/>
          <p:cNvSpPr>
            <a:spLocks noGrp="1"/>
          </p:cNvSpPr>
          <p:nvPr>
            <p:ph type="body" sz="quarter" idx="12"/>
          </p:nvPr>
        </p:nvSpPr>
        <p:spPr>
          <a:xfrm>
            <a:off x="2980240" y="6293607"/>
            <a:ext cx="3193161" cy="266700"/>
          </a:xfrm>
        </p:spPr>
        <p:txBody>
          <a:bodyPr/>
          <a:lstStyle/>
          <a:p>
            <a:r>
              <a:rPr lang="en-US" sz="1200" dirty="0">
                <a:hlinkClick r:id="rId4" action="ppaction://hlinksldjump"/>
              </a:rPr>
              <a:t>Access the text alternative for slide images.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14</a:t>
            </a:fld>
            <a:endParaRPr lang="en-US" dirty="0"/>
          </a:p>
        </p:txBody>
      </p:sp>
    </p:spTree>
    <p:extLst>
      <p:ext uri="{BB962C8B-B14F-4D97-AF65-F5344CB8AC3E}">
        <p14:creationId xmlns:p14="http://schemas.microsoft.com/office/powerpoint/2010/main" val="20617085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408DA-7088-49FD-A9F2-FA30ACCB8868}"/>
              </a:ext>
            </a:extLst>
          </p:cNvPr>
          <p:cNvSpPr>
            <a:spLocks noGrp="1"/>
          </p:cNvSpPr>
          <p:nvPr>
            <p:ph type="title"/>
          </p:nvPr>
        </p:nvSpPr>
        <p:spPr>
          <a:xfrm>
            <a:off x="342900" y="192490"/>
            <a:ext cx="8048932" cy="903231"/>
          </a:xfrm>
        </p:spPr>
        <p:txBody>
          <a:bodyPr>
            <a:normAutofit/>
          </a:bodyPr>
          <a:lstStyle/>
          <a:p>
            <a:r>
              <a:rPr lang="en-US" sz="3600" dirty="0"/>
              <a:t>Classical Approach </a:t>
            </a:r>
            <a:r>
              <a:rPr lang="en-US" sz="1000" b="0" baseline="0" dirty="0"/>
              <a:t>1</a:t>
            </a:r>
          </a:p>
        </p:txBody>
      </p:sp>
      <p:sp>
        <p:nvSpPr>
          <p:cNvPr id="3" name="Content Placeholder 2">
            <a:extLst>
              <a:ext uri="{FF2B5EF4-FFF2-40B4-BE49-F238E27FC236}">
                <a16:creationId xmlns:a16="http://schemas.microsoft.com/office/drawing/2014/main" id="{4C065CB2-E625-44CC-81FB-94A257AA3562}"/>
              </a:ext>
            </a:extLst>
          </p:cNvPr>
          <p:cNvSpPr>
            <a:spLocks noGrp="1"/>
          </p:cNvSpPr>
          <p:nvPr>
            <p:ph sz="quarter" idx="11"/>
          </p:nvPr>
        </p:nvSpPr>
        <p:spPr>
          <a:xfrm>
            <a:off x="8644165" y="54864"/>
            <a:ext cx="457710" cy="1295711"/>
          </a:xfrm>
        </p:spPr>
        <p:txBody>
          <a:bodyPr vert="vert" tIns="45720" rIns="0"/>
          <a:lstStyle/>
          <a:p>
            <a:pPr marL="1025525" indent="-1025525"/>
            <a:r>
              <a:rPr lang="en-US" b="1" dirty="0"/>
              <a:t>L</a:t>
            </a:r>
            <a:r>
              <a:rPr lang="en-US" sz="100" b="1" dirty="0"/>
              <a:t> </a:t>
            </a:r>
            <a:r>
              <a:rPr lang="en-US" b="1" dirty="0"/>
              <a:t>O 5.2</a:t>
            </a:r>
            <a:endParaRPr lang="en-IN" b="1" dirty="0"/>
          </a:p>
        </p:txBody>
      </p:sp>
      <p:sp>
        <p:nvSpPr>
          <p:cNvPr id="4" name="Content Placeholder 3">
            <a:extLst>
              <a:ext uri="{FF2B5EF4-FFF2-40B4-BE49-F238E27FC236}">
                <a16:creationId xmlns:a16="http://schemas.microsoft.com/office/drawing/2014/main" id="{53AA3923-E6FA-4CE2-89E3-2D6CF078E7F7}"/>
              </a:ext>
            </a:extLst>
          </p:cNvPr>
          <p:cNvSpPr>
            <a:spLocks noGrp="1"/>
          </p:cNvSpPr>
          <p:nvPr>
            <p:ph sz="quarter" idx="14"/>
          </p:nvPr>
        </p:nvSpPr>
        <p:spPr>
          <a:xfrm>
            <a:off x="342900" y="1274080"/>
            <a:ext cx="8181667" cy="525223"/>
          </a:xfrm>
        </p:spPr>
        <p:txBody>
          <a:bodyPr/>
          <a:lstStyle/>
          <a:p>
            <a:pPr marL="0" lvl="1" indent="0">
              <a:buNone/>
            </a:pPr>
            <a:r>
              <a:rPr lang="en-US" dirty="0"/>
              <a:t>The </a:t>
            </a:r>
            <a:r>
              <a:rPr lang="en-US" b="1" dirty="0"/>
              <a:t>classical</a:t>
            </a:r>
            <a:r>
              <a:rPr lang="en-US" dirty="0"/>
              <a:t> approach is when we can use </a:t>
            </a:r>
            <a:r>
              <a:rPr lang="en-IN" dirty="0"/>
              <a:t>deduction</a:t>
            </a:r>
          </a:p>
        </p:txBody>
      </p:sp>
      <p:sp>
        <p:nvSpPr>
          <p:cNvPr id="5" name="Content Placeholder 4">
            <a:extLst>
              <a:ext uri="{FF2B5EF4-FFF2-40B4-BE49-F238E27FC236}">
                <a16:creationId xmlns:a16="http://schemas.microsoft.com/office/drawing/2014/main" id="{12D71DC9-9D4D-498C-92D5-611B71434CCC}"/>
              </a:ext>
            </a:extLst>
          </p:cNvPr>
          <p:cNvSpPr>
            <a:spLocks noGrp="1"/>
          </p:cNvSpPr>
          <p:nvPr>
            <p:ph sz="quarter" idx="15"/>
          </p:nvPr>
        </p:nvSpPr>
        <p:spPr>
          <a:xfrm>
            <a:off x="342901" y="1857149"/>
            <a:ext cx="1904999" cy="458347"/>
          </a:xfrm>
        </p:spPr>
        <p:txBody>
          <a:bodyPr tIns="0"/>
          <a:lstStyle/>
          <a:p>
            <a:pPr marL="0" lvl="1" indent="0">
              <a:buNone/>
            </a:pPr>
            <a:r>
              <a:rPr lang="en-IN" dirty="0"/>
              <a:t>to determine</a:t>
            </a:r>
          </a:p>
        </p:txBody>
      </p:sp>
      <p:graphicFrame>
        <p:nvGraphicFramePr>
          <p:cNvPr id="7" name="Object 6">
            <a:extLst>
              <a:ext uri="{FF2B5EF4-FFF2-40B4-BE49-F238E27FC236}">
                <a16:creationId xmlns:a16="http://schemas.microsoft.com/office/drawing/2014/main" id="{E6FEDAD6-4000-4642-9AC5-5FD6AD715B90}"/>
              </a:ext>
            </a:extLst>
          </p:cNvPr>
          <p:cNvGraphicFramePr>
            <a:graphicFrameLocks noChangeAspect="1"/>
          </p:cNvGraphicFramePr>
          <p:nvPr>
            <p:extLst>
              <p:ext uri="{D42A27DB-BD31-4B8C-83A1-F6EECF244321}">
                <p14:modId xmlns:p14="http://schemas.microsoft.com/office/powerpoint/2010/main" val="3976021528"/>
              </p:ext>
            </p:extLst>
          </p:nvPr>
        </p:nvGraphicFramePr>
        <p:xfrm>
          <a:off x="2185988" y="1897063"/>
          <a:ext cx="814387" cy="368300"/>
        </p:xfrm>
        <a:graphic>
          <a:graphicData uri="http://schemas.openxmlformats.org/presentationml/2006/ole">
            <mc:AlternateContent xmlns:mc="http://schemas.openxmlformats.org/markup-compatibility/2006">
              <mc:Choice xmlns:v="urn:schemas-microsoft-com:vml" Requires="v">
                <p:oleObj name="Equation" r:id="rId2" imgW="672840" imgH="304560" progId="Equation.DSMT4">
                  <p:embed/>
                </p:oleObj>
              </mc:Choice>
              <mc:Fallback>
                <p:oleObj name="Equation" r:id="rId2" imgW="672840" imgH="304560" progId="Equation.DSMT4">
                  <p:embed/>
                  <p:pic>
                    <p:nvPicPr>
                      <p:cNvPr id="0" name=""/>
                      <p:cNvPicPr/>
                      <p:nvPr/>
                    </p:nvPicPr>
                    <p:blipFill>
                      <a:blip r:embed="rId3"/>
                      <a:stretch>
                        <a:fillRect/>
                      </a:stretch>
                    </p:blipFill>
                    <p:spPr>
                      <a:xfrm>
                        <a:off x="2185988" y="1897063"/>
                        <a:ext cx="814387" cy="36830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2EE7D978-3AB6-4DE0-8D86-E47FD62306F3}"/>
              </a:ext>
            </a:extLst>
          </p:cNvPr>
          <p:cNvSpPr>
            <a:spLocks noGrp="1"/>
          </p:cNvSpPr>
          <p:nvPr>
            <p:ph sz="quarter" idx="16"/>
          </p:nvPr>
        </p:nvSpPr>
        <p:spPr>
          <a:xfrm>
            <a:off x="342899" y="2366974"/>
            <a:ext cx="7930946" cy="3146445"/>
          </a:xfrm>
        </p:spPr>
        <p:txBody>
          <a:bodyPr/>
          <a:lstStyle/>
          <a:p>
            <a:pPr>
              <a:defRPr/>
            </a:pPr>
            <a:r>
              <a:rPr lang="en-US" i="1" dirty="0"/>
              <a:t>A priori </a:t>
            </a:r>
            <a:r>
              <a:rPr lang="en-US" dirty="0"/>
              <a:t>refers to the process of assigning probabilities before the event is observed or the experiment is conducted. </a:t>
            </a:r>
            <a:r>
              <a:rPr lang="en-US" i="1" dirty="0"/>
              <a:t>A priori </a:t>
            </a:r>
            <a:r>
              <a:rPr lang="en-US" dirty="0"/>
              <a:t>probabilities are based on logic, not experience.</a:t>
            </a:r>
          </a:p>
          <a:p>
            <a:pPr lvl="1">
              <a:defRPr/>
            </a:pPr>
            <a:r>
              <a:rPr lang="en-US" dirty="0"/>
              <a:t>Example:</a:t>
            </a:r>
            <a:r>
              <a:rPr lang="en-US" b="1" dirty="0"/>
              <a:t> </a:t>
            </a:r>
            <a:r>
              <a:rPr lang="en-US" dirty="0"/>
              <a:t>flipping a coin or rolling a pair of dice. We can use deduction to determine the probability of an event.</a:t>
            </a:r>
          </a:p>
        </p:txBody>
      </p:sp>
      <p:sp>
        <p:nvSpPr>
          <p:cNvPr id="10" name="Slide Number Placeholder 9">
            <a:extLst>
              <a:ext uri="{FF2B5EF4-FFF2-40B4-BE49-F238E27FC236}">
                <a16:creationId xmlns:a16="http://schemas.microsoft.com/office/drawing/2014/main" id="{B024B0F4-BF34-49B8-B1F0-1C3B1F4220DB}"/>
              </a:ext>
            </a:extLst>
          </p:cNvPr>
          <p:cNvSpPr>
            <a:spLocks noGrp="1"/>
          </p:cNvSpPr>
          <p:nvPr>
            <p:ph type="sldNum" sz="quarter" idx="10"/>
          </p:nvPr>
        </p:nvSpPr>
        <p:spPr/>
        <p:txBody>
          <a:bodyPr/>
          <a:lstStyle/>
          <a:p>
            <a:fld id="{68151E55-6873-49E2-B8D5-2F265E6F1973}" type="slidenum">
              <a:rPr lang="en-US" smtClean="0"/>
              <a:t>15</a:t>
            </a:fld>
            <a:endParaRPr lang="en-US" dirty="0"/>
          </a:p>
        </p:txBody>
      </p:sp>
    </p:spTree>
    <p:extLst>
      <p:ext uri="{BB962C8B-B14F-4D97-AF65-F5344CB8AC3E}">
        <p14:creationId xmlns:p14="http://schemas.microsoft.com/office/powerpoint/2010/main" val="23295669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408DA-7088-49FD-A9F2-FA30ACCB8868}"/>
              </a:ext>
            </a:extLst>
          </p:cNvPr>
          <p:cNvSpPr>
            <a:spLocks noGrp="1"/>
          </p:cNvSpPr>
          <p:nvPr>
            <p:ph type="title"/>
          </p:nvPr>
        </p:nvSpPr>
        <p:spPr>
          <a:xfrm>
            <a:off x="342900" y="192490"/>
            <a:ext cx="8048932" cy="903231"/>
          </a:xfrm>
        </p:spPr>
        <p:txBody>
          <a:bodyPr>
            <a:normAutofit/>
          </a:bodyPr>
          <a:lstStyle/>
          <a:p>
            <a:r>
              <a:rPr lang="en-IN" sz="3600" dirty="0"/>
              <a:t>Classical Approach </a:t>
            </a:r>
            <a:r>
              <a:rPr lang="en-IN" sz="1000" b="0" baseline="0" dirty="0"/>
              <a:t>2</a:t>
            </a:r>
          </a:p>
        </p:txBody>
      </p:sp>
      <p:sp>
        <p:nvSpPr>
          <p:cNvPr id="3" name="Content Placeholder 2">
            <a:extLst>
              <a:ext uri="{FF2B5EF4-FFF2-40B4-BE49-F238E27FC236}">
                <a16:creationId xmlns:a16="http://schemas.microsoft.com/office/drawing/2014/main" id="{4C065CB2-E625-44CC-81FB-94A257AA3562}"/>
              </a:ext>
            </a:extLst>
          </p:cNvPr>
          <p:cNvSpPr>
            <a:spLocks noGrp="1"/>
          </p:cNvSpPr>
          <p:nvPr>
            <p:ph sz="quarter" idx="11"/>
          </p:nvPr>
        </p:nvSpPr>
        <p:spPr>
          <a:xfrm>
            <a:off x="8644165" y="53658"/>
            <a:ext cx="457710" cy="1282882"/>
          </a:xfrm>
        </p:spPr>
        <p:txBody>
          <a:bodyPr vert="vert" tIns="45720" rIns="0"/>
          <a:lstStyle/>
          <a:p>
            <a:pPr marL="1025525" indent="-1025525"/>
            <a:r>
              <a:rPr lang="en-US" b="1" dirty="0"/>
              <a:t>L</a:t>
            </a:r>
            <a:r>
              <a:rPr lang="en-US" sz="100" b="1" dirty="0"/>
              <a:t> </a:t>
            </a:r>
            <a:r>
              <a:rPr lang="en-US" b="1" dirty="0"/>
              <a:t>O 5.2</a:t>
            </a:r>
            <a:endParaRPr lang="en-IN" b="1" dirty="0"/>
          </a:p>
        </p:txBody>
      </p:sp>
      <p:sp>
        <p:nvSpPr>
          <p:cNvPr id="4" name="Content Placeholder 3">
            <a:extLst>
              <a:ext uri="{FF2B5EF4-FFF2-40B4-BE49-F238E27FC236}">
                <a16:creationId xmlns:a16="http://schemas.microsoft.com/office/drawing/2014/main" id="{53AA3923-E6FA-4CE2-89E3-2D6CF078E7F7}"/>
              </a:ext>
            </a:extLst>
          </p:cNvPr>
          <p:cNvSpPr>
            <a:spLocks noGrp="1"/>
          </p:cNvSpPr>
          <p:nvPr>
            <p:ph sz="quarter" idx="14"/>
          </p:nvPr>
        </p:nvSpPr>
        <p:spPr>
          <a:xfrm>
            <a:off x="342900" y="1274082"/>
            <a:ext cx="7694971" cy="1572358"/>
          </a:xfrm>
        </p:spPr>
        <p:txBody>
          <a:bodyPr/>
          <a:lstStyle/>
          <a:p>
            <a:pPr marL="292608" indent="-292608">
              <a:buFont typeface="Arial" panose="020B0604020202020204" pitchFamily="34" charset="0"/>
              <a:buChar char="•"/>
            </a:pPr>
            <a:r>
              <a:rPr lang="en-US" dirty="0"/>
              <a:t>The sample space for the two-dice experiment shown previously. There are 36 possible outcomes. Rolling a seven is shown by the shaded outcomes below.</a:t>
            </a:r>
          </a:p>
        </p:txBody>
      </p:sp>
      <p:graphicFrame>
        <p:nvGraphicFramePr>
          <p:cNvPr id="7" name="Object 6">
            <a:extLst>
              <a:ext uri="{FF2B5EF4-FFF2-40B4-BE49-F238E27FC236}">
                <a16:creationId xmlns:a16="http://schemas.microsoft.com/office/drawing/2014/main" id="{78E3FFFB-C7C1-4AE4-A39F-E72F291B5D60}"/>
              </a:ext>
            </a:extLst>
          </p:cNvPr>
          <p:cNvGraphicFramePr>
            <a:graphicFrameLocks noChangeAspect="1"/>
          </p:cNvGraphicFramePr>
          <p:nvPr>
            <p:extLst>
              <p:ext uri="{D42A27DB-BD31-4B8C-83A1-F6EECF244321}">
                <p14:modId xmlns:p14="http://schemas.microsoft.com/office/powerpoint/2010/main" val="3938002116"/>
              </p:ext>
            </p:extLst>
          </p:nvPr>
        </p:nvGraphicFramePr>
        <p:xfrm>
          <a:off x="723900" y="3013075"/>
          <a:ext cx="7696200" cy="652463"/>
        </p:xfrm>
        <a:graphic>
          <a:graphicData uri="http://schemas.openxmlformats.org/presentationml/2006/ole">
            <mc:AlternateContent xmlns:mc="http://schemas.openxmlformats.org/markup-compatibility/2006">
              <mc:Choice xmlns:v="urn:schemas-microsoft-com:vml" Requires="v">
                <p:oleObj name="Equation" r:id="rId2" imgW="7772400" imgH="660240" progId="Equation.DSMT4">
                  <p:embed/>
                </p:oleObj>
              </mc:Choice>
              <mc:Fallback>
                <p:oleObj name="Equation" r:id="rId2" imgW="7772400" imgH="660240" progId="Equation.DSMT4">
                  <p:embed/>
                  <p:pic>
                    <p:nvPicPr>
                      <p:cNvPr id="0" name=""/>
                      <p:cNvPicPr/>
                      <p:nvPr/>
                    </p:nvPicPr>
                    <p:blipFill>
                      <a:blip r:embed="rId3"/>
                      <a:stretch>
                        <a:fillRect/>
                      </a:stretch>
                    </p:blipFill>
                    <p:spPr>
                      <a:xfrm>
                        <a:off x="723900" y="3013075"/>
                        <a:ext cx="7696200" cy="652463"/>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12D71DC9-9D4D-498C-92D5-611B71434CCC}"/>
              </a:ext>
            </a:extLst>
          </p:cNvPr>
          <p:cNvSpPr>
            <a:spLocks noGrp="1"/>
          </p:cNvSpPr>
          <p:nvPr>
            <p:ph sz="quarter" idx="15"/>
          </p:nvPr>
        </p:nvSpPr>
        <p:spPr>
          <a:xfrm>
            <a:off x="342901" y="3967199"/>
            <a:ext cx="3712906" cy="1489703"/>
          </a:xfrm>
        </p:spPr>
        <p:txBody>
          <a:bodyPr tIns="0"/>
          <a:lstStyle/>
          <a:p>
            <a:pPr marL="292608" indent="-292608">
              <a:buFont typeface="Arial" panose="020B0604020202020204" pitchFamily="34" charset="0"/>
              <a:buChar char="•"/>
            </a:pPr>
            <a:r>
              <a:rPr lang="en-US" dirty="0"/>
              <a:t>The probability is obtained </a:t>
            </a:r>
            <a:r>
              <a:rPr lang="en-US" i="1" dirty="0"/>
              <a:t>a priori </a:t>
            </a:r>
            <a:r>
              <a:rPr lang="en-US" dirty="0"/>
              <a:t>without actually doing an experiment.</a:t>
            </a:r>
          </a:p>
        </p:txBody>
      </p:sp>
      <p:pic>
        <p:nvPicPr>
          <p:cNvPr id="6" name="Picture 5" descr="Sample space for rolling two dice.">
            <a:extLst>
              <a:ext uri="{FF2B5EF4-FFF2-40B4-BE49-F238E27FC236}">
                <a16:creationId xmlns:a16="http://schemas.microsoft.com/office/drawing/2014/main" id="{FC32954E-6456-49E1-A182-7C99C0BE4344}"/>
              </a:ext>
            </a:extLst>
          </p:cNvPr>
          <p:cNvPicPr>
            <a:picLocks noChangeAspect="1"/>
          </p:cNvPicPr>
          <p:nvPr/>
        </p:nvPicPr>
        <p:blipFill>
          <a:blip r:embed="rId4"/>
          <a:stretch>
            <a:fillRect/>
          </a:stretch>
        </p:blipFill>
        <p:spPr>
          <a:xfrm>
            <a:off x="4698135" y="3967440"/>
            <a:ext cx="4102964" cy="2133785"/>
          </a:xfrm>
          <a:prstGeom prst="rect">
            <a:avLst/>
          </a:prstGeom>
        </p:spPr>
      </p:pic>
      <p:sp>
        <p:nvSpPr>
          <p:cNvPr id="8" name="Text Placeholder 8">
            <a:extLst>
              <a:ext uri="{FF2B5EF4-FFF2-40B4-BE49-F238E27FC236}">
                <a16:creationId xmlns:a16="http://schemas.microsoft.com/office/drawing/2014/main" id="{55501280-15CC-4F83-91BF-0B675BDCF93D}"/>
              </a:ext>
            </a:extLst>
          </p:cNvPr>
          <p:cNvSpPr>
            <a:spLocks noGrp="1"/>
          </p:cNvSpPr>
          <p:nvPr>
            <p:ph type="body" sz="quarter" idx="12"/>
          </p:nvPr>
        </p:nvSpPr>
        <p:spPr>
          <a:xfrm>
            <a:off x="3049524" y="6309359"/>
            <a:ext cx="3153156" cy="236221"/>
          </a:xfrm>
        </p:spPr>
        <p:txBody>
          <a:bodyPr/>
          <a:lstStyle/>
          <a:p>
            <a:r>
              <a:rPr lang="en-US" sz="1200" dirty="0">
                <a:hlinkClick r:id="rId5" action="ppaction://hlinksldjump"/>
              </a:rPr>
              <a:t>Access the text alternative for slide images.</a:t>
            </a:r>
          </a:p>
        </p:txBody>
      </p:sp>
      <p:sp>
        <p:nvSpPr>
          <p:cNvPr id="10" name="Slide Number Placeholder 9">
            <a:extLst>
              <a:ext uri="{FF2B5EF4-FFF2-40B4-BE49-F238E27FC236}">
                <a16:creationId xmlns:a16="http://schemas.microsoft.com/office/drawing/2014/main" id="{B024B0F4-BF34-49B8-B1F0-1C3B1F4220DB}"/>
              </a:ext>
            </a:extLst>
          </p:cNvPr>
          <p:cNvSpPr>
            <a:spLocks noGrp="1"/>
          </p:cNvSpPr>
          <p:nvPr>
            <p:ph type="sldNum" sz="quarter" idx="10"/>
          </p:nvPr>
        </p:nvSpPr>
        <p:spPr/>
        <p:txBody>
          <a:bodyPr/>
          <a:lstStyle/>
          <a:p>
            <a:fld id="{68151E55-6873-49E2-B8D5-2F265E6F1973}" type="slidenum">
              <a:rPr lang="en-US" smtClean="0"/>
              <a:t>16</a:t>
            </a:fld>
            <a:endParaRPr lang="en-US" dirty="0"/>
          </a:p>
        </p:txBody>
      </p:sp>
    </p:spTree>
    <p:extLst>
      <p:ext uri="{BB962C8B-B14F-4D97-AF65-F5344CB8AC3E}">
        <p14:creationId xmlns:p14="http://schemas.microsoft.com/office/powerpoint/2010/main" val="34490392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A7456-94B7-4619-A003-63B3DEEC82AA}"/>
              </a:ext>
            </a:extLst>
          </p:cNvPr>
          <p:cNvSpPr>
            <a:spLocks noGrp="1"/>
          </p:cNvSpPr>
          <p:nvPr>
            <p:ph type="title"/>
          </p:nvPr>
        </p:nvSpPr>
        <p:spPr>
          <a:xfrm>
            <a:off x="342899" y="192490"/>
            <a:ext cx="8137423" cy="903231"/>
          </a:xfrm>
        </p:spPr>
        <p:txBody>
          <a:bodyPr>
            <a:normAutofit/>
          </a:bodyPr>
          <a:lstStyle/>
          <a:p>
            <a:r>
              <a:rPr lang="en-US" sz="3600" dirty="0"/>
              <a:t>Subjective Approach</a:t>
            </a:r>
            <a:endParaRPr lang="en-US" sz="3600" b="0" dirty="0"/>
          </a:p>
        </p:txBody>
      </p:sp>
      <p:sp>
        <p:nvSpPr>
          <p:cNvPr id="3" name="Content Placeholder 2">
            <a:extLst>
              <a:ext uri="{FF2B5EF4-FFF2-40B4-BE49-F238E27FC236}">
                <a16:creationId xmlns:a16="http://schemas.microsoft.com/office/drawing/2014/main" id="{8719A2D3-6236-4D9E-8D8F-6E31BD737394}"/>
              </a:ext>
            </a:extLst>
          </p:cNvPr>
          <p:cNvSpPr>
            <a:spLocks noGrp="1"/>
          </p:cNvSpPr>
          <p:nvPr>
            <p:ph sz="quarter" idx="11"/>
          </p:nvPr>
        </p:nvSpPr>
        <p:spPr>
          <a:xfrm>
            <a:off x="8641080" y="54864"/>
            <a:ext cx="470780" cy="1298448"/>
          </a:xfrm>
        </p:spPr>
        <p:txBody>
          <a:bodyPr vert="vert" rIns="0"/>
          <a:lstStyle/>
          <a:p>
            <a:pPr marL="1025525" indent="-1025525"/>
            <a:r>
              <a:rPr lang="en-US" b="1" dirty="0"/>
              <a:t>L</a:t>
            </a:r>
            <a:r>
              <a:rPr lang="en-US" sz="100" b="1" dirty="0"/>
              <a:t> </a:t>
            </a:r>
            <a:r>
              <a:rPr lang="en-US" b="1" dirty="0"/>
              <a:t>O 5.2</a:t>
            </a:r>
            <a:endParaRPr lang="en-IN" b="1" dirty="0"/>
          </a:p>
        </p:txBody>
      </p:sp>
      <p:sp>
        <p:nvSpPr>
          <p:cNvPr id="4" name="Content Placeholder 3">
            <a:extLst>
              <a:ext uri="{FF2B5EF4-FFF2-40B4-BE49-F238E27FC236}">
                <a16:creationId xmlns:a16="http://schemas.microsoft.com/office/drawing/2014/main" id="{06E82D9C-6538-4423-A7D7-93322C33677B}"/>
              </a:ext>
            </a:extLst>
          </p:cNvPr>
          <p:cNvSpPr>
            <a:spLocks noGrp="1"/>
          </p:cNvSpPr>
          <p:nvPr>
            <p:ph sz="quarter" idx="14"/>
          </p:nvPr>
        </p:nvSpPr>
        <p:spPr>
          <a:xfrm>
            <a:off x="342900" y="1238864"/>
            <a:ext cx="8019435" cy="5206181"/>
          </a:xfrm>
        </p:spPr>
        <p:txBody>
          <a:bodyPr/>
          <a:lstStyle/>
          <a:p>
            <a:r>
              <a:rPr lang="en-US" dirty="0"/>
              <a:t>A </a:t>
            </a:r>
            <a:r>
              <a:rPr lang="en-US" b="1" dirty="0"/>
              <a:t>subjective</a:t>
            </a:r>
            <a:r>
              <a:rPr lang="en-US" dirty="0"/>
              <a:t> probability reflects someone’s informed judgment about the likelihood of an event. It is used when there is no repeatable random experiment.</a:t>
            </a:r>
          </a:p>
          <a:p>
            <a:r>
              <a:rPr lang="en-US" dirty="0"/>
              <a:t>Examples:</a:t>
            </a:r>
          </a:p>
          <a:p>
            <a:pPr lvl="1"/>
            <a:r>
              <a:rPr lang="en-US" dirty="0"/>
              <a:t>What is the probability that Ford’s new supplier of plastic fasteners will be able to meet the September 23 shipment deadline?</a:t>
            </a:r>
          </a:p>
          <a:p>
            <a:pPr lvl="1"/>
            <a:r>
              <a:rPr lang="en-US" dirty="0"/>
              <a:t>What is the probability that a new truck product program will show a return on investment of at least 10 percent?</a:t>
            </a:r>
          </a:p>
          <a:p>
            <a:pPr lvl="1"/>
            <a:r>
              <a:rPr lang="en-US" dirty="0"/>
              <a:t>What is the probability that the price of Ford’s stock will rise within the next 30 days?</a:t>
            </a:r>
            <a:endParaRPr lang="en-IN" dirty="0"/>
          </a:p>
        </p:txBody>
      </p:sp>
      <p:sp>
        <p:nvSpPr>
          <p:cNvPr id="17" name="Slide Number Placeholder 16">
            <a:extLst>
              <a:ext uri="{FF2B5EF4-FFF2-40B4-BE49-F238E27FC236}">
                <a16:creationId xmlns:a16="http://schemas.microsoft.com/office/drawing/2014/main" id="{988346C2-2301-43D1-9213-01D1CB741C24}"/>
              </a:ext>
            </a:extLst>
          </p:cNvPr>
          <p:cNvSpPr>
            <a:spLocks noGrp="1"/>
          </p:cNvSpPr>
          <p:nvPr>
            <p:ph type="sldNum" sz="quarter" idx="10"/>
          </p:nvPr>
        </p:nvSpPr>
        <p:spPr/>
        <p:txBody>
          <a:bodyPr/>
          <a:lstStyle/>
          <a:p>
            <a:fld id="{68151E55-6873-49E2-B8D5-2F265E6F1973}" type="slidenum">
              <a:rPr lang="en-US" smtClean="0"/>
              <a:t>17</a:t>
            </a:fld>
            <a:endParaRPr lang="en-US"/>
          </a:p>
        </p:txBody>
      </p:sp>
    </p:spTree>
    <p:extLst>
      <p:ext uri="{BB962C8B-B14F-4D97-AF65-F5344CB8AC3E}">
        <p14:creationId xmlns:p14="http://schemas.microsoft.com/office/powerpoint/2010/main" val="5618903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4315B-748F-43E7-989E-0F3A77FABD06}"/>
              </a:ext>
            </a:extLst>
          </p:cNvPr>
          <p:cNvSpPr>
            <a:spLocks noGrp="1"/>
          </p:cNvSpPr>
          <p:nvPr>
            <p:ph type="title"/>
          </p:nvPr>
        </p:nvSpPr>
        <p:spPr>
          <a:xfrm>
            <a:off x="342900" y="192490"/>
            <a:ext cx="7827706" cy="903231"/>
          </a:xfrm>
        </p:spPr>
        <p:txBody>
          <a:bodyPr>
            <a:normAutofit/>
          </a:bodyPr>
          <a:lstStyle/>
          <a:p>
            <a:r>
              <a:rPr lang="en-US" sz="3600" dirty="0"/>
              <a:t>Complement of an Event</a:t>
            </a:r>
          </a:p>
        </p:txBody>
      </p:sp>
      <p:sp>
        <p:nvSpPr>
          <p:cNvPr id="3" name="Content Placeholder 2">
            <a:extLst>
              <a:ext uri="{FF2B5EF4-FFF2-40B4-BE49-F238E27FC236}">
                <a16:creationId xmlns:a16="http://schemas.microsoft.com/office/drawing/2014/main" id="{CEF5BB97-89DE-48A4-B8E8-FEC34869CF49}"/>
              </a:ext>
            </a:extLst>
          </p:cNvPr>
          <p:cNvSpPr>
            <a:spLocks noGrp="1"/>
          </p:cNvSpPr>
          <p:nvPr>
            <p:ph sz="quarter" idx="11"/>
          </p:nvPr>
        </p:nvSpPr>
        <p:spPr>
          <a:xfrm>
            <a:off x="8641080" y="50723"/>
            <a:ext cx="470780" cy="1298448"/>
          </a:xfrm>
        </p:spPr>
        <p:txBody>
          <a:bodyPr vert="vert" rIns="0"/>
          <a:lstStyle/>
          <a:p>
            <a:pPr marL="1025525" indent="-1025525"/>
            <a:r>
              <a:rPr lang="en-US" b="1" dirty="0"/>
              <a:t>L</a:t>
            </a:r>
            <a:r>
              <a:rPr lang="en-US" sz="100" b="1" dirty="0"/>
              <a:t> </a:t>
            </a:r>
            <a:r>
              <a:rPr lang="en-US" b="1" dirty="0"/>
              <a:t>O 5.3</a:t>
            </a:r>
            <a:endParaRPr lang="en-IN" b="1" dirty="0"/>
          </a:p>
        </p:txBody>
      </p:sp>
      <p:sp>
        <p:nvSpPr>
          <p:cNvPr id="4" name="Content Placeholder 3">
            <a:extLst>
              <a:ext uri="{FF2B5EF4-FFF2-40B4-BE49-F238E27FC236}">
                <a16:creationId xmlns:a16="http://schemas.microsoft.com/office/drawing/2014/main" id="{9C7C487C-D773-41C2-94EB-E15CFDAF98ED}"/>
              </a:ext>
            </a:extLst>
          </p:cNvPr>
          <p:cNvSpPr>
            <a:spLocks noGrp="1"/>
          </p:cNvSpPr>
          <p:nvPr>
            <p:ph sz="quarter" idx="14"/>
          </p:nvPr>
        </p:nvSpPr>
        <p:spPr>
          <a:xfrm>
            <a:off x="342900" y="1274112"/>
            <a:ext cx="5969410" cy="451450"/>
          </a:xfrm>
        </p:spPr>
        <p:txBody>
          <a:bodyPr/>
          <a:lstStyle/>
          <a:p>
            <a:r>
              <a:rPr lang="en-US" dirty="0"/>
              <a:t>The </a:t>
            </a:r>
            <a:r>
              <a:rPr lang="en-US" b="1" dirty="0"/>
              <a:t>complement </a:t>
            </a:r>
            <a:r>
              <a:rPr lang="en-US" dirty="0"/>
              <a:t>of an event </a:t>
            </a:r>
            <a:r>
              <a:rPr lang="en-US" i="1" dirty="0"/>
              <a:t>A </a:t>
            </a:r>
            <a:r>
              <a:rPr lang="en-US" dirty="0"/>
              <a:t>is denoted</a:t>
            </a:r>
          </a:p>
        </p:txBody>
      </p:sp>
      <p:graphicFrame>
        <p:nvGraphicFramePr>
          <p:cNvPr id="18" name="Object 17">
            <a:extLst>
              <a:ext uri="{FF2B5EF4-FFF2-40B4-BE49-F238E27FC236}">
                <a16:creationId xmlns:a16="http://schemas.microsoft.com/office/drawing/2014/main" id="{2739FDEB-2A34-4E1F-98A9-C3ED8B6B87E1}"/>
              </a:ext>
            </a:extLst>
          </p:cNvPr>
          <p:cNvGraphicFramePr>
            <a:graphicFrameLocks noChangeAspect="1"/>
          </p:cNvGraphicFramePr>
          <p:nvPr>
            <p:extLst>
              <p:ext uri="{D42A27DB-BD31-4B8C-83A1-F6EECF244321}">
                <p14:modId xmlns:p14="http://schemas.microsoft.com/office/powerpoint/2010/main" val="2847883752"/>
              </p:ext>
            </p:extLst>
          </p:nvPr>
        </p:nvGraphicFramePr>
        <p:xfrm>
          <a:off x="6341447" y="1333296"/>
          <a:ext cx="388785" cy="321170"/>
        </p:xfrm>
        <a:graphic>
          <a:graphicData uri="http://schemas.openxmlformats.org/presentationml/2006/ole">
            <mc:AlternateContent xmlns:mc="http://schemas.openxmlformats.org/markup-compatibility/2006">
              <mc:Choice xmlns:v="urn:schemas-microsoft-com:vml" Requires="v">
                <p:oleObj name="Equation" r:id="rId3" imgW="291960" imgH="241200" progId="Equation.DSMT4">
                  <p:embed/>
                </p:oleObj>
              </mc:Choice>
              <mc:Fallback>
                <p:oleObj name="Equation" r:id="rId3" imgW="291960" imgH="241200" progId="Equation.DSMT4">
                  <p:embed/>
                  <p:pic>
                    <p:nvPicPr>
                      <p:cNvPr id="0" name=""/>
                      <p:cNvPicPr/>
                      <p:nvPr/>
                    </p:nvPicPr>
                    <p:blipFill>
                      <a:blip r:embed="rId4"/>
                      <a:stretch>
                        <a:fillRect/>
                      </a:stretch>
                    </p:blipFill>
                    <p:spPr>
                      <a:xfrm>
                        <a:off x="6341447" y="1333296"/>
                        <a:ext cx="388785" cy="32117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4E0FAB43-4848-42D0-9628-68CD4E6F35D3}"/>
              </a:ext>
            </a:extLst>
          </p:cNvPr>
          <p:cNvSpPr>
            <a:spLocks noGrp="1"/>
          </p:cNvSpPr>
          <p:nvPr>
            <p:ph sz="quarter" idx="15"/>
          </p:nvPr>
        </p:nvSpPr>
        <p:spPr>
          <a:xfrm>
            <a:off x="6832193" y="1274111"/>
            <a:ext cx="645242" cy="491185"/>
          </a:xfrm>
        </p:spPr>
        <p:txBody>
          <a:bodyPr lIns="0"/>
          <a:lstStyle/>
          <a:p>
            <a:r>
              <a:rPr lang="en-US" dirty="0"/>
              <a:t>and</a:t>
            </a:r>
          </a:p>
        </p:txBody>
      </p:sp>
      <p:sp>
        <p:nvSpPr>
          <p:cNvPr id="6" name="Content Placeholder 5">
            <a:extLst>
              <a:ext uri="{FF2B5EF4-FFF2-40B4-BE49-F238E27FC236}">
                <a16:creationId xmlns:a16="http://schemas.microsoft.com/office/drawing/2014/main" id="{6959F964-781D-4897-A3E2-49001C8EE2AC}"/>
              </a:ext>
            </a:extLst>
          </p:cNvPr>
          <p:cNvSpPr>
            <a:spLocks noGrp="1"/>
          </p:cNvSpPr>
          <p:nvPr>
            <p:ph sz="quarter" idx="16"/>
          </p:nvPr>
        </p:nvSpPr>
        <p:spPr>
          <a:xfrm>
            <a:off x="342900" y="1764321"/>
            <a:ext cx="7517990" cy="816646"/>
          </a:xfrm>
        </p:spPr>
        <p:txBody>
          <a:bodyPr tIns="0"/>
          <a:lstStyle/>
          <a:p>
            <a:r>
              <a:rPr lang="en-US" dirty="0"/>
              <a:t>consists of everything in the sample space </a:t>
            </a:r>
            <a:r>
              <a:rPr lang="en-US" i="1" dirty="0"/>
              <a:t>S </a:t>
            </a:r>
            <a:r>
              <a:rPr lang="en-US" dirty="0"/>
              <a:t>except event </a:t>
            </a:r>
            <a:r>
              <a:rPr lang="en-US" i="1" dirty="0"/>
              <a:t>A, </a:t>
            </a:r>
            <a:r>
              <a:rPr lang="en-US" dirty="0"/>
              <a:t>as illustrated in the </a:t>
            </a:r>
            <a:r>
              <a:rPr lang="en-US" b="1" dirty="0"/>
              <a:t>Venn diagram.</a:t>
            </a:r>
            <a:endParaRPr lang="en-US" dirty="0"/>
          </a:p>
        </p:txBody>
      </p:sp>
      <p:pic>
        <p:nvPicPr>
          <p:cNvPr id="20" name="Picture 19" descr="A diagram shows a circle inside a square. The circle is labeled A and the square is labeled A prime.">
            <a:extLst>
              <a:ext uri="{FF2B5EF4-FFF2-40B4-BE49-F238E27FC236}">
                <a16:creationId xmlns:a16="http://schemas.microsoft.com/office/drawing/2014/main" id="{C5717B16-D29D-45DB-AD84-DA95A85C8291}"/>
              </a:ext>
            </a:extLst>
          </p:cNvPr>
          <p:cNvPicPr>
            <a:picLocks noChangeAspect="1"/>
          </p:cNvPicPr>
          <p:nvPr/>
        </p:nvPicPr>
        <p:blipFill>
          <a:blip r:embed="rId5"/>
          <a:stretch>
            <a:fillRect/>
          </a:stretch>
        </p:blipFill>
        <p:spPr>
          <a:xfrm>
            <a:off x="342900" y="2890508"/>
            <a:ext cx="3249803" cy="2141343"/>
          </a:xfrm>
          <a:prstGeom prst="rect">
            <a:avLst/>
          </a:prstGeom>
        </p:spPr>
      </p:pic>
      <p:sp>
        <p:nvSpPr>
          <p:cNvPr id="7" name="Content Placeholder 6">
            <a:extLst>
              <a:ext uri="{FF2B5EF4-FFF2-40B4-BE49-F238E27FC236}">
                <a16:creationId xmlns:a16="http://schemas.microsoft.com/office/drawing/2014/main" id="{4C3C97C1-5831-4BD7-8297-75B179731E91}"/>
              </a:ext>
            </a:extLst>
          </p:cNvPr>
          <p:cNvSpPr>
            <a:spLocks noGrp="1"/>
          </p:cNvSpPr>
          <p:nvPr>
            <p:ph sz="quarter" idx="17"/>
          </p:nvPr>
        </p:nvSpPr>
        <p:spPr>
          <a:xfrm>
            <a:off x="3710170" y="2894883"/>
            <a:ext cx="2180676" cy="408784"/>
          </a:xfrm>
        </p:spPr>
        <p:txBody>
          <a:bodyPr/>
          <a:lstStyle/>
          <a:p>
            <a:pPr marL="292608" indent="-292608">
              <a:buFont typeface="Arial" panose="020B0604020202020204" pitchFamily="34" charset="0"/>
              <a:buChar char="•"/>
            </a:pPr>
            <a:r>
              <a:rPr lang="en-US" dirty="0">
                <a:solidFill>
                  <a:schemeClr val="tx1"/>
                </a:solidFill>
              </a:rPr>
              <a:t>Since </a:t>
            </a:r>
            <a:r>
              <a:rPr lang="en-US" i="1" dirty="0">
                <a:solidFill>
                  <a:schemeClr val="tx1"/>
                </a:solidFill>
              </a:rPr>
              <a:t>A</a:t>
            </a:r>
            <a:r>
              <a:rPr lang="en-US" dirty="0">
                <a:solidFill>
                  <a:schemeClr val="tx1"/>
                </a:solidFill>
              </a:rPr>
              <a:t> and</a:t>
            </a:r>
          </a:p>
        </p:txBody>
      </p:sp>
      <p:graphicFrame>
        <p:nvGraphicFramePr>
          <p:cNvPr id="19" name="Object 18">
            <a:extLst>
              <a:ext uri="{FF2B5EF4-FFF2-40B4-BE49-F238E27FC236}">
                <a16:creationId xmlns:a16="http://schemas.microsoft.com/office/drawing/2014/main" id="{9CEC276D-6225-475C-985B-5AC85CFF82C0}"/>
              </a:ext>
            </a:extLst>
          </p:cNvPr>
          <p:cNvGraphicFramePr>
            <a:graphicFrameLocks noChangeAspect="1"/>
          </p:cNvGraphicFramePr>
          <p:nvPr>
            <p:extLst>
              <p:ext uri="{D42A27DB-BD31-4B8C-83A1-F6EECF244321}">
                <p14:modId xmlns:p14="http://schemas.microsoft.com/office/powerpoint/2010/main" val="1496428749"/>
              </p:ext>
            </p:extLst>
          </p:nvPr>
        </p:nvGraphicFramePr>
        <p:xfrm>
          <a:off x="5822950" y="2965450"/>
          <a:ext cx="323850" cy="276225"/>
        </p:xfrm>
        <a:graphic>
          <a:graphicData uri="http://schemas.openxmlformats.org/presentationml/2006/ole">
            <mc:AlternateContent xmlns:mc="http://schemas.openxmlformats.org/markup-compatibility/2006">
              <mc:Choice xmlns:v="urn:schemas-microsoft-com:vml" Requires="v">
                <p:oleObj name="Equation" r:id="rId6" imgW="266400" imgH="228600" progId="Equation.DSMT4">
                  <p:embed/>
                </p:oleObj>
              </mc:Choice>
              <mc:Fallback>
                <p:oleObj name="Equation" r:id="rId6" imgW="266400" imgH="228600" progId="Equation.DSMT4">
                  <p:embed/>
                  <p:pic>
                    <p:nvPicPr>
                      <p:cNvPr id="0" name=""/>
                      <p:cNvPicPr/>
                      <p:nvPr/>
                    </p:nvPicPr>
                    <p:blipFill>
                      <a:blip r:embed="rId7"/>
                      <a:stretch>
                        <a:fillRect/>
                      </a:stretch>
                    </p:blipFill>
                    <p:spPr>
                      <a:xfrm>
                        <a:off x="5822950" y="2965450"/>
                        <a:ext cx="323850" cy="276225"/>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97CB09B2-92E6-46C0-92CF-38DA8CCB9337}"/>
              </a:ext>
            </a:extLst>
          </p:cNvPr>
          <p:cNvSpPr>
            <a:spLocks noGrp="1"/>
          </p:cNvSpPr>
          <p:nvPr>
            <p:ph sz="quarter" idx="18"/>
          </p:nvPr>
        </p:nvSpPr>
        <p:spPr>
          <a:xfrm>
            <a:off x="6295610" y="2864843"/>
            <a:ext cx="2505490" cy="438824"/>
          </a:xfrm>
        </p:spPr>
        <p:txBody>
          <a:bodyPr lIns="0" rIns="0"/>
          <a:lstStyle/>
          <a:p>
            <a:r>
              <a:rPr lang="en-US" dirty="0">
                <a:solidFill>
                  <a:schemeClr val="tx1"/>
                </a:solidFill>
              </a:rPr>
              <a:t>together comprise</a:t>
            </a:r>
          </a:p>
        </p:txBody>
      </p:sp>
      <p:sp>
        <p:nvSpPr>
          <p:cNvPr id="9" name="Content Placeholder 8">
            <a:extLst>
              <a:ext uri="{FF2B5EF4-FFF2-40B4-BE49-F238E27FC236}">
                <a16:creationId xmlns:a16="http://schemas.microsoft.com/office/drawing/2014/main" id="{63563FCB-AD86-44A3-8B5B-CCD32AE54D26}"/>
              </a:ext>
            </a:extLst>
          </p:cNvPr>
          <p:cNvSpPr>
            <a:spLocks noGrp="1"/>
          </p:cNvSpPr>
          <p:nvPr>
            <p:ph sz="quarter" idx="19"/>
          </p:nvPr>
        </p:nvSpPr>
        <p:spPr>
          <a:xfrm>
            <a:off x="3710169" y="3420127"/>
            <a:ext cx="4930911" cy="408785"/>
          </a:xfrm>
        </p:spPr>
        <p:txBody>
          <a:bodyPr tIns="0"/>
          <a:lstStyle/>
          <a:p>
            <a:pPr marL="292608"/>
            <a:r>
              <a:rPr lang="en-US" dirty="0">
                <a:solidFill>
                  <a:schemeClr val="tx1"/>
                </a:solidFill>
              </a:rPr>
              <a:t>the entire sample space, then:</a:t>
            </a:r>
          </a:p>
        </p:txBody>
      </p:sp>
      <p:graphicFrame>
        <p:nvGraphicFramePr>
          <p:cNvPr id="21" name="Object 20">
            <a:extLst>
              <a:ext uri="{FF2B5EF4-FFF2-40B4-BE49-F238E27FC236}">
                <a16:creationId xmlns:a16="http://schemas.microsoft.com/office/drawing/2014/main" id="{DC6DA559-3AD2-446A-A5BA-D4C8B6E8939E}"/>
              </a:ext>
            </a:extLst>
          </p:cNvPr>
          <p:cNvGraphicFramePr>
            <a:graphicFrameLocks noChangeAspect="1"/>
          </p:cNvGraphicFramePr>
          <p:nvPr>
            <p:extLst>
              <p:ext uri="{D42A27DB-BD31-4B8C-83A1-F6EECF244321}">
                <p14:modId xmlns:p14="http://schemas.microsoft.com/office/powerpoint/2010/main" val="1705985969"/>
              </p:ext>
            </p:extLst>
          </p:nvPr>
        </p:nvGraphicFramePr>
        <p:xfrm>
          <a:off x="4101895" y="3962375"/>
          <a:ext cx="2417762" cy="334962"/>
        </p:xfrm>
        <a:graphic>
          <a:graphicData uri="http://schemas.openxmlformats.org/presentationml/2006/ole">
            <mc:AlternateContent xmlns:mc="http://schemas.openxmlformats.org/markup-compatibility/2006">
              <mc:Choice xmlns:v="urn:schemas-microsoft-com:vml" Requires="v">
                <p:oleObj name="Equation" r:id="rId8" imgW="2197080" imgH="304560" progId="Equation.DSMT4">
                  <p:embed/>
                </p:oleObj>
              </mc:Choice>
              <mc:Fallback>
                <p:oleObj name="Equation" r:id="rId8" imgW="2197080" imgH="304560" progId="Equation.DSMT4">
                  <p:embed/>
                  <p:pic>
                    <p:nvPicPr>
                      <p:cNvPr id="0" name=""/>
                      <p:cNvPicPr/>
                      <p:nvPr/>
                    </p:nvPicPr>
                    <p:blipFill>
                      <a:blip r:embed="rId9"/>
                      <a:stretch>
                        <a:fillRect/>
                      </a:stretch>
                    </p:blipFill>
                    <p:spPr>
                      <a:xfrm>
                        <a:off x="4101895" y="3962375"/>
                        <a:ext cx="2417762" cy="334962"/>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AA46D842-9981-8278-2FA6-52A6F1046D1F}"/>
              </a:ext>
            </a:extLst>
          </p:cNvPr>
          <p:cNvGraphicFramePr>
            <a:graphicFrameLocks noChangeAspect="1"/>
          </p:cNvGraphicFramePr>
          <p:nvPr>
            <p:extLst>
              <p:ext uri="{D42A27DB-BD31-4B8C-83A1-F6EECF244321}">
                <p14:modId xmlns:p14="http://schemas.microsoft.com/office/powerpoint/2010/main" val="310482858"/>
              </p:ext>
            </p:extLst>
          </p:nvPr>
        </p:nvGraphicFramePr>
        <p:xfrm>
          <a:off x="6612255" y="3966343"/>
          <a:ext cx="2028825" cy="327025"/>
        </p:xfrm>
        <a:graphic>
          <a:graphicData uri="http://schemas.openxmlformats.org/presentationml/2006/ole">
            <mc:AlternateContent xmlns:mc="http://schemas.openxmlformats.org/markup-compatibility/2006">
              <mc:Choice xmlns:v="urn:schemas-microsoft-com:vml" Requires="v">
                <p:oleObj name="Equation" r:id="rId10" imgW="1892160" imgH="304560" progId="Equation.DSMT4">
                  <p:embed/>
                </p:oleObj>
              </mc:Choice>
              <mc:Fallback>
                <p:oleObj name="Equation" r:id="rId10" imgW="1892160" imgH="304560" progId="Equation.DSMT4">
                  <p:embed/>
                  <p:pic>
                    <p:nvPicPr>
                      <p:cNvPr id="0" name=""/>
                      <p:cNvPicPr/>
                      <p:nvPr/>
                    </p:nvPicPr>
                    <p:blipFill>
                      <a:blip r:embed="rId11"/>
                      <a:stretch>
                        <a:fillRect/>
                      </a:stretch>
                    </p:blipFill>
                    <p:spPr>
                      <a:xfrm>
                        <a:off x="6612255" y="3966343"/>
                        <a:ext cx="2028825" cy="327025"/>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1C2FC2FA-C132-4E5C-883D-A8294EB420B0}"/>
              </a:ext>
            </a:extLst>
          </p:cNvPr>
          <p:cNvSpPr>
            <a:spLocks noGrp="1"/>
          </p:cNvSpPr>
          <p:nvPr>
            <p:ph type="sldNum" sz="quarter" idx="10"/>
          </p:nvPr>
        </p:nvSpPr>
        <p:spPr/>
        <p:txBody>
          <a:bodyPr/>
          <a:lstStyle/>
          <a:p>
            <a:fld id="{68151E55-6873-49E2-B8D5-2F265E6F1973}" type="slidenum">
              <a:rPr lang="en-US" smtClean="0"/>
              <a:t>18</a:t>
            </a:fld>
            <a:endParaRPr lang="en-US"/>
          </a:p>
        </p:txBody>
      </p:sp>
    </p:spTree>
    <p:extLst>
      <p:ext uri="{BB962C8B-B14F-4D97-AF65-F5344CB8AC3E}">
        <p14:creationId xmlns:p14="http://schemas.microsoft.com/office/powerpoint/2010/main" val="7856060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3AD81-B51C-423A-BCE1-751A55B4CEAD}"/>
              </a:ext>
            </a:extLst>
          </p:cNvPr>
          <p:cNvSpPr>
            <a:spLocks noGrp="1"/>
          </p:cNvSpPr>
          <p:nvPr>
            <p:ph type="title"/>
          </p:nvPr>
        </p:nvSpPr>
        <p:spPr>
          <a:xfrm>
            <a:off x="342900" y="192490"/>
            <a:ext cx="7709719" cy="903231"/>
          </a:xfrm>
        </p:spPr>
        <p:txBody>
          <a:bodyPr>
            <a:normAutofit/>
          </a:bodyPr>
          <a:lstStyle/>
          <a:p>
            <a:r>
              <a:rPr lang="en-US" sz="3600" dirty="0"/>
              <a:t>Union or Intersection?</a:t>
            </a:r>
          </a:p>
        </p:txBody>
      </p:sp>
      <p:sp>
        <p:nvSpPr>
          <p:cNvPr id="3" name="Content Placeholder 2">
            <a:extLst>
              <a:ext uri="{FF2B5EF4-FFF2-40B4-BE49-F238E27FC236}">
                <a16:creationId xmlns:a16="http://schemas.microsoft.com/office/drawing/2014/main" id="{0F15A480-A68A-49B2-B003-B39945D09C53}"/>
              </a:ext>
            </a:extLst>
          </p:cNvPr>
          <p:cNvSpPr>
            <a:spLocks noGrp="1"/>
          </p:cNvSpPr>
          <p:nvPr>
            <p:ph sz="quarter" idx="11"/>
          </p:nvPr>
        </p:nvSpPr>
        <p:spPr>
          <a:xfrm>
            <a:off x="8637428" y="54498"/>
            <a:ext cx="466119" cy="1298448"/>
          </a:xfrm>
        </p:spPr>
        <p:txBody>
          <a:bodyPr vert="vert" rIns="0"/>
          <a:lstStyle/>
          <a:p>
            <a:r>
              <a:rPr lang="en-US" b="1" dirty="0"/>
              <a:t>L</a:t>
            </a:r>
            <a:r>
              <a:rPr lang="en-US" sz="100" b="1" dirty="0"/>
              <a:t> </a:t>
            </a:r>
            <a:r>
              <a:rPr lang="en-US" b="1" dirty="0"/>
              <a:t>O 5.3</a:t>
            </a:r>
            <a:endParaRPr lang="en-IN" b="1" dirty="0"/>
          </a:p>
        </p:txBody>
      </p:sp>
      <p:sp>
        <p:nvSpPr>
          <p:cNvPr id="4" name="Content Placeholder 3">
            <a:extLst>
              <a:ext uri="{FF2B5EF4-FFF2-40B4-BE49-F238E27FC236}">
                <a16:creationId xmlns:a16="http://schemas.microsoft.com/office/drawing/2014/main" id="{23A9A32D-CAB2-4794-AE8E-4568E97A8AE7}"/>
              </a:ext>
            </a:extLst>
          </p:cNvPr>
          <p:cNvSpPr>
            <a:spLocks noGrp="1"/>
          </p:cNvSpPr>
          <p:nvPr>
            <p:ph sz="quarter" idx="14"/>
          </p:nvPr>
        </p:nvSpPr>
        <p:spPr>
          <a:xfrm>
            <a:off x="342900" y="1253612"/>
            <a:ext cx="8137423" cy="693175"/>
          </a:xfrm>
        </p:spPr>
        <p:txBody>
          <a:bodyPr/>
          <a:lstStyle/>
          <a:p>
            <a:pPr marL="292608" indent="-292608">
              <a:buFont typeface="Arial" panose="020B0604020202020204" pitchFamily="34" charset="0"/>
              <a:buChar char="•"/>
            </a:pPr>
            <a:r>
              <a:rPr lang="en-US" sz="2000" dirty="0"/>
              <a:t>The </a:t>
            </a:r>
            <a:r>
              <a:rPr lang="en-US" sz="2000" b="1" dirty="0"/>
              <a:t>union </a:t>
            </a:r>
            <a:r>
              <a:rPr lang="en-US" sz="2000" dirty="0"/>
              <a:t>of two events consists of all outcomes in the sample space </a:t>
            </a:r>
            <a:r>
              <a:rPr lang="en-US" sz="2000" i="1" dirty="0"/>
              <a:t>S </a:t>
            </a:r>
            <a:r>
              <a:rPr lang="en-US" sz="2000" dirty="0"/>
              <a:t>that are contained either in event </a:t>
            </a:r>
            <a:r>
              <a:rPr lang="en-US" sz="2000" i="1" dirty="0"/>
              <a:t>A </a:t>
            </a:r>
            <a:r>
              <a:rPr lang="en-US" sz="2000" dirty="0"/>
              <a:t>or in event </a:t>
            </a:r>
            <a:r>
              <a:rPr lang="en-US" sz="2000" i="1" dirty="0"/>
              <a:t>B </a:t>
            </a:r>
            <a:r>
              <a:rPr lang="en-US" sz="2000" dirty="0"/>
              <a:t>or in both.</a:t>
            </a:r>
          </a:p>
        </p:txBody>
      </p:sp>
      <p:sp>
        <p:nvSpPr>
          <p:cNvPr id="5" name="Content Placeholder 4">
            <a:extLst>
              <a:ext uri="{FF2B5EF4-FFF2-40B4-BE49-F238E27FC236}">
                <a16:creationId xmlns:a16="http://schemas.microsoft.com/office/drawing/2014/main" id="{0424ABC7-6BE7-4221-929D-C9F3974156B3}"/>
              </a:ext>
            </a:extLst>
          </p:cNvPr>
          <p:cNvSpPr>
            <a:spLocks noGrp="1"/>
          </p:cNvSpPr>
          <p:nvPr>
            <p:ph sz="quarter" idx="15"/>
          </p:nvPr>
        </p:nvSpPr>
        <p:spPr>
          <a:xfrm>
            <a:off x="342900" y="1986548"/>
            <a:ext cx="5394223" cy="358450"/>
          </a:xfrm>
        </p:spPr>
        <p:txBody>
          <a:bodyPr tIns="0"/>
          <a:lstStyle/>
          <a:p>
            <a:pPr marL="292608"/>
            <a:r>
              <a:rPr lang="en-US" sz="2000" dirty="0"/>
              <a:t>The union of </a:t>
            </a:r>
            <a:r>
              <a:rPr lang="en-US" sz="2000" i="1" dirty="0"/>
              <a:t>A </a:t>
            </a:r>
            <a:r>
              <a:rPr lang="en-US" sz="2000" dirty="0"/>
              <a:t>and </a:t>
            </a:r>
            <a:r>
              <a:rPr lang="en-US" sz="2000" i="1" dirty="0"/>
              <a:t>B </a:t>
            </a:r>
            <a:r>
              <a:rPr lang="en-US" sz="2000" dirty="0"/>
              <a:t>is sometimes denoted</a:t>
            </a:r>
          </a:p>
        </p:txBody>
      </p:sp>
      <p:graphicFrame>
        <p:nvGraphicFramePr>
          <p:cNvPr id="18" name="Object 17">
            <a:extLst>
              <a:ext uri="{FF2B5EF4-FFF2-40B4-BE49-F238E27FC236}">
                <a16:creationId xmlns:a16="http://schemas.microsoft.com/office/drawing/2014/main" id="{282E10E1-0C78-425F-800C-B1CF93F132F3}"/>
              </a:ext>
            </a:extLst>
          </p:cNvPr>
          <p:cNvGraphicFramePr>
            <a:graphicFrameLocks noChangeAspect="1"/>
          </p:cNvGraphicFramePr>
          <p:nvPr>
            <p:extLst>
              <p:ext uri="{D42A27DB-BD31-4B8C-83A1-F6EECF244321}">
                <p14:modId xmlns:p14="http://schemas.microsoft.com/office/powerpoint/2010/main" val="792377140"/>
              </p:ext>
            </p:extLst>
          </p:nvPr>
        </p:nvGraphicFramePr>
        <p:xfrm>
          <a:off x="5769561" y="2025136"/>
          <a:ext cx="2116248" cy="318129"/>
        </p:xfrm>
        <a:graphic>
          <a:graphicData uri="http://schemas.openxmlformats.org/presentationml/2006/ole">
            <mc:AlternateContent xmlns:mc="http://schemas.openxmlformats.org/markup-compatibility/2006">
              <mc:Choice xmlns:v="urn:schemas-microsoft-com:vml" Requires="v">
                <p:oleObj name="Equation" r:id="rId2" imgW="1942920" imgH="291960" progId="Equation.DSMT4">
                  <p:embed/>
                </p:oleObj>
              </mc:Choice>
              <mc:Fallback>
                <p:oleObj name="Equation" r:id="rId2" imgW="1942920" imgH="291960" progId="Equation.DSMT4">
                  <p:embed/>
                  <p:pic>
                    <p:nvPicPr>
                      <p:cNvPr id="0" name=""/>
                      <p:cNvPicPr/>
                      <p:nvPr/>
                    </p:nvPicPr>
                    <p:blipFill>
                      <a:blip r:embed="rId3"/>
                      <a:stretch>
                        <a:fillRect/>
                      </a:stretch>
                    </p:blipFill>
                    <p:spPr>
                      <a:xfrm>
                        <a:off x="5769561" y="2025136"/>
                        <a:ext cx="2116248" cy="318129"/>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074C7A82-23BC-4D87-8784-66DA1AB69B48}"/>
              </a:ext>
            </a:extLst>
          </p:cNvPr>
          <p:cNvSpPr>
            <a:spLocks noGrp="1"/>
          </p:cNvSpPr>
          <p:nvPr>
            <p:ph sz="quarter" idx="16"/>
          </p:nvPr>
        </p:nvSpPr>
        <p:spPr>
          <a:xfrm>
            <a:off x="342900" y="2491292"/>
            <a:ext cx="8137423" cy="650114"/>
          </a:xfrm>
        </p:spPr>
        <p:txBody>
          <a:bodyPr tIns="0"/>
          <a:lstStyle/>
          <a:p>
            <a:pPr marL="292608" indent="-292608">
              <a:buFont typeface="Arial" panose="020B0604020202020204" pitchFamily="34" charset="0"/>
              <a:buChar char="•"/>
            </a:pPr>
            <a:r>
              <a:rPr lang="en-US" sz="2000" dirty="0"/>
              <a:t>The </a:t>
            </a:r>
            <a:r>
              <a:rPr lang="en-US" sz="2000" b="1" dirty="0"/>
              <a:t>intersection </a:t>
            </a:r>
            <a:r>
              <a:rPr lang="en-US" sz="2000" dirty="0"/>
              <a:t>of two events </a:t>
            </a:r>
            <a:r>
              <a:rPr lang="en-US" sz="2000" i="1" dirty="0"/>
              <a:t>A </a:t>
            </a:r>
            <a:r>
              <a:rPr lang="en-US" sz="2000" dirty="0"/>
              <a:t>and </a:t>
            </a:r>
            <a:r>
              <a:rPr lang="en-US" sz="2000" i="1" dirty="0"/>
              <a:t>B </a:t>
            </a:r>
            <a:r>
              <a:rPr lang="en-US" sz="2000" dirty="0"/>
              <a:t>is the event consisting of all outcomes in the sample space </a:t>
            </a:r>
            <a:r>
              <a:rPr lang="en-US" sz="2000" i="1" dirty="0"/>
              <a:t>S </a:t>
            </a:r>
            <a:r>
              <a:rPr lang="en-US" sz="2000" dirty="0"/>
              <a:t>that are contained in both event </a:t>
            </a:r>
            <a:r>
              <a:rPr lang="en-US" sz="2000" i="1" dirty="0"/>
              <a:t>A</a:t>
            </a:r>
            <a:endParaRPr lang="en-US" sz="2000" dirty="0"/>
          </a:p>
        </p:txBody>
      </p:sp>
      <p:sp>
        <p:nvSpPr>
          <p:cNvPr id="7" name="Content Placeholder 6">
            <a:extLst>
              <a:ext uri="{FF2B5EF4-FFF2-40B4-BE49-F238E27FC236}">
                <a16:creationId xmlns:a16="http://schemas.microsoft.com/office/drawing/2014/main" id="{8B5AEC7B-FBB8-4E21-B8B2-F3E58C3315A1}"/>
              </a:ext>
            </a:extLst>
          </p:cNvPr>
          <p:cNvSpPr>
            <a:spLocks noGrp="1"/>
          </p:cNvSpPr>
          <p:nvPr>
            <p:ph sz="quarter" idx="17"/>
          </p:nvPr>
        </p:nvSpPr>
        <p:spPr>
          <a:xfrm>
            <a:off x="342900" y="3189825"/>
            <a:ext cx="6293874" cy="349791"/>
          </a:xfrm>
        </p:spPr>
        <p:txBody>
          <a:bodyPr tIns="0"/>
          <a:lstStyle/>
          <a:p>
            <a:pPr marL="292608"/>
            <a:r>
              <a:rPr lang="en-US" sz="2000" u="sng" dirty="0"/>
              <a:t>and</a:t>
            </a:r>
            <a:r>
              <a:rPr lang="en-US" sz="2000" dirty="0"/>
              <a:t> event </a:t>
            </a:r>
            <a:r>
              <a:rPr lang="en-US" sz="2000" i="1" dirty="0"/>
              <a:t>B. </a:t>
            </a:r>
            <a:r>
              <a:rPr lang="en-US" sz="2000" dirty="0"/>
              <a:t>The intersection of </a:t>
            </a:r>
            <a:r>
              <a:rPr lang="en-US" sz="2000" i="1" dirty="0"/>
              <a:t>A </a:t>
            </a:r>
            <a:r>
              <a:rPr lang="en-US" sz="2000" dirty="0"/>
              <a:t>and </a:t>
            </a:r>
            <a:r>
              <a:rPr lang="en-US" sz="2000" i="1" dirty="0"/>
              <a:t>B </a:t>
            </a:r>
            <a:r>
              <a:rPr lang="en-US" sz="2000" dirty="0"/>
              <a:t>is denoted</a:t>
            </a:r>
          </a:p>
        </p:txBody>
      </p:sp>
      <p:graphicFrame>
        <p:nvGraphicFramePr>
          <p:cNvPr id="19" name="Object 18">
            <a:extLst>
              <a:ext uri="{FF2B5EF4-FFF2-40B4-BE49-F238E27FC236}">
                <a16:creationId xmlns:a16="http://schemas.microsoft.com/office/drawing/2014/main" id="{2D85D956-959B-4746-B990-67394CC78908}"/>
              </a:ext>
            </a:extLst>
          </p:cNvPr>
          <p:cNvGraphicFramePr>
            <a:graphicFrameLocks noChangeAspect="1"/>
          </p:cNvGraphicFramePr>
          <p:nvPr>
            <p:extLst>
              <p:ext uri="{D42A27DB-BD31-4B8C-83A1-F6EECF244321}">
                <p14:modId xmlns:p14="http://schemas.microsoft.com/office/powerpoint/2010/main" val="2762952858"/>
              </p:ext>
            </p:extLst>
          </p:nvPr>
        </p:nvGraphicFramePr>
        <p:xfrm>
          <a:off x="6651522" y="3214708"/>
          <a:ext cx="2146300" cy="304800"/>
        </p:xfrm>
        <a:graphic>
          <a:graphicData uri="http://schemas.openxmlformats.org/presentationml/2006/ole">
            <mc:AlternateContent xmlns:mc="http://schemas.openxmlformats.org/markup-compatibility/2006">
              <mc:Choice xmlns:v="urn:schemas-microsoft-com:vml" Requires="v">
                <p:oleObj name="Equation" r:id="rId4" imgW="2145960" imgH="304560" progId="Equation.DSMT4">
                  <p:embed/>
                </p:oleObj>
              </mc:Choice>
              <mc:Fallback>
                <p:oleObj name="Equation" r:id="rId4" imgW="2145960" imgH="304560" progId="Equation.DSMT4">
                  <p:embed/>
                  <p:pic>
                    <p:nvPicPr>
                      <p:cNvPr id="0" name=""/>
                      <p:cNvPicPr/>
                      <p:nvPr/>
                    </p:nvPicPr>
                    <p:blipFill>
                      <a:blip r:embed="rId5"/>
                      <a:stretch>
                        <a:fillRect/>
                      </a:stretch>
                    </p:blipFill>
                    <p:spPr>
                      <a:xfrm>
                        <a:off x="6651522" y="3214708"/>
                        <a:ext cx="2146300" cy="304800"/>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FE34F757-2614-4213-8229-3B35E6F93CB9}"/>
              </a:ext>
            </a:extLst>
          </p:cNvPr>
          <p:cNvSpPr>
            <a:spLocks noGrp="1"/>
          </p:cNvSpPr>
          <p:nvPr>
            <p:ph sz="quarter" idx="18"/>
          </p:nvPr>
        </p:nvSpPr>
        <p:spPr>
          <a:xfrm>
            <a:off x="342900" y="3728163"/>
            <a:ext cx="2444545" cy="374149"/>
          </a:xfrm>
        </p:spPr>
        <p:txBody>
          <a:bodyPr tIns="0"/>
          <a:lstStyle/>
          <a:p>
            <a:pPr marL="292608" indent="-292608">
              <a:buFont typeface="Arial" panose="020B0604020202020204" pitchFamily="34" charset="0"/>
              <a:buChar char="•"/>
            </a:pPr>
            <a:r>
              <a:rPr lang="en-US" sz="2000" dirty="0"/>
              <a:t>The probability of</a:t>
            </a:r>
          </a:p>
        </p:txBody>
      </p:sp>
      <p:graphicFrame>
        <p:nvGraphicFramePr>
          <p:cNvPr id="20" name="Object 19">
            <a:extLst>
              <a:ext uri="{FF2B5EF4-FFF2-40B4-BE49-F238E27FC236}">
                <a16:creationId xmlns:a16="http://schemas.microsoft.com/office/drawing/2014/main" id="{6100855A-5060-4BA2-B141-3A07C5AE9CF7}"/>
              </a:ext>
            </a:extLst>
          </p:cNvPr>
          <p:cNvGraphicFramePr>
            <a:graphicFrameLocks noChangeAspect="1"/>
          </p:cNvGraphicFramePr>
          <p:nvPr>
            <p:extLst>
              <p:ext uri="{D42A27DB-BD31-4B8C-83A1-F6EECF244321}">
                <p14:modId xmlns:p14="http://schemas.microsoft.com/office/powerpoint/2010/main" val="3347614169"/>
              </p:ext>
            </p:extLst>
          </p:nvPr>
        </p:nvGraphicFramePr>
        <p:xfrm>
          <a:off x="2874259" y="3774759"/>
          <a:ext cx="726440" cy="251460"/>
        </p:xfrm>
        <a:graphic>
          <a:graphicData uri="http://schemas.openxmlformats.org/presentationml/2006/ole">
            <mc:AlternateContent xmlns:mc="http://schemas.openxmlformats.org/markup-compatibility/2006">
              <mc:Choice xmlns:v="urn:schemas-microsoft-com:vml" Requires="v">
                <p:oleObj name="Equation" r:id="rId6" imgW="660240" imgH="228600" progId="Equation.DSMT4">
                  <p:embed/>
                </p:oleObj>
              </mc:Choice>
              <mc:Fallback>
                <p:oleObj name="Equation" r:id="rId6" imgW="660240" imgH="228600" progId="Equation.DSMT4">
                  <p:embed/>
                  <p:pic>
                    <p:nvPicPr>
                      <p:cNvPr id="0" name=""/>
                      <p:cNvPicPr/>
                      <p:nvPr/>
                    </p:nvPicPr>
                    <p:blipFill>
                      <a:blip r:embed="rId7"/>
                      <a:stretch>
                        <a:fillRect/>
                      </a:stretch>
                    </p:blipFill>
                    <p:spPr>
                      <a:xfrm>
                        <a:off x="2874259" y="3774759"/>
                        <a:ext cx="726440" cy="251460"/>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C2820DFD-527B-4F43-9729-D1316EB8E53F}"/>
              </a:ext>
            </a:extLst>
          </p:cNvPr>
          <p:cNvSpPr>
            <a:spLocks noGrp="1"/>
          </p:cNvSpPr>
          <p:nvPr>
            <p:ph sz="quarter" idx="19"/>
          </p:nvPr>
        </p:nvSpPr>
        <p:spPr>
          <a:xfrm>
            <a:off x="342901" y="4138857"/>
            <a:ext cx="3550674" cy="318843"/>
          </a:xfrm>
        </p:spPr>
        <p:txBody>
          <a:bodyPr lIns="91440" tIns="0" rIns="0" bIns="0"/>
          <a:lstStyle/>
          <a:p>
            <a:pPr marL="292608"/>
            <a:r>
              <a:rPr lang="en-US" sz="2000" dirty="0"/>
              <a:t>is called the joint probability</a:t>
            </a:r>
          </a:p>
        </p:txBody>
      </p:sp>
      <p:sp>
        <p:nvSpPr>
          <p:cNvPr id="10" name="Content Placeholder 9">
            <a:extLst>
              <a:ext uri="{FF2B5EF4-FFF2-40B4-BE49-F238E27FC236}">
                <a16:creationId xmlns:a16="http://schemas.microsoft.com/office/drawing/2014/main" id="{BF1560DF-9034-4825-AF19-EDDC31A3080D}"/>
              </a:ext>
            </a:extLst>
          </p:cNvPr>
          <p:cNvSpPr>
            <a:spLocks noGrp="1"/>
          </p:cNvSpPr>
          <p:nvPr>
            <p:ph sz="quarter" idx="20"/>
          </p:nvPr>
        </p:nvSpPr>
        <p:spPr>
          <a:xfrm>
            <a:off x="342901" y="4513534"/>
            <a:ext cx="2149576" cy="361628"/>
          </a:xfrm>
        </p:spPr>
        <p:txBody>
          <a:bodyPr tIns="0"/>
          <a:lstStyle/>
          <a:p>
            <a:pPr marL="292608"/>
            <a:r>
              <a:rPr lang="en-US" sz="2000" dirty="0"/>
              <a:t>and is denoted</a:t>
            </a:r>
          </a:p>
        </p:txBody>
      </p:sp>
      <p:graphicFrame>
        <p:nvGraphicFramePr>
          <p:cNvPr id="21" name="Object 20">
            <a:extLst>
              <a:ext uri="{FF2B5EF4-FFF2-40B4-BE49-F238E27FC236}">
                <a16:creationId xmlns:a16="http://schemas.microsoft.com/office/drawing/2014/main" id="{CC10DD94-23CB-4DA2-8128-7FC238E0204A}"/>
              </a:ext>
            </a:extLst>
          </p:cNvPr>
          <p:cNvGraphicFramePr>
            <a:graphicFrameLocks noChangeAspect="1"/>
          </p:cNvGraphicFramePr>
          <p:nvPr>
            <p:extLst>
              <p:ext uri="{D42A27DB-BD31-4B8C-83A1-F6EECF244321}">
                <p14:modId xmlns:p14="http://schemas.microsoft.com/office/powerpoint/2010/main" val="1632563733"/>
              </p:ext>
            </p:extLst>
          </p:nvPr>
        </p:nvGraphicFramePr>
        <p:xfrm>
          <a:off x="2532063" y="4537075"/>
          <a:ext cx="1204912" cy="328613"/>
        </p:xfrm>
        <a:graphic>
          <a:graphicData uri="http://schemas.openxmlformats.org/presentationml/2006/ole">
            <mc:AlternateContent xmlns:mc="http://schemas.openxmlformats.org/markup-compatibility/2006">
              <mc:Choice xmlns:v="urn:schemas-microsoft-com:vml" Requires="v">
                <p:oleObj name="Equation" r:id="rId8" imgW="1117440" imgH="304560" progId="Equation.DSMT4">
                  <p:embed/>
                </p:oleObj>
              </mc:Choice>
              <mc:Fallback>
                <p:oleObj name="Equation" r:id="rId8" imgW="1117440" imgH="304560" progId="Equation.DSMT4">
                  <p:embed/>
                  <p:pic>
                    <p:nvPicPr>
                      <p:cNvPr id="0" name=""/>
                      <p:cNvPicPr/>
                      <p:nvPr/>
                    </p:nvPicPr>
                    <p:blipFill>
                      <a:blip r:embed="rId9"/>
                      <a:stretch>
                        <a:fillRect/>
                      </a:stretch>
                    </p:blipFill>
                    <p:spPr>
                      <a:xfrm>
                        <a:off x="2532063" y="4537075"/>
                        <a:ext cx="1204912" cy="328613"/>
                      </a:xfrm>
                      <a:prstGeom prst="rect">
                        <a:avLst/>
                      </a:prstGeom>
                    </p:spPr>
                  </p:pic>
                </p:oleObj>
              </mc:Fallback>
            </mc:AlternateContent>
          </a:graphicData>
        </a:graphic>
      </p:graphicFrame>
      <p:pic>
        <p:nvPicPr>
          <p:cNvPr id="22" name="Picture 21" descr="A diagram shows the union and intersection of 2 events.">
            <a:extLst>
              <a:ext uri="{FF2B5EF4-FFF2-40B4-BE49-F238E27FC236}">
                <a16:creationId xmlns:a16="http://schemas.microsoft.com/office/drawing/2014/main" id="{179A4AAD-DE06-4ACD-9AEE-DC46321659F0}"/>
              </a:ext>
            </a:extLst>
          </p:cNvPr>
          <p:cNvPicPr>
            <a:picLocks noChangeAspect="1"/>
          </p:cNvPicPr>
          <p:nvPr/>
        </p:nvPicPr>
        <p:blipFill>
          <a:blip r:embed="rId10"/>
          <a:stretch>
            <a:fillRect/>
          </a:stretch>
        </p:blipFill>
        <p:spPr>
          <a:xfrm>
            <a:off x="4082427" y="3712480"/>
            <a:ext cx="4489262" cy="2161496"/>
          </a:xfrm>
          <a:prstGeom prst="rect">
            <a:avLst/>
          </a:prstGeom>
        </p:spPr>
      </p:pic>
      <p:sp>
        <p:nvSpPr>
          <p:cNvPr id="15" name="Text Placeholder 14">
            <a:extLst>
              <a:ext uri="{FF2B5EF4-FFF2-40B4-BE49-F238E27FC236}">
                <a16:creationId xmlns:a16="http://schemas.microsoft.com/office/drawing/2014/main" id="{8F14FC76-1130-4AF6-ACBE-D3145CB3D06F}"/>
              </a:ext>
            </a:extLst>
          </p:cNvPr>
          <p:cNvSpPr>
            <a:spLocks noGrp="1"/>
          </p:cNvSpPr>
          <p:nvPr>
            <p:ph type="body" sz="quarter" idx="12"/>
          </p:nvPr>
        </p:nvSpPr>
        <p:spPr>
          <a:xfrm>
            <a:off x="2971558" y="6324600"/>
            <a:ext cx="3200885" cy="190500"/>
          </a:xfrm>
        </p:spPr>
        <p:txBody>
          <a:bodyPr/>
          <a:lstStyle/>
          <a:p>
            <a:r>
              <a:rPr lang="en-US" sz="1200" dirty="0">
                <a:hlinkClick r:id="rId11" action="ppaction://hlinksldjump"/>
              </a:rPr>
              <a:t>Access the text alternative for slide images.</a:t>
            </a:r>
          </a:p>
        </p:txBody>
      </p:sp>
      <p:sp>
        <p:nvSpPr>
          <p:cNvPr id="17" name="Slide Number Placeholder 16">
            <a:extLst>
              <a:ext uri="{FF2B5EF4-FFF2-40B4-BE49-F238E27FC236}">
                <a16:creationId xmlns:a16="http://schemas.microsoft.com/office/drawing/2014/main" id="{359071FE-CF97-4793-AEAB-F90F15021657}"/>
              </a:ext>
            </a:extLst>
          </p:cNvPr>
          <p:cNvSpPr>
            <a:spLocks noGrp="1"/>
          </p:cNvSpPr>
          <p:nvPr>
            <p:ph type="sldNum" sz="quarter" idx="10"/>
          </p:nvPr>
        </p:nvSpPr>
        <p:spPr/>
        <p:txBody>
          <a:bodyPr/>
          <a:lstStyle/>
          <a:p>
            <a:fld id="{68151E55-6873-49E2-B8D5-2F265E6F1973}" type="slidenum">
              <a:rPr lang="en-US" smtClean="0"/>
              <a:t>19</a:t>
            </a:fld>
            <a:endParaRPr lang="en-US"/>
          </a:p>
        </p:txBody>
      </p:sp>
    </p:spTree>
    <p:extLst>
      <p:ext uri="{BB962C8B-B14F-4D97-AF65-F5344CB8AC3E}">
        <p14:creationId xmlns:p14="http://schemas.microsoft.com/office/powerpoint/2010/main" val="9415541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A69ED-E646-4163-96F9-5076D8E488EE}"/>
              </a:ext>
            </a:extLst>
          </p:cNvPr>
          <p:cNvSpPr>
            <a:spLocks noGrp="1"/>
          </p:cNvSpPr>
          <p:nvPr>
            <p:ph type="title"/>
          </p:nvPr>
        </p:nvSpPr>
        <p:spPr>
          <a:xfrm>
            <a:off x="342900" y="192490"/>
            <a:ext cx="7680223" cy="903231"/>
          </a:xfrm>
        </p:spPr>
        <p:txBody>
          <a:bodyPr>
            <a:normAutofit/>
          </a:bodyPr>
          <a:lstStyle/>
          <a:p>
            <a:r>
              <a:rPr lang="en-US" sz="3600" dirty="0"/>
              <a:t>General Law of Addition </a:t>
            </a:r>
            <a:r>
              <a:rPr lang="en-US" sz="1000" b="0" dirty="0"/>
              <a:t>1</a:t>
            </a:r>
            <a:endParaRPr lang="en-US" sz="1000" dirty="0"/>
          </a:p>
        </p:txBody>
      </p:sp>
      <p:sp>
        <p:nvSpPr>
          <p:cNvPr id="3" name="Content Placeholder 2">
            <a:extLst>
              <a:ext uri="{FF2B5EF4-FFF2-40B4-BE49-F238E27FC236}">
                <a16:creationId xmlns:a16="http://schemas.microsoft.com/office/drawing/2014/main" id="{772A6F35-07B0-48AD-A696-6FD9600AA0EB}"/>
              </a:ext>
            </a:extLst>
          </p:cNvPr>
          <p:cNvSpPr>
            <a:spLocks noGrp="1"/>
          </p:cNvSpPr>
          <p:nvPr>
            <p:ph sz="quarter" idx="11"/>
          </p:nvPr>
        </p:nvSpPr>
        <p:spPr>
          <a:xfrm>
            <a:off x="8663653" y="54329"/>
            <a:ext cx="438764" cy="1297858"/>
          </a:xfrm>
        </p:spPr>
        <p:txBody>
          <a:bodyPr vert="vert" rIns="0"/>
          <a:lstStyle/>
          <a:p>
            <a:r>
              <a:rPr lang="en-US" b="1" dirty="0"/>
              <a:t>L</a:t>
            </a:r>
            <a:r>
              <a:rPr lang="en-US" sz="100" b="1" dirty="0"/>
              <a:t> </a:t>
            </a:r>
            <a:r>
              <a:rPr lang="en-US" b="1" dirty="0"/>
              <a:t>O 5.3</a:t>
            </a:r>
            <a:endParaRPr lang="en-IN" b="1" dirty="0"/>
          </a:p>
        </p:txBody>
      </p:sp>
      <p:sp>
        <p:nvSpPr>
          <p:cNvPr id="4" name="Content Placeholder 3">
            <a:extLst>
              <a:ext uri="{FF2B5EF4-FFF2-40B4-BE49-F238E27FC236}">
                <a16:creationId xmlns:a16="http://schemas.microsoft.com/office/drawing/2014/main" id="{75EF9616-E630-428E-9421-6AA6FB240587}"/>
              </a:ext>
            </a:extLst>
          </p:cNvPr>
          <p:cNvSpPr>
            <a:spLocks noGrp="1"/>
          </p:cNvSpPr>
          <p:nvPr>
            <p:ph sz="quarter" idx="14"/>
          </p:nvPr>
        </p:nvSpPr>
        <p:spPr>
          <a:xfrm>
            <a:off x="342900" y="1253614"/>
            <a:ext cx="8063681" cy="1224116"/>
          </a:xfrm>
        </p:spPr>
        <p:txBody>
          <a:bodyPr/>
          <a:lstStyle/>
          <a:p>
            <a:pPr marL="292608" indent="-292608">
              <a:buFont typeface="Arial" panose="020B0604020202020204" pitchFamily="34" charset="0"/>
              <a:buChar char="•"/>
            </a:pPr>
            <a:r>
              <a:rPr lang="en-IN" dirty="0"/>
              <a:t>The </a:t>
            </a:r>
            <a:r>
              <a:rPr lang="en-IN" b="1" dirty="0"/>
              <a:t>general law of addition </a:t>
            </a:r>
            <a:r>
              <a:rPr lang="en-IN" dirty="0"/>
              <a:t>says that the probability of the union of two events </a:t>
            </a:r>
            <a:r>
              <a:rPr lang="en-IN" i="1" dirty="0"/>
              <a:t>A</a:t>
            </a:r>
            <a:r>
              <a:rPr lang="en-IN" dirty="0"/>
              <a:t> and </a:t>
            </a:r>
            <a:r>
              <a:rPr lang="en-IN" i="1" dirty="0"/>
              <a:t>B</a:t>
            </a:r>
            <a:r>
              <a:rPr lang="en-IN" dirty="0"/>
              <a:t> is the sum of their probabilities less the probability of their intersection.</a:t>
            </a:r>
          </a:p>
        </p:txBody>
      </p:sp>
      <p:sp>
        <p:nvSpPr>
          <p:cNvPr id="5" name="Content Placeholder 4">
            <a:extLst>
              <a:ext uri="{FF2B5EF4-FFF2-40B4-BE49-F238E27FC236}">
                <a16:creationId xmlns:a16="http://schemas.microsoft.com/office/drawing/2014/main" id="{E7B228A6-F147-4501-B81B-E3D0A17EC41E}"/>
              </a:ext>
            </a:extLst>
          </p:cNvPr>
          <p:cNvSpPr>
            <a:spLocks noGrp="1"/>
          </p:cNvSpPr>
          <p:nvPr>
            <p:ph sz="quarter" idx="15"/>
          </p:nvPr>
        </p:nvSpPr>
        <p:spPr>
          <a:xfrm>
            <a:off x="342900" y="2532236"/>
            <a:ext cx="4121524" cy="505933"/>
          </a:xfrm>
        </p:spPr>
        <p:txBody>
          <a:bodyPr/>
          <a:lstStyle/>
          <a:p>
            <a:r>
              <a:rPr lang="en-US" b="1" dirty="0"/>
              <a:t>General Law of Addition:</a:t>
            </a:r>
          </a:p>
        </p:txBody>
      </p:sp>
      <p:sp>
        <p:nvSpPr>
          <p:cNvPr id="6" name="Content Placeholder 5">
            <a:extLst>
              <a:ext uri="{FF2B5EF4-FFF2-40B4-BE49-F238E27FC236}">
                <a16:creationId xmlns:a16="http://schemas.microsoft.com/office/drawing/2014/main" id="{A17D7E14-CD07-46F5-BDE1-D3BDFC6A457B}"/>
              </a:ext>
            </a:extLst>
          </p:cNvPr>
          <p:cNvSpPr>
            <a:spLocks noGrp="1"/>
          </p:cNvSpPr>
          <p:nvPr>
            <p:ph sz="quarter" idx="16"/>
          </p:nvPr>
        </p:nvSpPr>
        <p:spPr>
          <a:xfrm>
            <a:off x="1773494" y="3205032"/>
            <a:ext cx="748481" cy="447936"/>
          </a:xfrm>
        </p:spPr>
        <p:txBody>
          <a:bodyPr/>
          <a:lstStyle/>
          <a:p>
            <a:r>
              <a:rPr lang="en-US" sz="2000" b="1" dirty="0"/>
              <a:t>(5.6)</a:t>
            </a:r>
          </a:p>
        </p:txBody>
      </p:sp>
      <p:graphicFrame>
        <p:nvGraphicFramePr>
          <p:cNvPr id="18" name="Object 17">
            <a:extLst>
              <a:ext uri="{FF2B5EF4-FFF2-40B4-BE49-F238E27FC236}">
                <a16:creationId xmlns:a16="http://schemas.microsoft.com/office/drawing/2014/main" id="{07120FBC-A436-429F-85E2-2E678B2C579A}"/>
              </a:ext>
            </a:extLst>
          </p:cNvPr>
          <p:cNvGraphicFramePr>
            <a:graphicFrameLocks noChangeAspect="1"/>
          </p:cNvGraphicFramePr>
          <p:nvPr>
            <p:extLst>
              <p:ext uri="{D42A27DB-BD31-4B8C-83A1-F6EECF244321}">
                <p14:modId xmlns:p14="http://schemas.microsoft.com/office/powerpoint/2010/main" val="1044234838"/>
              </p:ext>
            </p:extLst>
          </p:nvPr>
        </p:nvGraphicFramePr>
        <p:xfrm>
          <a:off x="2759075" y="3205163"/>
          <a:ext cx="4332288" cy="419100"/>
        </p:xfrm>
        <a:graphic>
          <a:graphicData uri="http://schemas.openxmlformats.org/presentationml/2006/ole">
            <mc:AlternateContent xmlns:mc="http://schemas.openxmlformats.org/markup-compatibility/2006">
              <mc:Choice xmlns:v="urn:schemas-microsoft-com:vml" Requires="v">
                <p:oleObj name="Equation" r:id="rId2" imgW="3936960" imgH="380880" progId="Equation.DSMT4">
                  <p:embed/>
                </p:oleObj>
              </mc:Choice>
              <mc:Fallback>
                <p:oleObj name="Equation" r:id="rId2" imgW="3936960" imgH="380880" progId="Equation.DSMT4">
                  <p:embed/>
                  <p:pic>
                    <p:nvPicPr>
                      <p:cNvPr id="11" name="Object 10">
                        <a:extLst>
                          <a:ext uri="{FF2B5EF4-FFF2-40B4-BE49-F238E27FC236}">
                            <a16:creationId xmlns:a16="http://schemas.microsoft.com/office/drawing/2014/main" id="{3A0FFDBC-F03B-4AB8-82D3-E82D9238181E}"/>
                          </a:ext>
                        </a:extLst>
                      </p:cNvPr>
                      <p:cNvPicPr/>
                      <p:nvPr/>
                    </p:nvPicPr>
                    <p:blipFill>
                      <a:blip r:embed="rId3"/>
                      <a:stretch>
                        <a:fillRect/>
                      </a:stretch>
                    </p:blipFill>
                    <p:spPr>
                      <a:xfrm>
                        <a:off x="2759075" y="3205163"/>
                        <a:ext cx="4332288" cy="419100"/>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59F7FED0-6E62-458C-83CA-7A2C9B3B23F0}"/>
              </a:ext>
            </a:extLst>
          </p:cNvPr>
          <p:cNvSpPr>
            <a:spLocks noGrp="1"/>
          </p:cNvSpPr>
          <p:nvPr>
            <p:ph sz="quarter" idx="17"/>
          </p:nvPr>
        </p:nvSpPr>
        <p:spPr>
          <a:xfrm>
            <a:off x="342900" y="3794510"/>
            <a:ext cx="2990235" cy="453030"/>
          </a:xfrm>
        </p:spPr>
        <p:txBody>
          <a:bodyPr/>
          <a:lstStyle/>
          <a:p>
            <a:pPr marL="292608" indent="-292608">
              <a:buFont typeface="Arial" panose="020B0604020202020204" pitchFamily="34" charset="0"/>
              <a:buChar char="•"/>
            </a:pPr>
            <a:r>
              <a:rPr lang="en-US" dirty="0"/>
              <a:t>When you add the</a:t>
            </a:r>
          </a:p>
        </p:txBody>
      </p:sp>
      <p:graphicFrame>
        <p:nvGraphicFramePr>
          <p:cNvPr id="19" name="Object 18">
            <a:extLst>
              <a:ext uri="{FF2B5EF4-FFF2-40B4-BE49-F238E27FC236}">
                <a16:creationId xmlns:a16="http://schemas.microsoft.com/office/drawing/2014/main" id="{59EC032F-C135-4618-BF96-3606000A7F50}"/>
              </a:ext>
            </a:extLst>
          </p:cNvPr>
          <p:cNvGraphicFramePr>
            <a:graphicFrameLocks noChangeAspect="1"/>
          </p:cNvGraphicFramePr>
          <p:nvPr>
            <p:extLst>
              <p:ext uri="{D42A27DB-BD31-4B8C-83A1-F6EECF244321}">
                <p14:modId xmlns:p14="http://schemas.microsoft.com/office/powerpoint/2010/main" val="3930246368"/>
              </p:ext>
            </p:extLst>
          </p:nvPr>
        </p:nvGraphicFramePr>
        <p:xfrm>
          <a:off x="3349625" y="3898900"/>
          <a:ext cx="1835150" cy="328613"/>
        </p:xfrm>
        <a:graphic>
          <a:graphicData uri="http://schemas.openxmlformats.org/presentationml/2006/ole">
            <mc:AlternateContent xmlns:mc="http://schemas.openxmlformats.org/markup-compatibility/2006">
              <mc:Choice xmlns:v="urn:schemas-microsoft-com:vml" Requires="v">
                <p:oleObj name="Equation" r:id="rId4" imgW="1701720" imgH="304560" progId="Equation.DSMT4">
                  <p:embed/>
                </p:oleObj>
              </mc:Choice>
              <mc:Fallback>
                <p:oleObj name="Equation" r:id="rId4" imgW="1701720" imgH="304560" progId="Equation.DSMT4">
                  <p:embed/>
                  <p:pic>
                    <p:nvPicPr>
                      <p:cNvPr id="12" name="Object 11">
                        <a:extLst>
                          <a:ext uri="{FF2B5EF4-FFF2-40B4-BE49-F238E27FC236}">
                            <a16:creationId xmlns:a16="http://schemas.microsoft.com/office/drawing/2014/main" id="{20F1A6FB-541E-4F7D-9738-3D8E32E02DC1}"/>
                          </a:ext>
                        </a:extLst>
                      </p:cNvPr>
                      <p:cNvPicPr/>
                      <p:nvPr/>
                    </p:nvPicPr>
                    <p:blipFill>
                      <a:blip r:embed="rId5"/>
                      <a:stretch>
                        <a:fillRect/>
                      </a:stretch>
                    </p:blipFill>
                    <p:spPr>
                      <a:xfrm>
                        <a:off x="3349625" y="3898900"/>
                        <a:ext cx="1835150" cy="328613"/>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21197F12-301B-4FA6-AD94-9EF8456EB194}"/>
              </a:ext>
            </a:extLst>
          </p:cNvPr>
          <p:cNvSpPr>
            <a:spLocks noGrp="1"/>
          </p:cNvSpPr>
          <p:nvPr>
            <p:ph sz="quarter" idx="18"/>
          </p:nvPr>
        </p:nvSpPr>
        <p:spPr>
          <a:xfrm>
            <a:off x="5284228" y="3834580"/>
            <a:ext cx="3270455" cy="399128"/>
          </a:xfrm>
        </p:spPr>
        <p:txBody>
          <a:bodyPr lIns="0" tIns="0" rIns="0"/>
          <a:lstStyle/>
          <a:p>
            <a:r>
              <a:rPr lang="en-US" dirty="0"/>
              <a:t>together, you count the</a:t>
            </a:r>
          </a:p>
        </p:txBody>
      </p:sp>
      <p:graphicFrame>
        <p:nvGraphicFramePr>
          <p:cNvPr id="20" name="Object 19">
            <a:extLst>
              <a:ext uri="{FF2B5EF4-FFF2-40B4-BE49-F238E27FC236}">
                <a16:creationId xmlns:a16="http://schemas.microsoft.com/office/drawing/2014/main" id="{3C95A093-BFDF-43D5-8488-BCAB34142AD7}"/>
              </a:ext>
            </a:extLst>
          </p:cNvPr>
          <p:cNvGraphicFramePr>
            <a:graphicFrameLocks noChangeAspect="1"/>
          </p:cNvGraphicFramePr>
          <p:nvPr>
            <p:extLst>
              <p:ext uri="{D42A27DB-BD31-4B8C-83A1-F6EECF244321}">
                <p14:modId xmlns:p14="http://schemas.microsoft.com/office/powerpoint/2010/main" val="136631065"/>
              </p:ext>
            </p:extLst>
          </p:nvPr>
        </p:nvGraphicFramePr>
        <p:xfrm>
          <a:off x="726245" y="4324843"/>
          <a:ext cx="1627187" cy="368300"/>
        </p:xfrm>
        <a:graphic>
          <a:graphicData uri="http://schemas.openxmlformats.org/presentationml/2006/ole">
            <mc:AlternateContent xmlns:mc="http://schemas.openxmlformats.org/markup-compatibility/2006">
              <mc:Choice xmlns:v="urn:schemas-microsoft-com:vml" Requires="v">
                <p:oleObj name="Equation" r:id="rId6" imgW="1346040" imgH="304560" progId="Equation.DSMT4">
                  <p:embed/>
                </p:oleObj>
              </mc:Choice>
              <mc:Fallback>
                <p:oleObj name="Equation" r:id="rId6" imgW="1346040" imgH="304560" progId="Equation.DSMT4">
                  <p:embed/>
                  <p:pic>
                    <p:nvPicPr>
                      <p:cNvPr id="13" name="Object 12">
                        <a:extLst>
                          <a:ext uri="{FF2B5EF4-FFF2-40B4-BE49-F238E27FC236}">
                            <a16:creationId xmlns:a16="http://schemas.microsoft.com/office/drawing/2014/main" id="{FC27D8EC-021F-4B0C-95E5-9080E58D67F0}"/>
                          </a:ext>
                        </a:extLst>
                      </p:cNvPr>
                      <p:cNvPicPr/>
                      <p:nvPr/>
                    </p:nvPicPr>
                    <p:blipFill>
                      <a:blip r:embed="rId7"/>
                      <a:stretch>
                        <a:fillRect/>
                      </a:stretch>
                    </p:blipFill>
                    <p:spPr>
                      <a:xfrm>
                        <a:off x="726245" y="4324843"/>
                        <a:ext cx="1627187" cy="368300"/>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03E69C95-B8F8-45AA-8E1E-CBC5046E0A4F}"/>
              </a:ext>
            </a:extLst>
          </p:cNvPr>
          <p:cNvSpPr>
            <a:spLocks noGrp="1"/>
          </p:cNvSpPr>
          <p:nvPr>
            <p:ph sz="quarter" idx="19"/>
          </p:nvPr>
        </p:nvSpPr>
        <p:spPr>
          <a:xfrm>
            <a:off x="2403662" y="4297334"/>
            <a:ext cx="899651" cy="414938"/>
          </a:xfrm>
        </p:spPr>
        <p:txBody>
          <a:bodyPr lIns="0" tIns="0" rIns="0"/>
          <a:lstStyle/>
          <a:p>
            <a:r>
              <a:rPr lang="en-US" dirty="0"/>
              <a:t>twice.</a:t>
            </a:r>
          </a:p>
        </p:txBody>
      </p:sp>
      <p:sp>
        <p:nvSpPr>
          <p:cNvPr id="10" name="Content Placeholder 9">
            <a:extLst>
              <a:ext uri="{FF2B5EF4-FFF2-40B4-BE49-F238E27FC236}">
                <a16:creationId xmlns:a16="http://schemas.microsoft.com/office/drawing/2014/main" id="{6D9A1073-303E-409E-8777-62A52A7E3F39}"/>
              </a:ext>
            </a:extLst>
          </p:cNvPr>
          <p:cNvSpPr>
            <a:spLocks noGrp="1"/>
          </p:cNvSpPr>
          <p:nvPr>
            <p:ph sz="quarter" idx="20"/>
          </p:nvPr>
        </p:nvSpPr>
        <p:spPr>
          <a:xfrm>
            <a:off x="342901" y="4835486"/>
            <a:ext cx="3712906" cy="414938"/>
          </a:xfrm>
        </p:spPr>
        <p:txBody>
          <a:bodyPr tIns="0"/>
          <a:lstStyle/>
          <a:p>
            <a:pPr marL="292608" indent="-292608">
              <a:buFont typeface="Arial" panose="020B0604020202020204" pitchFamily="34" charset="0"/>
              <a:buChar char="•"/>
            </a:pPr>
            <a:r>
              <a:rPr lang="en-US" dirty="0"/>
              <a:t>So you have to subtract</a:t>
            </a:r>
          </a:p>
        </p:txBody>
      </p:sp>
      <p:graphicFrame>
        <p:nvGraphicFramePr>
          <p:cNvPr id="21" name="Object 20">
            <a:extLst>
              <a:ext uri="{FF2B5EF4-FFF2-40B4-BE49-F238E27FC236}">
                <a16:creationId xmlns:a16="http://schemas.microsoft.com/office/drawing/2014/main" id="{320BC6C6-778D-4152-87CE-91799ED2CEF6}"/>
              </a:ext>
            </a:extLst>
          </p:cNvPr>
          <p:cNvGraphicFramePr>
            <a:graphicFrameLocks noChangeAspect="1"/>
          </p:cNvGraphicFramePr>
          <p:nvPr>
            <p:extLst>
              <p:ext uri="{D42A27DB-BD31-4B8C-83A1-F6EECF244321}">
                <p14:modId xmlns:p14="http://schemas.microsoft.com/office/powerpoint/2010/main" val="101733486"/>
              </p:ext>
            </p:extLst>
          </p:nvPr>
        </p:nvGraphicFramePr>
        <p:xfrm>
          <a:off x="4056386" y="4875473"/>
          <a:ext cx="1189037" cy="334963"/>
        </p:xfrm>
        <a:graphic>
          <a:graphicData uri="http://schemas.openxmlformats.org/presentationml/2006/ole">
            <mc:AlternateContent xmlns:mc="http://schemas.openxmlformats.org/markup-compatibility/2006">
              <mc:Choice xmlns:v="urn:schemas-microsoft-com:vml" Requires="v">
                <p:oleObj name="Equation" r:id="rId8" imgW="1079280" imgH="304560" progId="Equation.DSMT4">
                  <p:embed/>
                </p:oleObj>
              </mc:Choice>
              <mc:Fallback>
                <p:oleObj name="Equation" r:id="rId8" imgW="1079280" imgH="304560" progId="Equation.DSMT4">
                  <p:embed/>
                  <p:pic>
                    <p:nvPicPr>
                      <p:cNvPr id="14" name="Object 13">
                        <a:extLst>
                          <a:ext uri="{FF2B5EF4-FFF2-40B4-BE49-F238E27FC236}">
                            <a16:creationId xmlns:a16="http://schemas.microsoft.com/office/drawing/2014/main" id="{0BFF077C-BDB1-4408-A471-B7946ABA9CF1}"/>
                          </a:ext>
                        </a:extLst>
                      </p:cNvPr>
                      <p:cNvPicPr/>
                      <p:nvPr/>
                    </p:nvPicPr>
                    <p:blipFill>
                      <a:blip r:embed="rId9"/>
                      <a:stretch>
                        <a:fillRect/>
                      </a:stretch>
                    </p:blipFill>
                    <p:spPr>
                      <a:xfrm>
                        <a:off x="4056386" y="4875473"/>
                        <a:ext cx="1189037" cy="334963"/>
                      </a:xfrm>
                      <a:prstGeom prst="rect">
                        <a:avLst/>
                      </a:prstGeom>
                    </p:spPr>
                  </p:pic>
                </p:oleObj>
              </mc:Fallback>
            </mc:AlternateContent>
          </a:graphicData>
        </a:graphic>
      </p:graphicFrame>
      <p:sp>
        <p:nvSpPr>
          <p:cNvPr id="11" name="Content Placeholder 10">
            <a:extLst>
              <a:ext uri="{FF2B5EF4-FFF2-40B4-BE49-F238E27FC236}">
                <a16:creationId xmlns:a16="http://schemas.microsoft.com/office/drawing/2014/main" id="{DA598474-A0E8-4955-A0CA-FC6DDA0E4B86}"/>
              </a:ext>
            </a:extLst>
          </p:cNvPr>
          <p:cNvSpPr>
            <a:spLocks noGrp="1"/>
          </p:cNvSpPr>
          <p:nvPr>
            <p:ph sz="quarter" idx="21"/>
          </p:nvPr>
        </p:nvSpPr>
        <p:spPr>
          <a:xfrm>
            <a:off x="5342784" y="4830705"/>
            <a:ext cx="2828737" cy="447373"/>
          </a:xfrm>
        </p:spPr>
        <p:txBody>
          <a:bodyPr lIns="0" tIns="0" rIns="0"/>
          <a:lstStyle/>
          <a:p>
            <a:r>
              <a:rPr lang="en-US" dirty="0"/>
              <a:t>to avoid overstating</a:t>
            </a:r>
          </a:p>
        </p:txBody>
      </p:sp>
      <p:sp>
        <p:nvSpPr>
          <p:cNvPr id="12" name="Content Placeholder 11">
            <a:extLst>
              <a:ext uri="{FF2B5EF4-FFF2-40B4-BE49-F238E27FC236}">
                <a16:creationId xmlns:a16="http://schemas.microsoft.com/office/drawing/2014/main" id="{0F839CBD-04AB-471B-915D-1A39C7FAC05F}"/>
              </a:ext>
            </a:extLst>
          </p:cNvPr>
          <p:cNvSpPr>
            <a:spLocks noGrp="1"/>
          </p:cNvSpPr>
          <p:nvPr>
            <p:ph sz="quarter" idx="22"/>
          </p:nvPr>
        </p:nvSpPr>
        <p:spPr>
          <a:xfrm>
            <a:off x="342901" y="5327727"/>
            <a:ext cx="2472870" cy="405416"/>
          </a:xfrm>
        </p:spPr>
        <p:txBody>
          <a:bodyPr tIns="0"/>
          <a:lstStyle/>
          <a:p>
            <a:pPr marL="292608"/>
            <a:r>
              <a:rPr lang="en-US" dirty="0"/>
              <a:t>the probability.</a:t>
            </a:r>
          </a:p>
        </p:txBody>
      </p:sp>
      <p:sp>
        <p:nvSpPr>
          <p:cNvPr id="17" name="Slide Number Placeholder 16">
            <a:extLst>
              <a:ext uri="{FF2B5EF4-FFF2-40B4-BE49-F238E27FC236}">
                <a16:creationId xmlns:a16="http://schemas.microsoft.com/office/drawing/2014/main" id="{3C08A9F5-FCA5-41E2-B9DF-3D97E3C3BC85}"/>
              </a:ext>
            </a:extLst>
          </p:cNvPr>
          <p:cNvSpPr>
            <a:spLocks noGrp="1"/>
          </p:cNvSpPr>
          <p:nvPr>
            <p:ph type="sldNum" sz="quarter" idx="10"/>
          </p:nvPr>
        </p:nvSpPr>
        <p:spPr/>
        <p:txBody>
          <a:bodyPr/>
          <a:lstStyle/>
          <a:p>
            <a:fld id="{68151E55-6873-49E2-B8D5-2F265E6F1973}" type="slidenum">
              <a:rPr lang="en-US" smtClean="0"/>
              <a:t>20</a:t>
            </a:fld>
            <a:endParaRPr lang="en-US"/>
          </a:p>
        </p:txBody>
      </p:sp>
    </p:spTree>
    <p:extLst>
      <p:ext uri="{BB962C8B-B14F-4D97-AF65-F5344CB8AC3E}">
        <p14:creationId xmlns:p14="http://schemas.microsoft.com/office/powerpoint/2010/main" val="1604283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E32B0-761D-4FF4-A8ED-A87F56495B9D}"/>
              </a:ext>
            </a:extLst>
          </p:cNvPr>
          <p:cNvSpPr>
            <a:spLocks noGrp="1"/>
          </p:cNvSpPr>
          <p:nvPr>
            <p:ph type="title"/>
          </p:nvPr>
        </p:nvSpPr>
        <p:spPr>
          <a:xfrm>
            <a:off x="342900" y="192490"/>
            <a:ext cx="7332064" cy="903231"/>
          </a:xfrm>
        </p:spPr>
        <p:txBody>
          <a:bodyPr>
            <a:normAutofit/>
          </a:bodyPr>
          <a:lstStyle/>
          <a:p>
            <a:r>
              <a:rPr lang="en-US" sz="3600" dirty="0"/>
              <a:t>General Law of Addition </a:t>
            </a:r>
            <a:r>
              <a:rPr lang="en-US" sz="1000" b="0" dirty="0"/>
              <a:t>2</a:t>
            </a:r>
            <a:endParaRPr lang="en-US" sz="1000" dirty="0"/>
          </a:p>
        </p:txBody>
      </p:sp>
      <p:sp>
        <p:nvSpPr>
          <p:cNvPr id="3" name="Content Placeholder 2">
            <a:extLst>
              <a:ext uri="{FF2B5EF4-FFF2-40B4-BE49-F238E27FC236}">
                <a16:creationId xmlns:a16="http://schemas.microsoft.com/office/drawing/2014/main" id="{39CDF18B-C993-44FA-BB53-8E05F67F2597}"/>
              </a:ext>
            </a:extLst>
          </p:cNvPr>
          <p:cNvSpPr>
            <a:spLocks noGrp="1"/>
          </p:cNvSpPr>
          <p:nvPr>
            <p:ph sz="quarter" idx="11"/>
          </p:nvPr>
        </p:nvSpPr>
        <p:spPr>
          <a:xfrm>
            <a:off x="8656320" y="53759"/>
            <a:ext cx="449706" cy="1241638"/>
          </a:xfrm>
        </p:spPr>
        <p:txBody>
          <a:bodyPr vert="vert" rIns="0"/>
          <a:lstStyle/>
          <a:p>
            <a:r>
              <a:rPr lang="en-US" b="1" dirty="0"/>
              <a:t>L</a:t>
            </a:r>
            <a:r>
              <a:rPr lang="en-US" sz="100" b="1" dirty="0"/>
              <a:t> </a:t>
            </a:r>
            <a:r>
              <a:rPr lang="en-US" b="1" dirty="0"/>
              <a:t>O 5.3</a:t>
            </a:r>
            <a:endParaRPr lang="en-IN" b="1" dirty="0"/>
          </a:p>
        </p:txBody>
      </p:sp>
      <p:sp>
        <p:nvSpPr>
          <p:cNvPr id="4" name="Content Placeholder 3">
            <a:extLst>
              <a:ext uri="{FF2B5EF4-FFF2-40B4-BE49-F238E27FC236}">
                <a16:creationId xmlns:a16="http://schemas.microsoft.com/office/drawing/2014/main" id="{C969DD83-CEBA-460A-BDDD-4E0BCC70890F}"/>
              </a:ext>
            </a:extLst>
          </p:cNvPr>
          <p:cNvSpPr>
            <a:spLocks noGrp="1"/>
          </p:cNvSpPr>
          <p:nvPr>
            <p:ph sz="quarter" idx="14"/>
          </p:nvPr>
        </p:nvSpPr>
        <p:spPr>
          <a:xfrm>
            <a:off x="342900" y="1265418"/>
            <a:ext cx="4476526" cy="458452"/>
          </a:xfrm>
        </p:spPr>
        <p:txBody>
          <a:bodyPr/>
          <a:lstStyle/>
          <a:p>
            <a:r>
              <a:rPr lang="en-IN" dirty="0"/>
              <a:t>For a standard deck of cards:</a:t>
            </a:r>
          </a:p>
        </p:txBody>
      </p:sp>
      <p:sp>
        <p:nvSpPr>
          <p:cNvPr id="5" name="Content Placeholder 4">
            <a:extLst>
              <a:ext uri="{FF2B5EF4-FFF2-40B4-BE49-F238E27FC236}">
                <a16:creationId xmlns:a16="http://schemas.microsoft.com/office/drawing/2014/main" id="{15A5E512-4D33-4284-9A28-6B929E40544A}"/>
              </a:ext>
            </a:extLst>
          </p:cNvPr>
          <p:cNvSpPr>
            <a:spLocks noGrp="1"/>
          </p:cNvSpPr>
          <p:nvPr>
            <p:ph sz="quarter" idx="15"/>
          </p:nvPr>
        </p:nvSpPr>
        <p:spPr>
          <a:xfrm>
            <a:off x="342901" y="1801513"/>
            <a:ext cx="1485899" cy="437500"/>
          </a:xfrm>
        </p:spPr>
        <p:txBody>
          <a:bodyPr/>
          <a:lstStyle/>
          <a:p>
            <a:pPr marL="292608" indent="-292608">
              <a:buFont typeface="Arial" panose="020B0604020202020204" pitchFamily="34" charset="0"/>
              <a:buChar char="•"/>
            </a:pPr>
            <a:r>
              <a:rPr lang="en-US" sz="2200" dirty="0"/>
              <a:t>Queen:</a:t>
            </a:r>
          </a:p>
        </p:txBody>
      </p:sp>
      <p:graphicFrame>
        <p:nvGraphicFramePr>
          <p:cNvPr id="25" name="Object 24">
            <a:extLst>
              <a:ext uri="{FF2B5EF4-FFF2-40B4-BE49-F238E27FC236}">
                <a16:creationId xmlns:a16="http://schemas.microsoft.com/office/drawing/2014/main" id="{D7D0F03F-5780-4B2A-967C-4BBC6D5275C1}"/>
              </a:ext>
            </a:extLst>
          </p:cNvPr>
          <p:cNvGraphicFramePr>
            <a:graphicFrameLocks noChangeAspect="1"/>
          </p:cNvGraphicFramePr>
          <p:nvPr>
            <p:extLst>
              <p:ext uri="{D42A27DB-BD31-4B8C-83A1-F6EECF244321}">
                <p14:modId xmlns:p14="http://schemas.microsoft.com/office/powerpoint/2010/main" val="3212323981"/>
              </p:ext>
            </p:extLst>
          </p:nvPr>
        </p:nvGraphicFramePr>
        <p:xfrm>
          <a:off x="1744663" y="1836738"/>
          <a:ext cx="1657350" cy="447675"/>
        </p:xfrm>
        <a:graphic>
          <a:graphicData uri="http://schemas.openxmlformats.org/presentationml/2006/ole">
            <mc:AlternateContent xmlns:mc="http://schemas.openxmlformats.org/markup-compatibility/2006">
              <mc:Choice xmlns:v="urn:schemas-microsoft-com:vml" Requires="v">
                <p:oleObj name="Equation" r:id="rId2" imgW="1409400" imgH="380880" progId="Equation.DSMT4">
                  <p:embed/>
                </p:oleObj>
              </mc:Choice>
              <mc:Fallback>
                <p:oleObj name="Equation" r:id="rId2" imgW="1409400" imgH="380880" progId="Equation.DSMT4">
                  <p:embed/>
                  <p:pic>
                    <p:nvPicPr>
                      <p:cNvPr id="27" name="Object 26">
                        <a:extLst>
                          <a:ext uri="{FF2B5EF4-FFF2-40B4-BE49-F238E27FC236}">
                            <a16:creationId xmlns:a16="http://schemas.microsoft.com/office/drawing/2014/main" id="{02A4D623-0DEF-457D-B316-A3441241CD0E}"/>
                          </a:ext>
                        </a:extLst>
                      </p:cNvPr>
                      <p:cNvPicPr/>
                      <p:nvPr/>
                    </p:nvPicPr>
                    <p:blipFill>
                      <a:blip r:embed="rId3"/>
                      <a:stretch>
                        <a:fillRect/>
                      </a:stretch>
                    </p:blipFill>
                    <p:spPr>
                      <a:xfrm>
                        <a:off x="1744663" y="1836738"/>
                        <a:ext cx="1657350" cy="447675"/>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38C325B1-E4F7-4809-9C52-A5A63B6608B5}"/>
              </a:ext>
            </a:extLst>
          </p:cNvPr>
          <p:cNvSpPr>
            <a:spLocks noGrp="1"/>
          </p:cNvSpPr>
          <p:nvPr>
            <p:ph sz="quarter" idx="16"/>
          </p:nvPr>
        </p:nvSpPr>
        <p:spPr>
          <a:xfrm>
            <a:off x="3497151" y="1828884"/>
            <a:ext cx="4261437" cy="404650"/>
          </a:xfrm>
        </p:spPr>
        <p:txBody>
          <a:bodyPr lIns="0"/>
          <a:lstStyle/>
          <a:p>
            <a:r>
              <a:rPr lang="en-IN" sz="2200" dirty="0"/>
              <a:t>(there are 4 queens in a deck).</a:t>
            </a:r>
          </a:p>
        </p:txBody>
      </p:sp>
      <p:sp>
        <p:nvSpPr>
          <p:cNvPr id="7" name="Content Placeholder 6">
            <a:extLst>
              <a:ext uri="{FF2B5EF4-FFF2-40B4-BE49-F238E27FC236}">
                <a16:creationId xmlns:a16="http://schemas.microsoft.com/office/drawing/2014/main" id="{25C8A4A3-0E89-467A-B668-02AFE7546A88}"/>
              </a:ext>
            </a:extLst>
          </p:cNvPr>
          <p:cNvSpPr>
            <a:spLocks noGrp="1"/>
          </p:cNvSpPr>
          <p:nvPr>
            <p:ph sz="quarter" idx="17"/>
          </p:nvPr>
        </p:nvSpPr>
        <p:spPr>
          <a:xfrm>
            <a:off x="342901" y="2354385"/>
            <a:ext cx="1141126" cy="388817"/>
          </a:xfrm>
        </p:spPr>
        <p:txBody>
          <a:bodyPr tIns="0"/>
          <a:lstStyle/>
          <a:p>
            <a:pPr marL="292608" indent="-292608">
              <a:buFont typeface="Arial" panose="020B0604020202020204" pitchFamily="34" charset="0"/>
              <a:buChar char="•"/>
            </a:pPr>
            <a:r>
              <a:rPr lang="en-US" sz="2200" dirty="0"/>
              <a:t>Red:</a:t>
            </a:r>
          </a:p>
        </p:txBody>
      </p:sp>
      <p:graphicFrame>
        <p:nvGraphicFramePr>
          <p:cNvPr id="26" name="Object 25">
            <a:extLst>
              <a:ext uri="{FF2B5EF4-FFF2-40B4-BE49-F238E27FC236}">
                <a16:creationId xmlns:a16="http://schemas.microsoft.com/office/drawing/2014/main" id="{BB6D5C0A-1998-4C27-8F6A-E159F207B5FA}"/>
              </a:ext>
            </a:extLst>
          </p:cNvPr>
          <p:cNvGraphicFramePr>
            <a:graphicFrameLocks noChangeAspect="1"/>
          </p:cNvGraphicFramePr>
          <p:nvPr>
            <p:extLst>
              <p:ext uri="{D42A27DB-BD31-4B8C-83A1-F6EECF244321}">
                <p14:modId xmlns:p14="http://schemas.microsoft.com/office/powerpoint/2010/main" val="1162670220"/>
              </p:ext>
            </p:extLst>
          </p:nvPr>
        </p:nvGraphicFramePr>
        <p:xfrm>
          <a:off x="1443821" y="2336469"/>
          <a:ext cx="1697474" cy="420861"/>
        </p:xfrm>
        <a:graphic>
          <a:graphicData uri="http://schemas.openxmlformats.org/presentationml/2006/ole">
            <mc:AlternateContent xmlns:mc="http://schemas.openxmlformats.org/markup-compatibility/2006">
              <mc:Choice xmlns:v="urn:schemas-microsoft-com:vml" Requires="v">
                <p:oleObj name="Equation" r:id="rId4" imgW="1536480" imgH="380880" progId="Equation.DSMT4">
                  <p:embed/>
                </p:oleObj>
              </mc:Choice>
              <mc:Fallback>
                <p:oleObj name="Equation" r:id="rId4" imgW="1536480" imgH="380880" progId="Equation.DSMT4">
                  <p:embed/>
                  <p:pic>
                    <p:nvPicPr>
                      <p:cNvPr id="28" name="Object 27">
                        <a:extLst>
                          <a:ext uri="{FF2B5EF4-FFF2-40B4-BE49-F238E27FC236}">
                            <a16:creationId xmlns:a16="http://schemas.microsoft.com/office/drawing/2014/main" id="{C022EE60-82B9-4250-BE20-19EA0E57822B}"/>
                          </a:ext>
                        </a:extLst>
                      </p:cNvPr>
                      <p:cNvPicPr/>
                      <p:nvPr/>
                    </p:nvPicPr>
                    <p:blipFill>
                      <a:blip r:embed="rId5"/>
                      <a:stretch>
                        <a:fillRect/>
                      </a:stretch>
                    </p:blipFill>
                    <p:spPr>
                      <a:xfrm>
                        <a:off x="1443821" y="2336469"/>
                        <a:ext cx="1697474" cy="420861"/>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A05CDF59-01E8-4889-BBCA-39FA72775519}"/>
              </a:ext>
            </a:extLst>
          </p:cNvPr>
          <p:cNvSpPr>
            <a:spLocks noGrp="1"/>
          </p:cNvSpPr>
          <p:nvPr>
            <p:ph sz="quarter" idx="18"/>
          </p:nvPr>
        </p:nvSpPr>
        <p:spPr>
          <a:xfrm>
            <a:off x="3280972" y="2355223"/>
            <a:ext cx="4304051" cy="372988"/>
          </a:xfrm>
        </p:spPr>
        <p:txBody>
          <a:bodyPr lIns="0" tIns="0" rIns="0" bIns="0"/>
          <a:lstStyle/>
          <a:p>
            <a:r>
              <a:rPr lang="en-US" sz="2200" dirty="0"/>
              <a:t>(there are 26 red cards in a deck).</a:t>
            </a:r>
          </a:p>
        </p:txBody>
      </p:sp>
      <p:sp>
        <p:nvSpPr>
          <p:cNvPr id="9" name="Content Placeholder 8">
            <a:extLst>
              <a:ext uri="{FF2B5EF4-FFF2-40B4-BE49-F238E27FC236}">
                <a16:creationId xmlns:a16="http://schemas.microsoft.com/office/drawing/2014/main" id="{887E6BCE-8B84-4FA1-A943-CB389225D2B4}"/>
              </a:ext>
            </a:extLst>
          </p:cNvPr>
          <p:cNvSpPr>
            <a:spLocks noGrp="1"/>
          </p:cNvSpPr>
          <p:nvPr>
            <p:ph sz="quarter" idx="19"/>
          </p:nvPr>
        </p:nvSpPr>
        <p:spPr>
          <a:xfrm>
            <a:off x="342900" y="2845230"/>
            <a:ext cx="2628657" cy="386971"/>
          </a:xfrm>
        </p:spPr>
        <p:txBody>
          <a:bodyPr tIns="0"/>
          <a:lstStyle/>
          <a:p>
            <a:pPr marL="292608" indent="-292608">
              <a:buFont typeface="Arial" panose="020B0604020202020204" pitchFamily="34" charset="0"/>
              <a:buChar char="•"/>
            </a:pPr>
            <a:r>
              <a:rPr lang="en-US" sz="2200" dirty="0"/>
              <a:t>Queen and Red:</a:t>
            </a:r>
          </a:p>
        </p:txBody>
      </p:sp>
      <p:graphicFrame>
        <p:nvGraphicFramePr>
          <p:cNvPr id="27" name="Object 26">
            <a:extLst>
              <a:ext uri="{FF2B5EF4-FFF2-40B4-BE49-F238E27FC236}">
                <a16:creationId xmlns:a16="http://schemas.microsoft.com/office/drawing/2014/main" id="{5F0F2D2E-8C67-4ADF-821B-1EB7EF45E755}"/>
              </a:ext>
            </a:extLst>
          </p:cNvPr>
          <p:cNvGraphicFramePr>
            <a:graphicFrameLocks noChangeAspect="1"/>
          </p:cNvGraphicFramePr>
          <p:nvPr>
            <p:extLst>
              <p:ext uri="{D42A27DB-BD31-4B8C-83A1-F6EECF244321}">
                <p14:modId xmlns:p14="http://schemas.microsoft.com/office/powerpoint/2010/main" val="2456070647"/>
              </p:ext>
            </p:extLst>
          </p:nvPr>
        </p:nvGraphicFramePr>
        <p:xfrm>
          <a:off x="2876550" y="2879725"/>
          <a:ext cx="2035175" cy="330200"/>
        </p:xfrm>
        <a:graphic>
          <a:graphicData uri="http://schemas.openxmlformats.org/presentationml/2006/ole">
            <mc:AlternateContent xmlns:mc="http://schemas.openxmlformats.org/markup-compatibility/2006">
              <mc:Choice xmlns:v="urn:schemas-microsoft-com:vml" Requires="v">
                <p:oleObj name="Equation" r:id="rId6" imgW="1879560" imgH="304560" progId="Equation.DSMT4">
                  <p:embed/>
                </p:oleObj>
              </mc:Choice>
              <mc:Fallback>
                <p:oleObj name="Equation" r:id="rId6" imgW="1879560" imgH="304560" progId="Equation.DSMT4">
                  <p:embed/>
                  <p:pic>
                    <p:nvPicPr>
                      <p:cNvPr id="29" name="Object 28">
                        <a:extLst>
                          <a:ext uri="{FF2B5EF4-FFF2-40B4-BE49-F238E27FC236}">
                            <a16:creationId xmlns:a16="http://schemas.microsoft.com/office/drawing/2014/main" id="{FEB079B6-5D28-4BF6-A8D3-F630C763E263}"/>
                          </a:ext>
                        </a:extLst>
                      </p:cNvPr>
                      <p:cNvPicPr/>
                      <p:nvPr/>
                    </p:nvPicPr>
                    <p:blipFill>
                      <a:blip r:embed="rId7"/>
                      <a:stretch>
                        <a:fillRect/>
                      </a:stretch>
                    </p:blipFill>
                    <p:spPr>
                      <a:xfrm>
                        <a:off x="2876550" y="2879725"/>
                        <a:ext cx="2035175" cy="330200"/>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1EA79225-531C-4EB2-AD94-48B0E1155DFC}"/>
              </a:ext>
            </a:extLst>
          </p:cNvPr>
          <p:cNvSpPr>
            <a:spLocks noGrp="1"/>
          </p:cNvSpPr>
          <p:nvPr>
            <p:ph sz="quarter" idx="20"/>
          </p:nvPr>
        </p:nvSpPr>
        <p:spPr>
          <a:xfrm>
            <a:off x="4957757" y="2845230"/>
            <a:ext cx="3329691" cy="390464"/>
          </a:xfrm>
        </p:spPr>
        <p:txBody>
          <a:bodyPr lIns="0" tIns="0" rIns="0"/>
          <a:lstStyle/>
          <a:p>
            <a:r>
              <a:rPr lang="en-US" sz="2200" dirty="0"/>
              <a:t>(there are 2 red queens in</a:t>
            </a:r>
          </a:p>
        </p:txBody>
      </p:sp>
      <p:sp>
        <p:nvSpPr>
          <p:cNvPr id="11" name="Content Placeholder 10">
            <a:extLst>
              <a:ext uri="{FF2B5EF4-FFF2-40B4-BE49-F238E27FC236}">
                <a16:creationId xmlns:a16="http://schemas.microsoft.com/office/drawing/2014/main" id="{06B67694-DF7B-422C-894B-DAC17DF307EC}"/>
              </a:ext>
            </a:extLst>
          </p:cNvPr>
          <p:cNvSpPr>
            <a:spLocks noGrp="1"/>
          </p:cNvSpPr>
          <p:nvPr>
            <p:ph sz="quarter" idx="21"/>
          </p:nvPr>
        </p:nvSpPr>
        <p:spPr>
          <a:xfrm>
            <a:off x="342899" y="3317906"/>
            <a:ext cx="1500892" cy="369675"/>
          </a:xfrm>
        </p:spPr>
        <p:txBody>
          <a:bodyPr tIns="0"/>
          <a:lstStyle/>
          <a:p>
            <a:pPr marL="292608"/>
            <a:r>
              <a:rPr lang="en-US" sz="2200" dirty="0"/>
              <a:t>a deck).</a:t>
            </a:r>
          </a:p>
        </p:txBody>
      </p:sp>
      <p:sp>
        <p:nvSpPr>
          <p:cNvPr id="12" name="Content Placeholder 11">
            <a:extLst>
              <a:ext uri="{FF2B5EF4-FFF2-40B4-BE49-F238E27FC236}">
                <a16:creationId xmlns:a16="http://schemas.microsoft.com/office/drawing/2014/main" id="{C5AF40B8-F540-4DD7-82D1-110826AC3E9A}"/>
              </a:ext>
            </a:extLst>
          </p:cNvPr>
          <p:cNvSpPr>
            <a:spLocks noGrp="1"/>
          </p:cNvSpPr>
          <p:nvPr>
            <p:ph sz="quarter" idx="22"/>
          </p:nvPr>
        </p:nvSpPr>
        <p:spPr>
          <a:xfrm>
            <a:off x="342900" y="3809658"/>
            <a:ext cx="2474178" cy="882263"/>
          </a:xfrm>
        </p:spPr>
        <p:txBody>
          <a:bodyPr/>
          <a:lstStyle/>
          <a:p>
            <a:pPr marL="0" lvl="1" indent="0">
              <a:buNone/>
            </a:pPr>
            <a:r>
              <a:rPr lang="en-US" sz="2200" dirty="0"/>
              <a:t>Therefore:</a:t>
            </a:r>
          </a:p>
          <a:p>
            <a:pPr marL="292100" lvl="1" indent="-292100"/>
            <a:r>
              <a:rPr lang="pt-BR" sz="2200" dirty="0"/>
              <a:t>Queen or Red:</a:t>
            </a:r>
            <a:endParaRPr lang="en-US" sz="2200" dirty="0"/>
          </a:p>
        </p:txBody>
      </p:sp>
      <p:graphicFrame>
        <p:nvGraphicFramePr>
          <p:cNvPr id="28" name="Object 27">
            <a:extLst>
              <a:ext uri="{FF2B5EF4-FFF2-40B4-BE49-F238E27FC236}">
                <a16:creationId xmlns:a16="http://schemas.microsoft.com/office/drawing/2014/main" id="{C2C132D2-6C61-4603-92D2-0D76CA365731}"/>
              </a:ext>
            </a:extLst>
          </p:cNvPr>
          <p:cNvGraphicFramePr>
            <a:graphicFrameLocks noChangeAspect="1"/>
          </p:cNvGraphicFramePr>
          <p:nvPr>
            <p:extLst>
              <p:ext uri="{D42A27DB-BD31-4B8C-83A1-F6EECF244321}">
                <p14:modId xmlns:p14="http://schemas.microsoft.com/office/powerpoint/2010/main" val="926953630"/>
              </p:ext>
            </p:extLst>
          </p:nvPr>
        </p:nvGraphicFramePr>
        <p:xfrm>
          <a:off x="2613025" y="4318000"/>
          <a:ext cx="4187825" cy="393700"/>
        </p:xfrm>
        <a:graphic>
          <a:graphicData uri="http://schemas.openxmlformats.org/presentationml/2006/ole">
            <mc:AlternateContent xmlns:mc="http://schemas.openxmlformats.org/markup-compatibility/2006">
              <mc:Choice xmlns:v="urn:schemas-microsoft-com:vml" Requires="v">
                <p:oleObj name="Equation" r:id="rId8" imgW="4063680" imgH="380880" progId="Equation.DSMT4">
                  <p:embed/>
                </p:oleObj>
              </mc:Choice>
              <mc:Fallback>
                <p:oleObj name="Equation" r:id="rId8" imgW="4063680" imgH="380880" progId="Equation.DSMT4">
                  <p:embed/>
                  <p:pic>
                    <p:nvPicPr>
                      <p:cNvPr id="30" name="Object 29">
                        <a:extLst>
                          <a:ext uri="{FF2B5EF4-FFF2-40B4-BE49-F238E27FC236}">
                            <a16:creationId xmlns:a16="http://schemas.microsoft.com/office/drawing/2014/main" id="{4D87DF59-5A68-4D1A-AEB8-DFEE7DE5B2EA}"/>
                          </a:ext>
                        </a:extLst>
                      </p:cNvPr>
                      <p:cNvPicPr/>
                      <p:nvPr/>
                    </p:nvPicPr>
                    <p:blipFill>
                      <a:blip r:embed="rId9"/>
                      <a:stretch>
                        <a:fillRect/>
                      </a:stretch>
                    </p:blipFill>
                    <p:spPr>
                      <a:xfrm>
                        <a:off x="2613025" y="4318000"/>
                        <a:ext cx="4187825" cy="393700"/>
                      </a:xfrm>
                      <a:prstGeom prst="rect">
                        <a:avLst/>
                      </a:prstGeom>
                    </p:spPr>
                  </p:pic>
                </p:oleObj>
              </mc:Fallback>
            </mc:AlternateContent>
          </a:graphicData>
        </a:graphic>
      </p:graphicFrame>
      <p:sp>
        <p:nvSpPr>
          <p:cNvPr id="13" name="Content Placeholder 12">
            <a:extLst>
              <a:ext uri="{FF2B5EF4-FFF2-40B4-BE49-F238E27FC236}">
                <a16:creationId xmlns:a16="http://schemas.microsoft.com/office/drawing/2014/main" id="{9866FE19-AEAE-464F-A170-6B94C3895066}"/>
              </a:ext>
            </a:extLst>
          </p:cNvPr>
          <p:cNvSpPr>
            <a:spLocks noGrp="1"/>
          </p:cNvSpPr>
          <p:nvPr>
            <p:ph sz="quarter" idx="23"/>
          </p:nvPr>
        </p:nvSpPr>
        <p:spPr>
          <a:xfrm>
            <a:off x="342899" y="4858353"/>
            <a:ext cx="344775" cy="411025"/>
          </a:xfrm>
        </p:spPr>
        <p:txBody>
          <a:bodyPr tIns="0"/>
          <a:lstStyle/>
          <a:p>
            <a:pPr>
              <a:buFont typeface="Arial" panose="020B0604020202020204" pitchFamily="34" charset="0"/>
              <a:buChar char="•"/>
            </a:pPr>
            <a:r>
              <a:rPr lang="en-US" sz="2200" dirty="0"/>
              <a:t> </a:t>
            </a:r>
          </a:p>
        </p:txBody>
      </p:sp>
      <p:graphicFrame>
        <p:nvGraphicFramePr>
          <p:cNvPr id="29" name="Object 28">
            <a:extLst>
              <a:ext uri="{FF2B5EF4-FFF2-40B4-BE49-F238E27FC236}">
                <a16:creationId xmlns:a16="http://schemas.microsoft.com/office/drawing/2014/main" id="{80CBEDDF-96AF-49B3-83A6-5E274C2F4DAF}"/>
              </a:ext>
            </a:extLst>
          </p:cNvPr>
          <p:cNvGraphicFramePr>
            <a:graphicFrameLocks noChangeAspect="1"/>
          </p:cNvGraphicFramePr>
          <p:nvPr>
            <p:extLst>
              <p:ext uri="{D42A27DB-BD31-4B8C-83A1-F6EECF244321}">
                <p14:modId xmlns:p14="http://schemas.microsoft.com/office/powerpoint/2010/main" val="3431658182"/>
              </p:ext>
            </p:extLst>
          </p:nvPr>
        </p:nvGraphicFramePr>
        <p:xfrm>
          <a:off x="687674" y="4889929"/>
          <a:ext cx="2752090" cy="279400"/>
        </p:xfrm>
        <a:graphic>
          <a:graphicData uri="http://schemas.openxmlformats.org/presentationml/2006/ole">
            <mc:AlternateContent xmlns:mc="http://schemas.openxmlformats.org/markup-compatibility/2006">
              <mc:Choice xmlns:v="urn:schemas-microsoft-com:vml" Requires="v">
                <p:oleObj name="Equation" r:id="rId10" imgW="2501640" imgH="253800" progId="Equation.DSMT4">
                  <p:embed/>
                </p:oleObj>
              </mc:Choice>
              <mc:Fallback>
                <p:oleObj name="Equation" r:id="rId10" imgW="2501640" imgH="253800" progId="Equation.DSMT4">
                  <p:embed/>
                  <p:pic>
                    <p:nvPicPr>
                      <p:cNvPr id="2" name="Object 1">
                        <a:extLst>
                          <a:ext uri="{FF2B5EF4-FFF2-40B4-BE49-F238E27FC236}">
                            <a16:creationId xmlns:a16="http://schemas.microsoft.com/office/drawing/2014/main" id="{AD276C83-6476-43AE-A748-5A098830B02B}"/>
                          </a:ext>
                        </a:extLst>
                      </p:cNvPr>
                      <p:cNvPicPr/>
                      <p:nvPr/>
                    </p:nvPicPr>
                    <p:blipFill>
                      <a:blip r:embed="rId11"/>
                      <a:stretch>
                        <a:fillRect/>
                      </a:stretch>
                    </p:blipFill>
                    <p:spPr>
                      <a:xfrm>
                        <a:off x="687674" y="4889929"/>
                        <a:ext cx="2752090" cy="279400"/>
                      </a:xfrm>
                      <a:prstGeom prst="rect">
                        <a:avLst/>
                      </a:prstGeom>
                    </p:spPr>
                  </p:pic>
                </p:oleObj>
              </mc:Fallback>
            </mc:AlternateContent>
          </a:graphicData>
        </a:graphic>
      </p:graphicFrame>
      <p:sp>
        <p:nvSpPr>
          <p:cNvPr id="14" name="Content Placeholder 13">
            <a:extLst>
              <a:ext uri="{FF2B5EF4-FFF2-40B4-BE49-F238E27FC236}">
                <a16:creationId xmlns:a16="http://schemas.microsoft.com/office/drawing/2014/main" id="{02C4CAA5-DF5B-44C8-8B71-B30A78DC9D75}"/>
              </a:ext>
            </a:extLst>
          </p:cNvPr>
          <p:cNvSpPr>
            <a:spLocks noGrp="1"/>
          </p:cNvSpPr>
          <p:nvPr>
            <p:ph sz="quarter" idx="24"/>
          </p:nvPr>
        </p:nvSpPr>
        <p:spPr>
          <a:xfrm>
            <a:off x="349230" y="5331808"/>
            <a:ext cx="338444" cy="356893"/>
          </a:xfrm>
        </p:spPr>
        <p:txBody>
          <a:bodyPr tIns="0"/>
          <a:lstStyle/>
          <a:p>
            <a:pPr>
              <a:buFont typeface="Arial" panose="020B0604020202020204" pitchFamily="34" charset="0"/>
              <a:buChar char="•"/>
            </a:pPr>
            <a:r>
              <a:rPr lang="en-US" sz="2200" dirty="0"/>
              <a:t> </a:t>
            </a:r>
          </a:p>
        </p:txBody>
      </p:sp>
      <p:graphicFrame>
        <p:nvGraphicFramePr>
          <p:cNvPr id="30" name="Object 29">
            <a:extLst>
              <a:ext uri="{FF2B5EF4-FFF2-40B4-BE49-F238E27FC236}">
                <a16:creationId xmlns:a16="http://schemas.microsoft.com/office/drawing/2014/main" id="{F67F9B0D-5399-4384-8BB7-921230F506C3}"/>
              </a:ext>
            </a:extLst>
          </p:cNvPr>
          <p:cNvGraphicFramePr>
            <a:graphicFrameLocks noChangeAspect="1"/>
          </p:cNvGraphicFramePr>
          <p:nvPr>
            <p:extLst>
              <p:ext uri="{D42A27DB-BD31-4B8C-83A1-F6EECF244321}">
                <p14:modId xmlns:p14="http://schemas.microsoft.com/office/powerpoint/2010/main" val="2057872281"/>
              </p:ext>
            </p:extLst>
          </p:nvPr>
        </p:nvGraphicFramePr>
        <p:xfrm>
          <a:off x="687674" y="5367337"/>
          <a:ext cx="4344988" cy="320675"/>
        </p:xfrm>
        <a:graphic>
          <a:graphicData uri="http://schemas.openxmlformats.org/presentationml/2006/ole">
            <mc:AlternateContent xmlns:mc="http://schemas.openxmlformats.org/markup-compatibility/2006">
              <mc:Choice xmlns:v="urn:schemas-microsoft-com:vml" Requires="v">
                <p:oleObj name="Equation" r:id="rId12" imgW="3949560" imgH="291960" progId="Equation.DSMT4">
                  <p:embed/>
                </p:oleObj>
              </mc:Choice>
              <mc:Fallback>
                <p:oleObj name="Equation" r:id="rId12" imgW="3949560" imgH="291960" progId="Equation.DSMT4">
                  <p:embed/>
                  <p:pic>
                    <p:nvPicPr>
                      <p:cNvPr id="0" name=""/>
                      <p:cNvPicPr/>
                      <p:nvPr/>
                    </p:nvPicPr>
                    <p:blipFill>
                      <a:blip r:embed="rId13"/>
                      <a:stretch>
                        <a:fillRect/>
                      </a:stretch>
                    </p:blipFill>
                    <p:spPr>
                      <a:xfrm>
                        <a:off x="687674" y="5367337"/>
                        <a:ext cx="4344988" cy="320675"/>
                      </a:xfrm>
                      <a:prstGeom prst="rect">
                        <a:avLst/>
                      </a:prstGeom>
                    </p:spPr>
                  </p:pic>
                </p:oleObj>
              </mc:Fallback>
            </mc:AlternateContent>
          </a:graphicData>
        </a:graphic>
      </p:graphicFrame>
      <p:pic>
        <p:nvPicPr>
          <p:cNvPr id="31" name="Picture 30" descr="2 overlapping circles.">
            <a:extLst>
              <a:ext uri="{FF2B5EF4-FFF2-40B4-BE49-F238E27FC236}">
                <a16:creationId xmlns:a16="http://schemas.microsoft.com/office/drawing/2014/main" id="{433FD1B4-3CEC-4E70-87D7-729DCF63EE31}"/>
              </a:ext>
            </a:extLst>
          </p:cNvPr>
          <p:cNvPicPr>
            <a:picLocks noChangeAspect="1"/>
          </p:cNvPicPr>
          <p:nvPr/>
        </p:nvPicPr>
        <p:blipFill>
          <a:blip r:embed="rId14"/>
          <a:stretch>
            <a:fillRect/>
          </a:stretch>
        </p:blipFill>
        <p:spPr>
          <a:xfrm>
            <a:off x="6078594" y="4876828"/>
            <a:ext cx="2076898" cy="1311280"/>
          </a:xfrm>
          <a:prstGeom prst="rect">
            <a:avLst/>
          </a:prstGeom>
        </p:spPr>
      </p:pic>
      <p:sp>
        <p:nvSpPr>
          <p:cNvPr id="22" name="Text Placeholder 21">
            <a:extLst>
              <a:ext uri="{FF2B5EF4-FFF2-40B4-BE49-F238E27FC236}">
                <a16:creationId xmlns:a16="http://schemas.microsoft.com/office/drawing/2014/main" id="{AD635A0E-9D07-4751-BF98-0B43007E1C6D}"/>
              </a:ext>
            </a:extLst>
          </p:cNvPr>
          <p:cNvSpPr>
            <a:spLocks noGrp="1"/>
          </p:cNvSpPr>
          <p:nvPr>
            <p:ph type="body" sz="quarter" idx="12"/>
          </p:nvPr>
        </p:nvSpPr>
        <p:spPr>
          <a:xfrm>
            <a:off x="2971558" y="6324600"/>
            <a:ext cx="3200885" cy="190500"/>
          </a:xfrm>
        </p:spPr>
        <p:txBody>
          <a:bodyPr/>
          <a:lstStyle/>
          <a:p>
            <a:r>
              <a:rPr lang="en-US" sz="1200" dirty="0">
                <a:hlinkClick r:id="rId15" action="ppaction://hlinksldjump"/>
              </a:rPr>
              <a:t>Access the text alternative for slide images.</a:t>
            </a:r>
          </a:p>
        </p:txBody>
      </p:sp>
      <p:sp>
        <p:nvSpPr>
          <p:cNvPr id="24" name="Slide Number Placeholder 23">
            <a:extLst>
              <a:ext uri="{FF2B5EF4-FFF2-40B4-BE49-F238E27FC236}">
                <a16:creationId xmlns:a16="http://schemas.microsoft.com/office/drawing/2014/main" id="{F7B70B16-D7CE-4C96-AB46-F66B4159C687}"/>
              </a:ext>
            </a:extLst>
          </p:cNvPr>
          <p:cNvSpPr>
            <a:spLocks noGrp="1"/>
          </p:cNvSpPr>
          <p:nvPr>
            <p:ph type="sldNum" sz="quarter" idx="10"/>
          </p:nvPr>
        </p:nvSpPr>
        <p:spPr/>
        <p:txBody>
          <a:bodyPr/>
          <a:lstStyle/>
          <a:p>
            <a:fld id="{68151E55-6873-49E2-B8D5-2F265E6F1973}" type="slidenum">
              <a:rPr lang="en-US" smtClean="0"/>
              <a:t>21</a:t>
            </a:fld>
            <a:endParaRPr lang="en-US"/>
          </a:p>
        </p:txBody>
      </p:sp>
    </p:spTree>
    <p:extLst>
      <p:ext uri="{BB962C8B-B14F-4D97-AF65-F5344CB8AC3E}">
        <p14:creationId xmlns:p14="http://schemas.microsoft.com/office/powerpoint/2010/main" val="27452531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B45374ED-5CC1-4694-9C54-F44E9FCB9E4F}"/>
              </a:ext>
            </a:extLst>
          </p:cNvPr>
          <p:cNvSpPr>
            <a:spLocks noGrp="1"/>
          </p:cNvSpPr>
          <p:nvPr>
            <p:ph type="title"/>
          </p:nvPr>
        </p:nvSpPr>
        <p:spPr>
          <a:xfrm>
            <a:off x="342900" y="192490"/>
            <a:ext cx="8034184" cy="903231"/>
          </a:xfrm>
        </p:spPr>
        <p:txBody>
          <a:bodyPr>
            <a:normAutofit/>
          </a:bodyPr>
          <a:lstStyle/>
          <a:p>
            <a:r>
              <a:rPr lang="en-US" sz="3600" dirty="0"/>
              <a:t>Mutually Exclusive Events</a:t>
            </a:r>
          </a:p>
        </p:txBody>
      </p:sp>
      <p:sp>
        <p:nvSpPr>
          <p:cNvPr id="13" name="Content Placeholder 12">
            <a:extLst>
              <a:ext uri="{FF2B5EF4-FFF2-40B4-BE49-F238E27FC236}">
                <a16:creationId xmlns:a16="http://schemas.microsoft.com/office/drawing/2014/main" id="{54F381F7-596D-4595-84D2-A02A77D1D514}"/>
              </a:ext>
            </a:extLst>
          </p:cNvPr>
          <p:cNvSpPr>
            <a:spLocks noGrp="1"/>
          </p:cNvSpPr>
          <p:nvPr>
            <p:ph sz="quarter" idx="11"/>
          </p:nvPr>
        </p:nvSpPr>
        <p:spPr>
          <a:xfrm>
            <a:off x="8641080" y="52593"/>
            <a:ext cx="457200" cy="1260013"/>
          </a:xfrm>
        </p:spPr>
        <p:txBody>
          <a:bodyPr vert="vert" rIns="0"/>
          <a:lstStyle/>
          <a:p>
            <a:r>
              <a:rPr lang="en-US" b="1" dirty="0"/>
              <a:t>L</a:t>
            </a:r>
            <a:r>
              <a:rPr lang="en-US" sz="100" b="1" dirty="0"/>
              <a:t> </a:t>
            </a:r>
            <a:r>
              <a:rPr lang="en-US" b="1" dirty="0"/>
              <a:t>O 5.3</a:t>
            </a:r>
            <a:endParaRPr lang="en-IN" b="1" dirty="0"/>
          </a:p>
        </p:txBody>
      </p:sp>
      <p:sp>
        <p:nvSpPr>
          <p:cNvPr id="16" name="Content Placeholder 15">
            <a:extLst>
              <a:ext uri="{FF2B5EF4-FFF2-40B4-BE49-F238E27FC236}">
                <a16:creationId xmlns:a16="http://schemas.microsoft.com/office/drawing/2014/main" id="{690B2578-4F4E-4704-A5A0-8E1D80730372}"/>
              </a:ext>
            </a:extLst>
          </p:cNvPr>
          <p:cNvSpPr>
            <a:spLocks noGrp="1"/>
          </p:cNvSpPr>
          <p:nvPr>
            <p:ph sz="quarter" idx="14"/>
          </p:nvPr>
        </p:nvSpPr>
        <p:spPr>
          <a:xfrm>
            <a:off x="342900" y="1268363"/>
            <a:ext cx="8122674" cy="1160404"/>
          </a:xfrm>
        </p:spPr>
        <p:txBody>
          <a:bodyPr/>
          <a:lstStyle/>
          <a:p>
            <a:r>
              <a:rPr lang="en-US" sz="2000" dirty="0"/>
              <a:t>Events </a:t>
            </a:r>
            <a:r>
              <a:rPr lang="en-US" sz="2000" i="1" dirty="0"/>
              <a:t>A </a:t>
            </a:r>
            <a:r>
              <a:rPr lang="en-US" sz="2000" dirty="0"/>
              <a:t>and </a:t>
            </a:r>
            <a:r>
              <a:rPr lang="en-US" sz="2000" i="1" dirty="0"/>
              <a:t>B </a:t>
            </a:r>
            <a:r>
              <a:rPr lang="en-US" sz="2000" dirty="0"/>
              <a:t>are </a:t>
            </a:r>
            <a:r>
              <a:rPr lang="en-US" sz="2000" b="1" dirty="0"/>
              <a:t>mutually exclusive </a:t>
            </a:r>
            <a:r>
              <a:rPr lang="en-US" sz="2000" dirty="0"/>
              <a:t>(or </a:t>
            </a:r>
            <a:r>
              <a:rPr lang="en-US" sz="2000" b="1" dirty="0"/>
              <a:t>disjoint</a:t>
            </a:r>
            <a:r>
              <a:rPr lang="en-US" sz="2000" dirty="0"/>
              <a:t>) if their intersection is the </a:t>
            </a:r>
            <a:r>
              <a:rPr lang="en-US" sz="2000" b="1" dirty="0"/>
              <a:t>empty set </a:t>
            </a:r>
            <a:r>
              <a:rPr lang="en-US" sz="2000" dirty="0"/>
              <a:t>(a set that contains no elements).</a:t>
            </a:r>
          </a:p>
          <a:p>
            <a:pPr lvl="1"/>
            <a:r>
              <a:rPr lang="en-US" sz="2000" dirty="0"/>
              <a:t>In other words, one event precludes the other from occurring.</a:t>
            </a:r>
            <a:endParaRPr lang="en-IN" sz="2000" dirty="0"/>
          </a:p>
        </p:txBody>
      </p:sp>
      <p:sp>
        <p:nvSpPr>
          <p:cNvPr id="17" name="Content Placeholder 16">
            <a:extLst>
              <a:ext uri="{FF2B5EF4-FFF2-40B4-BE49-F238E27FC236}">
                <a16:creationId xmlns:a16="http://schemas.microsoft.com/office/drawing/2014/main" id="{A9D2C124-8E9D-41C1-BEDA-419FFD7641B4}"/>
              </a:ext>
            </a:extLst>
          </p:cNvPr>
          <p:cNvSpPr>
            <a:spLocks noGrp="1"/>
          </p:cNvSpPr>
          <p:nvPr>
            <p:ph sz="quarter" idx="15"/>
          </p:nvPr>
        </p:nvSpPr>
        <p:spPr>
          <a:xfrm>
            <a:off x="349934" y="2472010"/>
            <a:ext cx="7448549" cy="336235"/>
          </a:xfrm>
        </p:spPr>
        <p:txBody>
          <a:bodyPr tIns="0"/>
          <a:lstStyle/>
          <a:p>
            <a:pPr marL="292608"/>
            <a:r>
              <a:rPr lang="en-IN" sz="2000" dirty="0"/>
              <a:t>The empty set is often called the null set and is denoted</a:t>
            </a:r>
            <a:endParaRPr lang="en-US" sz="2000" dirty="0"/>
          </a:p>
        </p:txBody>
      </p:sp>
      <p:graphicFrame>
        <p:nvGraphicFramePr>
          <p:cNvPr id="2" name="Object 1">
            <a:extLst>
              <a:ext uri="{FF2B5EF4-FFF2-40B4-BE49-F238E27FC236}">
                <a16:creationId xmlns:a16="http://schemas.microsoft.com/office/drawing/2014/main" id="{045F2750-B2BF-4CBA-9D7B-651E002655C8}"/>
              </a:ext>
            </a:extLst>
          </p:cNvPr>
          <p:cNvGraphicFramePr>
            <a:graphicFrameLocks noChangeAspect="1"/>
          </p:cNvGraphicFramePr>
          <p:nvPr>
            <p:extLst>
              <p:ext uri="{D42A27DB-BD31-4B8C-83A1-F6EECF244321}">
                <p14:modId xmlns:p14="http://schemas.microsoft.com/office/powerpoint/2010/main" val="1251174666"/>
              </p:ext>
            </p:extLst>
          </p:nvPr>
        </p:nvGraphicFramePr>
        <p:xfrm>
          <a:off x="7093691" y="2483930"/>
          <a:ext cx="255693" cy="345937"/>
        </p:xfrm>
        <a:graphic>
          <a:graphicData uri="http://schemas.openxmlformats.org/presentationml/2006/ole">
            <mc:AlternateContent xmlns:mc="http://schemas.openxmlformats.org/markup-compatibility/2006">
              <mc:Choice xmlns:v="urn:schemas-microsoft-com:vml" Requires="v">
                <p:oleObj name="Equation" r:id="rId2" imgW="215640" imgH="291960" progId="Equation.DSMT4">
                  <p:embed/>
                </p:oleObj>
              </mc:Choice>
              <mc:Fallback>
                <p:oleObj name="Equation" r:id="rId2" imgW="215640" imgH="291960" progId="Equation.DSMT4">
                  <p:embed/>
                  <p:pic>
                    <p:nvPicPr>
                      <p:cNvPr id="0" name=""/>
                      <p:cNvPicPr/>
                      <p:nvPr/>
                    </p:nvPicPr>
                    <p:blipFill>
                      <a:blip r:embed="rId3"/>
                      <a:stretch>
                        <a:fillRect/>
                      </a:stretch>
                    </p:blipFill>
                    <p:spPr>
                      <a:xfrm>
                        <a:off x="7093691" y="2483930"/>
                        <a:ext cx="255693" cy="345937"/>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CD43A37C-18EA-426C-B3FF-05B103D63F9C}"/>
              </a:ext>
            </a:extLst>
          </p:cNvPr>
          <p:cNvGraphicFramePr>
            <a:graphicFrameLocks noChangeAspect="1"/>
          </p:cNvGraphicFramePr>
          <p:nvPr>
            <p:extLst>
              <p:ext uri="{D42A27DB-BD31-4B8C-83A1-F6EECF244321}">
                <p14:modId xmlns:p14="http://schemas.microsoft.com/office/powerpoint/2010/main" val="999566982"/>
              </p:ext>
            </p:extLst>
          </p:nvPr>
        </p:nvGraphicFramePr>
        <p:xfrm>
          <a:off x="2819430" y="2901728"/>
          <a:ext cx="3505140" cy="323550"/>
        </p:xfrm>
        <a:graphic>
          <a:graphicData uri="http://schemas.openxmlformats.org/presentationml/2006/ole">
            <mc:AlternateContent xmlns:mc="http://schemas.openxmlformats.org/markup-compatibility/2006">
              <mc:Choice xmlns:v="urn:schemas-microsoft-com:vml" Requires="v">
                <p:oleObj name="Equation" r:id="rId4" imgW="3301920" imgH="304560" progId="Equation.DSMT4">
                  <p:embed/>
                </p:oleObj>
              </mc:Choice>
              <mc:Fallback>
                <p:oleObj name="Equation" r:id="rId4" imgW="3301920" imgH="304560" progId="Equation.DSMT4">
                  <p:embed/>
                  <p:pic>
                    <p:nvPicPr>
                      <p:cNvPr id="0" name=""/>
                      <p:cNvPicPr/>
                      <p:nvPr/>
                    </p:nvPicPr>
                    <p:blipFill>
                      <a:blip r:embed="rId5"/>
                      <a:stretch>
                        <a:fillRect/>
                      </a:stretch>
                    </p:blipFill>
                    <p:spPr>
                      <a:xfrm>
                        <a:off x="2819430" y="2901728"/>
                        <a:ext cx="3505140" cy="323550"/>
                      </a:xfrm>
                      <a:prstGeom prst="rect">
                        <a:avLst/>
                      </a:prstGeom>
                    </p:spPr>
                  </p:pic>
                </p:oleObj>
              </mc:Fallback>
            </mc:AlternateContent>
          </a:graphicData>
        </a:graphic>
      </p:graphicFrame>
      <p:sp>
        <p:nvSpPr>
          <p:cNvPr id="18" name="Content Placeholder 17">
            <a:extLst>
              <a:ext uri="{FF2B5EF4-FFF2-40B4-BE49-F238E27FC236}">
                <a16:creationId xmlns:a16="http://schemas.microsoft.com/office/drawing/2014/main" id="{B19BABEE-396F-41CE-B232-B98482744C38}"/>
              </a:ext>
            </a:extLst>
          </p:cNvPr>
          <p:cNvSpPr>
            <a:spLocks noGrp="1"/>
          </p:cNvSpPr>
          <p:nvPr>
            <p:ph sz="quarter" idx="16"/>
          </p:nvPr>
        </p:nvSpPr>
        <p:spPr>
          <a:xfrm>
            <a:off x="349934" y="3318761"/>
            <a:ext cx="8519746" cy="1615580"/>
          </a:xfrm>
        </p:spPr>
        <p:txBody>
          <a:bodyPr lIns="91440" tIns="0" rIns="91440"/>
          <a:lstStyle/>
          <a:p>
            <a:r>
              <a:rPr lang="en-US" sz="2000" dirty="0"/>
              <a:t>Examples:</a:t>
            </a:r>
          </a:p>
          <a:p>
            <a:pPr lvl="1"/>
            <a:r>
              <a:rPr lang="en-US" sz="2000" i="1" dirty="0"/>
              <a:t>Customer age: A </a:t>
            </a:r>
            <a:r>
              <a:rPr lang="en-US" sz="2000" dirty="0"/>
              <a:t>= under 21, </a:t>
            </a:r>
            <a:r>
              <a:rPr lang="en-US" sz="2000" i="1" dirty="0"/>
              <a:t>B </a:t>
            </a:r>
            <a:r>
              <a:rPr lang="en-US" sz="2000" dirty="0"/>
              <a:t>= over 65.</a:t>
            </a:r>
          </a:p>
          <a:p>
            <a:pPr lvl="1"/>
            <a:r>
              <a:rPr lang="en-US" sz="2000" i="1" dirty="0"/>
              <a:t>Purebred dog breed: A </a:t>
            </a:r>
            <a:r>
              <a:rPr lang="en-US" sz="2000" dirty="0"/>
              <a:t>= border collie, </a:t>
            </a:r>
            <a:r>
              <a:rPr lang="en-US" sz="2000" i="1" dirty="0"/>
              <a:t>B </a:t>
            </a:r>
            <a:r>
              <a:rPr lang="en-US" sz="2000" dirty="0"/>
              <a:t>= golden retriever.</a:t>
            </a:r>
          </a:p>
          <a:p>
            <a:pPr lvl="1"/>
            <a:r>
              <a:rPr lang="en-US" sz="2000" i="1" dirty="0"/>
              <a:t>Business form: A </a:t>
            </a:r>
            <a:r>
              <a:rPr lang="en-US" sz="2000" dirty="0"/>
              <a:t>= corporation, </a:t>
            </a:r>
            <a:r>
              <a:rPr lang="en-US" sz="2000" i="1" dirty="0"/>
              <a:t>B </a:t>
            </a:r>
            <a:r>
              <a:rPr lang="en-US" sz="2000" dirty="0"/>
              <a:t>= sole proprietorship.</a:t>
            </a:r>
          </a:p>
        </p:txBody>
      </p:sp>
      <p:pic>
        <p:nvPicPr>
          <p:cNvPr id="4" name="Picture 3" descr="Diagram showing events A and B as two nonoverlapping circles.">
            <a:extLst>
              <a:ext uri="{FF2B5EF4-FFF2-40B4-BE49-F238E27FC236}">
                <a16:creationId xmlns:a16="http://schemas.microsoft.com/office/drawing/2014/main" id="{52F7400A-79A3-48A4-9C24-648D7201839D}"/>
              </a:ext>
            </a:extLst>
          </p:cNvPr>
          <p:cNvPicPr>
            <a:picLocks noChangeAspect="1"/>
          </p:cNvPicPr>
          <p:nvPr/>
        </p:nvPicPr>
        <p:blipFill>
          <a:blip r:embed="rId6"/>
          <a:stretch>
            <a:fillRect/>
          </a:stretch>
        </p:blipFill>
        <p:spPr>
          <a:xfrm>
            <a:off x="2791813" y="4977585"/>
            <a:ext cx="3560373" cy="1615580"/>
          </a:xfrm>
          <a:prstGeom prst="rect">
            <a:avLst/>
          </a:prstGeom>
        </p:spPr>
      </p:pic>
      <p:sp>
        <p:nvSpPr>
          <p:cNvPr id="11" name="Slide Number Placeholder 10">
            <a:extLst>
              <a:ext uri="{FF2B5EF4-FFF2-40B4-BE49-F238E27FC236}">
                <a16:creationId xmlns:a16="http://schemas.microsoft.com/office/drawing/2014/main" id="{CAB2EC91-82EF-4873-B3E3-17C46C50C1F2}"/>
              </a:ext>
            </a:extLst>
          </p:cNvPr>
          <p:cNvSpPr>
            <a:spLocks noGrp="1"/>
          </p:cNvSpPr>
          <p:nvPr>
            <p:ph type="sldNum" sz="quarter" idx="10"/>
          </p:nvPr>
        </p:nvSpPr>
        <p:spPr/>
        <p:txBody>
          <a:bodyPr/>
          <a:lstStyle/>
          <a:p>
            <a:fld id="{68151E55-6873-49E2-B8D5-2F265E6F1973}" type="slidenum">
              <a:rPr lang="en-US" smtClean="0"/>
              <a:t>22</a:t>
            </a:fld>
            <a:endParaRPr lang="en-US" dirty="0"/>
          </a:p>
        </p:txBody>
      </p:sp>
    </p:spTree>
    <p:extLst>
      <p:ext uri="{BB962C8B-B14F-4D97-AF65-F5344CB8AC3E}">
        <p14:creationId xmlns:p14="http://schemas.microsoft.com/office/powerpoint/2010/main" val="29788106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491DE-A76C-4D98-9DAC-29E2B1159CD7}"/>
              </a:ext>
            </a:extLst>
          </p:cNvPr>
          <p:cNvSpPr>
            <a:spLocks noGrp="1"/>
          </p:cNvSpPr>
          <p:nvPr>
            <p:ph type="title"/>
          </p:nvPr>
        </p:nvSpPr>
        <p:spPr>
          <a:xfrm>
            <a:off x="342899" y="192491"/>
            <a:ext cx="7272103" cy="880172"/>
          </a:xfrm>
        </p:spPr>
        <p:txBody>
          <a:bodyPr>
            <a:normAutofit/>
          </a:bodyPr>
          <a:lstStyle/>
          <a:p>
            <a:r>
              <a:rPr lang="en-US" sz="3600" dirty="0"/>
              <a:t>Special Law of Addition</a:t>
            </a:r>
          </a:p>
        </p:txBody>
      </p:sp>
      <p:sp>
        <p:nvSpPr>
          <p:cNvPr id="3" name="Content Placeholder 2">
            <a:extLst>
              <a:ext uri="{FF2B5EF4-FFF2-40B4-BE49-F238E27FC236}">
                <a16:creationId xmlns:a16="http://schemas.microsoft.com/office/drawing/2014/main" id="{4C1F7C7E-DFB2-46E4-AE9E-1BFE36283E78}"/>
              </a:ext>
            </a:extLst>
          </p:cNvPr>
          <p:cNvSpPr>
            <a:spLocks noGrp="1"/>
          </p:cNvSpPr>
          <p:nvPr>
            <p:ph sz="quarter" idx="11"/>
          </p:nvPr>
        </p:nvSpPr>
        <p:spPr>
          <a:xfrm>
            <a:off x="8632460" y="55136"/>
            <a:ext cx="466569" cy="1418427"/>
          </a:xfrm>
        </p:spPr>
        <p:txBody>
          <a:bodyPr vert="vert" rIns="0"/>
          <a:lstStyle/>
          <a:p>
            <a:r>
              <a:rPr lang="en-IN" b="1" dirty="0"/>
              <a:t>L</a:t>
            </a:r>
            <a:r>
              <a:rPr lang="en-IN" sz="100" b="1" dirty="0"/>
              <a:t> </a:t>
            </a:r>
            <a:r>
              <a:rPr lang="en-IN" b="1" dirty="0"/>
              <a:t>O 5.3</a:t>
            </a:r>
          </a:p>
        </p:txBody>
      </p:sp>
      <p:sp>
        <p:nvSpPr>
          <p:cNvPr id="4" name="Content Placeholder 3">
            <a:extLst>
              <a:ext uri="{FF2B5EF4-FFF2-40B4-BE49-F238E27FC236}">
                <a16:creationId xmlns:a16="http://schemas.microsoft.com/office/drawing/2014/main" id="{C2170D75-81A5-452D-82DF-A963A67F5544}"/>
              </a:ext>
            </a:extLst>
          </p:cNvPr>
          <p:cNvSpPr>
            <a:spLocks noGrp="1"/>
          </p:cNvSpPr>
          <p:nvPr>
            <p:ph sz="quarter" idx="14"/>
          </p:nvPr>
        </p:nvSpPr>
        <p:spPr>
          <a:xfrm>
            <a:off x="342900" y="1244186"/>
            <a:ext cx="6342713" cy="479683"/>
          </a:xfrm>
        </p:spPr>
        <p:txBody>
          <a:bodyPr/>
          <a:lstStyle/>
          <a:p>
            <a:r>
              <a:rPr lang="en-US" dirty="0"/>
              <a:t>If </a:t>
            </a:r>
            <a:r>
              <a:rPr lang="en-US" i="1" dirty="0"/>
              <a:t>A </a:t>
            </a:r>
            <a:r>
              <a:rPr lang="en-US" dirty="0"/>
              <a:t>and </a:t>
            </a:r>
            <a:r>
              <a:rPr lang="en-US" i="1" dirty="0"/>
              <a:t>B </a:t>
            </a:r>
            <a:r>
              <a:rPr lang="en-US" dirty="0"/>
              <a:t>are mutually exclusive events, then</a:t>
            </a:r>
            <a:endParaRPr lang="en-IN" dirty="0"/>
          </a:p>
        </p:txBody>
      </p:sp>
      <p:graphicFrame>
        <p:nvGraphicFramePr>
          <p:cNvPr id="18" name="Object 17">
            <a:extLst>
              <a:ext uri="{FF2B5EF4-FFF2-40B4-BE49-F238E27FC236}">
                <a16:creationId xmlns:a16="http://schemas.microsoft.com/office/drawing/2014/main" id="{A923C192-0B6B-4DFA-9BA1-345B7E2D301E}"/>
              </a:ext>
            </a:extLst>
          </p:cNvPr>
          <p:cNvGraphicFramePr>
            <a:graphicFrameLocks noChangeAspect="1"/>
          </p:cNvGraphicFramePr>
          <p:nvPr>
            <p:extLst>
              <p:ext uri="{D42A27DB-BD31-4B8C-83A1-F6EECF244321}">
                <p14:modId xmlns:p14="http://schemas.microsoft.com/office/powerpoint/2010/main" val="2077781000"/>
              </p:ext>
            </p:extLst>
          </p:nvPr>
        </p:nvGraphicFramePr>
        <p:xfrm>
          <a:off x="6702425" y="1304925"/>
          <a:ext cx="1495425" cy="400050"/>
        </p:xfrm>
        <a:graphic>
          <a:graphicData uri="http://schemas.openxmlformats.org/presentationml/2006/ole">
            <mc:AlternateContent xmlns:mc="http://schemas.openxmlformats.org/markup-compatibility/2006">
              <mc:Choice xmlns:v="urn:schemas-microsoft-com:vml" Requires="v">
                <p:oleObj name="Equation" r:id="rId2" imgW="1422360" imgH="380880" progId="Equation.DSMT4">
                  <p:embed/>
                </p:oleObj>
              </mc:Choice>
              <mc:Fallback>
                <p:oleObj name="Equation" r:id="rId2" imgW="1422360" imgH="380880" progId="Equation.DSMT4">
                  <p:embed/>
                  <p:pic>
                    <p:nvPicPr>
                      <p:cNvPr id="26" name="Object 25">
                        <a:extLst>
                          <a:ext uri="{FF2B5EF4-FFF2-40B4-BE49-F238E27FC236}">
                            <a16:creationId xmlns:a16="http://schemas.microsoft.com/office/drawing/2014/main" id="{C0692D30-89D1-4FF7-92F4-9EAA9E413DBA}"/>
                          </a:ext>
                        </a:extLst>
                      </p:cNvPr>
                      <p:cNvPicPr/>
                      <p:nvPr/>
                    </p:nvPicPr>
                    <p:blipFill>
                      <a:blip r:embed="rId3"/>
                      <a:stretch>
                        <a:fillRect/>
                      </a:stretch>
                    </p:blipFill>
                    <p:spPr>
                      <a:xfrm>
                        <a:off x="6702425" y="1304925"/>
                        <a:ext cx="1495425" cy="40005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FB62E16E-2C52-4870-B2CA-81F739833961}"/>
              </a:ext>
            </a:extLst>
          </p:cNvPr>
          <p:cNvSpPr>
            <a:spLocks noGrp="1"/>
          </p:cNvSpPr>
          <p:nvPr>
            <p:ph sz="quarter" idx="15"/>
          </p:nvPr>
        </p:nvSpPr>
        <p:spPr>
          <a:xfrm>
            <a:off x="342900" y="1748427"/>
            <a:ext cx="7706818" cy="1168944"/>
          </a:xfrm>
        </p:spPr>
        <p:txBody>
          <a:bodyPr tIns="0"/>
          <a:lstStyle/>
          <a:p>
            <a:r>
              <a:rPr lang="en-US" dirty="0"/>
              <a:t>and the general addition law can be simplified to the sum of the individual probabilities for </a:t>
            </a:r>
            <a:r>
              <a:rPr lang="en-US" i="1" dirty="0"/>
              <a:t>A </a:t>
            </a:r>
            <a:r>
              <a:rPr lang="en-US" dirty="0"/>
              <a:t>and </a:t>
            </a:r>
            <a:r>
              <a:rPr lang="en-US" i="1" dirty="0"/>
              <a:t>B, </a:t>
            </a:r>
            <a:r>
              <a:rPr lang="en-US" dirty="0"/>
              <a:t>the </a:t>
            </a:r>
            <a:r>
              <a:rPr lang="en-US" b="1" dirty="0"/>
              <a:t>special law of addition</a:t>
            </a:r>
            <a:r>
              <a:rPr lang="en-US" dirty="0"/>
              <a:t>.</a:t>
            </a:r>
          </a:p>
        </p:txBody>
      </p:sp>
      <p:sp>
        <p:nvSpPr>
          <p:cNvPr id="6" name="Content Placeholder 5">
            <a:extLst>
              <a:ext uri="{FF2B5EF4-FFF2-40B4-BE49-F238E27FC236}">
                <a16:creationId xmlns:a16="http://schemas.microsoft.com/office/drawing/2014/main" id="{5836655B-FBAE-4A76-AD32-DF9ED97E7D05}"/>
              </a:ext>
            </a:extLst>
          </p:cNvPr>
          <p:cNvSpPr>
            <a:spLocks noGrp="1"/>
          </p:cNvSpPr>
          <p:nvPr>
            <p:ph sz="quarter" idx="16"/>
          </p:nvPr>
        </p:nvSpPr>
        <p:spPr>
          <a:xfrm>
            <a:off x="342900" y="3050819"/>
            <a:ext cx="3798793" cy="486862"/>
          </a:xfrm>
        </p:spPr>
        <p:txBody>
          <a:bodyPr/>
          <a:lstStyle/>
          <a:p>
            <a:r>
              <a:rPr lang="en-IN" b="1" dirty="0"/>
              <a:t>Special Law of Addition:</a:t>
            </a:r>
          </a:p>
        </p:txBody>
      </p:sp>
      <p:graphicFrame>
        <p:nvGraphicFramePr>
          <p:cNvPr id="19" name="Object 18">
            <a:extLst>
              <a:ext uri="{FF2B5EF4-FFF2-40B4-BE49-F238E27FC236}">
                <a16:creationId xmlns:a16="http://schemas.microsoft.com/office/drawing/2014/main" id="{89C3DA66-4860-4155-8EFB-593149273642}"/>
              </a:ext>
            </a:extLst>
          </p:cNvPr>
          <p:cNvGraphicFramePr>
            <a:graphicFrameLocks noChangeAspect="1"/>
          </p:cNvGraphicFramePr>
          <p:nvPr>
            <p:extLst>
              <p:ext uri="{D42A27DB-BD31-4B8C-83A1-F6EECF244321}">
                <p14:modId xmlns:p14="http://schemas.microsoft.com/office/powerpoint/2010/main" val="2814649800"/>
              </p:ext>
            </p:extLst>
          </p:nvPr>
        </p:nvGraphicFramePr>
        <p:xfrm>
          <a:off x="468210" y="3671129"/>
          <a:ext cx="2871788" cy="320675"/>
        </p:xfrm>
        <a:graphic>
          <a:graphicData uri="http://schemas.openxmlformats.org/presentationml/2006/ole">
            <mc:AlternateContent xmlns:mc="http://schemas.openxmlformats.org/markup-compatibility/2006">
              <mc:Choice xmlns:v="urn:schemas-microsoft-com:vml" Requires="v">
                <p:oleObj name="Equation" r:id="rId4" imgW="2730240" imgH="304560" progId="Equation.DSMT4">
                  <p:embed/>
                </p:oleObj>
              </mc:Choice>
              <mc:Fallback>
                <p:oleObj name="Equation" r:id="rId4" imgW="2730240" imgH="304560" progId="Equation.DSMT4">
                  <p:embed/>
                  <p:pic>
                    <p:nvPicPr>
                      <p:cNvPr id="2" name="Object 1">
                        <a:extLst>
                          <a:ext uri="{FF2B5EF4-FFF2-40B4-BE49-F238E27FC236}">
                            <a16:creationId xmlns:a16="http://schemas.microsoft.com/office/drawing/2014/main" id="{5E71DB84-FB79-4052-B76B-0F221CF6A265}"/>
                          </a:ext>
                        </a:extLst>
                      </p:cNvPr>
                      <p:cNvPicPr/>
                      <p:nvPr/>
                    </p:nvPicPr>
                    <p:blipFill>
                      <a:blip r:embed="rId5"/>
                      <a:stretch>
                        <a:fillRect/>
                      </a:stretch>
                    </p:blipFill>
                    <p:spPr>
                      <a:xfrm>
                        <a:off x="468210" y="3671129"/>
                        <a:ext cx="2871788" cy="320675"/>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AFB4724F-74FB-4528-BB0F-DA17C9F91243}"/>
              </a:ext>
            </a:extLst>
          </p:cNvPr>
          <p:cNvSpPr>
            <a:spLocks noGrp="1"/>
          </p:cNvSpPr>
          <p:nvPr>
            <p:ph sz="quarter" idx="20"/>
          </p:nvPr>
        </p:nvSpPr>
        <p:spPr>
          <a:xfrm>
            <a:off x="3339998" y="3665643"/>
            <a:ext cx="4972050" cy="372950"/>
          </a:xfrm>
        </p:spPr>
        <p:txBody>
          <a:bodyPr lIns="0" tIns="0" rIns="0"/>
          <a:lstStyle/>
          <a:p>
            <a:r>
              <a:rPr lang="en-US" sz="2000" dirty="0"/>
              <a:t>(addition law for mutually exclusive events)</a:t>
            </a:r>
          </a:p>
        </p:txBody>
      </p:sp>
      <p:sp>
        <p:nvSpPr>
          <p:cNvPr id="7" name="Content Placeholder 6">
            <a:extLst>
              <a:ext uri="{FF2B5EF4-FFF2-40B4-BE49-F238E27FC236}">
                <a16:creationId xmlns:a16="http://schemas.microsoft.com/office/drawing/2014/main" id="{CC91B9D3-2206-45FA-822C-3A0B02A0CF81}"/>
              </a:ext>
            </a:extLst>
          </p:cNvPr>
          <p:cNvSpPr>
            <a:spLocks noGrp="1"/>
          </p:cNvSpPr>
          <p:nvPr>
            <p:ph sz="quarter" idx="17"/>
          </p:nvPr>
        </p:nvSpPr>
        <p:spPr>
          <a:xfrm>
            <a:off x="8197850" y="3618854"/>
            <a:ext cx="706411" cy="372950"/>
          </a:xfrm>
        </p:spPr>
        <p:txBody>
          <a:bodyPr/>
          <a:lstStyle/>
          <a:p>
            <a:r>
              <a:rPr lang="en-US" sz="2000" b="1" dirty="0"/>
              <a:t>(5.8)</a:t>
            </a:r>
          </a:p>
        </p:txBody>
      </p:sp>
      <p:sp>
        <p:nvSpPr>
          <p:cNvPr id="8" name="Content Placeholder 7">
            <a:extLst>
              <a:ext uri="{FF2B5EF4-FFF2-40B4-BE49-F238E27FC236}">
                <a16:creationId xmlns:a16="http://schemas.microsoft.com/office/drawing/2014/main" id="{A8506883-9E72-4AE7-BD9F-3B93E601AEB6}"/>
              </a:ext>
            </a:extLst>
          </p:cNvPr>
          <p:cNvSpPr>
            <a:spLocks noGrp="1"/>
          </p:cNvSpPr>
          <p:nvPr>
            <p:ph sz="quarter" idx="18"/>
          </p:nvPr>
        </p:nvSpPr>
        <p:spPr>
          <a:xfrm>
            <a:off x="342900" y="4089130"/>
            <a:ext cx="1561204" cy="482869"/>
          </a:xfrm>
        </p:spPr>
        <p:txBody>
          <a:bodyPr/>
          <a:lstStyle/>
          <a:p>
            <a:r>
              <a:rPr lang="en-US" dirty="0"/>
              <a:t>Example:</a:t>
            </a:r>
          </a:p>
        </p:txBody>
      </p:sp>
      <p:sp>
        <p:nvSpPr>
          <p:cNvPr id="9" name="Content Placeholder 8">
            <a:extLst>
              <a:ext uri="{FF2B5EF4-FFF2-40B4-BE49-F238E27FC236}">
                <a16:creationId xmlns:a16="http://schemas.microsoft.com/office/drawing/2014/main" id="{7DEC1BE0-6749-43E6-A397-7BF3F6D71939}"/>
              </a:ext>
            </a:extLst>
          </p:cNvPr>
          <p:cNvSpPr>
            <a:spLocks noGrp="1"/>
          </p:cNvSpPr>
          <p:nvPr>
            <p:ph sz="quarter" idx="19"/>
          </p:nvPr>
        </p:nvSpPr>
        <p:spPr>
          <a:xfrm>
            <a:off x="342900" y="4731196"/>
            <a:ext cx="4972050" cy="418330"/>
          </a:xfrm>
        </p:spPr>
        <p:txBody>
          <a:bodyPr tIns="0"/>
          <a:lstStyle/>
          <a:p>
            <a:pPr marL="292608" indent="-292608">
              <a:buFont typeface="Arial" panose="020B0604020202020204" pitchFamily="34" charset="0"/>
              <a:buChar char="•"/>
            </a:pPr>
            <a:r>
              <a:rPr lang="en-US" dirty="0"/>
              <a:t>If we look at a person’s age, then</a:t>
            </a:r>
          </a:p>
        </p:txBody>
      </p:sp>
      <p:graphicFrame>
        <p:nvGraphicFramePr>
          <p:cNvPr id="20" name="Object 19">
            <a:extLst>
              <a:ext uri="{FF2B5EF4-FFF2-40B4-BE49-F238E27FC236}">
                <a16:creationId xmlns:a16="http://schemas.microsoft.com/office/drawing/2014/main" id="{9DC7D5A6-159C-4D06-B382-248D68C0755F}"/>
              </a:ext>
            </a:extLst>
          </p:cNvPr>
          <p:cNvGraphicFramePr>
            <a:graphicFrameLocks noChangeAspect="1"/>
          </p:cNvGraphicFramePr>
          <p:nvPr>
            <p:extLst>
              <p:ext uri="{D42A27DB-BD31-4B8C-83A1-F6EECF244321}">
                <p14:modId xmlns:p14="http://schemas.microsoft.com/office/powerpoint/2010/main" val="3639439034"/>
              </p:ext>
            </p:extLst>
          </p:nvPr>
        </p:nvGraphicFramePr>
        <p:xfrm>
          <a:off x="5243513" y="4791484"/>
          <a:ext cx="2674937" cy="349250"/>
        </p:xfrm>
        <a:graphic>
          <a:graphicData uri="http://schemas.openxmlformats.org/presentationml/2006/ole">
            <mc:AlternateContent xmlns:mc="http://schemas.openxmlformats.org/markup-compatibility/2006">
              <mc:Choice xmlns:v="urn:schemas-microsoft-com:vml" Requires="v">
                <p:oleObj name="Equation" r:id="rId6" imgW="2336760" imgH="304560" progId="Equation.DSMT4">
                  <p:embed/>
                </p:oleObj>
              </mc:Choice>
              <mc:Fallback>
                <p:oleObj name="Equation" r:id="rId6" imgW="2336760" imgH="304560" progId="Equation.DSMT4">
                  <p:embed/>
                  <p:pic>
                    <p:nvPicPr>
                      <p:cNvPr id="0" name=""/>
                      <p:cNvPicPr/>
                      <p:nvPr/>
                    </p:nvPicPr>
                    <p:blipFill>
                      <a:blip r:embed="rId7"/>
                      <a:stretch>
                        <a:fillRect/>
                      </a:stretch>
                    </p:blipFill>
                    <p:spPr>
                      <a:xfrm>
                        <a:off x="5243513" y="4791484"/>
                        <a:ext cx="2674937" cy="349250"/>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5165316D-AC2B-4A6D-877F-D69349877E56}"/>
              </a:ext>
            </a:extLst>
          </p:cNvPr>
          <p:cNvGraphicFramePr>
            <a:graphicFrameLocks noChangeAspect="1"/>
          </p:cNvGraphicFramePr>
          <p:nvPr>
            <p:extLst>
              <p:ext uri="{D42A27DB-BD31-4B8C-83A1-F6EECF244321}">
                <p14:modId xmlns:p14="http://schemas.microsoft.com/office/powerpoint/2010/main" val="884812086"/>
              </p:ext>
            </p:extLst>
          </p:nvPr>
        </p:nvGraphicFramePr>
        <p:xfrm>
          <a:off x="701675" y="5207000"/>
          <a:ext cx="7370763" cy="354013"/>
        </p:xfrm>
        <a:graphic>
          <a:graphicData uri="http://schemas.openxmlformats.org/presentationml/2006/ole">
            <mc:AlternateContent xmlns:mc="http://schemas.openxmlformats.org/markup-compatibility/2006">
              <mc:Choice xmlns:v="urn:schemas-microsoft-com:vml" Requires="v">
                <p:oleObj name="Equation" r:id="rId8" imgW="6375240" imgH="304560" progId="Equation.DSMT4">
                  <p:embed/>
                </p:oleObj>
              </mc:Choice>
              <mc:Fallback>
                <p:oleObj name="Equation" r:id="rId8" imgW="6375240" imgH="304560" progId="Equation.DSMT4">
                  <p:embed/>
                  <p:pic>
                    <p:nvPicPr>
                      <p:cNvPr id="0" name=""/>
                      <p:cNvPicPr/>
                      <p:nvPr/>
                    </p:nvPicPr>
                    <p:blipFill>
                      <a:blip r:embed="rId9"/>
                      <a:stretch>
                        <a:fillRect/>
                      </a:stretch>
                    </p:blipFill>
                    <p:spPr>
                      <a:xfrm>
                        <a:off x="701675" y="5207000"/>
                        <a:ext cx="7370763" cy="354013"/>
                      </a:xfrm>
                      <a:prstGeom prst="rect">
                        <a:avLst/>
                      </a:prstGeom>
                    </p:spPr>
                  </p:pic>
                </p:oleObj>
              </mc:Fallback>
            </mc:AlternateContent>
          </a:graphicData>
        </a:graphic>
      </p:graphicFrame>
      <p:sp>
        <p:nvSpPr>
          <p:cNvPr id="11" name="Content Placeholder 10">
            <a:extLst>
              <a:ext uri="{FF2B5EF4-FFF2-40B4-BE49-F238E27FC236}">
                <a16:creationId xmlns:a16="http://schemas.microsoft.com/office/drawing/2014/main" id="{648A8845-5DCD-4C7D-8AF9-7E6503AB36B1}"/>
              </a:ext>
            </a:extLst>
          </p:cNvPr>
          <p:cNvSpPr>
            <a:spLocks noGrp="1"/>
          </p:cNvSpPr>
          <p:nvPr>
            <p:ph sz="quarter" idx="21"/>
          </p:nvPr>
        </p:nvSpPr>
        <p:spPr>
          <a:xfrm>
            <a:off x="342900" y="5660311"/>
            <a:ext cx="8191500" cy="380300"/>
          </a:xfrm>
        </p:spPr>
        <p:txBody>
          <a:bodyPr tIns="0"/>
          <a:lstStyle/>
          <a:p>
            <a:pPr marL="292608"/>
            <a:r>
              <a:rPr lang="en-US" dirty="0"/>
              <a:t>because these events do not overlap.</a:t>
            </a:r>
          </a:p>
        </p:txBody>
      </p:sp>
      <p:sp>
        <p:nvSpPr>
          <p:cNvPr id="17" name="Slide Number Placeholder 16">
            <a:extLst>
              <a:ext uri="{FF2B5EF4-FFF2-40B4-BE49-F238E27FC236}">
                <a16:creationId xmlns:a16="http://schemas.microsoft.com/office/drawing/2014/main" id="{BE210E89-3CF6-4613-9293-C1F926720510}"/>
              </a:ext>
            </a:extLst>
          </p:cNvPr>
          <p:cNvSpPr>
            <a:spLocks noGrp="1"/>
          </p:cNvSpPr>
          <p:nvPr>
            <p:ph type="sldNum" sz="quarter" idx="10"/>
          </p:nvPr>
        </p:nvSpPr>
        <p:spPr/>
        <p:txBody>
          <a:bodyPr/>
          <a:lstStyle/>
          <a:p>
            <a:fld id="{68151E55-6873-49E2-B8D5-2F265E6F1973}" type="slidenum">
              <a:rPr lang="en-US" smtClean="0"/>
              <a:t>23</a:t>
            </a:fld>
            <a:endParaRPr lang="en-US"/>
          </a:p>
        </p:txBody>
      </p:sp>
    </p:spTree>
    <p:extLst>
      <p:ext uri="{BB962C8B-B14F-4D97-AF65-F5344CB8AC3E}">
        <p14:creationId xmlns:p14="http://schemas.microsoft.com/office/powerpoint/2010/main" val="35573560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B45374ED-5CC1-4694-9C54-F44E9FCB9E4F}"/>
              </a:ext>
            </a:extLst>
          </p:cNvPr>
          <p:cNvSpPr>
            <a:spLocks noGrp="1"/>
          </p:cNvSpPr>
          <p:nvPr>
            <p:ph type="title"/>
          </p:nvPr>
        </p:nvSpPr>
        <p:spPr>
          <a:xfrm>
            <a:off x="342900" y="192490"/>
            <a:ext cx="7458997" cy="903231"/>
          </a:xfrm>
        </p:spPr>
        <p:txBody>
          <a:bodyPr>
            <a:normAutofit fontScale="90000"/>
          </a:bodyPr>
          <a:lstStyle/>
          <a:p>
            <a:r>
              <a:rPr lang="en-US" dirty="0"/>
              <a:t>Collectively Exhaustive Events</a:t>
            </a:r>
          </a:p>
        </p:txBody>
      </p:sp>
      <p:sp>
        <p:nvSpPr>
          <p:cNvPr id="13" name="Content Placeholder 12">
            <a:extLst>
              <a:ext uri="{FF2B5EF4-FFF2-40B4-BE49-F238E27FC236}">
                <a16:creationId xmlns:a16="http://schemas.microsoft.com/office/drawing/2014/main" id="{54F381F7-596D-4595-84D2-A02A77D1D514}"/>
              </a:ext>
            </a:extLst>
          </p:cNvPr>
          <p:cNvSpPr>
            <a:spLocks noGrp="1"/>
          </p:cNvSpPr>
          <p:nvPr>
            <p:ph sz="quarter" idx="11"/>
          </p:nvPr>
        </p:nvSpPr>
        <p:spPr>
          <a:xfrm>
            <a:off x="8672051" y="52593"/>
            <a:ext cx="427703" cy="1260013"/>
          </a:xfrm>
        </p:spPr>
        <p:txBody>
          <a:bodyPr vert="vert" rIns="0"/>
          <a:lstStyle/>
          <a:p>
            <a:r>
              <a:rPr lang="en-US" b="1" dirty="0"/>
              <a:t>L</a:t>
            </a:r>
            <a:r>
              <a:rPr lang="en-US" sz="100" b="1" dirty="0"/>
              <a:t> </a:t>
            </a:r>
            <a:r>
              <a:rPr lang="en-US" b="1" dirty="0"/>
              <a:t>O 5.3</a:t>
            </a:r>
            <a:endParaRPr lang="en-IN" b="1" dirty="0"/>
          </a:p>
        </p:txBody>
      </p:sp>
      <p:sp>
        <p:nvSpPr>
          <p:cNvPr id="16" name="Content Placeholder 15">
            <a:extLst>
              <a:ext uri="{FF2B5EF4-FFF2-40B4-BE49-F238E27FC236}">
                <a16:creationId xmlns:a16="http://schemas.microsoft.com/office/drawing/2014/main" id="{690B2578-4F4E-4704-A5A0-8E1D80730372}"/>
              </a:ext>
            </a:extLst>
          </p:cNvPr>
          <p:cNvSpPr>
            <a:spLocks noGrp="1"/>
          </p:cNvSpPr>
          <p:nvPr>
            <p:ph sz="quarter" idx="14"/>
          </p:nvPr>
        </p:nvSpPr>
        <p:spPr>
          <a:xfrm>
            <a:off x="342899" y="1268362"/>
            <a:ext cx="8283513" cy="2507225"/>
          </a:xfrm>
        </p:spPr>
        <p:txBody>
          <a:bodyPr/>
          <a:lstStyle/>
          <a:p>
            <a:r>
              <a:rPr lang="en-US" dirty="0"/>
              <a:t>Events are </a:t>
            </a:r>
            <a:r>
              <a:rPr lang="en-US" b="1" dirty="0"/>
              <a:t>collectively exhaustive </a:t>
            </a:r>
            <a:r>
              <a:rPr lang="en-US" dirty="0"/>
              <a:t>if their union is the entire sample space </a:t>
            </a:r>
            <a:r>
              <a:rPr lang="en-US" i="1" dirty="0"/>
              <a:t>S </a:t>
            </a:r>
            <a:r>
              <a:rPr lang="en-US" dirty="0"/>
              <a:t>(that is, all the events that can possibly occur).</a:t>
            </a:r>
          </a:p>
          <a:p>
            <a:r>
              <a:rPr lang="en-US" dirty="0"/>
              <a:t>Two mutually exclusive, collectively exhaustive events are </a:t>
            </a:r>
            <a:r>
              <a:rPr lang="en-US" b="1" dirty="0"/>
              <a:t>binary events</a:t>
            </a:r>
            <a:r>
              <a:rPr lang="en-US" dirty="0"/>
              <a:t>.</a:t>
            </a:r>
          </a:p>
          <a:p>
            <a:pPr lvl="1"/>
            <a:r>
              <a:rPr lang="en-US" dirty="0"/>
              <a:t>A car repair either is covered by the warranty (</a:t>
            </a:r>
            <a:r>
              <a:rPr lang="en-US" i="1" dirty="0"/>
              <a:t>A</a:t>
            </a:r>
            <a:r>
              <a:rPr lang="en-US" dirty="0"/>
              <a:t>) or is not</a:t>
            </a:r>
            <a:endParaRPr lang="en-IN" dirty="0"/>
          </a:p>
        </p:txBody>
      </p:sp>
      <p:sp>
        <p:nvSpPr>
          <p:cNvPr id="17" name="Content Placeholder 16">
            <a:extLst>
              <a:ext uri="{FF2B5EF4-FFF2-40B4-BE49-F238E27FC236}">
                <a16:creationId xmlns:a16="http://schemas.microsoft.com/office/drawing/2014/main" id="{A9D2C124-8E9D-41C1-BEDA-419FFD7641B4}"/>
              </a:ext>
            </a:extLst>
          </p:cNvPr>
          <p:cNvSpPr>
            <a:spLocks noGrp="1"/>
          </p:cNvSpPr>
          <p:nvPr>
            <p:ph sz="quarter" idx="15"/>
          </p:nvPr>
        </p:nvSpPr>
        <p:spPr>
          <a:xfrm>
            <a:off x="342900" y="3874344"/>
            <a:ext cx="3810000" cy="387945"/>
          </a:xfrm>
        </p:spPr>
        <p:txBody>
          <a:bodyPr tIns="0"/>
          <a:lstStyle/>
          <a:p>
            <a:pPr marL="292608"/>
            <a:r>
              <a:rPr lang="en-US" dirty="0"/>
              <a:t>covered by the warranty</a:t>
            </a:r>
          </a:p>
        </p:txBody>
      </p:sp>
      <p:graphicFrame>
        <p:nvGraphicFramePr>
          <p:cNvPr id="3" name="Object 2">
            <a:extLst>
              <a:ext uri="{FF2B5EF4-FFF2-40B4-BE49-F238E27FC236}">
                <a16:creationId xmlns:a16="http://schemas.microsoft.com/office/drawing/2014/main" id="{7DD0AEF3-232F-47FA-A8A0-82C3F31B5AE8}"/>
              </a:ext>
            </a:extLst>
          </p:cNvPr>
          <p:cNvGraphicFramePr>
            <a:graphicFrameLocks noChangeAspect="1"/>
          </p:cNvGraphicFramePr>
          <p:nvPr>
            <p:extLst>
              <p:ext uri="{D42A27DB-BD31-4B8C-83A1-F6EECF244321}">
                <p14:modId xmlns:p14="http://schemas.microsoft.com/office/powerpoint/2010/main" val="3582775182"/>
              </p:ext>
            </p:extLst>
          </p:nvPr>
        </p:nvGraphicFramePr>
        <p:xfrm>
          <a:off x="4077088" y="3874489"/>
          <a:ext cx="572770" cy="419100"/>
        </p:xfrm>
        <a:graphic>
          <a:graphicData uri="http://schemas.openxmlformats.org/presentationml/2006/ole">
            <mc:AlternateContent xmlns:mc="http://schemas.openxmlformats.org/markup-compatibility/2006">
              <mc:Choice xmlns:v="urn:schemas-microsoft-com:vml" Requires="v">
                <p:oleObj name="Equation" r:id="rId2" imgW="520560" imgH="380880" progId="Equation.DSMT4">
                  <p:embed/>
                </p:oleObj>
              </mc:Choice>
              <mc:Fallback>
                <p:oleObj name="Equation" r:id="rId2" imgW="520560" imgH="380880" progId="Equation.DSMT4">
                  <p:embed/>
                  <p:pic>
                    <p:nvPicPr>
                      <p:cNvPr id="0" name=""/>
                      <p:cNvPicPr/>
                      <p:nvPr/>
                    </p:nvPicPr>
                    <p:blipFill>
                      <a:blip r:embed="rId3"/>
                      <a:stretch>
                        <a:fillRect/>
                      </a:stretch>
                    </p:blipFill>
                    <p:spPr>
                      <a:xfrm>
                        <a:off x="4077088" y="3874489"/>
                        <a:ext cx="572770" cy="419100"/>
                      </a:xfrm>
                      <a:prstGeom prst="rect">
                        <a:avLst/>
                      </a:prstGeom>
                    </p:spPr>
                  </p:pic>
                </p:oleObj>
              </mc:Fallback>
            </mc:AlternateContent>
          </a:graphicData>
        </a:graphic>
      </p:graphicFrame>
      <p:sp>
        <p:nvSpPr>
          <p:cNvPr id="18" name="Content Placeholder 17">
            <a:extLst>
              <a:ext uri="{FF2B5EF4-FFF2-40B4-BE49-F238E27FC236}">
                <a16:creationId xmlns:a16="http://schemas.microsoft.com/office/drawing/2014/main" id="{B19BABEE-396F-41CE-B232-B98482744C38}"/>
              </a:ext>
            </a:extLst>
          </p:cNvPr>
          <p:cNvSpPr>
            <a:spLocks noGrp="1"/>
          </p:cNvSpPr>
          <p:nvPr>
            <p:ph sz="quarter" idx="16"/>
          </p:nvPr>
        </p:nvSpPr>
        <p:spPr>
          <a:xfrm>
            <a:off x="342899" y="4406202"/>
            <a:ext cx="8458201" cy="1737423"/>
          </a:xfrm>
        </p:spPr>
        <p:txBody>
          <a:bodyPr lIns="91440" tIns="0" rIns="0"/>
          <a:lstStyle/>
          <a:p>
            <a:r>
              <a:rPr lang="en-US" dirty="0"/>
              <a:t>There can be more than two mutually exclusive, collectively exhaustive events.</a:t>
            </a:r>
          </a:p>
          <a:p>
            <a:pPr lvl="1"/>
            <a:r>
              <a:rPr lang="en-US" dirty="0"/>
              <a:t>Google map gives you directions by car (</a:t>
            </a:r>
            <a:r>
              <a:rPr lang="en-US" i="1" dirty="0"/>
              <a:t>C</a:t>
            </a:r>
            <a:r>
              <a:rPr lang="en-US" dirty="0"/>
              <a:t>), public transit (</a:t>
            </a:r>
            <a:r>
              <a:rPr lang="en-US" i="1" dirty="0"/>
              <a:t>P</a:t>
            </a:r>
            <a:r>
              <a:rPr lang="en-US" dirty="0"/>
              <a:t>), walking (</a:t>
            </a:r>
            <a:r>
              <a:rPr lang="en-US" i="1" dirty="0"/>
              <a:t>W</a:t>
            </a:r>
            <a:r>
              <a:rPr lang="en-US" dirty="0"/>
              <a:t>), car hire (</a:t>
            </a:r>
            <a:r>
              <a:rPr lang="en-US" i="1" dirty="0"/>
              <a:t>T</a:t>
            </a:r>
            <a:r>
              <a:rPr lang="en-US" dirty="0"/>
              <a:t>), or bike (</a:t>
            </a:r>
            <a:r>
              <a:rPr lang="en-US" i="1" dirty="0"/>
              <a:t>B</a:t>
            </a:r>
            <a:r>
              <a:rPr lang="en-US" dirty="0"/>
              <a:t>).</a:t>
            </a:r>
          </a:p>
        </p:txBody>
      </p:sp>
      <p:sp>
        <p:nvSpPr>
          <p:cNvPr id="11" name="Slide Number Placeholder 10">
            <a:extLst>
              <a:ext uri="{FF2B5EF4-FFF2-40B4-BE49-F238E27FC236}">
                <a16:creationId xmlns:a16="http://schemas.microsoft.com/office/drawing/2014/main" id="{CAB2EC91-82EF-4873-B3E3-17C46C50C1F2}"/>
              </a:ext>
            </a:extLst>
          </p:cNvPr>
          <p:cNvSpPr>
            <a:spLocks noGrp="1"/>
          </p:cNvSpPr>
          <p:nvPr>
            <p:ph type="sldNum" sz="quarter" idx="10"/>
          </p:nvPr>
        </p:nvSpPr>
        <p:spPr/>
        <p:txBody>
          <a:bodyPr/>
          <a:lstStyle/>
          <a:p>
            <a:fld id="{68151E55-6873-49E2-B8D5-2F265E6F1973}" type="slidenum">
              <a:rPr lang="en-US" smtClean="0"/>
              <a:t>24</a:t>
            </a:fld>
            <a:endParaRPr lang="en-US" dirty="0"/>
          </a:p>
        </p:txBody>
      </p:sp>
    </p:spTree>
    <p:extLst>
      <p:ext uri="{BB962C8B-B14F-4D97-AF65-F5344CB8AC3E}">
        <p14:creationId xmlns:p14="http://schemas.microsoft.com/office/powerpoint/2010/main" val="26987109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B45374ED-5CC1-4694-9C54-F44E9FCB9E4F}"/>
              </a:ext>
            </a:extLst>
          </p:cNvPr>
          <p:cNvSpPr>
            <a:spLocks noGrp="1"/>
          </p:cNvSpPr>
          <p:nvPr>
            <p:ph type="title"/>
          </p:nvPr>
        </p:nvSpPr>
        <p:spPr>
          <a:xfrm>
            <a:off x="342900" y="192490"/>
            <a:ext cx="7458997" cy="903231"/>
          </a:xfrm>
        </p:spPr>
        <p:txBody>
          <a:bodyPr>
            <a:normAutofit/>
          </a:bodyPr>
          <a:lstStyle/>
          <a:p>
            <a:r>
              <a:rPr lang="en-US" sz="3600" dirty="0"/>
              <a:t>Conditional Probability </a:t>
            </a:r>
            <a:r>
              <a:rPr lang="en-US" sz="1000" b="0" baseline="0" dirty="0"/>
              <a:t>1</a:t>
            </a:r>
          </a:p>
        </p:txBody>
      </p:sp>
      <p:sp>
        <p:nvSpPr>
          <p:cNvPr id="13" name="Content Placeholder 12">
            <a:extLst>
              <a:ext uri="{FF2B5EF4-FFF2-40B4-BE49-F238E27FC236}">
                <a16:creationId xmlns:a16="http://schemas.microsoft.com/office/drawing/2014/main" id="{54F381F7-596D-4595-84D2-A02A77D1D514}"/>
              </a:ext>
            </a:extLst>
          </p:cNvPr>
          <p:cNvSpPr>
            <a:spLocks noGrp="1"/>
          </p:cNvSpPr>
          <p:nvPr>
            <p:ph sz="quarter" idx="11"/>
          </p:nvPr>
        </p:nvSpPr>
        <p:spPr>
          <a:xfrm>
            <a:off x="8672051" y="52593"/>
            <a:ext cx="427703" cy="1260013"/>
          </a:xfrm>
        </p:spPr>
        <p:txBody>
          <a:bodyPr vert="vert" rIns="0"/>
          <a:lstStyle/>
          <a:p>
            <a:r>
              <a:rPr lang="en-US" b="1" dirty="0"/>
              <a:t>L</a:t>
            </a:r>
            <a:r>
              <a:rPr lang="en-US" sz="100" b="1" dirty="0"/>
              <a:t> </a:t>
            </a:r>
            <a:r>
              <a:rPr lang="en-US" b="1" dirty="0"/>
              <a:t>O 5.3</a:t>
            </a:r>
            <a:endParaRPr lang="en-IN" b="1" dirty="0"/>
          </a:p>
        </p:txBody>
      </p:sp>
      <p:sp>
        <p:nvSpPr>
          <p:cNvPr id="16" name="Content Placeholder 15">
            <a:extLst>
              <a:ext uri="{FF2B5EF4-FFF2-40B4-BE49-F238E27FC236}">
                <a16:creationId xmlns:a16="http://schemas.microsoft.com/office/drawing/2014/main" id="{690B2578-4F4E-4704-A5A0-8E1D80730372}"/>
              </a:ext>
            </a:extLst>
          </p:cNvPr>
          <p:cNvSpPr>
            <a:spLocks noGrp="1"/>
          </p:cNvSpPr>
          <p:nvPr>
            <p:ph sz="quarter" idx="14"/>
          </p:nvPr>
        </p:nvSpPr>
        <p:spPr>
          <a:xfrm>
            <a:off x="342900" y="1268362"/>
            <a:ext cx="8078430" cy="840657"/>
          </a:xfrm>
        </p:spPr>
        <p:txBody>
          <a:bodyPr/>
          <a:lstStyle/>
          <a:p>
            <a:pPr marL="292608" indent="-292608">
              <a:buFont typeface="Arial" panose="020B0604020202020204" pitchFamily="34" charset="0"/>
              <a:buChar char="•"/>
            </a:pPr>
            <a:r>
              <a:rPr lang="en-US" dirty="0"/>
              <a:t>The probability of event </a:t>
            </a:r>
            <a:r>
              <a:rPr lang="en-US" i="1" dirty="0"/>
              <a:t>A given </a:t>
            </a:r>
            <a:r>
              <a:rPr lang="en-US" dirty="0"/>
              <a:t>that event </a:t>
            </a:r>
            <a:r>
              <a:rPr lang="en-US" i="1" dirty="0"/>
              <a:t>B </a:t>
            </a:r>
            <a:r>
              <a:rPr lang="en-US" dirty="0"/>
              <a:t>has occurred is a </a:t>
            </a:r>
            <a:r>
              <a:rPr lang="en-US" b="1" dirty="0"/>
              <a:t>conditional probability</a:t>
            </a:r>
            <a:r>
              <a:rPr lang="en-US" dirty="0"/>
              <a:t>, denoted</a:t>
            </a:r>
            <a:endParaRPr lang="en-IN" dirty="0"/>
          </a:p>
        </p:txBody>
      </p:sp>
      <p:graphicFrame>
        <p:nvGraphicFramePr>
          <p:cNvPr id="2" name="Object 1">
            <a:extLst>
              <a:ext uri="{FF2B5EF4-FFF2-40B4-BE49-F238E27FC236}">
                <a16:creationId xmlns:a16="http://schemas.microsoft.com/office/drawing/2014/main" id="{332751A9-F2B2-4EFF-B4AE-5BF960CBF103}"/>
              </a:ext>
            </a:extLst>
          </p:cNvPr>
          <p:cNvGraphicFramePr>
            <a:graphicFrameLocks noChangeAspect="1"/>
          </p:cNvGraphicFramePr>
          <p:nvPr>
            <p:extLst>
              <p:ext uri="{D42A27DB-BD31-4B8C-83A1-F6EECF244321}">
                <p14:modId xmlns:p14="http://schemas.microsoft.com/office/powerpoint/2010/main" val="3702919376"/>
              </p:ext>
            </p:extLst>
          </p:nvPr>
        </p:nvGraphicFramePr>
        <p:xfrm>
          <a:off x="703263" y="2154238"/>
          <a:ext cx="1276350" cy="384175"/>
        </p:xfrm>
        <a:graphic>
          <a:graphicData uri="http://schemas.openxmlformats.org/presentationml/2006/ole">
            <mc:AlternateContent xmlns:mc="http://schemas.openxmlformats.org/markup-compatibility/2006">
              <mc:Choice xmlns:v="urn:schemas-microsoft-com:vml" Requires="v">
                <p:oleObj name="Equation" r:id="rId2" imgW="1054080" imgH="317160" progId="Equation.DSMT4">
                  <p:embed/>
                </p:oleObj>
              </mc:Choice>
              <mc:Fallback>
                <p:oleObj name="Equation" r:id="rId2" imgW="1054080" imgH="317160" progId="Equation.DSMT4">
                  <p:embed/>
                  <p:pic>
                    <p:nvPicPr>
                      <p:cNvPr id="0" name=""/>
                      <p:cNvPicPr/>
                      <p:nvPr/>
                    </p:nvPicPr>
                    <p:blipFill>
                      <a:blip r:embed="rId3"/>
                      <a:stretch>
                        <a:fillRect/>
                      </a:stretch>
                    </p:blipFill>
                    <p:spPr>
                      <a:xfrm>
                        <a:off x="703263" y="2154238"/>
                        <a:ext cx="1276350" cy="384175"/>
                      </a:xfrm>
                      <a:prstGeom prst="rect">
                        <a:avLst/>
                      </a:prstGeom>
                    </p:spPr>
                  </p:pic>
                </p:oleObj>
              </mc:Fallback>
            </mc:AlternateContent>
          </a:graphicData>
        </a:graphic>
      </p:graphicFrame>
      <p:sp>
        <p:nvSpPr>
          <p:cNvPr id="17" name="Content Placeholder 16">
            <a:extLst>
              <a:ext uri="{FF2B5EF4-FFF2-40B4-BE49-F238E27FC236}">
                <a16:creationId xmlns:a16="http://schemas.microsoft.com/office/drawing/2014/main" id="{A9D2C124-8E9D-41C1-BEDA-419FFD7641B4}"/>
              </a:ext>
            </a:extLst>
          </p:cNvPr>
          <p:cNvSpPr>
            <a:spLocks noGrp="1"/>
          </p:cNvSpPr>
          <p:nvPr>
            <p:ph sz="quarter" idx="15"/>
          </p:nvPr>
        </p:nvSpPr>
        <p:spPr>
          <a:xfrm>
            <a:off x="1984543" y="2139589"/>
            <a:ext cx="6013655" cy="432185"/>
          </a:xfrm>
        </p:spPr>
        <p:txBody>
          <a:bodyPr lIns="0" tIns="0"/>
          <a:lstStyle/>
          <a:p>
            <a:r>
              <a:rPr lang="en-US" dirty="0"/>
              <a:t>which is read “the probability of </a:t>
            </a:r>
            <a:r>
              <a:rPr lang="en-US" i="1" dirty="0"/>
              <a:t>A </a:t>
            </a:r>
            <a:r>
              <a:rPr lang="en-US" dirty="0"/>
              <a:t>given </a:t>
            </a:r>
            <a:r>
              <a:rPr lang="en-US" i="1" dirty="0"/>
              <a:t>B.</a:t>
            </a:r>
            <a:r>
              <a:rPr lang="en-US" dirty="0"/>
              <a:t>”</a:t>
            </a:r>
          </a:p>
        </p:txBody>
      </p:sp>
      <p:sp>
        <p:nvSpPr>
          <p:cNvPr id="18" name="Content Placeholder 17">
            <a:extLst>
              <a:ext uri="{FF2B5EF4-FFF2-40B4-BE49-F238E27FC236}">
                <a16:creationId xmlns:a16="http://schemas.microsoft.com/office/drawing/2014/main" id="{B19BABEE-396F-41CE-B232-B98482744C38}"/>
              </a:ext>
            </a:extLst>
          </p:cNvPr>
          <p:cNvSpPr>
            <a:spLocks noGrp="1"/>
          </p:cNvSpPr>
          <p:nvPr>
            <p:ph sz="quarter" idx="16"/>
          </p:nvPr>
        </p:nvSpPr>
        <p:spPr>
          <a:xfrm>
            <a:off x="342900" y="2680542"/>
            <a:ext cx="7989940" cy="874001"/>
          </a:xfrm>
        </p:spPr>
        <p:txBody>
          <a:bodyPr lIns="91440" tIns="0" rIns="0"/>
          <a:lstStyle/>
          <a:p>
            <a:pPr marL="292608" indent="-292608">
              <a:buFont typeface="Arial" panose="020B0604020202020204" pitchFamily="34" charset="0"/>
              <a:buChar char="•"/>
            </a:pPr>
            <a:r>
              <a:rPr lang="en-US" dirty="0"/>
              <a:t>The conditional probability is the joint probability of </a:t>
            </a:r>
            <a:r>
              <a:rPr lang="en-US" i="1" dirty="0"/>
              <a:t>A </a:t>
            </a:r>
            <a:r>
              <a:rPr lang="en-US" dirty="0"/>
              <a:t>and </a:t>
            </a:r>
            <a:r>
              <a:rPr lang="en-US" i="1" dirty="0"/>
              <a:t>B </a:t>
            </a:r>
            <a:r>
              <a:rPr lang="en-US" dirty="0"/>
              <a:t>divided by the probability of </a:t>
            </a:r>
            <a:r>
              <a:rPr lang="en-US" i="1" dirty="0"/>
              <a:t>B.</a:t>
            </a:r>
            <a:endParaRPr lang="en-US" dirty="0"/>
          </a:p>
        </p:txBody>
      </p:sp>
      <p:graphicFrame>
        <p:nvGraphicFramePr>
          <p:cNvPr id="4" name="Object 3">
            <a:extLst>
              <a:ext uri="{FF2B5EF4-FFF2-40B4-BE49-F238E27FC236}">
                <a16:creationId xmlns:a16="http://schemas.microsoft.com/office/drawing/2014/main" id="{40E24986-D07E-4388-B1E6-A89B11940BE9}"/>
              </a:ext>
            </a:extLst>
          </p:cNvPr>
          <p:cNvGraphicFramePr>
            <a:graphicFrameLocks noChangeAspect="1"/>
          </p:cNvGraphicFramePr>
          <p:nvPr>
            <p:extLst>
              <p:ext uri="{D42A27DB-BD31-4B8C-83A1-F6EECF244321}">
                <p14:modId xmlns:p14="http://schemas.microsoft.com/office/powerpoint/2010/main" val="2102905580"/>
              </p:ext>
            </p:extLst>
          </p:nvPr>
        </p:nvGraphicFramePr>
        <p:xfrm>
          <a:off x="2663825" y="3929063"/>
          <a:ext cx="4203700" cy="741362"/>
        </p:xfrm>
        <a:graphic>
          <a:graphicData uri="http://schemas.openxmlformats.org/presentationml/2006/ole">
            <mc:AlternateContent xmlns:mc="http://schemas.openxmlformats.org/markup-compatibility/2006">
              <mc:Choice xmlns:v="urn:schemas-microsoft-com:vml" Requires="v">
                <p:oleObj name="Equation" r:id="rId4" imgW="3822480" imgH="672840" progId="Equation.DSMT4">
                  <p:embed/>
                </p:oleObj>
              </mc:Choice>
              <mc:Fallback>
                <p:oleObj name="Equation" r:id="rId4" imgW="3822480" imgH="672840" progId="Equation.DSMT4">
                  <p:embed/>
                  <p:pic>
                    <p:nvPicPr>
                      <p:cNvPr id="0" name=""/>
                      <p:cNvPicPr/>
                      <p:nvPr/>
                    </p:nvPicPr>
                    <p:blipFill>
                      <a:blip r:embed="rId5"/>
                      <a:stretch>
                        <a:fillRect/>
                      </a:stretch>
                    </p:blipFill>
                    <p:spPr>
                      <a:xfrm>
                        <a:off x="2663825" y="3929063"/>
                        <a:ext cx="4203700" cy="741362"/>
                      </a:xfrm>
                      <a:prstGeom prst="rect">
                        <a:avLst/>
                      </a:prstGeom>
                    </p:spPr>
                  </p:pic>
                </p:oleObj>
              </mc:Fallback>
            </mc:AlternateContent>
          </a:graphicData>
        </a:graphic>
      </p:graphicFrame>
      <p:sp>
        <p:nvSpPr>
          <p:cNvPr id="11" name="Slide Number Placeholder 10">
            <a:extLst>
              <a:ext uri="{FF2B5EF4-FFF2-40B4-BE49-F238E27FC236}">
                <a16:creationId xmlns:a16="http://schemas.microsoft.com/office/drawing/2014/main" id="{CAB2EC91-82EF-4873-B3E3-17C46C50C1F2}"/>
              </a:ext>
            </a:extLst>
          </p:cNvPr>
          <p:cNvSpPr>
            <a:spLocks noGrp="1"/>
          </p:cNvSpPr>
          <p:nvPr>
            <p:ph type="sldNum" sz="quarter" idx="10"/>
          </p:nvPr>
        </p:nvSpPr>
        <p:spPr/>
        <p:txBody>
          <a:bodyPr/>
          <a:lstStyle/>
          <a:p>
            <a:fld id="{68151E55-6873-49E2-B8D5-2F265E6F1973}" type="slidenum">
              <a:rPr lang="en-US" smtClean="0"/>
              <a:t>25</a:t>
            </a:fld>
            <a:endParaRPr lang="en-US" dirty="0"/>
          </a:p>
        </p:txBody>
      </p:sp>
    </p:spTree>
    <p:extLst>
      <p:ext uri="{BB962C8B-B14F-4D97-AF65-F5344CB8AC3E}">
        <p14:creationId xmlns:p14="http://schemas.microsoft.com/office/powerpoint/2010/main" val="20303833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B45374ED-5CC1-4694-9C54-F44E9FCB9E4F}"/>
              </a:ext>
            </a:extLst>
          </p:cNvPr>
          <p:cNvSpPr>
            <a:spLocks noGrp="1"/>
          </p:cNvSpPr>
          <p:nvPr>
            <p:ph type="title"/>
          </p:nvPr>
        </p:nvSpPr>
        <p:spPr>
          <a:xfrm>
            <a:off x="342900" y="192490"/>
            <a:ext cx="7898634" cy="903231"/>
          </a:xfrm>
        </p:spPr>
        <p:txBody>
          <a:bodyPr>
            <a:normAutofit/>
          </a:bodyPr>
          <a:lstStyle/>
          <a:p>
            <a:r>
              <a:rPr lang="en-US" sz="3600" dirty="0"/>
              <a:t>Conditional Probability </a:t>
            </a:r>
            <a:r>
              <a:rPr lang="en-US" sz="1000" b="0" baseline="0" dirty="0"/>
              <a:t>2</a:t>
            </a:r>
          </a:p>
        </p:txBody>
      </p:sp>
      <p:sp>
        <p:nvSpPr>
          <p:cNvPr id="13" name="Content Placeholder 12">
            <a:extLst>
              <a:ext uri="{FF2B5EF4-FFF2-40B4-BE49-F238E27FC236}">
                <a16:creationId xmlns:a16="http://schemas.microsoft.com/office/drawing/2014/main" id="{54F381F7-596D-4595-84D2-A02A77D1D514}"/>
              </a:ext>
            </a:extLst>
          </p:cNvPr>
          <p:cNvSpPr>
            <a:spLocks noGrp="1"/>
          </p:cNvSpPr>
          <p:nvPr>
            <p:ph sz="quarter" idx="11"/>
          </p:nvPr>
        </p:nvSpPr>
        <p:spPr>
          <a:xfrm>
            <a:off x="8672051" y="52593"/>
            <a:ext cx="427703" cy="1260013"/>
          </a:xfrm>
        </p:spPr>
        <p:txBody>
          <a:bodyPr vert="vert" rIns="0"/>
          <a:lstStyle/>
          <a:p>
            <a:r>
              <a:rPr lang="en-US" b="1" dirty="0"/>
              <a:t>L</a:t>
            </a:r>
            <a:r>
              <a:rPr lang="en-US" sz="100" b="1" dirty="0"/>
              <a:t> </a:t>
            </a:r>
            <a:r>
              <a:rPr lang="en-US" b="1" dirty="0"/>
              <a:t>O 5.3</a:t>
            </a:r>
            <a:endParaRPr lang="en-IN" b="1" dirty="0"/>
          </a:p>
        </p:txBody>
      </p:sp>
      <p:sp>
        <p:nvSpPr>
          <p:cNvPr id="16" name="Content Placeholder 15">
            <a:extLst>
              <a:ext uri="{FF2B5EF4-FFF2-40B4-BE49-F238E27FC236}">
                <a16:creationId xmlns:a16="http://schemas.microsoft.com/office/drawing/2014/main" id="{690B2578-4F4E-4704-A5A0-8E1D80730372}"/>
              </a:ext>
            </a:extLst>
          </p:cNvPr>
          <p:cNvSpPr>
            <a:spLocks noGrp="1"/>
          </p:cNvSpPr>
          <p:nvPr>
            <p:ph sz="quarter" idx="14"/>
          </p:nvPr>
        </p:nvSpPr>
        <p:spPr>
          <a:xfrm>
            <a:off x="342900" y="1268361"/>
            <a:ext cx="7898634" cy="825909"/>
          </a:xfrm>
        </p:spPr>
        <p:txBody>
          <a:bodyPr/>
          <a:lstStyle/>
          <a:p>
            <a:pPr marL="292608" indent="-292608">
              <a:buFont typeface="Arial" panose="020B0604020202020204" pitchFamily="34" charset="0"/>
              <a:buChar char="•"/>
            </a:pPr>
            <a:r>
              <a:rPr lang="en-IN" dirty="0"/>
              <a:t>The sample space is restricted to </a:t>
            </a:r>
            <a:r>
              <a:rPr lang="en-IN" i="1" dirty="0"/>
              <a:t>B</a:t>
            </a:r>
            <a:r>
              <a:rPr lang="en-IN" dirty="0"/>
              <a:t>, an event that we know has occurred (the green shaded circle).</a:t>
            </a:r>
          </a:p>
        </p:txBody>
      </p:sp>
      <p:sp>
        <p:nvSpPr>
          <p:cNvPr id="17" name="Content Placeholder 16">
            <a:extLst>
              <a:ext uri="{FF2B5EF4-FFF2-40B4-BE49-F238E27FC236}">
                <a16:creationId xmlns:a16="http://schemas.microsoft.com/office/drawing/2014/main" id="{A9D2C124-8E9D-41C1-BEDA-419FFD7641B4}"/>
              </a:ext>
            </a:extLst>
          </p:cNvPr>
          <p:cNvSpPr>
            <a:spLocks noGrp="1"/>
          </p:cNvSpPr>
          <p:nvPr>
            <p:ph sz="quarter" idx="15"/>
          </p:nvPr>
        </p:nvSpPr>
        <p:spPr>
          <a:xfrm>
            <a:off x="342901" y="2163529"/>
            <a:ext cx="2763156" cy="387942"/>
          </a:xfrm>
        </p:spPr>
        <p:txBody>
          <a:bodyPr tIns="0"/>
          <a:lstStyle/>
          <a:p>
            <a:pPr marL="292608" indent="-292608">
              <a:buFont typeface="Arial" panose="020B0604020202020204" pitchFamily="34" charset="0"/>
              <a:buChar char="•"/>
            </a:pPr>
            <a:r>
              <a:rPr lang="en-US" dirty="0"/>
              <a:t>The intersection,</a:t>
            </a:r>
          </a:p>
        </p:txBody>
      </p:sp>
      <p:graphicFrame>
        <p:nvGraphicFramePr>
          <p:cNvPr id="2" name="Object 1">
            <a:extLst>
              <a:ext uri="{FF2B5EF4-FFF2-40B4-BE49-F238E27FC236}">
                <a16:creationId xmlns:a16="http://schemas.microsoft.com/office/drawing/2014/main" id="{0D7E19A8-9F61-4F52-86E4-AF4EDD8B92AF}"/>
              </a:ext>
            </a:extLst>
          </p:cNvPr>
          <p:cNvGraphicFramePr>
            <a:graphicFrameLocks noChangeAspect="1"/>
          </p:cNvGraphicFramePr>
          <p:nvPr>
            <p:extLst>
              <p:ext uri="{D42A27DB-BD31-4B8C-83A1-F6EECF244321}">
                <p14:modId xmlns:p14="http://schemas.microsoft.com/office/powerpoint/2010/main" val="1639116708"/>
              </p:ext>
            </p:extLst>
          </p:nvPr>
        </p:nvGraphicFramePr>
        <p:xfrm>
          <a:off x="3123970" y="2210587"/>
          <a:ext cx="860552" cy="338074"/>
        </p:xfrm>
        <a:graphic>
          <a:graphicData uri="http://schemas.openxmlformats.org/presentationml/2006/ole">
            <mc:AlternateContent xmlns:mc="http://schemas.openxmlformats.org/markup-compatibility/2006">
              <mc:Choice xmlns:v="urn:schemas-microsoft-com:vml" Requires="v">
                <p:oleObj name="Equation" r:id="rId2" imgW="711000" imgH="279360" progId="Equation.DSMT4">
                  <p:embed/>
                </p:oleObj>
              </mc:Choice>
              <mc:Fallback>
                <p:oleObj name="Equation" r:id="rId2" imgW="711000" imgH="279360" progId="Equation.DSMT4">
                  <p:embed/>
                  <p:pic>
                    <p:nvPicPr>
                      <p:cNvPr id="0" name=""/>
                      <p:cNvPicPr/>
                      <p:nvPr/>
                    </p:nvPicPr>
                    <p:blipFill>
                      <a:blip r:embed="rId3"/>
                      <a:stretch>
                        <a:fillRect/>
                      </a:stretch>
                    </p:blipFill>
                    <p:spPr>
                      <a:xfrm>
                        <a:off x="3123970" y="2210587"/>
                        <a:ext cx="860552" cy="338074"/>
                      </a:xfrm>
                      <a:prstGeom prst="rect">
                        <a:avLst/>
                      </a:prstGeom>
                    </p:spPr>
                  </p:pic>
                </p:oleObj>
              </mc:Fallback>
            </mc:AlternateContent>
          </a:graphicData>
        </a:graphic>
      </p:graphicFrame>
      <p:sp>
        <p:nvSpPr>
          <p:cNvPr id="18" name="Content Placeholder 17">
            <a:extLst>
              <a:ext uri="{FF2B5EF4-FFF2-40B4-BE49-F238E27FC236}">
                <a16:creationId xmlns:a16="http://schemas.microsoft.com/office/drawing/2014/main" id="{B19BABEE-396F-41CE-B232-B98482744C38}"/>
              </a:ext>
            </a:extLst>
          </p:cNvPr>
          <p:cNvSpPr>
            <a:spLocks noGrp="1"/>
          </p:cNvSpPr>
          <p:nvPr>
            <p:ph sz="quarter" idx="16"/>
          </p:nvPr>
        </p:nvSpPr>
        <p:spPr>
          <a:xfrm>
            <a:off x="4079420" y="2162532"/>
            <a:ext cx="3963629" cy="403691"/>
          </a:xfrm>
        </p:spPr>
        <p:txBody>
          <a:bodyPr lIns="0" tIns="0" rIns="0"/>
          <a:lstStyle/>
          <a:p>
            <a:r>
              <a:rPr lang="en-US" dirty="0"/>
              <a:t>is the part of </a:t>
            </a:r>
            <a:r>
              <a:rPr lang="en-US" i="1" dirty="0"/>
              <a:t>B </a:t>
            </a:r>
            <a:r>
              <a:rPr lang="en-US" dirty="0"/>
              <a:t>that is also in</a:t>
            </a:r>
            <a:endParaRPr lang="en-IN" dirty="0"/>
          </a:p>
        </p:txBody>
      </p:sp>
      <p:sp>
        <p:nvSpPr>
          <p:cNvPr id="19" name="Content Placeholder 18">
            <a:extLst>
              <a:ext uri="{FF2B5EF4-FFF2-40B4-BE49-F238E27FC236}">
                <a16:creationId xmlns:a16="http://schemas.microsoft.com/office/drawing/2014/main" id="{E38AB1F1-7729-4A52-AA58-0ADABC4226A1}"/>
              </a:ext>
            </a:extLst>
          </p:cNvPr>
          <p:cNvSpPr>
            <a:spLocks noGrp="1"/>
          </p:cNvSpPr>
          <p:nvPr>
            <p:ph sz="quarter" idx="17"/>
          </p:nvPr>
        </p:nvSpPr>
        <p:spPr>
          <a:xfrm>
            <a:off x="342900" y="2632588"/>
            <a:ext cx="4037371" cy="407868"/>
          </a:xfrm>
        </p:spPr>
        <p:txBody>
          <a:bodyPr tIns="0"/>
          <a:lstStyle/>
          <a:p>
            <a:pPr marL="292608"/>
            <a:r>
              <a:rPr lang="en-US" i="1" dirty="0"/>
              <a:t>A </a:t>
            </a:r>
            <a:r>
              <a:rPr lang="en-US" dirty="0"/>
              <a:t>(the blue shaded area).</a:t>
            </a:r>
          </a:p>
        </p:txBody>
      </p:sp>
      <p:sp>
        <p:nvSpPr>
          <p:cNvPr id="20" name="Content Placeholder 19">
            <a:extLst>
              <a:ext uri="{FF2B5EF4-FFF2-40B4-BE49-F238E27FC236}">
                <a16:creationId xmlns:a16="http://schemas.microsoft.com/office/drawing/2014/main" id="{6071B467-44EE-4A0A-8B7A-C9CD51AC77D4}"/>
              </a:ext>
            </a:extLst>
          </p:cNvPr>
          <p:cNvSpPr>
            <a:spLocks noGrp="1"/>
          </p:cNvSpPr>
          <p:nvPr>
            <p:ph sz="quarter" idx="18"/>
          </p:nvPr>
        </p:nvSpPr>
        <p:spPr>
          <a:xfrm>
            <a:off x="342900" y="3095305"/>
            <a:ext cx="5055010" cy="403664"/>
          </a:xfrm>
        </p:spPr>
        <p:txBody>
          <a:bodyPr lIns="91440" tIns="0" rIns="0"/>
          <a:lstStyle/>
          <a:p>
            <a:pPr marL="292608" indent="-292608">
              <a:buFont typeface="Arial" panose="020B0604020202020204" pitchFamily="34" charset="0"/>
              <a:buChar char="•"/>
            </a:pPr>
            <a:r>
              <a:rPr lang="en-US" dirty="0"/>
              <a:t>The ratio of the relative size of set</a:t>
            </a:r>
          </a:p>
        </p:txBody>
      </p:sp>
      <p:graphicFrame>
        <p:nvGraphicFramePr>
          <p:cNvPr id="3" name="Object 2">
            <a:extLst>
              <a:ext uri="{FF2B5EF4-FFF2-40B4-BE49-F238E27FC236}">
                <a16:creationId xmlns:a16="http://schemas.microsoft.com/office/drawing/2014/main" id="{864C350B-9C5E-4FED-AB42-870C8887F0AD}"/>
              </a:ext>
            </a:extLst>
          </p:cNvPr>
          <p:cNvGraphicFramePr>
            <a:graphicFrameLocks noChangeAspect="1"/>
          </p:cNvGraphicFramePr>
          <p:nvPr>
            <p:extLst>
              <p:ext uri="{D42A27DB-BD31-4B8C-83A1-F6EECF244321}">
                <p14:modId xmlns:p14="http://schemas.microsoft.com/office/powerpoint/2010/main" val="3794217748"/>
              </p:ext>
            </p:extLst>
          </p:nvPr>
        </p:nvGraphicFramePr>
        <p:xfrm>
          <a:off x="5398495" y="3066988"/>
          <a:ext cx="1029589" cy="461010"/>
        </p:xfrm>
        <a:graphic>
          <a:graphicData uri="http://schemas.openxmlformats.org/presentationml/2006/ole">
            <mc:AlternateContent xmlns:mc="http://schemas.openxmlformats.org/markup-compatibility/2006">
              <mc:Choice xmlns:v="urn:schemas-microsoft-com:vml" Requires="v">
                <p:oleObj name="Equation" r:id="rId4" imgW="850680" imgH="380880" progId="Equation.DSMT4">
                  <p:embed/>
                </p:oleObj>
              </mc:Choice>
              <mc:Fallback>
                <p:oleObj name="Equation" r:id="rId4" imgW="850680" imgH="380880" progId="Equation.DSMT4">
                  <p:embed/>
                  <p:pic>
                    <p:nvPicPr>
                      <p:cNvPr id="0" name=""/>
                      <p:cNvPicPr/>
                      <p:nvPr/>
                    </p:nvPicPr>
                    <p:blipFill>
                      <a:blip r:embed="rId5"/>
                      <a:stretch>
                        <a:fillRect/>
                      </a:stretch>
                    </p:blipFill>
                    <p:spPr>
                      <a:xfrm>
                        <a:off x="5398495" y="3066988"/>
                        <a:ext cx="1029589" cy="461010"/>
                      </a:xfrm>
                      <a:prstGeom prst="rect">
                        <a:avLst/>
                      </a:prstGeom>
                    </p:spPr>
                  </p:pic>
                </p:oleObj>
              </mc:Fallback>
            </mc:AlternateContent>
          </a:graphicData>
        </a:graphic>
      </p:graphicFrame>
      <p:sp>
        <p:nvSpPr>
          <p:cNvPr id="21" name="Content Placeholder 20">
            <a:extLst>
              <a:ext uri="{FF2B5EF4-FFF2-40B4-BE49-F238E27FC236}">
                <a16:creationId xmlns:a16="http://schemas.microsoft.com/office/drawing/2014/main" id="{65EF8A4C-4768-4BDF-86EE-80284371CB61}"/>
              </a:ext>
            </a:extLst>
          </p:cNvPr>
          <p:cNvSpPr>
            <a:spLocks noGrp="1"/>
          </p:cNvSpPr>
          <p:nvPr>
            <p:ph sz="quarter" idx="19"/>
          </p:nvPr>
        </p:nvSpPr>
        <p:spPr>
          <a:xfrm>
            <a:off x="6487449" y="3102802"/>
            <a:ext cx="1957848" cy="410915"/>
          </a:xfrm>
        </p:spPr>
        <p:txBody>
          <a:bodyPr lIns="0" tIns="0"/>
          <a:lstStyle/>
          <a:p>
            <a:r>
              <a:rPr lang="en-US" dirty="0"/>
              <a:t>to set </a:t>
            </a:r>
            <a:r>
              <a:rPr lang="en-US" i="1" dirty="0"/>
              <a:t>B </a:t>
            </a:r>
            <a:r>
              <a:rPr lang="en-US" dirty="0"/>
              <a:t>is the</a:t>
            </a:r>
          </a:p>
        </p:txBody>
      </p:sp>
      <p:sp>
        <p:nvSpPr>
          <p:cNvPr id="22" name="Content Placeholder 21">
            <a:extLst>
              <a:ext uri="{FF2B5EF4-FFF2-40B4-BE49-F238E27FC236}">
                <a16:creationId xmlns:a16="http://schemas.microsoft.com/office/drawing/2014/main" id="{1DF3F53C-E495-41FB-B4F2-AD03602037CD}"/>
              </a:ext>
            </a:extLst>
          </p:cNvPr>
          <p:cNvSpPr>
            <a:spLocks noGrp="1"/>
          </p:cNvSpPr>
          <p:nvPr>
            <p:ph sz="quarter" idx="20"/>
          </p:nvPr>
        </p:nvSpPr>
        <p:spPr>
          <a:xfrm>
            <a:off x="342900" y="3568568"/>
            <a:ext cx="3417939" cy="392502"/>
          </a:xfrm>
        </p:spPr>
        <p:txBody>
          <a:bodyPr lIns="91440" tIns="0" rIns="0" bIns="0"/>
          <a:lstStyle/>
          <a:p>
            <a:pPr marL="292608"/>
            <a:r>
              <a:rPr lang="en-US" dirty="0"/>
              <a:t>conditional probability</a:t>
            </a:r>
          </a:p>
        </p:txBody>
      </p:sp>
      <p:graphicFrame>
        <p:nvGraphicFramePr>
          <p:cNvPr id="4" name="Object 3">
            <a:extLst>
              <a:ext uri="{FF2B5EF4-FFF2-40B4-BE49-F238E27FC236}">
                <a16:creationId xmlns:a16="http://schemas.microsoft.com/office/drawing/2014/main" id="{2E0A35A2-8A79-4420-AF88-1BD8A9C8AFAF}"/>
              </a:ext>
            </a:extLst>
          </p:cNvPr>
          <p:cNvGraphicFramePr>
            <a:graphicFrameLocks noChangeAspect="1"/>
          </p:cNvGraphicFramePr>
          <p:nvPr>
            <p:extLst>
              <p:ext uri="{D42A27DB-BD31-4B8C-83A1-F6EECF244321}">
                <p14:modId xmlns:p14="http://schemas.microsoft.com/office/powerpoint/2010/main" val="905836642"/>
              </p:ext>
            </p:extLst>
          </p:nvPr>
        </p:nvGraphicFramePr>
        <p:xfrm>
          <a:off x="3800475" y="3594100"/>
          <a:ext cx="1133475" cy="363538"/>
        </p:xfrm>
        <a:graphic>
          <a:graphicData uri="http://schemas.openxmlformats.org/presentationml/2006/ole">
            <mc:AlternateContent xmlns:mc="http://schemas.openxmlformats.org/markup-compatibility/2006">
              <mc:Choice xmlns:v="urn:schemas-microsoft-com:vml" Requires="v">
                <p:oleObj name="Equation" r:id="rId6" imgW="990360" imgH="317160" progId="Equation.DSMT4">
                  <p:embed/>
                </p:oleObj>
              </mc:Choice>
              <mc:Fallback>
                <p:oleObj name="Equation" r:id="rId6" imgW="990360" imgH="317160" progId="Equation.DSMT4">
                  <p:embed/>
                  <p:pic>
                    <p:nvPicPr>
                      <p:cNvPr id="0" name=""/>
                      <p:cNvPicPr/>
                      <p:nvPr/>
                    </p:nvPicPr>
                    <p:blipFill>
                      <a:blip r:embed="rId7"/>
                      <a:stretch>
                        <a:fillRect/>
                      </a:stretch>
                    </p:blipFill>
                    <p:spPr>
                      <a:xfrm>
                        <a:off x="3800475" y="3594100"/>
                        <a:ext cx="1133475" cy="363538"/>
                      </a:xfrm>
                      <a:prstGeom prst="rect">
                        <a:avLst/>
                      </a:prstGeom>
                    </p:spPr>
                  </p:pic>
                </p:oleObj>
              </mc:Fallback>
            </mc:AlternateContent>
          </a:graphicData>
        </a:graphic>
      </p:graphicFrame>
      <p:pic>
        <p:nvPicPr>
          <p:cNvPr id="5" name="Picture 4" descr="Diagram showing events A and B as two overlapping circles.">
            <a:extLst>
              <a:ext uri="{FF2B5EF4-FFF2-40B4-BE49-F238E27FC236}">
                <a16:creationId xmlns:a16="http://schemas.microsoft.com/office/drawing/2014/main" id="{C3CC3D26-2270-40ED-AF7C-18EE2B521494}"/>
              </a:ext>
            </a:extLst>
          </p:cNvPr>
          <p:cNvPicPr>
            <a:picLocks noChangeAspect="1"/>
          </p:cNvPicPr>
          <p:nvPr/>
        </p:nvPicPr>
        <p:blipFill>
          <a:blip r:embed="rId8"/>
          <a:stretch>
            <a:fillRect/>
          </a:stretch>
        </p:blipFill>
        <p:spPr>
          <a:xfrm>
            <a:off x="3024984" y="4247833"/>
            <a:ext cx="3012995" cy="1833996"/>
          </a:xfrm>
          <a:prstGeom prst="rect">
            <a:avLst/>
          </a:prstGeom>
        </p:spPr>
      </p:pic>
      <p:sp>
        <p:nvSpPr>
          <p:cNvPr id="14" name="Text Placeholder 13">
            <a:extLst>
              <a:ext uri="{FF2B5EF4-FFF2-40B4-BE49-F238E27FC236}">
                <a16:creationId xmlns:a16="http://schemas.microsoft.com/office/drawing/2014/main" id="{1994C9B8-E4FD-40BD-A96C-9092FE8750F4}"/>
              </a:ext>
            </a:extLst>
          </p:cNvPr>
          <p:cNvSpPr>
            <a:spLocks noGrp="1"/>
          </p:cNvSpPr>
          <p:nvPr>
            <p:ph type="body" sz="quarter" idx="12"/>
          </p:nvPr>
        </p:nvSpPr>
        <p:spPr>
          <a:xfrm>
            <a:off x="2971558" y="6324600"/>
            <a:ext cx="3200885" cy="190500"/>
          </a:xfrm>
        </p:spPr>
        <p:txBody>
          <a:bodyPr/>
          <a:lstStyle/>
          <a:p>
            <a:r>
              <a:rPr lang="en-US" sz="1200" dirty="0">
                <a:hlinkClick r:id="rId9" action="ppaction://hlinksldjump"/>
              </a:rPr>
              <a:t>Access the text alternative for slide images.</a:t>
            </a:r>
          </a:p>
        </p:txBody>
      </p:sp>
      <p:sp>
        <p:nvSpPr>
          <p:cNvPr id="11" name="Slide Number Placeholder 10">
            <a:extLst>
              <a:ext uri="{FF2B5EF4-FFF2-40B4-BE49-F238E27FC236}">
                <a16:creationId xmlns:a16="http://schemas.microsoft.com/office/drawing/2014/main" id="{CAB2EC91-82EF-4873-B3E3-17C46C50C1F2}"/>
              </a:ext>
            </a:extLst>
          </p:cNvPr>
          <p:cNvSpPr>
            <a:spLocks noGrp="1"/>
          </p:cNvSpPr>
          <p:nvPr>
            <p:ph type="sldNum" sz="quarter" idx="10"/>
          </p:nvPr>
        </p:nvSpPr>
        <p:spPr/>
        <p:txBody>
          <a:bodyPr/>
          <a:lstStyle/>
          <a:p>
            <a:fld id="{68151E55-6873-49E2-B8D5-2F265E6F1973}" type="slidenum">
              <a:rPr lang="en-US" smtClean="0"/>
              <a:t>26</a:t>
            </a:fld>
            <a:endParaRPr lang="en-US" dirty="0"/>
          </a:p>
        </p:txBody>
      </p:sp>
    </p:spTree>
    <p:extLst>
      <p:ext uri="{BB962C8B-B14F-4D97-AF65-F5344CB8AC3E}">
        <p14:creationId xmlns:p14="http://schemas.microsoft.com/office/powerpoint/2010/main" val="36027377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B45374ED-5CC1-4694-9C54-F44E9FCB9E4F}"/>
              </a:ext>
            </a:extLst>
          </p:cNvPr>
          <p:cNvSpPr>
            <a:spLocks noGrp="1"/>
          </p:cNvSpPr>
          <p:nvPr>
            <p:ph type="title"/>
          </p:nvPr>
        </p:nvSpPr>
        <p:spPr>
          <a:xfrm>
            <a:off x="342900" y="192490"/>
            <a:ext cx="6706829" cy="903231"/>
          </a:xfrm>
        </p:spPr>
        <p:txBody>
          <a:bodyPr>
            <a:normAutofit/>
          </a:bodyPr>
          <a:lstStyle/>
          <a:p>
            <a:r>
              <a:rPr lang="en-US" sz="3600" dirty="0"/>
              <a:t>Conditional Probability </a:t>
            </a:r>
            <a:r>
              <a:rPr lang="en-US" sz="1000" b="0" baseline="0" dirty="0"/>
              <a:t>3</a:t>
            </a:r>
          </a:p>
        </p:txBody>
      </p:sp>
      <p:sp>
        <p:nvSpPr>
          <p:cNvPr id="13" name="Content Placeholder 12">
            <a:extLst>
              <a:ext uri="{FF2B5EF4-FFF2-40B4-BE49-F238E27FC236}">
                <a16:creationId xmlns:a16="http://schemas.microsoft.com/office/drawing/2014/main" id="{54F381F7-596D-4595-84D2-A02A77D1D514}"/>
              </a:ext>
            </a:extLst>
          </p:cNvPr>
          <p:cNvSpPr>
            <a:spLocks noGrp="1"/>
          </p:cNvSpPr>
          <p:nvPr>
            <p:ph sz="quarter" idx="11"/>
          </p:nvPr>
        </p:nvSpPr>
        <p:spPr>
          <a:xfrm>
            <a:off x="8672051" y="52593"/>
            <a:ext cx="427703" cy="1260013"/>
          </a:xfrm>
        </p:spPr>
        <p:txBody>
          <a:bodyPr vert="vert" rIns="0"/>
          <a:lstStyle/>
          <a:p>
            <a:r>
              <a:rPr lang="en-US" b="1" dirty="0"/>
              <a:t>L</a:t>
            </a:r>
            <a:r>
              <a:rPr lang="en-US" sz="100" b="1" dirty="0"/>
              <a:t> </a:t>
            </a:r>
            <a:r>
              <a:rPr lang="en-US" b="1" dirty="0"/>
              <a:t>O 5.3</a:t>
            </a:r>
            <a:endParaRPr lang="en-IN" b="1" dirty="0"/>
          </a:p>
        </p:txBody>
      </p:sp>
      <p:sp>
        <p:nvSpPr>
          <p:cNvPr id="16" name="Content Placeholder 15">
            <a:extLst>
              <a:ext uri="{FF2B5EF4-FFF2-40B4-BE49-F238E27FC236}">
                <a16:creationId xmlns:a16="http://schemas.microsoft.com/office/drawing/2014/main" id="{690B2578-4F4E-4704-A5A0-8E1D80730372}"/>
              </a:ext>
            </a:extLst>
          </p:cNvPr>
          <p:cNvSpPr>
            <a:spLocks noGrp="1"/>
          </p:cNvSpPr>
          <p:nvPr>
            <p:ph sz="quarter" idx="14"/>
          </p:nvPr>
        </p:nvSpPr>
        <p:spPr>
          <a:xfrm>
            <a:off x="342900" y="1268361"/>
            <a:ext cx="8078429" cy="3008671"/>
          </a:xfrm>
        </p:spPr>
        <p:txBody>
          <a:bodyPr/>
          <a:lstStyle/>
          <a:p>
            <a:r>
              <a:rPr lang="en-IN" sz="2000" dirty="0"/>
              <a:t>Of the population age 16 to 21 and not in college, 13.50 percent are unemployed, 29.05 percent are high school dropouts, and 5.32 percent are unemployed high school dropouts. What is the conditional probability that a member of this population is unemployed, given that the person is a high school dropout? To answer this question, define:</a:t>
            </a:r>
          </a:p>
          <a:p>
            <a:pPr marL="309563"/>
            <a:r>
              <a:rPr lang="en-IN" sz="2000" i="1" dirty="0"/>
              <a:t>U </a:t>
            </a:r>
            <a:r>
              <a:rPr lang="en-IN" sz="2000" dirty="0"/>
              <a:t>= the event that the person is unemployed.</a:t>
            </a:r>
          </a:p>
          <a:p>
            <a:pPr marL="309563"/>
            <a:r>
              <a:rPr lang="en-IN" sz="2000" i="1" dirty="0"/>
              <a:t>D</a:t>
            </a:r>
            <a:r>
              <a:rPr lang="en-IN" sz="2000" dirty="0"/>
              <a:t> = the event that the person is a high school dropout.</a:t>
            </a:r>
          </a:p>
          <a:p>
            <a:r>
              <a:rPr lang="en-IN" sz="2000" dirty="0"/>
              <a:t>This "story problem" contains three facts:</a:t>
            </a:r>
          </a:p>
        </p:txBody>
      </p:sp>
      <p:graphicFrame>
        <p:nvGraphicFramePr>
          <p:cNvPr id="2" name="Object 1">
            <a:extLst>
              <a:ext uri="{FF2B5EF4-FFF2-40B4-BE49-F238E27FC236}">
                <a16:creationId xmlns:a16="http://schemas.microsoft.com/office/drawing/2014/main" id="{C3DEA1B6-A32D-4D1C-8B9E-4D84A72796B4}"/>
              </a:ext>
            </a:extLst>
          </p:cNvPr>
          <p:cNvGraphicFramePr>
            <a:graphicFrameLocks noChangeAspect="1"/>
          </p:cNvGraphicFramePr>
          <p:nvPr>
            <p:extLst>
              <p:ext uri="{D42A27DB-BD31-4B8C-83A1-F6EECF244321}">
                <p14:modId xmlns:p14="http://schemas.microsoft.com/office/powerpoint/2010/main" val="3356070161"/>
              </p:ext>
            </p:extLst>
          </p:nvPr>
        </p:nvGraphicFramePr>
        <p:xfrm>
          <a:off x="1322877" y="4400750"/>
          <a:ext cx="1606550" cy="334963"/>
        </p:xfrm>
        <a:graphic>
          <a:graphicData uri="http://schemas.openxmlformats.org/presentationml/2006/ole">
            <mc:AlternateContent xmlns:mc="http://schemas.openxmlformats.org/markup-compatibility/2006">
              <mc:Choice xmlns:v="urn:schemas-microsoft-com:vml" Requires="v">
                <p:oleObj name="Equation" r:id="rId2" imgW="1460160" imgH="304560" progId="Equation.DSMT4">
                  <p:embed/>
                </p:oleObj>
              </mc:Choice>
              <mc:Fallback>
                <p:oleObj name="Equation" r:id="rId2" imgW="1460160" imgH="304560" progId="Equation.DSMT4">
                  <p:embed/>
                  <p:pic>
                    <p:nvPicPr>
                      <p:cNvPr id="0" name=""/>
                      <p:cNvPicPr/>
                      <p:nvPr/>
                    </p:nvPicPr>
                    <p:blipFill>
                      <a:blip r:embed="rId3"/>
                      <a:stretch>
                        <a:fillRect/>
                      </a:stretch>
                    </p:blipFill>
                    <p:spPr>
                      <a:xfrm>
                        <a:off x="1322877" y="4400750"/>
                        <a:ext cx="1606550" cy="334963"/>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F16253FC-F3DE-4801-AFF4-D756A169FE24}"/>
              </a:ext>
            </a:extLst>
          </p:cNvPr>
          <p:cNvGraphicFramePr>
            <a:graphicFrameLocks noChangeAspect="1"/>
          </p:cNvGraphicFramePr>
          <p:nvPr>
            <p:extLst>
              <p:ext uri="{D42A27DB-BD31-4B8C-83A1-F6EECF244321}">
                <p14:modId xmlns:p14="http://schemas.microsoft.com/office/powerpoint/2010/main" val="4271027117"/>
              </p:ext>
            </p:extLst>
          </p:nvPr>
        </p:nvGraphicFramePr>
        <p:xfrm>
          <a:off x="3116205" y="4427074"/>
          <a:ext cx="1511300" cy="304800"/>
        </p:xfrm>
        <a:graphic>
          <a:graphicData uri="http://schemas.openxmlformats.org/presentationml/2006/ole">
            <mc:AlternateContent xmlns:mc="http://schemas.openxmlformats.org/markup-compatibility/2006">
              <mc:Choice xmlns:v="urn:schemas-microsoft-com:vml" Requires="v">
                <p:oleObj name="Equation" r:id="rId4" imgW="1511280" imgH="304560" progId="Equation.DSMT4">
                  <p:embed/>
                </p:oleObj>
              </mc:Choice>
              <mc:Fallback>
                <p:oleObj name="Equation" r:id="rId4" imgW="1511280" imgH="304560" progId="Equation.DSMT4">
                  <p:embed/>
                  <p:pic>
                    <p:nvPicPr>
                      <p:cNvPr id="0" name=""/>
                      <p:cNvPicPr/>
                      <p:nvPr/>
                    </p:nvPicPr>
                    <p:blipFill>
                      <a:blip r:embed="rId5"/>
                      <a:stretch>
                        <a:fillRect/>
                      </a:stretch>
                    </p:blipFill>
                    <p:spPr>
                      <a:xfrm>
                        <a:off x="3116205" y="4427074"/>
                        <a:ext cx="1511300" cy="304800"/>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89E6DEF8-DAE2-4C93-A1DF-207A2FF6A385}"/>
              </a:ext>
            </a:extLst>
          </p:cNvPr>
          <p:cNvGraphicFramePr>
            <a:graphicFrameLocks noChangeAspect="1"/>
          </p:cNvGraphicFramePr>
          <p:nvPr>
            <p:extLst>
              <p:ext uri="{D42A27DB-BD31-4B8C-83A1-F6EECF244321}">
                <p14:modId xmlns:p14="http://schemas.microsoft.com/office/powerpoint/2010/main" val="2250752327"/>
              </p:ext>
            </p:extLst>
          </p:nvPr>
        </p:nvGraphicFramePr>
        <p:xfrm>
          <a:off x="4814283" y="4415267"/>
          <a:ext cx="1930400" cy="304800"/>
        </p:xfrm>
        <a:graphic>
          <a:graphicData uri="http://schemas.openxmlformats.org/presentationml/2006/ole">
            <mc:AlternateContent xmlns:mc="http://schemas.openxmlformats.org/markup-compatibility/2006">
              <mc:Choice xmlns:v="urn:schemas-microsoft-com:vml" Requires="v">
                <p:oleObj name="Equation" r:id="rId6" imgW="1930320" imgH="304560" progId="Equation.DSMT4">
                  <p:embed/>
                </p:oleObj>
              </mc:Choice>
              <mc:Fallback>
                <p:oleObj name="Equation" r:id="rId6" imgW="1930320" imgH="304560" progId="Equation.DSMT4">
                  <p:embed/>
                  <p:pic>
                    <p:nvPicPr>
                      <p:cNvPr id="0" name=""/>
                      <p:cNvPicPr/>
                      <p:nvPr/>
                    </p:nvPicPr>
                    <p:blipFill>
                      <a:blip r:embed="rId7"/>
                      <a:stretch>
                        <a:fillRect/>
                      </a:stretch>
                    </p:blipFill>
                    <p:spPr>
                      <a:xfrm>
                        <a:off x="4814283" y="4415267"/>
                        <a:ext cx="1930400" cy="304800"/>
                      </a:xfrm>
                      <a:prstGeom prst="rect">
                        <a:avLst/>
                      </a:prstGeom>
                    </p:spPr>
                  </p:pic>
                </p:oleObj>
              </mc:Fallback>
            </mc:AlternateContent>
          </a:graphicData>
        </a:graphic>
      </p:graphicFrame>
      <p:sp>
        <p:nvSpPr>
          <p:cNvPr id="17" name="Content Placeholder 16">
            <a:extLst>
              <a:ext uri="{FF2B5EF4-FFF2-40B4-BE49-F238E27FC236}">
                <a16:creationId xmlns:a16="http://schemas.microsoft.com/office/drawing/2014/main" id="{A9D2C124-8E9D-41C1-BEDA-419FFD7641B4}"/>
              </a:ext>
            </a:extLst>
          </p:cNvPr>
          <p:cNvSpPr>
            <a:spLocks noGrp="1"/>
          </p:cNvSpPr>
          <p:nvPr>
            <p:ph sz="quarter" idx="15"/>
          </p:nvPr>
        </p:nvSpPr>
        <p:spPr>
          <a:xfrm>
            <a:off x="342900" y="4889524"/>
            <a:ext cx="8458199" cy="727158"/>
          </a:xfrm>
        </p:spPr>
        <p:txBody>
          <a:bodyPr tIns="0"/>
          <a:lstStyle/>
          <a:p>
            <a:r>
              <a:rPr lang="en-IN" sz="2000" dirty="0"/>
              <a:t>So by formula 5.9, the conditional probability of an unemployed youth given that the person dropped out of high school is,</a:t>
            </a:r>
          </a:p>
        </p:txBody>
      </p:sp>
      <p:graphicFrame>
        <p:nvGraphicFramePr>
          <p:cNvPr id="3" name="Object 2">
            <a:extLst>
              <a:ext uri="{FF2B5EF4-FFF2-40B4-BE49-F238E27FC236}">
                <a16:creationId xmlns:a16="http://schemas.microsoft.com/office/drawing/2014/main" id="{C6D5508C-9C3D-46D9-B2FE-9F139852395F}"/>
              </a:ext>
            </a:extLst>
          </p:cNvPr>
          <p:cNvGraphicFramePr>
            <a:graphicFrameLocks noChangeAspect="1"/>
          </p:cNvGraphicFramePr>
          <p:nvPr>
            <p:extLst>
              <p:ext uri="{D42A27DB-BD31-4B8C-83A1-F6EECF244321}">
                <p14:modId xmlns:p14="http://schemas.microsoft.com/office/powerpoint/2010/main" val="3811628559"/>
              </p:ext>
            </p:extLst>
          </p:nvPr>
        </p:nvGraphicFramePr>
        <p:xfrm>
          <a:off x="1951038" y="5740400"/>
          <a:ext cx="5240337" cy="668338"/>
        </p:xfrm>
        <a:graphic>
          <a:graphicData uri="http://schemas.openxmlformats.org/presentationml/2006/ole">
            <mc:AlternateContent xmlns:mc="http://schemas.openxmlformats.org/markup-compatibility/2006">
              <mc:Choice xmlns:v="urn:schemas-microsoft-com:vml" Requires="v">
                <p:oleObj name="Equation" r:id="rId8" imgW="5270400" imgH="672840" progId="Equation.DSMT4">
                  <p:embed/>
                </p:oleObj>
              </mc:Choice>
              <mc:Fallback>
                <p:oleObj name="Equation" r:id="rId8" imgW="5270400" imgH="672840" progId="Equation.DSMT4">
                  <p:embed/>
                  <p:pic>
                    <p:nvPicPr>
                      <p:cNvPr id="0" name=""/>
                      <p:cNvPicPr/>
                      <p:nvPr/>
                    </p:nvPicPr>
                    <p:blipFill>
                      <a:blip r:embed="rId9"/>
                      <a:stretch>
                        <a:fillRect/>
                      </a:stretch>
                    </p:blipFill>
                    <p:spPr>
                      <a:xfrm>
                        <a:off x="1951038" y="5740400"/>
                        <a:ext cx="5240337" cy="668338"/>
                      </a:xfrm>
                      <a:prstGeom prst="rect">
                        <a:avLst/>
                      </a:prstGeom>
                    </p:spPr>
                  </p:pic>
                </p:oleObj>
              </mc:Fallback>
            </mc:AlternateContent>
          </a:graphicData>
        </a:graphic>
      </p:graphicFrame>
      <p:sp>
        <p:nvSpPr>
          <p:cNvPr id="11" name="Slide Number Placeholder 10">
            <a:extLst>
              <a:ext uri="{FF2B5EF4-FFF2-40B4-BE49-F238E27FC236}">
                <a16:creationId xmlns:a16="http://schemas.microsoft.com/office/drawing/2014/main" id="{CAB2EC91-82EF-4873-B3E3-17C46C50C1F2}"/>
              </a:ext>
            </a:extLst>
          </p:cNvPr>
          <p:cNvSpPr>
            <a:spLocks noGrp="1"/>
          </p:cNvSpPr>
          <p:nvPr>
            <p:ph type="sldNum" sz="quarter" idx="10"/>
          </p:nvPr>
        </p:nvSpPr>
        <p:spPr/>
        <p:txBody>
          <a:bodyPr/>
          <a:lstStyle/>
          <a:p>
            <a:fld id="{68151E55-6873-49E2-B8D5-2F265E6F1973}" type="slidenum">
              <a:rPr lang="en-US" smtClean="0"/>
              <a:t>27</a:t>
            </a:fld>
            <a:endParaRPr lang="en-US" dirty="0"/>
          </a:p>
        </p:txBody>
      </p:sp>
    </p:spTree>
    <p:extLst>
      <p:ext uri="{BB962C8B-B14F-4D97-AF65-F5344CB8AC3E}">
        <p14:creationId xmlns:p14="http://schemas.microsoft.com/office/powerpoint/2010/main" val="5492512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B45374ED-5CC1-4694-9C54-F44E9FCB9E4F}"/>
              </a:ext>
            </a:extLst>
          </p:cNvPr>
          <p:cNvSpPr>
            <a:spLocks noGrp="1"/>
          </p:cNvSpPr>
          <p:nvPr>
            <p:ph type="title"/>
          </p:nvPr>
        </p:nvSpPr>
        <p:spPr>
          <a:xfrm>
            <a:off x="342900" y="192490"/>
            <a:ext cx="6706829" cy="903231"/>
          </a:xfrm>
        </p:spPr>
        <p:txBody>
          <a:bodyPr>
            <a:normAutofit/>
          </a:bodyPr>
          <a:lstStyle/>
          <a:p>
            <a:r>
              <a:rPr lang="en-US" sz="3600" dirty="0"/>
              <a:t>Conditional Probability </a:t>
            </a:r>
            <a:r>
              <a:rPr lang="en-US" sz="1000" b="0" baseline="0" dirty="0"/>
              <a:t>4</a:t>
            </a:r>
          </a:p>
        </p:txBody>
      </p:sp>
      <p:sp>
        <p:nvSpPr>
          <p:cNvPr id="13" name="Content Placeholder 12">
            <a:extLst>
              <a:ext uri="{FF2B5EF4-FFF2-40B4-BE49-F238E27FC236}">
                <a16:creationId xmlns:a16="http://schemas.microsoft.com/office/drawing/2014/main" id="{54F381F7-596D-4595-84D2-A02A77D1D514}"/>
              </a:ext>
            </a:extLst>
          </p:cNvPr>
          <p:cNvSpPr>
            <a:spLocks noGrp="1"/>
          </p:cNvSpPr>
          <p:nvPr>
            <p:ph sz="quarter" idx="11"/>
          </p:nvPr>
        </p:nvSpPr>
        <p:spPr>
          <a:xfrm>
            <a:off x="8672051" y="52593"/>
            <a:ext cx="427703" cy="1260013"/>
          </a:xfrm>
        </p:spPr>
        <p:txBody>
          <a:bodyPr vert="vert" rIns="0"/>
          <a:lstStyle/>
          <a:p>
            <a:r>
              <a:rPr lang="en-US" b="1" dirty="0"/>
              <a:t>L</a:t>
            </a:r>
            <a:r>
              <a:rPr lang="en-US" sz="100" b="1" dirty="0"/>
              <a:t> </a:t>
            </a:r>
            <a:r>
              <a:rPr lang="en-US" b="1" dirty="0"/>
              <a:t>O 5.3</a:t>
            </a:r>
            <a:endParaRPr lang="en-IN" b="1" dirty="0"/>
          </a:p>
        </p:txBody>
      </p:sp>
      <p:sp>
        <p:nvSpPr>
          <p:cNvPr id="16" name="Content Placeholder 15">
            <a:extLst>
              <a:ext uri="{FF2B5EF4-FFF2-40B4-BE49-F238E27FC236}">
                <a16:creationId xmlns:a16="http://schemas.microsoft.com/office/drawing/2014/main" id="{690B2578-4F4E-4704-A5A0-8E1D80730372}"/>
              </a:ext>
            </a:extLst>
          </p:cNvPr>
          <p:cNvSpPr>
            <a:spLocks noGrp="1"/>
          </p:cNvSpPr>
          <p:nvPr>
            <p:ph sz="quarter" idx="14"/>
          </p:nvPr>
        </p:nvSpPr>
        <p:spPr>
          <a:xfrm>
            <a:off x="342900" y="1268362"/>
            <a:ext cx="7090633" cy="457200"/>
          </a:xfrm>
        </p:spPr>
        <p:txBody>
          <a:bodyPr/>
          <a:lstStyle/>
          <a:p>
            <a:r>
              <a:rPr lang="en-IN" dirty="0"/>
              <a:t>The </a:t>
            </a:r>
            <a:r>
              <a:rPr lang="en-IN" i="1" dirty="0"/>
              <a:t>conditional </a:t>
            </a:r>
            <a:r>
              <a:rPr lang="en-IN" dirty="0"/>
              <a:t>probability of being unemployed is,</a:t>
            </a:r>
          </a:p>
        </p:txBody>
      </p:sp>
      <p:graphicFrame>
        <p:nvGraphicFramePr>
          <p:cNvPr id="4" name="Object 3">
            <a:extLst>
              <a:ext uri="{FF2B5EF4-FFF2-40B4-BE49-F238E27FC236}">
                <a16:creationId xmlns:a16="http://schemas.microsoft.com/office/drawing/2014/main" id="{0FA679B3-BF76-4B39-AEBF-F013C51DA543}"/>
              </a:ext>
            </a:extLst>
          </p:cNvPr>
          <p:cNvGraphicFramePr>
            <a:graphicFrameLocks noChangeAspect="1"/>
          </p:cNvGraphicFramePr>
          <p:nvPr>
            <p:extLst>
              <p:ext uri="{D42A27DB-BD31-4B8C-83A1-F6EECF244321}">
                <p14:modId xmlns:p14="http://schemas.microsoft.com/office/powerpoint/2010/main" val="241437454"/>
              </p:ext>
            </p:extLst>
          </p:nvPr>
        </p:nvGraphicFramePr>
        <p:xfrm>
          <a:off x="435657" y="1812925"/>
          <a:ext cx="2065337" cy="354013"/>
        </p:xfrm>
        <a:graphic>
          <a:graphicData uri="http://schemas.openxmlformats.org/presentationml/2006/ole">
            <mc:AlternateContent xmlns:mc="http://schemas.openxmlformats.org/markup-compatibility/2006">
              <mc:Choice xmlns:v="urn:schemas-microsoft-com:vml" Requires="v">
                <p:oleObj name="Equation" r:id="rId2" imgW="1777680" imgH="304560" progId="Equation.DSMT4">
                  <p:embed/>
                </p:oleObj>
              </mc:Choice>
              <mc:Fallback>
                <p:oleObj name="Equation" r:id="rId2" imgW="1777680" imgH="304560" progId="Equation.DSMT4">
                  <p:embed/>
                  <p:pic>
                    <p:nvPicPr>
                      <p:cNvPr id="0" name=""/>
                      <p:cNvPicPr/>
                      <p:nvPr/>
                    </p:nvPicPr>
                    <p:blipFill>
                      <a:blip r:embed="rId3"/>
                      <a:stretch>
                        <a:fillRect/>
                      </a:stretch>
                    </p:blipFill>
                    <p:spPr>
                      <a:xfrm>
                        <a:off x="435657" y="1812925"/>
                        <a:ext cx="2065337" cy="354013"/>
                      </a:xfrm>
                      <a:prstGeom prst="rect">
                        <a:avLst/>
                      </a:prstGeom>
                    </p:spPr>
                  </p:pic>
                </p:oleObj>
              </mc:Fallback>
            </mc:AlternateContent>
          </a:graphicData>
        </a:graphic>
      </p:graphicFrame>
      <p:sp>
        <p:nvSpPr>
          <p:cNvPr id="17" name="Content Placeholder 16">
            <a:extLst>
              <a:ext uri="{FF2B5EF4-FFF2-40B4-BE49-F238E27FC236}">
                <a16:creationId xmlns:a16="http://schemas.microsoft.com/office/drawing/2014/main" id="{A9D2C124-8E9D-41C1-BEDA-419FFD7641B4}"/>
              </a:ext>
            </a:extLst>
          </p:cNvPr>
          <p:cNvSpPr>
            <a:spLocks noGrp="1"/>
          </p:cNvSpPr>
          <p:nvPr>
            <p:ph sz="quarter" idx="15"/>
          </p:nvPr>
        </p:nvSpPr>
        <p:spPr>
          <a:xfrm>
            <a:off x="2659334" y="1790849"/>
            <a:ext cx="5231992" cy="377164"/>
          </a:xfrm>
        </p:spPr>
        <p:txBody>
          <a:bodyPr lIns="0" tIns="0"/>
          <a:lstStyle/>
          <a:p>
            <a:r>
              <a:rPr lang="en-US" dirty="0"/>
              <a:t>(18.31 percent). This</a:t>
            </a:r>
            <a:r>
              <a:rPr lang="en-IN" dirty="0"/>
              <a:t> is greater than</a:t>
            </a:r>
          </a:p>
        </p:txBody>
      </p:sp>
      <p:sp>
        <p:nvSpPr>
          <p:cNvPr id="18" name="Content Placeholder 17">
            <a:extLst>
              <a:ext uri="{FF2B5EF4-FFF2-40B4-BE49-F238E27FC236}">
                <a16:creationId xmlns:a16="http://schemas.microsoft.com/office/drawing/2014/main" id="{B19BABEE-396F-41CE-B232-B98482744C38}"/>
              </a:ext>
            </a:extLst>
          </p:cNvPr>
          <p:cNvSpPr>
            <a:spLocks noGrp="1"/>
          </p:cNvSpPr>
          <p:nvPr>
            <p:ph sz="quarter" idx="16"/>
          </p:nvPr>
        </p:nvSpPr>
        <p:spPr>
          <a:xfrm>
            <a:off x="342900" y="2233302"/>
            <a:ext cx="6898558" cy="403691"/>
          </a:xfrm>
        </p:spPr>
        <p:txBody>
          <a:bodyPr lIns="91440" tIns="0" rIns="0"/>
          <a:lstStyle/>
          <a:p>
            <a:r>
              <a:rPr lang="en-IN" dirty="0"/>
              <a:t>the </a:t>
            </a:r>
            <a:r>
              <a:rPr lang="en-IN" i="1" dirty="0"/>
              <a:t>unconditional probability</a:t>
            </a:r>
            <a:r>
              <a:rPr lang="en-IN" dirty="0"/>
              <a:t> </a:t>
            </a:r>
            <a:r>
              <a:rPr lang="en-US" dirty="0"/>
              <a:t>of being unemployed</a:t>
            </a:r>
          </a:p>
        </p:txBody>
      </p:sp>
      <p:graphicFrame>
        <p:nvGraphicFramePr>
          <p:cNvPr id="5" name="Object 4">
            <a:extLst>
              <a:ext uri="{FF2B5EF4-FFF2-40B4-BE49-F238E27FC236}">
                <a16:creationId xmlns:a16="http://schemas.microsoft.com/office/drawing/2014/main" id="{6020E243-0C6A-4098-8DC1-167C690D51A0}"/>
              </a:ext>
            </a:extLst>
          </p:cNvPr>
          <p:cNvGraphicFramePr>
            <a:graphicFrameLocks noChangeAspect="1"/>
          </p:cNvGraphicFramePr>
          <p:nvPr>
            <p:extLst>
              <p:ext uri="{D42A27DB-BD31-4B8C-83A1-F6EECF244321}">
                <p14:modId xmlns:p14="http://schemas.microsoft.com/office/powerpoint/2010/main" val="4072087632"/>
              </p:ext>
            </p:extLst>
          </p:nvPr>
        </p:nvGraphicFramePr>
        <p:xfrm>
          <a:off x="410936" y="2719388"/>
          <a:ext cx="1766888" cy="368300"/>
        </p:xfrm>
        <a:graphic>
          <a:graphicData uri="http://schemas.openxmlformats.org/presentationml/2006/ole">
            <mc:AlternateContent xmlns:mc="http://schemas.openxmlformats.org/markup-compatibility/2006">
              <mc:Choice xmlns:v="urn:schemas-microsoft-com:vml" Requires="v">
                <p:oleObj name="Equation" r:id="rId4" imgW="1460160" imgH="304560" progId="Equation.DSMT4">
                  <p:embed/>
                </p:oleObj>
              </mc:Choice>
              <mc:Fallback>
                <p:oleObj name="Equation" r:id="rId4" imgW="1460160" imgH="304560" progId="Equation.DSMT4">
                  <p:embed/>
                  <p:pic>
                    <p:nvPicPr>
                      <p:cNvPr id="0" name=""/>
                      <p:cNvPicPr/>
                      <p:nvPr/>
                    </p:nvPicPr>
                    <p:blipFill>
                      <a:blip r:embed="rId5"/>
                      <a:stretch>
                        <a:fillRect/>
                      </a:stretch>
                    </p:blipFill>
                    <p:spPr>
                      <a:xfrm>
                        <a:off x="410936" y="2719388"/>
                        <a:ext cx="1766888" cy="368300"/>
                      </a:xfrm>
                      <a:prstGeom prst="rect">
                        <a:avLst/>
                      </a:prstGeom>
                    </p:spPr>
                  </p:pic>
                </p:oleObj>
              </mc:Fallback>
            </mc:AlternateContent>
          </a:graphicData>
        </a:graphic>
      </p:graphicFrame>
      <p:sp>
        <p:nvSpPr>
          <p:cNvPr id="19" name="Content Placeholder 18">
            <a:extLst>
              <a:ext uri="{FF2B5EF4-FFF2-40B4-BE49-F238E27FC236}">
                <a16:creationId xmlns:a16="http://schemas.microsoft.com/office/drawing/2014/main" id="{E38AB1F1-7729-4A52-AA58-0ADABC4226A1}"/>
              </a:ext>
            </a:extLst>
          </p:cNvPr>
          <p:cNvSpPr>
            <a:spLocks noGrp="1"/>
          </p:cNvSpPr>
          <p:nvPr>
            <p:ph sz="quarter" idx="17"/>
          </p:nvPr>
        </p:nvSpPr>
        <p:spPr>
          <a:xfrm>
            <a:off x="2234845" y="2677625"/>
            <a:ext cx="5702240" cy="407868"/>
          </a:xfrm>
        </p:spPr>
        <p:txBody>
          <a:bodyPr lIns="0" tIns="0"/>
          <a:lstStyle/>
          <a:p>
            <a:r>
              <a:rPr lang="en-IN" dirty="0"/>
              <a:t>(13.50 percent). In other words, knowing</a:t>
            </a:r>
          </a:p>
        </p:txBody>
      </p:sp>
      <p:sp>
        <p:nvSpPr>
          <p:cNvPr id="20" name="Content Placeholder 19">
            <a:extLst>
              <a:ext uri="{FF2B5EF4-FFF2-40B4-BE49-F238E27FC236}">
                <a16:creationId xmlns:a16="http://schemas.microsoft.com/office/drawing/2014/main" id="{6071B467-44EE-4A0A-8B7A-C9CD51AC77D4}"/>
              </a:ext>
            </a:extLst>
          </p:cNvPr>
          <p:cNvSpPr>
            <a:spLocks noGrp="1"/>
          </p:cNvSpPr>
          <p:nvPr>
            <p:ph sz="quarter" idx="18"/>
          </p:nvPr>
        </p:nvSpPr>
        <p:spPr>
          <a:xfrm>
            <a:off x="396423" y="3192668"/>
            <a:ext cx="7892172" cy="805104"/>
          </a:xfrm>
        </p:spPr>
        <p:txBody>
          <a:bodyPr lIns="91440" tIns="0" rIns="0"/>
          <a:lstStyle/>
          <a:p>
            <a:r>
              <a:rPr lang="en-IN" dirty="0"/>
              <a:t>that someone is a high school dropout alters the probability that the person is unemployed.</a:t>
            </a:r>
          </a:p>
        </p:txBody>
      </p:sp>
      <p:sp>
        <p:nvSpPr>
          <p:cNvPr id="11" name="Slide Number Placeholder 10">
            <a:extLst>
              <a:ext uri="{FF2B5EF4-FFF2-40B4-BE49-F238E27FC236}">
                <a16:creationId xmlns:a16="http://schemas.microsoft.com/office/drawing/2014/main" id="{CAB2EC91-82EF-4873-B3E3-17C46C50C1F2}"/>
              </a:ext>
            </a:extLst>
          </p:cNvPr>
          <p:cNvSpPr>
            <a:spLocks noGrp="1"/>
          </p:cNvSpPr>
          <p:nvPr>
            <p:ph type="sldNum" sz="quarter" idx="10"/>
          </p:nvPr>
        </p:nvSpPr>
        <p:spPr/>
        <p:txBody>
          <a:bodyPr/>
          <a:lstStyle/>
          <a:p>
            <a:fld id="{68151E55-6873-49E2-B8D5-2F265E6F1973}" type="slidenum">
              <a:rPr lang="en-US" smtClean="0"/>
              <a:t>28</a:t>
            </a:fld>
            <a:endParaRPr lang="en-US" dirty="0"/>
          </a:p>
        </p:txBody>
      </p:sp>
    </p:spTree>
    <p:extLst>
      <p:ext uri="{BB962C8B-B14F-4D97-AF65-F5344CB8AC3E}">
        <p14:creationId xmlns:p14="http://schemas.microsoft.com/office/powerpoint/2010/main" val="8771491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B45374ED-5CC1-4694-9C54-F44E9FCB9E4F}"/>
              </a:ext>
            </a:extLst>
          </p:cNvPr>
          <p:cNvSpPr>
            <a:spLocks noGrp="1"/>
          </p:cNvSpPr>
          <p:nvPr>
            <p:ph type="title"/>
          </p:nvPr>
        </p:nvSpPr>
        <p:spPr>
          <a:xfrm>
            <a:off x="342900" y="192490"/>
            <a:ext cx="6873977" cy="903231"/>
          </a:xfrm>
        </p:spPr>
        <p:txBody>
          <a:bodyPr>
            <a:normAutofit/>
          </a:bodyPr>
          <a:lstStyle/>
          <a:p>
            <a:r>
              <a:rPr lang="en-US" sz="3600" dirty="0"/>
              <a:t>General Law of Multiplication </a:t>
            </a:r>
            <a:r>
              <a:rPr lang="en-US" sz="1000" b="0" dirty="0"/>
              <a:t>1</a:t>
            </a:r>
          </a:p>
        </p:txBody>
      </p:sp>
      <p:sp>
        <p:nvSpPr>
          <p:cNvPr id="13" name="Content Placeholder 12">
            <a:extLst>
              <a:ext uri="{FF2B5EF4-FFF2-40B4-BE49-F238E27FC236}">
                <a16:creationId xmlns:a16="http://schemas.microsoft.com/office/drawing/2014/main" id="{54F381F7-596D-4595-84D2-A02A77D1D514}"/>
              </a:ext>
            </a:extLst>
          </p:cNvPr>
          <p:cNvSpPr>
            <a:spLocks noGrp="1"/>
          </p:cNvSpPr>
          <p:nvPr>
            <p:ph sz="quarter" idx="11"/>
          </p:nvPr>
        </p:nvSpPr>
        <p:spPr>
          <a:xfrm>
            <a:off x="8316329" y="192490"/>
            <a:ext cx="620166" cy="1260013"/>
          </a:xfrm>
        </p:spPr>
        <p:txBody>
          <a:bodyPr vert="vert" rIns="0"/>
          <a:lstStyle/>
          <a:p>
            <a:r>
              <a:rPr lang="en-US" sz="2800" b="1" dirty="0"/>
              <a:t>L</a:t>
            </a:r>
            <a:r>
              <a:rPr lang="en-US" sz="100" b="1" dirty="0"/>
              <a:t> </a:t>
            </a:r>
            <a:r>
              <a:rPr lang="en-US" sz="2800" b="1" dirty="0"/>
              <a:t>O 5.3</a:t>
            </a:r>
            <a:endParaRPr lang="en-IN" sz="2800" b="1" dirty="0"/>
          </a:p>
        </p:txBody>
      </p:sp>
      <p:sp>
        <p:nvSpPr>
          <p:cNvPr id="16" name="Content Placeholder 15">
            <a:extLst>
              <a:ext uri="{FF2B5EF4-FFF2-40B4-BE49-F238E27FC236}">
                <a16:creationId xmlns:a16="http://schemas.microsoft.com/office/drawing/2014/main" id="{690B2578-4F4E-4704-A5A0-8E1D80730372}"/>
              </a:ext>
            </a:extLst>
          </p:cNvPr>
          <p:cNvSpPr>
            <a:spLocks noGrp="1"/>
          </p:cNvSpPr>
          <p:nvPr>
            <p:ph sz="quarter" idx="14"/>
          </p:nvPr>
        </p:nvSpPr>
        <p:spPr>
          <a:xfrm>
            <a:off x="342900" y="1459621"/>
            <a:ext cx="7876868" cy="943667"/>
          </a:xfrm>
        </p:spPr>
        <p:txBody>
          <a:bodyPr/>
          <a:lstStyle/>
          <a:p>
            <a:pPr marL="292608" indent="-292608">
              <a:buFont typeface="Arial" panose="020B0604020202020204" pitchFamily="34" charset="0"/>
              <a:buChar char="•"/>
            </a:pPr>
            <a:r>
              <a:rPr lang="en-US" dirty="0"/>
              <a:t>The </a:t>
            </a:r>
            <a:r>
              <a:rPr lang="en-US" b="1" dirty="0"/>
              <a:t>general law of multiplication </a:t>
            </a:r>
            <a:r>
              <a:rPr lang="en-US" dirty="0"/>
              <a:t>states that the probability of the intersection of two events </a:t>
            </a:r>
            <a:r>
              <a:rPr lang="en-US" i="1" dirty="0"/>
              <a:t>A</a:t>
            </a:r>
            <a:r>
              <a:rPr lang="en-US" dirty="0"/>
              <a:t> and </a:t>
            </a:r>
            <a:r>
              <a:rPr lang="en-US" i="1" dirty="0"/>
              <a:t>B </a:t>
            </a:r>
            <a:r>
              <a:rPr lang="en-US" dirty="0"/>
              <a:t>is:</a:t>
            </a:r>
          </a:p>
        </p:txBody>
      </p:sp>
      <p:sp>
        <p:nvSpPr>
          <p:cNvPr id="17" name="Content Placeholder 16">
            <a:extLst>
              <a:ext uri="{FF2B5EF4-FFF2-40B4-BE49-F238E27FC236}">
                <a16:creationId xmlns:a16="http://schemas.microsoft.com/office/drawing/2014/main" id="{A9D2C124-8E9D-41C1-BEDA-419FFD7641B4}"/>
              </a:ext>
            </a:extLst>
          </p:cNvPr>
          <p:cNvSpPr>
            <a:spLocks noGrp="1"/>
          </p:cNvSpPr>
          <p:nvPr>
            <p:ph sz="quarter" idx="15"/>
          </p:nvPr>
        </p:nvSpPr>
        <p:spPr>
          <a:xfrm>
            <a:off x="342900" y="2900944"/>
            <a:ext cx="5281152" cy="497275"/>
          </a:xfrm>
        </p:spPr>
        <p:txBody>
          <a:bodyPr tIns="0"/>
          <a:lstStyle/>
          <a:p>
            <a:r>
              <a:rPr lang="en-IN" b="1" dirty="0"/>
              <a:t>General Law of Multiplication:</a:t>
            </a:r>
          </a:p>
        </p:txBody>
      </p:sp>
      <p:sp>
        <p:nvSpPr>
          <p:cNvPr id="5" name="Content Placeholder 4">
            <a:extLst>
              <a:ext uri="{FF2B5EF4-FFF2-40B4-BE49-F238E27FC236}">
                <a16:creationId xmlns:a16="http://schemas.microsoft.com/office/drawing/2014/main" id="{E6C91628-FAFE-514D-0619-A14BF283AD3C}"/>
              </a:ext>
            </a:extLst>
          </p:cNvPr>
          <p:cNvSpPr>
            <a:spLocks noGrp="1"/>
          </p:cNvSpPr>
          <p:nvPr>
            <p:ph sz="quarter" idx="16"/>
          </p:nvPr>
        </p:nvSpPr>
        <p:spPr>
          <a:xfrm>
            <a:off x="342900" y="3683317"/>
            <a:ext cx="1122106" cy="497275"/>
          </a:xfrm>
        </p:spPr>
        <p:txBody>
          <a:bodyPr/>
          <a:lstStyle/>
          <a:p>
            <a:r>
              <a:rPr lang="en-US" b="1" dirty="0"/>
              <a:t>(5.10)</a:t>
            </a:r>
          </a:p>
        </p:txBody>
      </p:sp>
      <p:graphicFrame>
        <p:nvGraphicFramePr>
          <p:cNvPr id="4" name="Object 3">
            <a:extLst>
              <a:ext uri="{FF2B5EF4-FFF2-40B4-BE49-F238E27FC236}">
                <a16:creationId xmlns:a16="http://schemas.microsoft.com/office/drawing/2014/main" id="{9B6E081B-2329-481B-B08C-B8730EC62072}"/>
              </a:ext>
            </a:extLst>
          </p:cNvPr>
          <p:cNvGraphicFramePr>
            <a:graphicFrameLocks noChangeAspect="1"/>
          </p:cNvGraphicFramePr>
          <p:nvPr>
            <p:extLst>
              <p:ext uri="{D42A27DB-BD31-4B8C-83A1-F6EECF244321}">
                <p14:modId xmlns:p14="http://schemas.microsoft.com/office/powerpoint/2010/main" val="939502047"/>
              </p:ext>
            </p:extLst>
          </p:nvPr>
        </p:nvGraphicFramePr>
        <p:xfrm>
          <a:off x="2859189" y="3764473"/>
          <a:ext cx="3228975" cy="334962"/>
        </p:xfrm>
        <a:graphic>
          <a:graphicData uri="http://schemas.openxmlformats.org/presentationml/2006/ole">
            <mc:AlternateContent xmlns:mc="http://schemas.openxmlformats.org/markup-compatibility/2006">
              <mc:Choice xmlns:v="urn:schemas-microsoft-com:vml" Requires="v">
                <p:oleObj name="Equation" r:id="rId2" imgW="2933640" imgH="304560" progId="Equation.DSMT4">
                  <p:embed/>
                </p:oleObj>
              </mc:Choice>
              <mc:Fallback>
                <p:oleObj name="Equation" r:id="rId2" imgW="2933640" imgH="304560" progId="Equation.DSMT4">
                  <p:embed/>
                  <p:pic>
                    <p:nvPicPr>
                      <p:cNvPr id="0" name=""/>
                      <p:cNvPicPr/>
                      <p:nvPr/>
                    </p:nvPicPr>
                    <p:blipFill>
                      <a:blip r:embed="rId3"/>
                      <a:stretch>
                        <a:fillRect/>
                      </a:stretch>
                    </p:blipFill>
                    <p:spPr>
                      <a:xfrm>
                        <a:off x="2859189" y="3764473"/>
                        <a:ext cx="3228975" cy="334962"/>
                      </a:xfrm>
                      <a:prstGeom prst="rect">
                        <a:avLst/>
                      </a:prstGeom>
                    </p:spPr>
                  </p:pic>
                </p:oleObj>
              </mc:Fallback>
            </mc:AlternateContent>
          </a:graphicData>
        </a:graphic>
      </p:graphicFrame>
      <p:sp>
        <p:nvSpPr>
          <p:cNvPr id="11" name="Slide Number Placeholder 10">
            <a:extLst>
              <a:ext uri="{FF2B5EF4-FFF2-40B4-BE49-F238E27FC236}">
                <a16:creationId xmlns:a16="http://schemas.microsoft.com/office/drawing/2014/main" id="{CAB2EC91-82EF-4873-B3E3-17C46C50C1F2}"/>
              </a:ext>
            </a:extLst>
          </p:cNvPr>
          <p:cNvSpPr>
            <a:spLocks noGrp="1"/>
          </p:cNvSpPr>
          <p:nvPr>
            <p:ph type="sldNum" sz="quarter" idx="10"/>
          </p:nvPr>
        </p:nvSpPr>
        <p:spPr/>
        <p:txBody>
          <a:bodyPr/>
          <a:lstStyle/>
          <a:p>
            <a:fld id="{68151E55-6873-49E2-B8D5-2F265E6F1973}" type="slidenum">
              <a:rPr lang="en-US" smtClean="0"/>
              <a:t>29</a:t>
            </a:fld>
            <a:endParaRPr lang="en-US" dirty="0"/>
          </a:p>
        </p:txBody>
      </p:sp>
    </p:spTree>
    <p:extLst>
      <p:ext uri="{BB962C8B-B14F-4D97-AF65-F5344CB8AC3E}">
        <p14:creationId xmlns:p14="http://schemas.microsoft.com/office/powerpoint/2010/main" val="42570281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B45374ED-5CC1-4694-9C54-F44E9FCB9E4F}"/>
              </a:ext>
            </a:extLst>
          </p:cNvPr>
          <p:cNvSpPr>
            <a:spLocks noGrp="1"/>
          </p:cNvSpPr>
          <p:nvPr>
            <p:ph type="title"/>
          </p:nvPr>
        </p:nvSpPr>
        <p:spPr>
          <a:xfrm>
            <a:off x="342900" y="192490"/>
            <a:ext cx="7898634" cy="903231"/>
          </a:xfrm>
        </p:spPr>
        <p:txBody>
          <a:bodyPr>
            <a:normAutofit/>
          </a:bodyPr>
          <a:lstStyle/>
          <a:p>
            <a:r>
              <a:rPr lang="en-US" sz="3600" dirty="0"/>
              <a:t>General Law of Multiplication </a:t>
            </a:r>
            <a:r>
              <a:rPr lang="en-US" sz="1000" b="0" dirty="0"/>
              <a:t>2</a:t>
            </a:r>
            <a:endParaRPr lang="en-US" sz="1000" dirty="0"/>
          </a:p>
        </p:txBody>
      </p:sp>
      <p:sp>
        <p:nvSpPr>
          <p:cNvPr id="13" name="Content Placeholder 12">
            <a:extLst>
              <a:ext uri="{FF2B5EF4-FFF2-40B4-BE49-F238E27FC236}">
                <a16:creationId xmlns:a16="http://schemas.microsoft.com/office/drawing/2014/main" id="{54F381F7-596D-4595-84D2-A02A77D1D514}"/>
              </a:ext>
            </a:extLst>
          </p:cNvPr>
          <p:cNvSpPr>
            <a:spLocks noGrp="1"/>
          </p:cNvSpPr>
          <p:nvPr>
            <p:ph sz="quarter" idx="11"/>
          </p:nvPr>
        </p:nvSpPr>
        <p:spPr>
          <a:xfrm>
            <a:off x="8672051" y="52593"/>
            <a:ext cx="427703" cy="1260013"/>
          </a:xfrm>
        </p:spPr>
        <p:txBody>
          <a:bodyPr vert="vert" rIns="0"/>
          <a:lstStyle/>
          <a:p>
            <a:r>
              <a:rPr lang="en-US" b="1" dirty="0"/>
              <a:t>L</a:t>
            </a:r>
            <a:r>
              <a:rPr lang="en-US" sz="100" b="1" dirty="0"/>
              <a:t> </a:t>
            </a:r>
            <a:r>
              <a:rPr lang="en-US" b="1" dirty="0"/>
              <a:t>O 5.3</a:t>
            </a:r>
            <a:endParaRPr lang="en-IN" b="1" dirty="0"/>
          </a:p>
        </p:txBody>
      </p:sp>
      <p:sp>
        <p:nvSpPr>
          <p:cNvPr id="16" name="Content Placeholder 15">
            <a:extLst>
              <a:ext uri="{FF2B5EF4-FFF2-40B4-BE49-F238E27FC236}">
                <a16:creationId xmlns:a16="http://schemas.microsoft.com/office/drawing/2014/main" id="{690B2578-4F4E-4704-A5A0-8E1D80730372}"/>
              </a:ext>
            </a:extLst>
          </p:cNvPr>
          <p:cNvSpPr>
            <a:spLocks noGrp="1"/>
          </p:cNvSpPr>
          <p:nvPr>
            <p:ph sz="quarter" idx="14"/>
          </p:nvPr>
        </p:nvSpPr>
        <p:spPr>
          <a:xfrm>
            <a:off x="342899" y="1268361"/>
            <a:ext cx="8401051" cy="2772697"/>
          </a:xfrm>
        </p:spPr>
        <p:txBody>
          <a:bodyPr/>
          <a:lstStyle/>
          <a:p>
            <a:pPr>
              <a:spcBef>
                <a:spcPts val="500"/>
              </a:spcBef>
            </a:pPr>
            <a:r>
              <a:rPr lang="en-IN" sz="1800" dirty="0"/>
              <a:t>Last year, 70 percent of new movies were available as video on demand (V</a:t>
            </a:r>
            <a:r>
              <a:rPr lang="en-IN" sz="100" dirty="0"/>
              <a:t> </a:t>
            </a:r>
            <a:r>
              <a:rPr lang="en-IN" sz="1800" dirty="0"/>
              <a:t>O</a:t>
            </a:r>
            <a:r>
              <a:rPr lang="en-IN" sz="100" dirty="0"/>
              <a:t> </a:t>
            </a:r>
            <a:r>
              <a:rPr lang="en-IN" sz="1800" dirty="0"/>
              <a:t>D) within 14 days of their release. Of those movies, 50 percent were released as T</a:t>
            </a:r>
            <a:r>
              <a:rPr lang="en-IN" sz="100" dirty="0"/>
              <a:t> </a:t>
            </a:r>
            <a:r>
              <a:rPr lang="en-IN" sz="1800" dirty="0"/>
              <a:t>V pay-per-view (as opposed through a subscription streaming service). What is the joint probability that a new movie was available as V</a:t>
            </a:r>
            <a:r>
              <a:rPr lang="en-IN" sz="100" dirty="0"/>
              <a:t> </a:t>
            </a:r>
            <a:r>
              <a:rPr lang="en-IN" sz="1800" dirty="0"/>
              <a:t>O</a:t>
            </a:r>
            <a:r>
              <a:rPr lang="en-IN" sz="100" dirty="0"/>
              <a:t> </a:t>
            </a:r>
            <a:r>
              <a:rPr lang="en-IN" sz="1800" dirty="0"/>
              <a:t>D within 14 days of release tor T</a:t>
            </a:r>
            <a:r>
              <a:rPr lang="en-IN" sz="100" dirty="0"/>
              <a:t> </a:t>
            </a:r>
            <a:r>
              <a:rPr lang="en-IN" sz="1800" dirty="0"/>
              <a:t>V pay-per-view? To answer this question, define:</a:t>
            </a:r>
          </a:p>
          <a:p>
            <a:pPr marL="384175">
              <a:spcBef>
                <a:spcPts val="500"/>
              </a:spcBef>
            </a:pPr>
            <a:r>
              <a:rPr lang="en-IN" sz="1800" i="1" dirty="0"/>
              <a:t>V</a:t>
            </a:r>
            <a:r>
              <a:rPr lang="en-IN" sz="1800" dirty="0"/>
              <a:t> = the event that a new movie was available as V</a:t>
            </a:r>
            <a:r>
              <a:rPr lang="en-IN" sz="100" dirty="0"/>
              <a:t> </a:t>
            </a:r>
            <a:r>
              <a:rPr lang="en-IN" sz="1800" dirty="0"/>
              <a:t>O</a:t>
            </a:r>
            <a:r>
              <a:rPr lang="en-IN" sz="100" dirty="0"/>
              <a:t> </a:t>
            </a:r>
            <a:r>
              <a:rPr lang="en-IN" sz="1800" dirty="0"/>
              <a:t>D within 14 days of release.</a:t>
            </a:r>
          </a:p>
          <a:p>
            <a:pPr marL="384175">
              <a:spcBef>
                <a:spcPts val="500"/>
              </a:spcBef>
            </a:pPr>
            <a:r>
              <a:rPr lang="en-IN" sz="1800" i="1" dirty="0"/>
              <a:t>T </a:t>
            </a:r>
            <a:r>
              <a:rPr lang="en-IN" sz="1800" dirty="0"/>
              <a:t>= the event that a new movie was available as T</a:t>
            </a:r>
            <a:r>
              <a:rPr lang="en-IN" sz="100" dirty="0"/>
              <a:t> </a:t>
            </a:r>
            <a:r>
              <a:rPr lang="en-IN" sz="1800" dirty="0"/>
              <a:t>V pay-per-view.</a:t>
            </a:r>
          </a:p>
          <a:p>
            <a:pPr>
              <a:spcBef>
                <a:spcPts val="500"/>
              </a:spcBef>
            </a:pPr>
            <a:r>
              <a:rPr lang="en-IN" sz="1800" dirty="0"/>
              <a:t>This "story problem" contains two facts:</a:t>
            </a:r>
          </a:p>
        </p:txBody>
      </p:sp>
      <p:graphicFrame>
        <p:nvGraphicFramePr>
          <p:cNvPr id="6" name="Object 5">
            <a:extLst>
              <a:ext uri="{FF2B5EF4-FFF2-40B4-BE49-F238E27FC236}">
                <a16:creationId xmlns:a16="http://schemas.microsoft.com/office/drawing/2014/main" id="{BE2CA4FB-71F7-4E57-8716-B3A761663CA0}"/>
              </a:ext>
            </a:extLst>
          </p:cNvPr>
          <p:cNvGraphicFramePr>
            <a:graphicFrameLocks noChangeAspect="1"/>
          </p:cNvGraphicFramePr>
          <p:nvPr>
            <p:extLst>
              <p:ext uri="{D42A27DB-BD31-4B8C-83A1-F6EECF244321}">
                <p14:modId xmlns:p14="http://schemas.microsoft.com/office/powerpoint/2010/main" val="3771459668"/>
              </p:ext>
            </p:extLst>
          </p:nvPr>
        </p:nvGraphicFramePr>
        <p:xfrm>
          <a:off x="2638630" y="4125024"/>
          <a:ext cx="1354138" cy="334963"/>
        </p:xfrm>
        <a:graphic>
          <a:graphicData uri="http://schemas.openxmlformats.org/presentationml/2006/ole">
            <mc:AlternateContent xmlns:mc="http://schemas.openxmlformats.org/markup-compatibility/2006">
              <mc:Choice xmlns:v="urn:schemas-microsoft-com:vml" Requires="v">
                <p:oleObj name="Equation" r:id="rId2" imgW="1231560" imgH="304560" progId="Equation.DSMT4">
                  <p:embed/>
                </p:oleObj>
              </mc:Choice>
              <mc:Fallback>
                <p:oleObj name="Equation" r:id="rId2" imgW="1231560" imgH="304560" progId="Equation.DSMT4">
                  <p:embed/>
                  <p:pic>
                    <p:nvPicPr>
                      <p:cNvPr id="0" name=""/>
                      <p:cNvPicPr/>
                      <p:nvPr/>
                    </p:nvPicPr>
                    <p:blipFill>
                      <a:blip r:embed="rId3"/>
                      <a:stretch>
                        <a:fillRect/>
                      </a:stretch>
                    </p:blipFill>
                    <p:spPr>
                      <a:xfrm>
                        <a:off x="2638630" y="4125024"/>
                        <a:ext cx="1354138" cy="334963"/>
                      </a:xfrm>
                      <a:prstGeom prst="rect">
                        <a:avLst/>
                      </a:prstGeom>
                    </p:spPr>
                  </p:pic>
                </p:oleObj>
              </mc:Fallback>
            </mc:AlternateContent>
          </a:graphicData>
        </a:graphic>
      </p:graphicFrame>
      <p:graphicFrame>
        <p:nvGraphicFramePr>
          <p:cNvPr id="2" name="Object 1">
            <a:extLst>
              <a:ext uri="{FF2B5EF4-FFF2-40B4-BE49-F238E27FC236}">
                <a16:creationId xmlns:a16="http://schemas.microsoft.com/office/drawing/2014/main" id="{27CE39B1-D698-96A4-D5E9-62C6C7743220}"/>
              </a:ext>
            </a:extLst>
          </p:cNvPr>
          <p:cNvGraphicFramePr>
            <a:graphicFrameLocks noChangeAspect="1"/>
          </p:cNvGraphicFramePr>
          <p:nvPr>
            <p:extLst>
              <p:ext uri="{D42A27DB-BD31-4B8C-83A1-F6EECF244321}">
                <p14:modId xmlns:p14="http://schemas.microsoft.com/office/powerpoint/2010/main" val="1452634653"/>
              </p:ext>
            </p:extLst>
          </p:nvPr>
        </p:nvGraphicFramePr>
        <p:xfrm>
          <a:off x="4291806" y="4140106"/>
          <a:ext cx="1536700" cy="304800"/>
        </p:xfrm>
        <a:graphic>
          <a:graphicData uri="http://schemas.openxmlformats.org/presentationml/2006/ole">
            <mc:AlternateContent xmlns:mc="http://schemas.openxmlformats.org/markup-compatibility/2006">
              <mc:Choice xmlns:v="urn:schemas-microsoft-com:vml" Requires="v">
                <p:oleObj name="Equation" r:id="rId4" imgW="1536480" imgH="304560" progId="Equation.DSMT4">
                  <p:embed/>
                </p:oleObj>
              </mc:Choice>
              <mc:Fallback>
                <p:oleObj name="Equation" r:id="rId4" imgW="1536480" imgH="304560" progId="Equation.DSMT4">
                  <p:embed/>
                  <p:pic>
                    <p:nvPicPr>
                      <p:cNvPr id="0" name=""/>
                      <p:cNvPicPr/>
                      <p:nvPr/>
                    </p:nvPicPr>
                    <p:blipFill>
                      <a:blip r:embed="rId5"/>
                      <a:stretch>
                        <a:fillRect/>
                      </a:stretch>
                    </p:blipFill>
                    <p:spPr>
                      <a:xfrm>
                        <a:off x="4291806" y="4140106"/>
                        <a:ext cx="1536700" cy="304800"/>
                      </a:xfrm>
                      <a:prstGeom prst="rect">
                        <a:avLst/>
                      </a:prstGeom>
                    </p:spPr>
                  </p:pic>
                </p:oleObj>
              </mc:Fallback>
            </mc:AlternateContent>
          </a:graphicData>
        </a:graphic>
      </p:graphicFrame>
      <p:sp>
        <p:nvSpPr>
          <p:cNvPr id="17" name="Content Placeholder 16">
            <a:extLst>
              <a:ext uri="{FF2B5EF4-FFF2-40B4-BE49-F238E27FC236}">
                <a16:creationId xmlns:a16="http://schemas.microsoft.com/office/drawing/2014/main" id="{A9D2C124-8E9D-41C1-BEDA-419FFD7641B4}"/>
              </a:ext>
            </a:extLst>
          </p:cNvPr>
          <p:cNvSpPr>
            <a:spLocks noGrp="1"/>
          </p:cNvSpPr>
          <p:nvPr>
            <p:ph sz="quarter" idx="15"/>
          </p:nvPr>
        </p:nvSpPr>
        <p:spPr>
          <a:xfrm>
            <a:off x="342900" y="4597008"/>
            <a:ext cx="8166917" cy="609170"/>
          </a:xfrm>
        </p:spPr>
        <p:txBody>
          <a:bodyPr tIns="0"/>
          <a:lstStyle/>
          <a:p>
            <a:r>
              <a:rPr lang="en-IN" sz="1800" dirty="0"/>
              <a:t>By formula 5.10, the joint probability that a new movie was available as V</a:t>
            </a:r>
            <a:r>
              <a:rPr lang="en-IN" sz="100" dirty="0"/>
              <a:t> </a:t>
            </a:r>
            <a:r>
              <a:rPr lang="en-IN" sz="1800" dirty="0"/>
              <a:t>O</a:t>
            </a:r>
            <a:r>
              <a:rPr lang="en-IN" sz="100" dirty="0"/>
              <a:t> </a:t>
            </a:r>
            <a:r>
              <a:rPr lang="en-IN" sz="1800" dirty="0"/>
              <a:t>D within 14 days of release and as T</a:t>
            </a:r>
            <a:r>
              <a:rPr lang="en-IN" sz="100" dirty="0"/>
              <a:t> </a:t>
            </a:r>
            <a:r>
              <a:rPr lang="en-IN" sz="1800" dirty="0"/>
              <a:t>V pay-per-view is</a:t>
            </a:r>
          </a:p>
        </p:txBody>
      </p:sp>
      <p:graphicFrame>
        <p:nvGraphicFramePr>
          <p:cNvPr id="7" name="Object 6">
            <a:extLst>
              <a:ext uri="{FF2B5EF4-FFF2-40B4-BE49-F238E27FC236}">
                <a16:creationId xmlns:a16="http://schemas.microsoft.com/office/drawing/2014/main" id="{2E89DB52-A0B4-44F1-80DC-A53BA3B0F47A}"/>
              </a:ext>
            </a:extLst>
          </p:cNvPr>
          <p:cNvGraphicFramePr>
            <a:graphicFrameLocks noChangeAspect="1"/>
          </p:cNvGraphicFramePr>
          <p:nvPr>
            <p:extLst>
              <p:ext uri="{D42A27DB-BD31-4B8C-83A1-F6EECF244321}">
                <p14:modId xmlns:p14="http://schemas.microsoft.com/office/powerpoint/2010/main" val="3170096617"/>
              </p:ext>
            </p:extLst>
          </p:nvPr>
        </p:nvGraphicFramePr>
        <p:xfrm>
          <a:off x="2097088" y="5392738"/>
          <a:ext cx="4389437" cy="296862"/>
        </p:xfrm>
        <a:graphic>
          <a:graphicData uri="http://schemas.openxmlformats.org/presentationml/2006/ole">
            <mc:AlternateContent xmlns:mc="http://schemas.openxmlformats.org/markup-compatibility/2006">
              <mc:Choice xmlns:v="urn:schemas-microsoft-com:vml" Requires="v">
                <p:oleObj name="Equation" r:id="rId6" imgW="4520880" imgH="304560" progId="Equation.DSMT4">
                  <p:embed/>
                </p:oleObj>
              </mc:Choice>
              <mc:Fallback>
                <p:oleObj name="Equation" r:id="rId6" imgW="4520880" imgH="304560" progId="Equation.DSMT4">
                  <p:embed/>
                  <p:pic>
                    <p:nvPicPr>
                      <p:cNvPr id="0" name=""/>
                      <p:cNvPicPr/>
                      <p:nvPr/>
                    </p:nvPicPr>
                    <p:blipFill>
                      <a:blip r:embed="rId7"/>
                      <a:stretch>
                        <a:fillRect/>
                      </a:stretch>
                    </p:blipFill>
                    <p:spPr>
                      <a:xfrm>
                        <a:off x="2097088" y="5392738"/>
                        <a:ext cx="4389437" cy="296862"/>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A5300700-DB37-48F9-8F37-2B3D3E483BA7}"/>
              </a:ext>
            </a:extLst>
          </p:cNvPr>
          <p:cNvSpPr>
            <a:spLocks noGrp="1"/>
          </p:cNvSpPr>
          <p:nvPr>
            <p:ph sz="quarter" idx="16"/>
          </p:nvPr>
        </p:nvSpPr>
        <p:spPr>
          <a:xfrm>
            <a:off x="342899" y="5815183"/>
            <a:ext cx="8166917" cy="635000"/>
          </a:xfrm>
        </p:spPr>
        <p:txBody>
          <a:bodyPr/>
          <a:lstStyle/>
          <a:p>
            <a:r>
              <a:rPr lang="en-IN" sz="1800" dirty="0"/>
              <a:t>Therefore, 35 percent of new movies last year were available as video on demand within 14 days of their release and as TV pay-per-view.</a:t>
            </a:r>
          </a:p>
        </p:txBody>
      </p:sp>
      <p:sp>
        <p:nvSpPr>
          <p:cNvPr id="11" name="Slide Number Placeholder 10">
            <a:extLst>
              <a:ext uri="{FF2B5EF4-FFF2-40B4-BE49-F238E27FC236}">
                <a16:creationId xmlns:a16="http://schemas.microsoft.com/office/drawing/2014/main" id="{CAB2EC91-82EF-4873-B3E3-17C46C50C1F2}"/>
              </a:ext>
            </a:extLst>
          </p:cNvPr>
          <p:cNvSpPr>
            <a:spLocks noGrp="1"/>
          </p:cNvSpPr>
          <p:nvPr>
            <p:ph type="sldNum" sz="quarter" idx="10"/>
          </p:nvPr>
        </p:nvSpPr>
        <p:spPr/>
        <p:txBody>
          <a:bodyPr/>
          <a:lstStyle/>
          <a:p>
            <a:fld id="{68151E55-6873-49E2-B8D5-2F265E6F1973}" type="slidenum">
              <a:rPr lang="en-US" smtClean="0"/>
              <a:t>30</a:t>
            </a:fld>
            <a:endParaRPr lang="en-US" dirty="0"/>
          </a:p>
        </p:txBody>
      </p:sp>
    </p:spTree>
    <p:extLst>
      <p:ext uri="{BB962C8B-B14F-4D97-AF65-F5344CB8AC3E}">
        <p14:creationId xmlns:p14="http://schemas.microsoft.com/office/powerpoint/2010/main" val="36201914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B45374ED-5CC1-4694-9C54-F44E9FCB9E4F}"/>
              </a:ext>
            </a:extLst>
          </p:cNvPr>
          <p:cNvSpPr>
            <a:spLocks noGrp="1"/>
          </p:cNvSpPr>
          <p:nvPr>
            <p:ph type="title"/>
          </p:nvPr>
        </p:nvSpPr>
        <p:spPr>
          <a:xfrm>
            <a:off x="342900" y="192490"/>
            <a:ext cx="7898634" cy="903231"/>
          </a:xfrm>
        </p:spPr>
        <p:txBody>
          <a:bodyPr>
            <a:normAutofit/>
          </a:bodyPr>
          <a:lstStyle/>
          <a:p>
            <a:r>
              <a:rPr lang="en-US" sz="3600" dirty="0"/>
              <a:t>Odds of an Event </a:t>
            </a:r>
            <a:r>
              <a:rPr lang="en-US" sz="1000" b="0" dirty="0"/>
              <a:t>1</a:t>
            </a:r>
          </a:p>
        </p:txBody>
      </p:sp>
      <p:sp>
        <p:nvSpPr>
          <p:cNvPr id="13" name="Content Placeholder 12">
            <a:extLst>
              <a:ext uri="{FF2B5EF4-FFF2-40B4-BE49-F238E27FC236}">
                <a16:creationId xmlns:a16="http://schemas.microsoft.com/office/drawing/2014/main" id="{54F381F7-596D-4595-84D2-A02A77D1D514}"/>
              </a:ext>
            </a:extLst>
          </p:cNvPr>
          <p:cNvSpPr>
            <a:spLocks noGrp="1"/>
          </p:cNvSpPr>
          <p:nvPr>
            <p:ph sz="quarter" idx="11"/>
          </p:nvPr>
        </p:nvSpPr>
        <p:spPr>
          <a:xfrm>
            <a:off x="8672051" y="52593"/>
            <a:ext cx="427703" cy="1260013"/>
          </a:xfrm>
        </p:spPr>
        <p:txBody>
          <a:bodyPr vert="vert" rIns="0"/>
          <a:lstStyle/>
          <a:p>
            <a:r>
              <a:rPr lang="en-US" b="1" dirty="0"/>
              <a:t>L</a:t>
            </a:r>
            <a:r>
              <a:rPr lang="en-US" sz="100" b="1" dirty="0"/>
              <a:t> </a:t>
            </a:r>
            <a:r>
              <a:rPr lang="en-US" b="1" dirty="0"/>
              <a:t>O 5.4</a:t>
            </a:r>
            <a:endParaRPr lang="en-IN" b="1" dirty="0"/>
          </a:p>
        </p:txBody>
      </p:sp>
      <p:sp>
        <p:nvSpPr>
          <p:cNvPr id="16" name="Content Placeholder 15">
            <a:extLst>
              <a:ext uri="{FF2B5EF4-FFF2-40B4-BE49-F238E27FC236}">
                <a16:creationId xmlns:a16="http://schemas.microsoft.com/office/drawing/2014/main" id="{690B2578-4F4E-4704-A5A0-8E1D80730372}"/>
              </a:ext>
            </a:extLst>
          </p:cNvPr>
          <p:cNvSpPr>
            <a:spLocks noGrp="1"/>
          </p:cNvSpPr>
          <p:nvPr>
            <p:ph sz="quarter" idx="14"/>
          </p:nvPr>
        </p:nvSpPr>
        <p:spPr>
          <a:xfrm>
            <a:off x="342899" y="1268361"/>
            <a:ext cx="8166919" cy="2964426"/>
          </a:xfrm>
        </p:spPr>
        <p:txBody>
          <a:bodyPr/>
          <a:lstStyle/>
          <a:p>
            <a:pPr marL="292608" indent="-292608">
              <a:buFont typeface="Arial" panose="020B0604020202020204" pitchFamily="34" charset="0"/>
              <a:buChar char="•"/>
            </a:pPr>
            <a:r>
              <a:rPr lang="en-US" dirty="0"/>
              <a:t>Statisticians usually speak of probabilities rather than odds, but in sports and games of chance, we often hear </a:t>
            </a:r>
            <a:r>
              <a:rPr lang="en-US" b="1" dirty="0"/>
              <a:t>odds </a:t>
            </a:r>
            <a:r>
              <a:rPr lang="en-US" dirty="0"/>
              <a:t>quoted.</a:t>
            </a:r>
          </a:p>
          <a:p>
            <a:pPr marL="292608" indent="-292608">
              <a:buFont typeface="Arial" panose="020B0604020202020204" pitchFamily="34" charset="0"/>
              <a:buChar char="•"/>
            </a:pPr>
            <a:r>
              <a:rPr lang="en-US" dirty="0"/>
              <a:t>We define the </a:t>
            </a:r>
            <a:r>
              <a:rPr lang="en-US" i="1" dirty="0"/>
              <a:t>odds in favor </a:t>
            </a:r>
            <a:r>
              <a:rPr lang="en-US" dirty="0"/>
              <a:t>of an event </a:t>
            </a:r>
            <a:r>
              <a:rPr lang="en-US" i="1" dirty="0"/>
              <a:t>A </a:t>
            </a:r>
            <a:r>
              <a:rPr lang="en-US" dirty="0"/>
              <a:t>as the ratio of the probability that event </a:t>
            </a:r>
            <a:r>
              <a:rPr lang="en-US" i="1" dirty="0"/>
              <a:t>A </a:t>
            </a:r>
            <a:r>
              <a:rPr lang="en-US" dirty="0"/>
              <a:t>will occur to the probability that event </a:t>
            </a:r>
            <a:r>
              <a:rPr lang="en-US" i="1" dirty="0"/>
              <a:t>A </a:t>
            </a:r>
            <a:r>
              <a:rPr lang="en-US" dirty="0"/>
              <a:t>will not occur.</a:t>
            </a:r>
          </a:p>
          <a:p>
            <a:pPr marL="292608" indent="-292608">
              <a:buFont typeface="Arial" panose="020B0604020202020204" pitchFamily="34" charset="0"/>
              <a:buChar char="•"/>
            </a:pPr>
            <a:r>
              <a:rPr lang="en-US" dirty="0"/>
              <a:t>Its reciprocal is the </a:t>
            </a:r>
            <a:r>
              <a:rPr lang="en-US" i="1" dirty="0"/>
              <a:t>odds against </a:t>
            </a:r>
            <a:r>
              <a:rPr lang="en-US" dirty="0"/>
              <a:t>event </a:t>
            </a:r>
            <a:r>
              <a:rPr lang="en-US" i="1" dirty="0"/>
              <a:t>A.</a:t>
            </a:r>
            <a:endParaRPr lang="en-US" dirty="0"/>
          </a:p>
        </p:txBody>
      </p:sp>
      <p:sp>
        <p:nvSpPr>
          <p:cNvPr id="17" name="Content Placeholder 16">
            <a:extLst>
              <a:ext uri="{FF2B5EF4-FFF2-40B4-BE49-F238E27FC236}">
                <a16:creationId xmlns:a16="http://schemas.microsoft.com/office/drawing/2014/main" id="{A9D2C124-8E9D-41C1-BEDA-419FFD7641B4}"/>
              </a:ext>
            </a:extLst>
          </p:cNvPr>
          <p:cNvSpPr>
            <a:spLocks noGrp="1"/>
          </p:cNvSpPr>
          <p:nvPr>
            <p:ph sz="quarter" idx="15"/>
          </p:nvPr>
        </p:nvSpPr>
        <p:spPr>
          <a:xfrm>
            <a:off x="1021325" y="4387708"/>
            <a:ext cx="3045544" cy="432192"/>
          </a:xfrm>
        </p:spPr>
        <p:txBody>
          <a:bodyPr tIns="0"/>
          <a:lstStyle/>
          <a:p>
            <a:r>
              <a:rPr lang="en-IN" b="1" dirty="0"/>
              <a:t>Odds in </a:t>
            </a:r>
            <a:r>
              <a:rPr lang="en-IN" b="1" i="1" dirty="0" err="1"/>
              <a:t>favor</a:t>
            </a:r>
            <a:r>
              <a:rPr lang="en-IN" b="1" i="1" dirty="0"/>
              <a:t> </a:t>
            </a:r>
            <a:r>
              <a:rPr lang="en-IN" b="1" dirty="0"/>
              <a:t>of </a:t>
            </a:r>
            <a:r>
              <a:rPr lang="en-IN" b="1" i="1" dirty="0"/>
              <a:t>A</a:t>
            </a:r>
            <a:r>
              <a:rPr lang="en-IN" b="1" dirty="0"/>
              <a:t> :</a:t>
            </a:r>
          </a:p>
        </p:txBody>
      </p:sp>
      <p:graphicFrame>
        <p:nvGraphicFramePr>
          <p:cNvPr id="2" name="Object 1">
            <a:extLst>
              <a:ext uri="{FF2B5EF4-FFF2-40B4-BE49-F238E27FC236}">
                <a16:creationId xmlns:a16="http://schemas.microsoft.com/office/drawing/2014/main" id="{B0388FF2-9F26-4C8C-B1C2-C0D2059AE657}"/>
              </a:ext>
            </a:extLst>
          </p:cNvPr>
          <p:cNvGraphicFramePr>
            <a:graphicFrameLocks noChangeAspect="1"/>
          </p:cNvGraphicFramePr>
          <p:nvPr>
            <p:extLst>
              <p:ext uri="{D42A27DB-BD31-4B8C-83A1-F6EECF244321}">
                <p14:modId xmlns:p14="http://schemas.microsoft.com/office/powerpoint/2010/main" val="1516860169"/>
              </p:ext>
            </p:extLst>
          </p:nvPr>
        </p:nvGraphicFramePr>
        <p:xfrm>
          <a:off x="1195388" y="5094288"/>
          <a:ext cx="2305050" cy="814387"/>
        </p:xfrm>
        <a:graphic>
          <a:graphicData uri="http://schemas.openxmlformats.org/presentationml/2006/ole">
            <mc:AlternateContent xmlns:mc="http://schemas.openxmlformats.org/markup-compatibility/2006">
              <mc:Choice xmlns:v="urn:schemas-microsoft-com:vml" Requires="v">
                <p:oleObj name="Equation" r:id="rId2" imgW="1904760" imgH="672840" progId="Equation.DSMT4">
                  <p:embed/>
                </p:oleObj>
              </mc:Choice>
              <mc:Fallback>
                <p:oleObj name="Equation" r:id="rId2" imgW="1904760" imgH="672840" progId="Equation.DSMT4">
                  <p:embed/>
                  <p:pic>
                    <p:nvPicPr>
                      <p:cNvPr id="0" name=""/>
                      <p:cNvPicPr/>
                      <p:nvPr/>
                    </p:nvPicPr>
                    <p:blipFill>
                      <a:blip r:embed="rId3"/>
                      <a:stretch>
                        <a:fillRect/>
                      </a:stretch>
                    </p:blipFill>
                    <p:spPr>
                      <a:xfrm>
                        <a:off x="1195388" y="5094288"/>
                        <a:ext cx="2305050" cy="814387"/>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A5300700-DB37-48F9-8F37-2B3D3E483BA7}"/>
              </a:ext>
            </a:extLst>
          </p:cNvPr>
          <p:cNvSpPr>
            <a:spLocks noGrp="1"/>
          </p:cNvSpPr>
          <p:nvPr>
            <p:ph sz="quarter" idx="16"/>
          </p:nvPr>
        </p:nvSpPr>
        <p:spPr>
          <a:xfrm>
            <a:off x="5077132" y="4369989"/>
            <a:ext cx="2786708" cy="467630"/>
          </a:xfrm>
        </p:spPr>
        <p:txBody>
          <a:bodyPr/>
          <a:lstStyle/>
          <a:p>
            <a:r>
              <a:rPr lang="en-US" b="1" dirty="0"/>
              <a:t>Odds </a:t>
            </a:r>
            <a:r>
              <a:rPr lang="en-US" b="1" i="1" dirty="0"/>
              <a:t>against</a:t>
            </a:r>
            <a:r>
              <a:rPr lang="en-US" b="1" dirty="0"/>
              <a:t> </a:t>
            </a:r>
            <a:r>
              <a:rPr lang="en-US" b="1" i="1" dirty="0"/>
              <a:t>A</a:t>
            </a:r>
            <a:r>
              <a:rPr lang="en-US" b="1" dirty="0"/>
              <a:t> :</a:t>
            </a:r>
          </a:p>
        </p:txBody>
      </p:sp>
      <p:graphicFrame>
        <p:nvGraphicFramePr>
          <p:cNvPr id="3" name="Object 2">
            <a:extLst>
              <a:ext uri="{FF2B5EF4-FFF2-40B4-BE49-F238E27FC236}">
                <a16:creationId xmlns:a16="http://schemas.microsoft.com/office/drawing/2014/main" id="{8B288113-446B-40F0-84D3-6DED581C39FD}"/>
              </a:ext>
            </a:extLst>
          </p:cNvPr>
          <p:cNvGraphicFramePr>
            <a:graphicFrameLocks noChangeAspect="1"/>
          </p:cNvGraphicFramePr>
          <p:nvPr>
            <p:extLst>
              <p:ext uri="{D42A27DB-BD31-4B8C-83A1-F6EECF244321}">
                <p14:modId xmlns:p14="http://schemas.microsoft.com/office/powerpoint/2010/main" val="2151485015"/>
              </p:ext>
            </p:extLst>
          </p:nvPr>
        </p:nvGraphicFramePr>
        <p:xfrm>
          <a:off x="5203825" y="5116513"/>
          <a:ext cx="2097088" cy="739775"/>
        </p:xfrm>
        <a:graphic>
          <a:graphicData uri="http://schemas.openxmlformats.org/presentationml/2006/ole">
            <mc:AlternateContent xmlns:mc="http://schemas.openxmlformats.org/markup-compatibility/2006">
              <mc:Choice xmlns:v="urn:schemas-microsoft-com:vml" Requires="v">
                <p:oleObj name="Equation" r:id="rId4" imgW="1904760" imgH="672840" progId="Equation.DSMT4">
                  <p:embed/>
                </p:oleObj>
              </mc:Choice>
              <mc:Fallback>
                <p:oleObj name="Equation" r:id="rId4" imgW="1904760" imgH="672840" progId="Equation.DSMT4">
                  <p:embed/>
                  <p:pic>
                    <p:nvPicPr>
                      <p:cNvPr id="0" name=""/>
                      <p:cNvPicPr/>
                      <p:nvPr/>
                    </p:nvPicPr>
                    <p:blipFill>
                      <a:blip r:embed="rId5"/>
                      <a:stretch>
                        <a:fillRect/>
                      </a:stretch>
                    </p:blipFill>
                    <p:spPr>
                      <a:xfrm>
                        <a:off x="5203825" y="5116513"/>
                        <a:ext cx="2097088" cy="739775"/>
                      </a:xfrm>
                      <a:prstGeom prst="rect">
                        <a:avLst/>
                      </a:prstGeom>
                    </p:spPr>
                  </p:pic>
                </p:oleObj>
              </mc:Fallback>
            </mc:AlternateContent>
          </a:graphicData>
        </a:graphic>
      </p:graphicFrame>
      <p:sp>
        <p:nvSpPr>
          <p:cNvPr id="11" name="Slide Number Placeholder 10">
            <a:extLst>
              <a:ext uri="{FF2B5EF4-FFF2-40B4-BE49-F238E27FC236}">
                <a16:creationId xmlns:a16="http://schemas.microsoft.com/office/drawing/2014/main" id="{CAB2EC91-82EF-4873-B3E3-17C46C50C1F2}"/>
              </a:ext>
            </a:extLst>
          </p:cNvPr>
          <p:cNvSpPr>
            <a:spLocks noGrp="1"/>
          </p:cNvSpPr>
          <p:nvPr>
            <p:ph type="sldNum" sz="quarter" idx="10"/>
          </p:nvPr>
        </p:nvSpPr>
        <p:spPr/>
        <p:txBody>
          <a:bodyPr/>
          <a:lstStyle/>
          <a:p>
            <a:fld id="{68151E55-6873-49E2-B8D5-2F265E6F1973}" type="slidenum">
              <a:rPr lang="en-US" smtClean="0"/>
              <a:t>31</a:t>
            </a:fld>
            <a:endParaRPr lang="en-US" dirty="0"/>
          </a:p>
        </p:txBody>
      </p:sp>
    </p:spTree>
    <p:extLst>
      <p:ext uri="{BB962C8B-B14F-4D97-AF65-F5344CB8AC3E}">
        <p14:creationId xmlns:p14="http://schemas.microsoft.com/office/powerpoint/2010/main" val="23538063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B45374ED-5CC1-4694-9C54-F44E9FCB9E4F}"/>
              </a:ext>
            </a:extLst>
          </p:cNvPr>
          <p:cNvSpPr>
            <a:spLocks noGrp="1"/>
          </p:cNvSpPr>
          <p:nvPr>
            <p:ph type="title"/>
          </p:nvPr>
        </p:nvSpPr>
        <p:spPr>
          <a:xfrm>
            <a:off x="342900" y="192490"/>
            <a:ext cx="7898634" cy="903231"/>
          </a:xfrm>
        </p:spPr>
        <p:txBody>
          <a:bodyPr>
            <a:normAutofit/>
          </a:bodyPr>
          <a:lstStyle/>
          <a:p>
            <a:r>
              <a:rPr lang="en-US" sz="3600" dirty="0"/>
              <a:t>Odds of an Event </a:t>
            </a:r>
            <a:r>
              <a:rPr lang="en-US" sz="1000" b="0" dirty="0"/>
              <a:t>2</a:t>
            </a:r>
          </a:p>
        </p:txBody>
      </p:sp>
      <p:sp>
        <p:nvSpPr>
          <p:cNvPr id="13" name="Content Placeholder 12">
            <a:extLst>
              <a:ext uri="{FF2B5EF4-FFF2-40B4-BE49-F238E27FC236}">
                <a16:creationId xmlns:a16="http://schemas.microsoft.com/office/drawing/2014/main" id="{54F381F7-596D-4595-84D2-A02A77D1D514}"/>
              </a:ext>
            </a:extLst>
          </p:cNvPr>
          <p:cNvSpPr>
            <a:spLocks noGrp="1"/>
          </p:cNvSpPr>
          <p:nvPr>
            <p:ph sz="quarter" idx="11"/>
          </p:nvPr>
        </p:nvSpPr>
        <p:spPr>
          <a:xfrm>
            <a:off x="8672051" y="52593"/>
            <a:ext cx="427703" cy="1260013"/>
          </a:xfrm>
        </p:spPr>
        <p:txBody>
          <a:bodyPr vert="vert" rIns="0"/>
          <a:lstStyle/>
          <a:p>
            <a:r>
              <a:rPr lang="en-US" b="1" dirty="0"/>
              <a:t>L</a:t>
            </a:r>
            <a:r>
              <a:rPr lang="en-US" sz="100" b="1" dirty="0"/>
              <a:t> </a:t>
            </a:r>
            <a:r>
              <a:rPr lang="en-US" b="1" dirty="0"/>
              <a:t>O 5.4</a:t>
            </a:r>
            <a:endParaRPr lang="en-IN" b="1" dirty="0"/>
          </a:p>
        </p:txBody>
      </p:sp>
      <p:sp>
        <p:nvSpPr>
          <p:cNvPr id="16" name="Content Placeholder 15">
            <a:extLst>
              <a:ext uri="{FF2B5EF4-FFF2-40B4-BE49-F238E27FC236}">
                <a16:creationId xmlns:a16="http://schemas.microsoft.com/office/drawing/2014/main" id="{690B2578-4F4E-4704-A5A0-8E1D80730372}"/>
              </a:ext>
            </a:extLst>
          </p:cNvPr>
          <p:cNvSpPr>
            <a:spLocks noGrp="1"/>
          </p:cNvSpPr>
          <p:nvPr>
            <p:ph sz="quarter" idx="14"/>
          </p:nvPr>
        </p:nvSpPr>
        <p:spPr>
          <a:xfrm>
            <a:off x="342899" y="1268361"/>
            <a:ext cx="8166919" cy="1519084"/>
          </a:xfrm>
        </p:spPr>
        <p:txBody>
          <a:bodyPr/>
          <a:lstStyle/>
          <a:p>
            <a:pPr marL="292608" indent="-292608">
              <a:buFont typeface="Arial" panose="020B0604020202020204" pitchFamily="34" charset="0"/>
              <a:buChar char="•"/>
            </a:pPr>
            <a:r>
              <a:rPr lang="en-US" dirty="0"/>
              <a:t>In horse racing and other sports, odds usually are quoted </a:t>
            </a:r>
            <a:r>
              <a:rPr lang="en-US" i="1" dirty="0"/>
              <a:t>against </a:t>
            </a:r>
            <a:r>
              <a:rPr lang="en-US" dirty="0"/>
              <a:t>winning. If the odds against event </a:t>
            </a:r>
            <a:r>
              <a:rPr lang="en-US" i="1" dirty="0"/>
              <a:t>A </a:t>
            </a:r>
            <a:r>
              <a:rPr lang="en-US" dirty="0"/>
              <a:t>are quoted as </a:t>
            </a:r>
            <a:r>
              <a:rPr lang="en-US" i="1" dirty="0"/>
              <a:t>b </a:t>
            </a:r>
            <a:r>
              <a:rPr lang="en-US" dirty="0"/>
              <a:t>to </a:t>
            </a:r>
            <a:r>
              <a:rPr lang="en-US" i="1" dirty="0"/>
              <a:t>a, </a:t>
            </a:r>
            <a:r>
              <a:rPr lang="en-US" dirty="0"/>
              <a:t>then the implied probability of event </a:t>
            </a:r>
            <a:r>
              <a:rPr lang="en-US" i="1" dirty="0"/>
              <a:t>A </a:t>
            </a:r>
            <a:r>
              <a:rPr lang="en-US" dirty="0"/>
              <a:t>is:</a:t>
            </a:r>
          </a:p>
        </p:txBody>
      </p:sp>
      <p:graphicFrame>
        <p:nvGraphicFramePr>
          <p:cNvPr id="6" name="Object 5">
            <a:extLst>
              <a:ext uri="{FF2B5EF4-FFF2-40B4-BE49-F238E27FC236}">
                <a16:creationId xmlns:a16="http://schemas.microsoft.com/office/drawing/2014/main" id="{B2766483-A650-401E-A1C4-68F57FEBA5FC}"/>
              </a:ext>
            </a:extLst>
          </p:cNvPr>
          <p:cNvGraphicFramePr>
            <a:graphicFrameLocks noChangeAspect="1"/>
          </p:cNvGraphicFramePr>
          <p:nvPr>
            <p:extLst>
              <p:ext uri="{D42A27DB-BD31-4B8C-83A1-F6EECF244321}">
                <p14:modId xmlns:p14="http://schemas.microsoft.com/office/powerpoint/2010/main" val="1950571467"/>
              </p:ext>
            </p:extLst>
          </p:nvPr>
        </p:nvGraphicFramePr>
        <p:xfrm>
          <a:off x="3522663" y="2962275"/>
          <a:ext cx="1704975" cy="736600"/>
        </p:xfrm>
        <a:graphic>
          <a:graphicData uri="http://schemas.openxmlformats.org/presentationml/2006/ole">
            <mc:AlternateContent xmlns:mc="http://schemas.openxmlformats.org/markup-compatibility/2006">
              <mc:Choice xmlns:v="urn:schemas-microsoft-com:vml" Requires="v">
                <p:oleObj name="Equation" r:id="rId2" imgW="1409400" imgH="609480" progId="Equation.DSMT4">
                  <p:embed/>
                </p:oleObj>
              </mc:Choice>
              <mc:Fallback>
                <p:oleObj name="Equation" r:id="rId2" imgW="1409400" imgH="609480" progId="Equation.DSMT4">
                  <p:embed/>
                  <p:pic>
                    <p:nvPicPr>
                      <p:cNvPr id="0" name=""/>
                      <p:cNvPicPr/>
                      <p:nvPr/>
                    </p:nvPicPr>
                    <p:blipFill>
                      <a:blip r:embed="rId3"/>
                      <a:stretch>
                        <a:fillRect/>
                      </a:stretch>
                    </p:blipFill>
                    <p:spPr>
                      <a:xfrm>
                        <a:off x="3522663" y="2962275"/>
                        <a:ext cx="1704975" cy="736600"/>
                      </a:xfrm>
                      <a:prstGeom prst="rect">
                        <a:avLst/>
                      </a:prstGeom>
                    </p:spPr>
                  </p:pic>
                </p:oleObj>
              </mc:Fallback>
            </mc:AlternateContent>
          </a:graphicData>
        </a:graphic>
      </p:graphicFrame>
      <p:sp>
        <p:nvSpPr>
          <p:cNvPr id="17" name="Content Placeholder 16">
            <a:extLst>
              <a:ext uri="{FF2B5EF4-FFF2-40B4-BE49-F238E27FC236}">
                <a16:creationId xmlns:a16="http://schemas.microsoft.com/office/drawing/2014/main" id="{A9D2C124-8E9D-41C1-BEDA-419FFD7641B4}"/>
              </a:ext>
            </a:extLst>
          </p:cNvPr>
          <p:cNvSpPr>
            <a:spLocks noGrp="1"/>
          </p:cNvSpPr>
          <p:nvPr>
            <p:ph sz="quarter" idx="15"/>
          </p:nvPr>
        </p:nvSpPr>
        <p:spPr>
          <a:xfrm>
            <a:off x="342899" y="3872529"/>
            <a:ext cx="8063682" cy="1568608"/>
          </a:xfrm>
        </p:spPr>
        <p:txBody>
          <a:bodyPr tIns="0"/>
          <a:lstStyle/>
          <a:p>
            <a:pPr marL="292608" indent="-292608">
              <a:buFont typeface="Arial" panose="020B0604020202020204" pitchFamily="34" charset="0"/>
              <a:buChar char="•"/>
            </a:pPr>
            <a:r>
              <a:rPr lang="en-US" dirty="0"/>
              <a:t>For example, if a racehorse has 4 to 1 odds </a:t>
            </a:r>
            <a:r>
              <a:rPr lang="en-US" i="1" dirty="0"/>
              <a:t>against </a:t>
            </a:r>
            <a:r>
              <a:rPr lang="en-US" dirty="0"/>
              <a:t>winning, this is equivalent to saying that the odds-makers assign the horse a 20 percent chance of winning:</a:t>
            </a:r>
          </a:p>
        </p:txBody>
      </p:sp>
      <p:graphicFrame>
        <p:nvGraphicFramePr>
          <p:cNvPr id="7" name="Object 6">
            <a:extLst>
              <a:ext uri="{FF2B5EF4-FFF2-40B4-BE49-F238E27FC236}">
                <a16:creationId xmlns:a16="http://schemas.microsoft.com/office/drawing/2014/main" id="{BA567DA2-7C4F-460D-A2CE-DCFD0B47B4E5}"/>
              </a:ext>
            </a:extLst>
          </p:cNvPr>
          <p:cNvGraphicFramePr>
            <a:graphicFrameLocks noChangeAspect="1"/>
          </p:cNvGraphicFramePr>
          <p:nvPr>
            <p:extLst>
              <p:ext uri="{D42A27DB-BD31-4B8C-83A1-F6EECF244321}">
                <p14:modId xmlns:p14="http://schemas.microsoft.com/office/powerpoint/2010/main" val="3697288442"/>
              </p:ext>
            </p:extLst>
          </p:nvPr>
        </p:nvGraphicFramePr>
        <p:xfrm>
          <a:off x="2066925" y="5602288"/>
          <a:ext cx="4719638" cy="671512"/>
        </p:xfrm>
        <a:graphic>
          <a:graphicData uri="http://schemas.openxmlformats.org/presentationml/2006/ole">
            <mc:AlternateContent xmlns:mc="http://schemas.openxmlformats.org/markup-compatibility/2006">
              <mc:Choice xmlns:v="urn:schemas-microsoft-com:vml" Requires="v">
                <p:oleObj name="Equation" r:id="rId4" imgW="4292280" imgH="609480" progId="Equation.DSMT4">
                  <p:embed/>
                </p:oleObj>
              </mc:Choice>
              <mc:Fallback>
                <p:oleObj name="Equation" r:id="rId4" imgW="4292280" imgH="609480" progId="Equation.DSMT4">
                  <p:embed/>
                  <p:pic>
                    <p:nvPicPr>
                      <p:cNvPr id="0" name=""/>
                      <p:cNvPicPr/>
                      <p:nvPr/>
                    </p:nvPicPr>
                    <p:blipFill>
                      <a:blip r:embed="rId5"/>
                      <a:stretch>
                        <a:fillRect/>
                      </a:stretch>
                    </p:blipFill>
                    <p:spPr>
                      <a:xfrm>
                        <a:off x="2066925" y="5602288"/>
                        <a:ext cx="4719638" cy="671512"/>
                      </a:xfrm>
                      <a:prstGeom prst="rect">
                        <a:avLst/>
                      </a:prstGeom>
                    </p:spPr>
                  </p:pic>
                </p:oleObj>
              </mc:Fallback>
            </mc:AlternateContent>
          </a:graphicData>
        </a:graphic>
      </p:graphicFrame>
      <p:sp>
        <p:nvSpPr>
          <p:cNvPr id="11" name="Slide Number Placeholder 10">
            <a:extLst>
              <a:ext uri="{FF2B5EF4-FFF2-40B4-BE49-F238E27FC236}">
                <a16:creationId xmlns:a16="http://schemas.microsoft.com/office/drawing/2014/main" id="{CAB2EC91-82EF-4873-B3E3-17C46C50C1F2}"/>
              </a:ext>
            </a:extLst>
          </p:cNvPr>
          <p:cNvSpPr>
            <a:spLocks noGrp="1"/>
          </p:cNvSpPr>
          <p:nvPr>
            <p:ph type="sldNum" sz="quarter" idx="10"/>
          </p:nvPr>
        </p:nvSpPr>
        <p:spPr/>
        <p:txBody>
          <a:bodyPr/>
          <a:lstStyle/>
          <a:p>
            <a:fld id="{68151E55-6873-49E2-B8D5-2F265E6F1973}" type="slidenum">
              <a:rPr lang="en-US" smtClean="0"/>
              <a:t>32</a:t>
            </a:fld>
            <a:endParaRPr lang="en-US" dirty="0"/>
          </a:p>
        </p:txBody>
      </p:sp>
    </p:spTree>
    <p:extLst>
      <p:ext uri="{BB962C8B-B14F-4D97-AF65-F5344CB8AC3E}">
        <p14:creationId xmlns:p14="http://schemas.microsoft.com/office/powerpoint/2010/main" val="29805525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B45374ED-5CC1-4694-9C54-F44E9FCB9E4F}"/>
              </a:ext>
            </a:extLst>
          </p:cNvPr>
          <p:cNvSpPr>
            <a:spLocks noGrp="1"/>
          </p:cNvSpPr>
          <p:nvPr>
            <p:ph type="title"/>
          </p:nvPr>
        </p:nvSpPr>
        <p:spPr>
          <a:xfrm>
            <a:off x="342900" y="192490"/>
            <a:ext cx="7192108" cy="903231"/>
          </a:xfrm>
        </p:spPr>
        <p:txBody>
          <a:bodyPr>
            <a:normAutofit/>
          </a:bodyPr>
          <a:lstStyle/>
          <a:p>
            <a:r>
              <a:rPr lang="en-US" sz="3600" dirty="0"/>
              <a:t>Independent Events</a:t>
            </a:r>
          </a:p>
        </p:txBody>
      </p:sp>
      <p:sp>
        <p:nvSpPr>
          <p:cNvPr id="13" name="Content Placeholder 12">
            <a:extLst>
              <a:ext uri="{FF2B5EF4-FFF2-40B4-BE49-F238E27FC236}">
                <a16:creationId xmlns:a16="http://schemas.microsoft.com/office/drawing/2014/main" id="{54F381F7-596D-4595-84D2-A02A77D1D514}"/>
              </a:ext>
            </a:extLst>
          </p:cNvPr>
          <p:cNvSpPr>
            <a:spLocks noGrp="1"/>
          </p:cNvSpPr>
          <p:nvPr>
            <p:ph sz="quarter" idx="11"/>
          </p:nvPr>
        </p:nvSpPr>
        <p:spPr>
          <a:xfrm>
            <a:off x="8626412" y="77914"/>
            <a:ext cx="371901" cy="1132382"/>
          </a:xfrm>
        </p:spPr>
        <p:txBody>
          <a:bodyPr vert="vert" rIns="0"/>
          <a:lstStyle/>
          <a:p>
            <a:r>
              <a:rPr lang="en-US" b="1" dirty="0"/>
              <a:t>L</a:t>
            </a:r>
            <a:r>
              <a:rPr lang="en-US" sz="100" b="1" dirty="0"/>
              <a:t> </a:t>
            </a:r>
            <a:r>
              <a:rPr lang="en-US" b="1" dirty="0"/>
              <a:t>O 5.5</a:t>
            </a:r>
            <a:endParaRPr lang="en-IN" b="1" dirty="0"/>
          </a:p>
        </p:txBody>
      </p:sp>
      <p:sp>
        <p:nvSpPr>
          <p:cNvPr id="28" name="Content Placeholder 27">
            <a:extLst>
              <a:ext uri="{FF2B5EF4-FFF2-40B4-BE49-F238E27FC236}">
                <a16:creationId xmlns:a16="http://schemas.microsoft.com/office/drawing/2014/main" id="{2E8D9159-434B-4FC2-8624-34E575501401}"/>
              </a:ext>
            </a:extLst>
          </p:cNvPr>
          <p:cNvSpPr>
            <a:spLocks noGrp="1"/>
          </p:cNvSpPr>
          <p:nvPr>
            <p:ph sz="quarter" idx="14"/>
          </p:nvPr>
        </p:nvSpPr>
        <p:spPr>
          <a:xfrm>
            <a:off x="342900" y="1226697"/>
            <a:ext cx="1011115" cy="464118"/>
          </a:xfrm>
        </p:spPr>
        <p:txBody>
          <a:bodyPr/>
          <a:lstStyle/>
          <a:p>
            <a:r>
              <a:rPr lang="en-US" dirty="0"/>
              <a:t>When</a:t>
            </a:r>
            <a:endParaRPr lang="en-IN" dirty="0"/>
          </a:p>
        </p:txBody>
      </p:sp>
      <p:graphicFrame>
        <p:nvGraphicFramePr>
          <p:cNvPr id="53" name="Object 52">
            <a:extLst>
              <a:ext uri="{FF2B5EF4-FFF2-40B4-BE49-F238E27FC236}">
                <a16:creationId xmlns:a16="http://schemas.microsoft.com/office/drawing/2014/main" id="{C15B02D6-022E-41B3-BE15-F8C3C6EF0B0B}"/>
              </a:ext>
            </a:extLst>
          </p:cNvPr>
          <p:cNvGraphicFramePr>
            <a:graphicFrameLocks noChangeAspect="1"/>
          </p:cNvGraphicFramePr>
          <p:nvPr>
            <p:extLst>
              <p:ext uri="{D42A27DB-BD31-4B8C-83A1-F6EECF244321}">
                <p14:modId xmlns:p14="http://schemas.microsoft.com/office/powerpoint/2010/main" val="109324307"/>
              </p:ext>
            </p:extLst>
          </p:nvPr>
        </p:nvGraphicFramePr>
        <p:xfrm>
          <a:off x="1337371" y="1289063"/>
          <a:ext cx="639957" cy="408483"/>
        </p:xfrm>
        <a:graphic>
          <a:graphicData uri="http://schemas.openxmlformats.org/presentationml/2006/ole">
            <mc:AlternateContent xmlns:mc="http://schemas.openxmlformats.org/markup-compatibility/2006">
              <mc:Choice xmlns:v="urn:schemas-microsoft-com:vml" Requires="v">
                <p:oleObj name="Equation" r:id="rId2" imgW="596880" imgH="380880" progId="Equation.DSMT4">
                  <p:embed/>
                </p:oleObj>
              </mc:Choice>
              <mc:Fallback>
                <p:oleObj name="Equation" r:id="rId2" imgW="596880" imgH="380880" progId="Equation.DSMT4">
                  <p:embed/>
                  <p:pic>
                    <p:nvPicPr>
                      <p:cNvPr id="0" name=""/>
                      <p:cNvPicPr/>
                      <p:nvPr/>
                    </p:nvPicPr>
                    <p:blipFill>
                      <a:blip r:embed="rId3"/>
                      <a:stretch>
                        <a:fillRect/>
                      </a:stretch>
                    </p:blipFill>
                    <p:spPr>
                      <a:xfrm>
                        <a:off x="1337371" y="1289063"/>
                        <a:ext cx="639957" cy="408483"/>
                      </a:xfrm>
                      <a:prstGeom prst="rect">
                        <a:avLst/>
                      </a:prstGeom>
                    </p:spPr>
                  </p:pic>
                </p:oleObj>
              </mc:Fallback>
            </mc:AlternateContent>
          </a:graphicData>
        </a:graphic>
      </p:graphicFrame>
      <p:sp>
        <p:nvSpPr>
          <p:cNvPr id="29" name="Content Placeholder 28">
            <a:extLst>
              <a:ext uri="{FF2B5EF4-FFF2-40B4-BE49-F238E27FC236}">
                <a16:creationId xmlns:a16="http://schemas.microsoft.com/office/drawing/2014/main" id="{62547509-6206-4264-8E39-96BC5F66FBD9}"/>
              </a:ext>
            </a:extLst>
          </p:cNvPr>
          <p:cNvSpPr>
            <a:spLocks noGrp="1"/>
          </p:cNvSpPr>
          <p:nvPr>
            <p:ph sz="quarter" idx="15"/>
          </p:nvPr>
        </p:nvSpPr>
        <p:spPr>
          <a:xfrm>
            <a:off x="1960684" y="1235095"/>
            <a:ext cx="1760411" cy="481250"/>
          </a:xfrm>
        </p:spPr>
        <p:txBody>
          <a:bodyPr/>
          <a:lstStyle/>
          <a:p>
            <a:r>
              <a:rPr lang="en-US" dirty="0"/>
              <a:t>differs from</a:t>
            </a:r>
          </a:p>
        </p:txBody>
      </p:sp>
      <p:graphicFrame>
        <p:nvGraphicFramePr>
          <p:cNvPr id="54" name="Object 53">
            <a:extLst>
              <a:ext uri="{FF2B5EF4-FFF2-40B4-BE49-F238E27FC236}">
                <a16:creationId xmlns:a16="http://schemas.microsoft.com/office/drawing/2014/main" id="{1671166F-0CA5-4076-A018-6475D5431D9E}"/>
              </a:ext>
            </a:extLst>
          </p:cNvPr>
          <p:cNvGraphicFramePr>
            <a:graphicFrameLocks noChangeAspect="1"/>
          </p:cNvGraphicFramePr>
          <p:nvPr>
            <p:extLst>
              <p:ext uri="{D42A27DB-BD31-4B8C-83A1-F6EECF244321}">
                <p14:modId xmlns:p14="http://schemas.microsoft.com/office/powerpoint/2010/main" val="2283590367"/>
              </p:ext>
            </p:extLst>
          </p:nvPr>
        </p:nvGraphicFramePr>
        <p:xfrm>
          <a:off x="3649635" y="1325630"/>
          <a:ext cx="1270707" cy="371916"/>
        </p:xfrm>
        <a:graphic>
          <a:graphicData uri="http://schemas.openxmlformats.org/presentationml/2006/ole">
            <mc:AlternateContent xmlns:mc="http://schemas.openxmlformats.org/markup-compatibility/2006">
              <mc:Choice xmlns:v="urn:schemas-microsoft-com:vml" Requires="v">
                <p:oleObj name="Equation" r:id="rId4" imgW="1041120" imgH="304560" progId="Equation.DSMT4">
                  <p:embed/>
                </p:oleObj>
              </mc:Choice>
              <mc:Fallback>
                <p:oleObj name="Equation" r:id="rId4" imgW="1041120" imgH="304560" progId="Equation.DSMT4">
                  <p:embed/>
                  <p:pic>
                    <p:nvPicPr>
                      <p:cNvPr id="0" name=""/>
                      <p:cNvPicPr/>
                      <p:nvPr/>
                    </p:nvPicPr>
                    <p:blipFill>
                      <a:blip r:embed="rId5"/>
                      <a:stretch>
                        <a:fillRect/>
                      </a:stretch>
                    </p:blipFill>
                    <p:spPr>
                      <a:xfrm>
                        <a:off x="3649635" y="1325630"/>
                        <a:ext cx="1270707" cy="371916"/>
                      </a:xfrm>
                      <a:prstGeom prst="rect">
                        <a:avLst/>
                      </a:prstGeom>
                    </p:spPr>
                  </p:pic>
                </p:oleObj>
              </mc:Fallback>
            </mc:AlternateContent>
          </a:graphicData>
        </a:graphic>
      </p:graphicFrame>
      <p:sp>
        <p:nvSpPr>
          <p:cNvPr id="30" name="Content Placeholder 29">
            <a:extLst>
              <a:ext uri="{FF2B5EF4-FFF2-40B4-BE49-F238E27FC236}">
                <a16:creationId xmlns:a16="http://schemas.microsoft.com/office/drawing/2014/main" id="{BD0847CF-B1F5-417C-9523-629D76726647}"/>
              </a:ext>
            </a:extLst>
          </p:cNvPr>
          <p:cNvSpPr>
            <a:spLocks noGrp="1"/>
          </p:cNvSpPr>
          <p:nvPr>
            <p:ph sz="quarter" idx="16"/>
          </p:nvPr>
        </p:nvSpPr>
        <p:spPr>
          <a:xfrm>
            <a:off x="4883226" y="1244017"/>
            <a:ext cx="3841805" cy="499410"/>
          </a:xfrm>
        </p:spPr>
        <p:txBody>
          <a:bodyPr/>
          <a:lstStyle/>
          <a:p>
            <a:r>
              <a:rPr lang="en-US" dirty="0"/>
              <a:t>the events are </a:t>
            </a:r>
            <a:r>
              <a:rPr lang="en-US" b="1" dirty="0"/>
              <a:t>dependent</a:t>
            </a:r>
            <a:r>
              <a:rPr lang="en-US" dirty="0"/>
              <a:t>.</a:t>
            </a:r>
          </a:p>
        </p:txBody>
      </p:sp>
      <p:sp>
        <p:nvSpPr>
          <p:cNvPr id="32" name="Content Placeholder 31">
            <a:extLst>
              <a:ext uri="{FF2B5EF4-FFF2-40B4-BE49-F238E27FC236}">
                <a16:creationId xmlns:a16="http://schemas.microsoft.com/office/drawing/2014/main" id="{D9421E45-6F51-4AC9-85DB-2AE0038BD2F2}"/>
              </a:ext>
            </a:extLst>
          </p:cNvPr>
          <p:cNvSpPr>
            <a:spLocks noGrp="1"/>
          </p:cNvSpPr>
          <p:nvPr>
            <p:ph sz="quarter" idx="18"/>
          </p:nvPr>
        </p:nvSpPr>
        <p:spPr>
          <a:xfrm>
            <a:off x="342900" y="1787998"/>
            <a:ext cx="8283512" cy="2827964"/>
          </a:xfrm>
        </p:spPr>
        <p:txBody>
          <a:bodyPr/>
          <a:lstStyle/>
          <a:p>
            <a:r>
              <a:rPr lang="en-US" dirty="0"/>
              <a:t>When knowing that event </a:t>
            </a:r>
            <a:r>
              <a:rPr lang="en-US" i="1" dirty="0"/>
              <a:t>B </a:t>
            </a:r>
            <a:r>
              <a:rPr lang="en-US" dirty="0"/>
              <a:t>has occurred does </a:t>
            </a:r>
            <a:r>
              <a:rPr lang="en-US" i="1" dirty="0"/>
              <a:t>not </a:t>
            </a:r>
            <a:r>
              <a:rPr lang="en-US" dirty="0"/>
              <a:t>affect the probability that event </a:t>
            </a:r>
            <a:r>
              <a:rPr lang="en-US" i="1" dirty="0"/>
              <a:t>A </a:t>
            </a:r>
            <a:r>
              <a:rPr lang="en-US" dirty="0"/>
              <a:t>will occur, then events </a:t>
            </a:r>
            <a:r>
              <a:rPr lang="en-US" i="1" dirty="0"/>
              <a:t>A </a:t>
            </a:r>
            <a:r>
              <a:rPr lang="en-US" dirty="0"/>
              <a:t>and </a:t>
            </a:r>
            <a:r>
              <a:rPr lang="en-US" i="1" dirty="0"/>
              <a:t>B </a:t>
            </a:r>
            <a:r>
              <a:rPr lang="en-US" dirty="0"/>
              <a:t>are </a:t>
            </a:r>
            <a:r>
              <a:rPr lang="en-US" b="1" dirty="0"/>
              <a:t>independent</a:t>
            </a:r>
            <a:r>
              <a:rPr lang="en-US" dirty="0"/>
              <a:t>.</a:t>
            </a:r>
          </a:p>
          <a:p>
            <a:pPr lvl="1"/>
            <a:r>
              <a:rPr lang="en-US" dirty="0"/>
              <a:t>If text messaging among high school students is </a:t>
            </a:r>
            <a:r>
              <a:rPr lang="en-US" i="1" dirty="0"/>
              <a:t>independent </a:t>
            </a:r>
            <a:r>
              <a:rPr lang="en-US" dirty="0"/>
              <a:t>of gender, this means that knowing whether a student is a male or female does not </a:t>
            </a:r>
            <a:r>
              <a:rPr lang="en-US" i="1" dirty="0"/>
              <a:t>change </a:t>
            </a:r>
            <a:r>
              <a:rPr lang="en-US" dirty="0"/>
              <a:t>the probability that the student uses text messaging.</a:t>
            </a:r>
          </a:p>
        </p:txBody>
      </p:sp>
      <p:sp>
        <p:nvSpPr>
          <p:cNvPr id="33" name="Content Placeholder 32">
            <a:extLst>
              <a:ext uri="{FF2B5EF4-FFF2-40B4-BE49-F238E27FC236}">
                <a16:creationId xmlns:a16="http://schemas.microsoft.com/office/drawing/2014/main" id="{C92BE7C1-8814-47F8-AFDA-DFC5BE205159}"/>
              </a:ext>
            </a:extLst>
          </p:cNvPr>
          <p:cNvSpPr>
            <a:spLocks noGrp="1"/>
          </p:cNvSpPr>
          <p:nvPr>
            <p:ph sz="quarter" idx="19"/>
          </p:nvPr>
        </p:nvSpPr>
        <p:spPr>
          <a:xfrm>
            <a:off x="342899" y="4785144"/>
            <a:ext cx="3306735" cy="464118"/>
          </a:xfrm>
        </p:spPr>
        <p:txBody>
          <a:bodyPr/>
          <a:lstStyle/>
          <a:p>
            <a:r>
              <a:rPr lang="en-US" b="1" dirty="0"/>
              <a:t>Independent Events:</a:t>
            </a:r>
          </a:p>
        </p:txBody>
      </p:sp>
      <p:sp>
        <p:nvSpPr>
          <p:cNvPr id="34" name="Content Placeholder 33">
            <a:extLst>
              <a:ext uri="{FF2B5EF4-FFF2-40B4-BE49-F238E27FC236}">
                <a16:creationId xmlns:a16="http://schemas.microsoft.com/office/drawing/2014/main" id="{0707B294-33D8-4DC1-B3DC-5FEC97756EE3}"/>
              </a:ext>
            </a:extLst>
          </p:cNvPr>
          <p:cNvSpPr>
            <a:spLocks noGrp="1"/>
          </p:cNvSpPr>
          <p:nvPr>
            <p:ph sz="quarter" idx="20"/>
          </p:nvPr>
        </p:nvSpPr>
        <p:spPr>
          <a:xfrm>
            <a:off x="342899" y="5418445"/>
            <a:ext cx="835271" cy="380888"/>
          </a:xfrm>
        </p:spPr>
        <p:txBody>
          <a:bodyPr/>
          <a:lstStyle/>
          <a:p>
            <a:r>
              <a:rPr lang="en-US" sz="2000" b="1" dirty="0"/>
              <a:t>(5.11)</a:t>
            </a:r>
          </a:p>
        </p:txBody>
      </p:sp>
      <p:sp>
        <p:nvSpPr>
          <p:cNvPr id="35" name="Content Placeholder 34">
            <a:extLst>
              <a:ext uri="{FF2B5EF4-FFF2-40B4-BE49-F238E27FC236}">
                <a16:creationId xmlns:a16="http://schemas.microsoft.com/office/drawing/2014/main" id="{97797946-484C-4293-8A54-225126D2D464}"/>
              </a:ext>
            </a:extLst>
          </p:cNvPr>
          <p:cNvSpPr>
            <a:spLocks noGrp="1"/>
          </p:cNvSpPr>
          <p:nvPr>
            <p:ph sz="quarter" idx="21"/>
          </p:nvPr>
        </p:nvSpPr>
        <p:spPr>
          <a:xfrm>
            <a:off x="1134927" y="5425175"/>
            <a:ext cx="5466632" cy="416629"/>
          </a:xfrm>
        </p:spPr>
        <p:txBody>
          <a:bodyPr/>
          <a:lstStyle/>
          <a:p>
            <a:r>
              <a:rPr lang="en-US" sz="2000" dirty="0"/>
              <a:t>Event </a:t>
            </a:r>
            <a:r>
              <a:rPr lang="en-US" sz="2000" i="1" dirty="0"/>
              <a:t>A</a:t>
            </a:r>
            <a:r>
              <a:rPr lang="en-US" sz="2000" dirty="0"/>
              <a:t> is independent of event </a:t>
            </a:r>
            <a:r>
              <a:rPr lang="en-US" sz="2000" i="1" dirty="0"/>
              <a:t>B</a:t>
            </a:r>
            <a:r>
              <a:rPr lang="en-US" sz="2000" dirty="0"/>
              <a:t> if and only if</a:t>
            </a:r>
          </a:p>
        </p:txBody>
      </p:sp>
      <p:graphicFrame>
        <p:nvGraphicFramePr>
          <p:cNvPr id="56" name="Object 55">
            <a:extLst>
              <a:ext uri="{FF2B5EF4-FFF2-40B4-BE49-F238E27FC236}">
                <a16:creationId xmlns:a16="http://schemas.microsoft.com/office/drawing/2014/main" id="{1D36CE2D-E82A-46B6-BCA0-9C35718653B1}"/>
              </a:ext>
            </a:extLst>
          </p:cNvPr>
          <p:cNvGraphicFramePr>
            <a:graphicFrameLocks noChangeAspect="1"/>
          </p:cNvGraphicFramePr>
          <p:nvPr>
            <p:extLst>
              <p:ext uri="{D42A27DB-BD31-4B8C-83A1-F6EECF244321}">
                <p14:modId xmlns:p14="http://schemas.microsoft.com/office/powerpoint/2010/main" val="2050100471"/>
              </p:ext>
            </p:extLst>
          </p:nvPr>
        </p:nvGraphicFramePr>
        <p:xfrm>
          <a:off x="6601559" y="5494532"/>
          <a:ext cx="1866900" cy="304800"/>
        </p:xfrm>
        <a:graphic>
          <a:graphicData uri="http://schemas.openxmlformats.org/presentationml/2006/ole">
            <mc:AlternateContent xmlns:mc="http://schemas.openxmlformats.org/markup-compatibility/2006">
              <mc:Choice xmlns:v="urn:schemas-microsoft-com:vml" Requires="v">
                <p:oleObj name="Equation" r:id="rId6" imgW="1866600" imgH="304560" progId="Equation.DSMT4">
                  <p:embed/>
                </p:oleObj>
              </mc:Choice>
              <mc:Fallback>
                <p:oleObj name="Equation" r:id="rId6" imgW="1866600" imgH="304560" progId="Equation.DSMT4">
                  <p:embed/>
                  <p:pic>
                    <p:nvPicPr>
                      <p:cNvPr id="0" name=""/>
                      <p:cNvPicPr/>
                      <p:nvPr/>
                    </p:nvPicPr>
                    <p:blipFill>
                      <a:blip r:embed="rId7"/>
                      <a:stretch>
                        <a:fillRect/>
                      </a:stretch>
                    </p:blipFill>
                    <p:spPr>
                      <a:xfrm>
                        <a:off x="6601559" y="5494532"/>
                        <a:ext cx="1866900" cy="304800"/>
                      </a:xfrm>
                      <a:prstGeom prst="rect">
                        <a:avLst/>
                      </a:prstGeom>
                    </p:spPr>
                  </p:pic>
                </p:oleObj>
              </mc:Fallback>
            </mc:AlternateContent>
          </a:graphicData>
        </a:graphic>
      </p:graphicFrame>
      <p:sp>
        <p:nvSpPr>
          <p:cNvPr id="11" name="Slide Number Placeholder 10">
            <a:extLst>
              <a:ext uri="{FF2B5EF4-FFF2-40B4-BE49-F238E27FC236}">
                <a16:creationId xmlns:a16="http://schemas.microsoft.com/office/drawing/2014/main" id="{CAB2EC91-82EF-4873-B3E3-17C46C50C1F2}"/>
              </a:ext>
            </a:extLst>
          </p:cNvPr>
          <p:cNvSpPr>
            <a:spLocks noGrp="1"/>
          </p:cNvSpPr>
          <p:nvPr>
            <p:ph type="sldNum" sz="quarter" idx="10"/>
          </p:nvPr>
        </p:nvSpPr>
        <p:spPr/>
        <p:txBody>
          <a:bodyPr/>
          <a:lstStyle/>
          <a:p>
            <a:fld id="{68151E55-6873-49E2-B8D5-2F265E6F1973}" type="slidenum">
              <a:rPr lang="en-US" smtClean="0"/>
              <a:t>33</a:t>
            </a:fld>
            <a:endParaRPr lang="en-US" dirty="0"/>
          </a:p>
        </p:txBody>
      </p:sp>
    </p:spTree>
    <p:extLst>
      <p:ext uri="{BB962C8B-B14F-4D97-AF65-F5344CB8AC3E}">
        <p14:creationId xmlns:p14="http://schemas.microsoft.com/office/powerpoint/2010/main" val="6565297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B45374ED-5CC1-4694-9C54-F44E9FCB9E4F}"/>
              </a:ext>
            </a:extLst>
          </p:cNvPr>
          <p:cNvSpPr>
            <a:spLocks noGrp="1"/>
          </p:cNvSpPr>
          <p:nvPr>
            <p:ph type="title"/>
          </p:nvPr>
        </p:nvSpPr>
        <p:spPr>
          <a:xfrm>
            <a:off x="342900" y="192490"/>
            <a:ext cx="8080131" cy="903231"/>
          </a:xfrm>
        </p:spPr>
        <p:txBody>
          <a:bodyPr>
            <a:normAutofit/>
          </a:bodyPr>
          <a:lstStyle/>
          <a:p>
            <a:r>
              <a:rPr lang="en-US" sz="3600" dirty="0"/>
              <a:t>Special Law of Multiplication </a:t>
            </a:r>
            <a:r>
              <a:rPr lang="en-US" sz="1000" b="0" dirty="0"/>
              <a:t>1</a:t>
            </a:r>
          </a:p>
        </p:txBody>
      </p:sp>
      <p:sp>
        <p:nvSpPr>
          <p:cNvPr id="13" name="Content Placeholder 12">
            <a:extLst>
              <a:ext uri="{FF2B5EF4-FFF2-40B4-BE49-F238E27FC236}">
                <a16:creationId xmlns:a16="http://schemas.microsoft.com/office/drawing/2014/main" id="{54F381F7-596D-4595-84D2-A02A77D1D514}"/>
              </a:ext>
            </a:extLst>
          </p:cNvPr>
          <p:cNvSpPr>
            <a:spLocks noGrp="1"/>
          </p:cNvSpPr>
          <p:nvPr>
            <p:ph sz="quarter" idx="11"/>
          </p:nvPr>
        </p:nvSpPr>
        <p:spPr>
          <a:xfrm>
            <a:off x="8525052" y="106906"/>
            <a:ext cx="451032" cy="1068699"/>
          </a:xfrm>
        </p:spPr>
        <p:txBody>
          <a:bodyPr vert="vert" rIns="0"/>
          <a:lstStyle/>
          <a:p>
            <a:r>
              <a:rPr lang="en-US" b="1" dirty="0"/>
              <a:t>L</a:t>
            </a:r>
            <a:r>
              <a:rPr lang="en-US" sz="100" b="1" dirty="0"/>
              <a:t> </a:t>
            </a:r>
            <a:r>
              <a:rPr lang="en-US" b="1" dirty="0"/>
              <a:t>O 5.5</a:t>
            </a:r>
            <a:endParaRPr lang="en-IN" b="1" dirty="0"/>
          </a:p>
        </p:txBody>
      </p:sp>
      <p:sp>
        <p:nvSpPr>
          <p:cNvPr id="16" name="Content Placeholder 15">
            <a:extLst>
              <a:ext uri="{FF2B5EF4-FFF2-40B4-BE49-F238E27FC236}">
                <a16:creationId xmlns:a16="http://schemas.microsoft.com/office/drawing/2014/main" id="{690B2578-4F4E-4704-A5A0-8E1D80730372}"/>
              </a:ext>
            </a:extLst>
          </p:cNvPr>
          <p:cNvSpPr>
            <a:spLocks noGrp="1"/>
          </p:cNvSpPr>
          <p:nvPr>
            <p:ph sz="quarter" idx="14"/>
          </p:nvPr>
        </p:nvSpPr>
        <p:spPr>
          <a:xfrm>
            <a:off x="342900" y="1340171"/>
            <a:ext cx="8182152" cy="1379461"/>
          </a:xfrm>
        </p:spPr>
        <p:txBody>
          <a:bodyPr/>
          <a:lstStyle/>
          <a:p>
            <a:pPr marL="292608" indent="-292608">
              <a:buFont typeface="Arial" panose="020B0604020202020204" pitchFamily="34" charset="0"/>
              <a:buChar char="•"/>
            </a:pPr>
            <a:r>
              <a:rPr lang="en-US" sz="2200" dirty="0"/>
              <a:t>If </a:t>
            </a:r>
            <a:r>
              <a:rPr lang="en-US" sz="2200" i="1" dirty="0"/>
              <a:t>A </a:t>
            </a:r>
            <a:r>
              <a:rPr lang="en-US" sz="2200" dirty="0"/>
              <a:t>and </a:t>
            </a:r>
            <a:r>
              <a:rPr lang="en-US" sz="2200" i="1" dirty="0"/>
              <a:t>B </a:t>
            </a:r>
            <a:r>
              <a:rPr lang="en-US" sz="2200" dirty="0"/>
              <a:t>are independent events, we can simplify the general law of multiplication to show that the joint probability of events </a:t>
            </a:r>
            <a:r>
              <a:rPr lang="en-US" sz="2200" i="1" dirty="0"/>
              <a:t>A </a:t>
            </a:r>
            <a:r>
              <a:rPr lang="en-US" sz="2200" dirty="0"/>
              <a:t>and </a:t>
            </a:r>
            <a:r>
              <a:rPr lang="en-US" sz="2200" i="1" dirty="0"/>
              <a:t>B </a:t>
            </a:r>
            <a:r>
              <a:rPr lang="en-US" sz="2200" dirty="0"/>
              <a:t>is the product of their individual probabilities. Recall the general law of multiplication:</a:t>
            </a:r>
          </a:p>
        </p:txBody>
      </p:sp>
      <p:graphicFrame>
        <p:nvGraphicFramePr>
          <p:cNvPr id="2" name="Object 1">
            <a:extLst>
              <a:ext uri="{FF2B5EF4-FFF2-40B4-BE49-F238E27FC236}">
                <a16:creationId xmlns:a16="http://schemas.microsoft.com/office/drawing/2014/main" id="{293E4E42-2D11-44A5-9265-0E94FB435888}"/>
              </a:ext>
            </a:extLst>
          </p:cNvPr>
          <p:cNvGraphicFramePr>
            <a:graphicFrameLocks noChangeAspect="1"/>
          </p:cNvGraphicFramePr>
          <p:nvPr>
            <p:extLst>
              <p:ext uri="{D42A27DB-BD31-4B8C-83A1-F6EECF244321}">
                <p14:modId xmlns:p14="http://schemas.microsoft.com/office/powerpoint/2010/main" val="4165115810"/>
              </p:ext>
            </p:extLst>
          </p:nvPr>
        </p:nvGraphicFramePr>
        <p:xfrm>
          <a:off x="2692826" y="2900942"/>
          <a:ext cx="3130550" cy="334963"/>
        </p:xfrm>
        <a:graphic>
          <a:graphicData uri="http://schemas.openxmlformats.org/presentationml/2006/ole">
            <mc:AlternateContent xmlns:mc="http://schemas.openxmlformats.org/markup-compatibility/2006">
              <mc:Choice xmlns:v="urn:schemas-microsoft-com:vml" Requires="v">
                <p:oleObj name="Equation" r:id="rId2" imgW="2844720" imgH="304560" progId="Equation.DSMT4">
                  <p:embed/>
                </p:oleObj>
              </mc:Choice>
              <mc:Fallback>
                <p:oleObj name="Equation" r:id="rId2" imgW="2844720" imgH="304560" progId="Equation.DSMT4">
                  <p:embed/>
                  <p:pic>
                    <p:nvPicPr>
                      <p:cNvPr id="0" name=""/>
                      <p:cNvPicPr/>
                      <p:nvPr/>
                    </p:nvPicPr>
                    <p:blipFill>
                      <a:blip r:embed="rId3"/>
                      <a:stretch>
                        <a:fillRect/>
                      </a:stretch>
                    </p:blipFill>
                    <p:spPr>
                      <a:xfrm>
                        <a:off x="2692826" y="2900942"/>
                        <a:ext cx="3130550" cy="334963"/>
                      </a:xfrm>
                      <a:prstGeom prst="rect">
                        <a:avLst/>
                      </a:prstGeom>
                    </p:spPr>
                  </p:pic>
                </p:oleObj>
              </mc:Fallback>
            </mc:AlternateContent>
          </a:graphicData>
        </a:graphic>
      </p:graphicFrame>
      <p:sp>
        <p:nvSpPr>
          <p:cNvPr id="17" name="Content Placeholder 16">
            <a:extLst>
              <a:ext uri="{FF2B5EF4-FFF2-40B4-BE49-F238E27FC236}">
                <a16:creationId xmlns:a16="http://schemas.microsoft.com/office/drawing/2014/main" id="{A9D2C124-8E9D-41C1-BEDA-419FFD7641B4}"/>
              </a:ext>
            </a:extLst>
          </p:cNvPr>
          <p:cNvSpPr>
            <a:spLocks noGrp="1"/>
          </p:cNvSpPr>
          <p:nvPr>
            <p:ph sz="quarter" idx="15"/>
          </p:nvPr>
        </p:nvSpPr>
        <p:spPr>
          <a:xfrm>
            <a:off x="342900" y="3369750"/>
            <a:ext cx="6849635" cy="443696"/>
          </a:xfrm>
        </p:spPr>
        <p:txBody>
          <a:bodyPr tIns="0"/>
          <a:lstStyle/>
          <a:p>
            <a:pPr marL="292608" indent="-292608">
              <a:buFont typeface="Arial" panose="020B0604020202020204" pitchFamily="34" charset="0"/>
              <a:buChar char="•"/>
            </a:pPr>
            <a:r>
              <a:rPr lang="en-IN" sz="2200" dirty="0"/>
              <a:t>If </a:t>
            </a:r>
            <a:r>
              <a:rPr lang="en-IN" sz="2200" i="1" dirty="0"/>
              <a:t>A</a:t>
            </a:r>
            <a:r>
              <a:rPr lang="en-IN" sz="2200" dirty="0"/>
              <a:t> and </a:t>
            </a:r>
            <a:r>
              <a:rPr lang="en-IN" sz="2200" i="1" dirty="0"/>
              <a:t>B</a:t>
            </a:r>
            <a:r>
              <a:rPr lang="en-IN" sz="2200" dirty="0"/>
              <a:t> are independent, then we can substitute</a:t>
            </a:r>
            <a:endParaRPr lang="en-US" sz="2200" dirty="0"/>
          </a:p>
        </p:txBody>
      </p:sp>
      <p:graphicFrame>
        <p:nvGraphicFramePr>
          <p:cNvPr id="3" name="Object 2">
            <a:extLst>
              <a:ext uri="{FF2B5EF4-FFF2-40B4-BE49-F238E27FC236}">
                <a16:creationId xmlns:a16="http://schemas.microsoft.com/office/drawing/2014/main" id="{465C8C58-8F23-4DED-96F0-45E5DA960FFA}"/>
              </a:ext>
            </a:extLst>
          </p:cNvPr>
          <p:cNvGraphicFramePr>
            <a:graphicFrameLocks noChangeAspect="1"/>
          </p:cNvGraphicFramePr>
          <p:nvPr>
            <p:extLst>
              <p:ext uri="{D42A27DB-BD31-4B8C-83A1-F6EECF244321}">
                <p14:modId xmlns:p14="http://schemas.microsoft.com/office/powerpoint/2010/main" val="560334491"/>
              </p:ext>
            </p:extLst>
          </p:nvPr>
        </p:nvGraphicFramePr>
        <p:xfrm>
          <a:off x="7108337" y="3418790"/>
          <a:ext cx="696913" cy="334962"/>
        </p:xfrm>
        <a:graphic>
          <a:graphicData uri="http://schemas.openxmlformats.org/presentationml/2006/ole">
            <mc:AlternateContent xmlns:mc="http://schemas.openxmlformats.org/markup-compatibility/2006">
              <mc:Choice xmlns:v="urn:schemas-microsoft-com:vml" Requires="v">
                <p:oleObj name="Equation" r:id="rId4" imgW="634680" imgH="304560" progId="Equation.DSMT4">
                  <p:embed/>
                </p:oleObj>
              </mc:Choice>
              <mc:Fallback>
                <p:oleObj name="Equation" r:id="rId4" imgW="634680" imgH="304560" progId="Equation.DSMT4">
                  <p:embed/>
                  <p:pic>
                    <p:nvPicPr>
                      <p:cNvPr id="0" name=""/>
                      <p:cNvPicPr/>
                      <p:nvPr/>
                    </p:nvPicPr>
                    <p:blipFill>
                      <a:blip r:embed="rId5"/>
                      <a:stretch>
                        <a:fillRect/>
                      </a:stretch>
                    </p:blipFill>
                    <p:spPr>
                      <a:xfrm>
                        <a:off x="7108337" y="3418790"/>
                        <a:ext cx="696913" cy="334962"/>
                      </a:xfrm>
                      <a:prstGeom prst="rect">
                        <a:avLst/>
                      </a:prstGeom>
                    </p:spPr>
                  </p:pic>
                </p:oleObj>
              </mc:Fallback>
            </mc:AlternateContent>
          </a:graphicData>
        </a:graphic>
      </p:graphicFrame>
      <p:sp>
        <p:nvSpPr>
          <p:cNvPr id="18" name="Content Placeholder 17">
            <a:extLst>
              <a:ext uri="{FF2B5EF4-FFF2-40B4-BE49-F238E27FC236}">
                <a16:creationId xmlns:a16="http://schemas.microsoft.com/office/drawing/2014/main" id="{B19BABEE-396F-41CE-B232-B98482744C38}"/>
              </a:ext>
            </a:extLst>
          </p:cNvPr>
          <p:cNvSpPr>
            <a:spLocks noGrp="1"/>
          </p:cNvSpPr>
          <p:nvPr>
            <p:ph sz="quarter" idx="16"/>
          </p:nvPr>
        </p:nvSpPr>
        <p:spPr>
          <a:xfrm>
            <a:off x="342900" y="3813446"/>
            <a:ext cx="958362" cy="399418"/>
          </a:xfrm>
        </p:spPr>
        <p:txBody>
          <a:bodyPr lIns="0" tIns="0" rIns="0"/>
          <a:lstStyle/>
          <a:p>
            <a:pPr marL="404813"/>
            <a:r>
              <a:rPr lang="en-IN" sz="2200" dirty="0"/>
              <a:t>for</a:t>
            </a:r>
          </a:p>
        </p:txBody>
      </p:sp>
      <p:graphicFrame>
        <p:nvGraphicFramePr>
          <p:cNvPr id="4" name="Object 3">
            <a:extLst>
              <a:ext uri="{FF2B5EF4-FFF2-40B4-BE49-F238E27FC236}">
                <a16:creationId xmlns:a16="http://schemas.microsoft.com/office/drawing/2014/main" id="{1FD28AA3-AC6C-4636-B57C-DAA92D962E2F}"/>
              </a:ext>
            </a:extLst>
          </p:cNvPr>
          <p:cNvGraphicFramePr>
            <a:graphicFrameLocks noChangeAspect="1"/>
          </p:cNvGraphicFramePr>
          <p:nvPr>
            <p:extLst>
              <p:ext uri="{D42A27DB-BD31-4B8C-83A1-F6EECF244321}">
                <p14:modId xmlns:p14="http://schemas.microsoft.com/office/powerpoint/2010/main" val="1444514841"/>
              </p:ext>
            </p:extLst>
          </p:nvPr>
        </p:nvGraphicFramePr>
        <p:xfrm>
          <a:off x="1189404" y="3844880"/>
          <a:ext cx="1076325" cy="336550"/>
        </p:xfrm>
        <a:graphic>
          <a:graphicData uri="http://schemas.openxmlformats.org/presentationml/2006/ole">
            <mc:AlternateContent xmlns:mc="http://schemas.openxmlformats.org/markup-compatibility/2006">
              <mc:Choice xmlns:v="urn:schemas-microsoft-com:vml" Requires="v">
                <p:oleObj name="Equation" r:id="rId6" imgW="977760" imgH="304560" progId="Equation.DSMT4">
                  <p:embed/>
                </p:oleObj>
              </mc:Choice>
              <mc:Fallback>
                <p:oleObj name="Equation" r:id="rId6" imgW="977760" imgH="304560" progId="Equation.DSMT4">
                  <p:embed/>
                  <p:pic>
                    <p:nvPicPr>
                      <p:cNvPr id="0" name=""/>
                      <p:cNvPicPr/>
                      <p:nvPr/>
                    </p:nvPicPr>
                    <p:blipFill>
                      <a:blip r:embed="rId7"/>
                      <a:stretch>
                        <a:fillRect/>
                      </a:stretch>
                    </p:blipFill>
                    <p:spPr>
                      <a:xfrm>
                        <a:off x="1189404" y="3844880"/>
                        <a:ext cx="1076325" cy="336550"/>
                      </a:xfrm>
                      <a:prstGeom prst="rect">
                        <a:avLst/>
                      </a:prstGeom>
                    </p:spPr>
                  </p:pic>
                </p:oleObj>
              </mc:Fallback>
            </mc:AlternateContent>
          </a:graphicData>
        </a:graphic>
      </p:graphicFrame>
      <p:sp>
        <p:nvSpPr>
          <p:cNvPr id="19" name="Content Placeholder 18">
            <a:extLst>
              <a:ext uri="{FF2B5EF4-FFF2-40B4-BE49-F238E27FC236}">
                <a16:creationId xmlns:a16="http://schemas.microsoft.com/office/drawing/2014/main" id="{E38AB1F1-7729-4A52-AA58-0ADABC4226A1}"/>
              </a:ext>
            </a:extLst>
          </p:cNvPr>
          <p:cNvSpPr>
            <a:spLocks noGrp="1"/>
          </p:cNvSpPr>
          <p:nvPr>
            <p:ph sz="quarter" idx="17"/>
          </p:nvPr>
        </p:nvSpPr>
        <p:spPr>
          <a:xfrm>
            <a:off x="2317097" y="3803911"/>
            <a:ext cx="6592239" cy="408953"/>
          </a:xfrm>
        </p:spPr>
        <p:txBody>
          <a:bodyPr lIns="0" tIns="0" rIns="0" bIns="0"/>
          <a:lstStyle/>
          <a:p>
            <a:r>
              <a:rPr lang="en-US" sz="2200" dirty="0"/>
              <a:t>The result is shown in formula 5.12, the </a:t>
            </a:r>
            <a:r>
              <a:rPr lang="en-US" sz="2200" b="1" dirty="0"/>
              <a:t>special law</a:t>
            </a:r>
            <a:endParaRPr lang="en-US" sz="2200" dirty="0"/>
          </a:p>
        </p:txBody>
      </p:sp>
      <p:sp>
        <p:nvSpPr>
          <p:cNvPr id="20" name="Content Placeholder 19">
            <a:extLst>
              <a:ext uri="{FF2B5EF4-FFF2-40B4-BE49-F238E27FC236}">
                <a16:creationId xmlns:a16="http://schemas.microsoft.com/office/drawing/2014/main" id="{6071B467-44EE-4A0A-8B7A-C9CD51AC77D4}"/>
              </a:ext>
            </a:extLst>
          </p:cNvPr>
          <p:cNvSpPr>
            <a:spLocks noGrp="1"/>
          </p:cNvSpPr>
          <p:nvPr>
            <p:ph sz="quarter" idx="18"/>
          </p:nvPr>
        </p:nvSpPr>
        <p:spPr>
          <a:xfrm>
            <a:off x="342900" y="4249464"/>
            <a:ext cx="3915201" cy="397561"/>
          </a:xfrm>
        </p:spPr>
        <p:txBody>
          <a:bodyPr lIns="91440" tIns="0" rIns="0"/>
          <a:lstStyle/>
          <a:p>
            <a:pPr marL="292608"/>
            <a:r>
              <a:rPr lang="en-US" sz="2200" b="1" dirty="0"/>
              <a:t>of multiplication</a:t>
            </a:r>
            <a:r>
              <a:rPr lang="en-US" sz="2200" dirty="0"/>
              <a:t>.</a:t>
            </a:r>
          </a:p>
        </p:txBody>
      </p:sp>
      <p:sp>
        <p:nvSpPr>
          <p:cNvPr id="21" name="Content Placeholder 20">
            <a:extLst>
              <a:ext uri="{FF2B5EF4-FFF2-40B4-BE49-F238E27FC236}">
                <a16:creationId xmlns:a16="http://schemas.microsoft.com/office/drawing/2014/main" id="{65EF8A4C-4768-4BDF-86EE-80284371CB61}"/>
              </a:ext>
            </a:extLst>
          </p:cNvPr>
          <p:cNvSpPr>
            <a:spLocks noGrp="1"/>
          </p:cNvSpPr>
          <p:nvPr>
            <p:ph sz="quarter" idx="19"/>
          </p:nvPr>
        </p:nvSpPr>
        <p:spPr>
          <a:xfrm>
            <a:off x="337007" y="4735461"/>
            <a:ext cx="5962039" cy="903231"/>
          </a:xfrm>
        </p:spPr>
        <p:txBody>
          <a:bodyPr tIns="0"/>
          <a:lstStyle/>
          <a:p>
            <a:r>
              <a:rPr lang="en-US" sz="2200" b="1" dirty="0"/>
              <a:t>Special Law of Multiplication:</a:t>
            </a:r>
          </a:p>
          <a:p>
            <a:r>
              <a:rPr lang="en-IN" sz="2200" dirty="0"/>
              <a:t>If events </a:t>
            </a:r>
            <a:r>
              <a:rPr lang="en-IN" sz="2200" i="1" dirty="0"/>
              <a:t>A</a:t>
            </a:r>
            <a:r>
              <a:rPr lang="en-IN" sz="2200" dirty="0"/>
              <a:t> and </a:t>
            </a:r>
            <a:r>
              <a:rPr lang="en-IN" sz="2200" i="1" dirty="0"/>
              <a:t>B</a:t>
            </a:r>
            <a:r>
              <a:rPr lang="en-IN" sz="2200" dirty="0"/>
              <a:t> are independent, then:</a:t>
            </a:r>
          </a:p>
        </p:txBody>
      </p:sp>
      <p:graphicFrame>
        <p:nvGraphicFramePr>
          <p:cNvPr id="5" name="Object 4">
            <a:extLst>
              <a:ext uri="{FF2B5EF4-FFF2-40B4-BE49-F238E27FC236}">
                <a16:creationId xmlns:a16="http://schemas.microsoft.com/office/drawing/2014/main" id="{C7F0D02A-62AB-4D0B-BCF2-16B219BE1B03}"/>
              </a:ext>
            </a:extLst>
          </p:cNvPr>
          <p:cNvGraphicFramePr>
            <a:graphicFrameLocks noChangeAspect="1"/>
          </p:cNvGraphicFramePr>
          <p:nvPr>
            <p:extLst>
              <p:ext uri="{D42A27DB-BD31-4B8C-83A1-F6EECF244321}">
                <p14:modId xmlns:p14="http://schemas.microsoft.com/office/powerpoint/2010/main" val="2645566935"/>
              </p:ext>
            </p:extLst>
          </p:nvPr>
        </p:nvGraphicFramePr>
        <p:xfrm>
          <a:off x="3308350" y="5942013"/>
          <a:ext cx="2527300" cy="304800"/>
        </p:xfrm>
        <a:graphic>
          <a:graphicData uri="http://schemas.openxmlformats.org/presentationml/2006/ole">
            <mc:AlternateContent xmlns:mc="http://schemas.openxmlformats.org/markup-compatibility/2006">
              <mc:Choice xmlns:v="urn:schemas-microsoft-com:vml" Requires="v">
                <p:oleObj name="Equation" r:id="rId8" imgW="2527200" imgH="304560" progId="Equation.DSMT4">
                  <p:embed/>
                </p:oleObj>
              </mc:Choice>
              <mc:Fallback>
                <p:oleObj name="Equation" r:id="rId8" imgW="2527200" imgH="304560" progId="Equation.DSMT4">
                  <p:embed/>
                  <p:pic>
                    <p:nvPicPr>
                      <p:cNvPr id="0" name=""/>
                      <p:cNvPicPr/>
                      <p:nvPr/>
                    </p:nvPicPr>
                    <p:blipFill>
                      <a:blip r:embed="rId9"/>
                      <a:stretch>
                        <a:fillRect/>
                      </a:stretch>
                    </p:blipFill>
                    <p:spPr>
                      <a:xfrm>
                        <a:off x="3308350" y="5942013"/>
                        <a:ext cx="2527300" cy="304800"/>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EA2D5CFE-2677-474A-ABEF-C7A0020C3EF2}"/>
              </a:ext>
            </a:extLst>
          </p:cNvPr>
          <p:cNvSpPr>
            <a:spLocks noGrp="1"/>
          </p:cNvSpPr>
          <p:nvPr>
            <p:ph sz="quarter" idx="20"/>
          </p:nvPr>
        </p:nvSpPr>
        <p:spPr>
          <a:xfrm>
            <a:off x="6176353" y="5893704"/>
            <a:ext cx="866286" cy="401417"/>
          </a:xfrm>
        </p:spPr>
        <p:txBody>
          <a:bodyPr/>
          <a:lstStyle/>
          <a:p>
            <a:r>
              <a:rPr lang="en-US" sz="2000" b="1" dirty="0"/>
              <a:t>(5.12)</a:t>
            </a:r>
          </a:p>
        </p:txBody>
      </p:sp>
      <p:sp>
        <p:nvSpPr>
          <p:cNvPr id="11" name="Slide Number Placeholder 10">
            <a:extLst>
              <a:ext uri="{FF2B5EF4-FFF2-40B4-BE49-F238E27FC236}">
                <a16:creationId xmlns:a16="http://schemas.microsoft.com/office/drawing/2014/main" id="{CAB2EC91-82EF-4873-B3E3-17C46C50C1F2}"/>
              </a:ext>
            </a:extLst>
          </p:cNvPr>
          <p:cNvSpPr>
            <a:spLocks noGrp="1"/>
          </p:cNvSpPr>
          <p:nvPr>
            <p:ph type="sldNum" sz="quarter" idx="10"/>
          </p:nvPr>
        </p:nvSpPr>
        <p:spPr/>
        <p:txBody>
          <a:bodyPr/>
          <a:lstStyle/>
          <a:p>
            <a:fld id="{68151E55-6873-49E2-B8D5-2F265E6F1973}" type="slidenum">
              <a:rPr lang="en-US" smtClean="0"/>
              <a:t>34</a:t>
            </a:fld>
            <a:endParaRPr lang="en-US" dirty="0"/>
          </a:p>
        </p:txBody>
      </p:sp>
    </p:spTree>
    <p:extLst>
      <p:ext uri="{BB962C8B-B14F-4D97-AF65-F5344CB8AC3E}">
        <p14:creationId xmlns:p14="http://schemas.microsoft.com/office/powerpoint/2010/main" val="18669133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B45374ED-5CC1-4694-9C54-F44E9FCB9E4F}"/>
              </a:ext>
            </a:extLst>
          </p:cNvPr>
          <p:cNvSpPr>
            <a:spLocks noGrp="1"/>
          </p:cNvSpPr>
          <p:nvPr>
            <p:ph type="title"/>
          </p:nvPr>
        </p:nvSpPr>
        <p:spPr>
          <a:xfrm>
            <a:off x="342900" y="192490"/>
            <a:ext cx="8019435" cy="903231"/>
          </a:xfrm>
        </p:spPr>
        <p:txBody>
          <a:bodyPr>
            <a:normAutofit/>
          </a:bodyPr>
          <a:lstStyle/>
          <a:p>
            <a:r>
              <a:rPr lang="en-US" sz="3600" dirty="0"/>
              <a:t>Special Law of Multiplication </a:t>
            </a:r>
            <a:r>
              <a:rPr lang="en-US" sz="1000" b="0" dirty="0"/>
              <a:t>2</a:t>
            </a:r>
          </a:p>
        </p:txBody>
      </p:sp>
      <p:sp>
        <p:nvSpPr>
          <p:cNvPr id="13" name="Content Placeholder 12">
            <a:extLst>
              <a:ext uri="{FF2B5EF4-FFF2-40B4-BE49-F238E27FC236}">
                <a16:creationId xmlns:a16="http://schemas.microsoft.com/office/drawing/2014/main" id="{54F381F7-596D-4595-84D2-A02A77D1D514}"/>
              </a:ext>
            </a:extLst>
          </p:cNvPr>
          <p:cNvSpPr>
            <a:spLocks noGrp="1"/>
          </p:cNvSpPr>
          <p:nvPr>
            <p:ph sz="quarter" idx="11"/>
          </p:nvPr>
        </p:nvSpPr>
        <p:spPr>
          <a:xfrm>
            <a:off x="8672051" y="52593"/>
            <a:ext cx="427703" cy="1260013"/>
          </a:xfrm>
        </p:spPr>
        <p:txBody>
          <a:bodyPr vert="vert" rIns="0"/>
          <a:lstStyle/>
          <a:p>
            <a:r>
              <a:rPr lang="en-US" b="1" dirty="0"/>
              <a:t>L</a:t>
            </a:r>
            <a:r>
              <a:rPr lang="en-US" sz="100" b="1" dirty="0"/>
              <a:t> </a:t>
            </a:r>
            <a:r>
              <a:rPr lang="en-US" b="1" dirty="0"/>
              <a:t>O 5.5</a:t>
            </a:r>
            <a:endParaRPr lang="en-IN" b="1" dirty="0"/>
          </a:p>
        </p:txBody>
      </p:sp>
      <p:sp>
        <p:nvSpPr>
          <p:cNvPr id="16" name="Content Placeholder 15">
            <a:extLst>
              <a:ext uri="{FF2B5EF4-FFF2-40B4-BE49-F238E27FC236}">
                <a16:creationId xmlns:a16="http://schemas.microsoft.com/office/drawing/2014/main" id="{690B2578-4F4E-4704-A5A0-8E1D80730372}"/>
              </a:ext>
            </a:extLst>
          </p:cNvPr>
          <p:cNvSpPr>
            <a:spLocks noGrp="1"/>
          </p:cNvSpPr>
          <p:nvPr>
            <p:ph sz="quarter" idx="14"/>
          </p:nvPr>
        </p:nvSpPr>
        <p:spPr>
          <a:xfrm>
            <a:off x="342899" y="1268362"/>
            <a:ext cx="8063681" cy="1961535"/>
          </a:xfrm>
        </p:spPr>
        <p:txBody>
          <a:bodyPr/>
          <a:lstStyle/>
          <a:p>
            <a:r>
              <a:rPr lang="en-IN" sz="2000" dirty="0"/>
              <a:t>Based on past data, the probability that a customer at a certain Noodles &amp; Company restaurant will order a dessert (event </a:t>
            </a:r>
            <a:r>
              <a:rPr lang="en-IN" sz="2000" i="1" dirty="0"/>
              <a:t>D</a:t>
            </a:r>
            <a:r>
              <a:rPr lang="en-IN" sz="2000" dirty="0"/>
              <a:t>) with the meal is .08. The probability that a customer will order a bottled beverage (event </a:t>
            </a:r>
            <a:r>
              <a:rPr lang="en-IN" sz="2000" i="1" dirty="0"/>
              <a:t>B</a:t>
            </a:r>
            <a:r>
              <a:rPr lang="en-IN" sz="2000" dirty="0"/>
              <a:t>) is .14. The joint probability that a customer will order both a dessert </a:t>
            </a:r>
            <a:r>
              <a:rPr lang="en-IN" sz="2000" i="1" dirty="0"/>
              <a:t>and </a:t>
            </a:r>
            <a:r>
              <a:rPr lang="en-IN" sz="2000" dirty="0"/>
              <a:t>a bottled beverage is .0112. Is ordering a dessert independent of ordering a bottled beverage?</a:t>
            </a:r>
          </a:p>
        </p:txBody>
      </p:sp>
      <p:graphicFrame>
        <p:nvGraphicFramePr>
          <p:cNvPr id="2" name="Object 1">
            <a:extLst>
              <a:ext uri="{FF2B5EF4-FFF2-40B4-BE49-F238E27FC236}">
                <a16:creationId xmlns:a16="http://schemas.microsoft.com/office/drawing/2014/main" id="{004ADBBD-2A54-49F9-9881-8EB06D5F52A3}"/>
              </a:ext>
            </a:extLst>
          </p:cNvPr>
          <p:cNvGraphicFramePr>
            <a:graphicFrameLocks noChangeAspect="1"/>
          </p:cNvGraphicFramePr>
          <p:nvPr>
            <p:extLst>
              <p:ext uri="{D42A27DB-BD31-4B8C-83A1-F6EECF244321}">
                <p14:modId xmlns:p14="http://schemas.microsoft.com/office/powerpoint/2010/main" val="2236949208"/>
              </p:ext>
            </p:extLst>
          </p:nvPr>
        </p:nvGraphicFramePr>
        <p:xfrm>
          <a:off x="2238798" y="3509532"/>
          <a:ext cx="1206500" cy="304800"/>
        </p:xfrm>
        <a:graphic>
          <a:graphicData uri="http://schemas.openxmlformats.org/presentationml/2006/ole">
            <mc:AlternateContent xmlns:mc="http://schemas.openxmlformats.org/markup-compatibility/2006">
              <mc:Choice xmlns:v="urn:schemas-microsoft-com:vml" Requires="v">
                <p:oleObj name="Equation" r:id="rId2" imgW="1206360" imgH="304560" progId="Equation.DSMT4">
                  <p:embed/>
                </p:oleObj>
              </mc:Choice>
              <mc:Fallback>
                <p:oleObj name="Equation" r:id="rId2" imgW="1206360" imgH="304560" progId="Equation.DSMT4">
                  <p:embed/>
                  <p:pic>
                    <p:nvPicPr>
                      <p:cNvPr id="0" name=""/>
                      <p:cNvPicPr/>
                      <p:nvPr/>
                    </p:nvPicPr>
                    <p:blipFill>
                      <a:blip r:embed="rId3"/>
                      <a:stretch>
                        <a:fillRect/>
                      </a:stretch>
                    </p:blipFill>
                    <p:spPr>
                      <a:xfrm>
                        <a:off x="2238798" y="3509532"/>
                        <a:ext cx="1206500" cy="304800"/>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C385685A-430F-4832-A6FE-C35BA26C1EC3}"/>
              </a:ext>
            </a:extLst>
          </p:cNvPr>
          <p:cNvGraphicFramePr>
            <a:graphicFrameLocks noChangeAspect="1"/>
          </p:cNvGraphicFramePr>
          <p:nvPr>
            <p:extLst>
              <p:ext uri="{D42A27DB-BD31-4B8C-83A1-F6EECF244321}">
                <p14:modId xmlns:p14="http://schemas.microsoft.com/office/powerpoint/2010/main" val="3389351376"/>
              </p:ext>
            </p:extLst>
          </p:nvPr>
        </p:nvGraphicFramePr>
        <p:xfrm>
          <a:off x="3593802" y="3517592"/>
          <a:ext cx="1181100" cy="304800"/>
        </p:xfrm>
        <a:graphic>
          <a:graphicData uri="http://schemas.openxmlformats.org/presentationml/2006/ole">
            <mc:AlternateContent xmlns:mc="http://schemas.openxmlformats.org/markup-compatibility/2006">
              <mc:Choice xmlns:v="urn:schemas-microsoft-com:vml" Requires="v">
                <p:oleObj name="Equation" r:id="rId4" imgW="1180800" imgH="304560" progId="Equation.DSMT4">
                  <p:embed/>
                </p:oleObj>
              </mc:Choice>
              <mc:Fallback>
                <p:oleObj name="Equation" r:id="rId4" imgW="1180800" imgH="304560" progId="Equation.DSMT4">
                  <p:embed/>
                  <p:pic>
                    <p:nvPicPr>
                      <p:cNvPr id="0" name=""/>
                      <p:cNvPicPr/>
                      <p:nvPr/>
                    </p:nvPicPr>
                    <p:blipFill>
                      <a:blip r:embed="rId5"/>
                      <a:stretch>
                        <a:fillRect/>
                      </a:stretch>
                    </p:blipFill>
                    <p:spPr>
                      <a:xfrm>
                        <a:off x="3593802" y="3517592"/>
                        <a:ext cx="1181100" cy="3048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D5AC7079-4AEC-4823-A085-04192B20D1AC}"/>
              </a:ext>
            </a:extLst>
          </p:cNvPr>
          <p:cNvGraphicFramePr>
            <a:graphicFrameLocks noChangeAspect="1"/>
          </p:cNvGraphicFramePr>
          <p:nvPr>
            <p:extLst>
              <p:ext uri="{D42A27DB-BD31-4B8C-83A1-F6EECF244321}">
                <p14:modId xmlns:p14="http://schemas.microsoft.com/office/powerpoint/2010/main" val="2200119578"/>
              </p:ext>
            </p:extLst>
          </p:nvPr>
        </p:nvGraphicFramePr>
        <p:xfrm>
          <a:off x="4918604" y="3517592"/>
          <a:ext cx="2054225" cy="333375"/>
        </p:xfrm>
        <a:graphic>
          <a:graphicData uri="http://schemas.openxmlformats.org/presentationml/2006/ole">
            <mc:AlternateContent xmlns:mc="http://schemas.openxmlformats.org/markup-compatibility/2006">
              <mc:Choice xmlns:v="urn:schemas-microsoft-com:vml" Requires="v">
                <p:oleObj name="Equation" r:id="rId6" imgW="1879560" imgH="304560" progId="Equation.DSMT4">
                  <p:embed/>
                </p:oleObj>
              </mc:Choice>
              <mc:Fallback>
                <p:oleObj name="Equation" r:id="rId6" imgW="1879560" imgH="304560" progId="Equation.DSMT4">
                  <p:embed/>
                  <p:pic>
                    <p:nvPicPr>
                      <p:cNvPr id="0" name=""/>
                      <p:cNvPicPr/>
                      <p:nvPr/>
                    </p:nvPicPr>
                    <p:blipFill>
                      <a:blip r:embed="rId7"/>
                      <a:stretch>
                        <a:fillRect/>
                      </a:stretch>
                    </p:blipFill>
                    <p:spPr>
                      <a:xfrm>
                        <a:off x="4918604" y="3517592"/>
                        <a:ext cx="2054225" cy="333375"/>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E44D2270-A9D3-4F61-BBBD-970CD0F78FB0}"/>
              </a:ext>
            </a:extLst>
          </p:cNvPr>
          <p:cNvGraphicFramePr>
            <a:graphicFrameLocks noChangeAspect="1"/>
          </p:cNvGraphicFramePr>
          <p:nvPr>
            <p:extLst>
              <p:ext uri="{D42A27DB-BD31-4B8C-83A1-F6EECF244321}">
                <p14:modId xmlns:p14="http://schemas.microsoft.com/office/powerpoint/2010/main" val="540604965"/>
              </p:ext>
            </p:extLst>
          </p:nvPr>
        </p:nvGraphicFramePr>
        <p:xfrm>
          <a:off x="2159000" y="3976688"/>
          <a:ext cx="4795838" cy="315912"/>
        </p:xfrm>
        <a:graphic>
          <a:graphicData uri="http://schemas.openxmlformats.org/presentationml/2006/ole">
            <mc:AlternateContent xmlns:mc="http://schemas.openxmlformats.org/markup-compatibility/2006">
              <mc:Choice xmlns:v="urn:schemas-microsoft-com:vml" Requires="v">
                <p:oleObj name="Equation" r:id="rId8" imgW="4609800" imgH="304560" progId="Equation.DSMT4">
                  <p:embed/>
                </p:oleObj>
              </mc:Choice>
              <mc:Fallback>
                <p:oleObj name="Equation" r:id="rId8" imgW="4609800" imgH="304560" progId="Equation.DSMT4">
                  <p:embed/>
                  <p:pic>
                    <p:nvPicPr>
                      <p:cNvPr id="0" name=""/>
                      <p:cNvPicPr/>
                      <p:nvPr/>
                    </p:nvPicPr>
                    <p:blipFill>
                      <a:blip r:embed="rId9"/>
                      <a:stretch>
                        <a:fillRect/>
                      </a:stretch>
                    </p:blipFill>
                    <p:spPr>
                      <a:xfrm>
                        <a:off x="2159000" y="3976688"/>
                        <a:ext cx="4795838" cy="315912"/>
                      </a:xfrm>
                      <a:prstGeom prst="rect">
                        <a:avLst/>
                      </a:prstGeom>
                    </p:spPr>
                  </p:pic>
                </p:oleObj>
              </mc:Fallback>
            </mc:AlternateContent>
          </a:graphicData>
        </a:graphic>
      </p:graphicFrame>
      <p:sp>
        <p:nvSpPr>
          <p:cNvPr id="17" name="Content Placeholder 16">
            <a:extLst>
              <a:ext uri="{FF2B5EF4-FFF2-40B4-BE49-F238E27FC236}">
                <a16:creationId xmlns:a16="http://schemas.microsoft.com/office/drawing/2014/main" id="{A9D2C124-8E9D-41C1-BEDA-419FFD7641B4}"/>
              </a:ext>
            </a:extLst>
          </p:cNvPr>
          <p:cNvSpPr>
            <a:spLocks noGrp="1"/>
          </p:cNvSpPr>
          <p:nvPr>
            <p:ph sz="quarter" idx="15"/>
          </p:nvPr>
        </p:nvSpPr>
        <p:spPr>
          <a:xfrm>
            <a:off x="342901" y="4493770"/>
            <a:ext cx="1574390" cy="343701"/>
          </a:xfrm>
        </p:spPr>
        <p:txBody>
          <a:bodyPr tIns="0"/>
          <a:lstStyle/>
          <a:p>
            <a:r>
              <a:rPr lang="en-US" sz="2000" dirty="0"/>
              <a:t>We see that</a:t>
            </a:r>
          </a:p>
        </p:txBody>
      </p:sp>
      <p:graphicFrame>
        <p:nvGraphicFramePr>
          <p:cNvPr id="8" name="Object 7">
            <a:extLst>
              <a:ext uri="{FF2B5EF4-FFF2-40B4-BE49-F238E27FC236}">
                <a16:creationId xmlns:a16="http://schemas.microsoft.com/office/drawing/2014/main" id="{9ADA264E-7109-41C0-9F54-F6111CFB0945}"/>
              </a:ext>
            </a:extLst>
          </p:cNvPr>
          <p:cNvGraphicFramePr>
            <a:graphicFrameLocks noChangeAspect="1"/>
          </p:cNvGraphicFramePr>
          <p:nvPr>
            <p:extLst>
              <p:ext uri="{D42A27DB-BD31-4B8C-83A1-F6EECF244321}">
                <p14:modId xmlns:p14="http://schemas.microsoft.com/office/powerpoint/2010/main" val="3090841914"/>
              </p:ext>
            </p:extLst>
          </p:nvPr>
        </p:nvGraphicFramePr>
        <p:xfrm>
          <a:off x="1939925" y="4525963"/>
          <a:ext cx="2833688" cy="306387"/>
        </p:xfrm>
        <a:graphic>
          <a:graphicData uri="http://schemas.openxmlformats.org/presentationml/2006/ole">
            <mc:AlternateContent xmlns:mc="http://schemas.openxmlformats.org/markup-compatibility/2006">
              <mc:Choice xmlns:v="urn:schemas-microsoft-com:vml" Requires="v">
                <p:oleObj name="Equation" r:id="rId10" imgW="2806560" imgH="304560" progId="Equation.DSMT4">
                  <p:embed/>
                </p:oleObj>
              </mc:Choice>
              <mc:Fallback>
                <p:oleObj name="Equation" r:id="rId10" imgW="2806560" imgH="304560" progId="Equation.DSMT4">
                  <p:embed/>
                  <p:pic>
                    <p:nvPicPr>
                      <p:cNvPr id="0" name=""/>
                      <p:cNvPicPr/>
                      <p:nvPr/>
                    </p:nvPicPr>
                    <p:blipFill>
                      <a:blip r:embed="rId11"/>
                      <a:stretch>
                        <a:fillRect/>
                      </a:stretch>
                    </p:blipFill>
                    <p:spPr>
                      <a:xfrm>
                        <a:off x="1939925" y="4525963"/>
                        <a:ext cx="2833688" cy="306387"/>
                      </a:xfrm>
                      <a:prstGeom prst="rect">
                        <a:avLst/>
                      </a:prstGeom>
                    </p:spPr>
                  </p:pic>
                </p:oleObj>
              </mc:Fallback>
            </mc:AlternateContent>
          </a:graphicData>
        </a:graphic>
      </p:graphicFrame>
      <p:sp>
        <p:nvSpPr>
          <p:cNvPr id="18" name="Content Placeholder 17">
            <a:extLst>
              <a:ext uri="{FF2B5EF4-FFF2-40B4-BE49-F238E27FC236}">
                <a16:creationId xmlns:a16="http://schemas.microsoft.com/office/drawing/2014/main" id="{B19BABEE-396F-41CE-B232-B98482744C38}"/>
              </a:ext>
            </a:extLst>
          </p:cNvPr>
          <p:cNvSpPr>
            <a:spLocks noGrp="1"/>
          </p:cNvSpPr>
          <p:nvPr>
            <p:ph sz="quarter" idx="16"/>
          </p:nvPr>
        </p:nvSpPr>
        <p:spPr>
          <a:xfrm>
            <a:off x="4918604" y="4495298"/>
            <a:ext cx="3288448" cy="327426"/>
          </a:xfrm>
        </p:spPr>
        <p:txBody>
          <a:bodyPr lIns="0" tIns="0" rIns="0"/>
          <a:lstStyle/>
          <a:p>
            <a:r>
              <a:rPr lang="en-IN" sz="2000" dirty="0"/>
              <a:t>so </a:t>
            </a:r>
            <a:r>
              <a:rPr lang="en-IN" sz="2000" i="1" dirty="0"/>
              <a:t>D</a:t>
            </a:r>
            <a:r>
              <a:rPr lang="en-IN" sz="2000" dirty="0"/>
              <a:t> and </a:t>
            </a:r>
            <a:r>
              <a:rPr lang="en-IN" sz="2000" i="1" dirty="0"/>
              <a:t>B</a:t>
            </a:r>
            <a:r>
              <a:rPr lang="en-IN" sz="2000" dirty="0"/>
              <a:t> are independent</a:t>
            </a:r>
          </a:p>
        </p:txBody>
      </p:sp>
      <p:sp>
        <p:nvSpPr>
          <p:cNvPr id="19" name="Content Placeholder 18">
            <a:extLst>
              <a:ext uri="{FF2B5EF4-FFF2-40B4-BE49-F238E27FC236}">
                <a16:creationId xmlns:a16="http://schemas.microsoft.com/office/drawing/2014/main" id="{E38AB1F1-7729-4A52-AA58-0ADABC4226A1}"/>
              </a:ext>
            </a:extLst>
          </p:cNvPr>
          <p:cNvSpPr>
            <a:spLocks noGrp="1"/>
          </p:cNvSpPr>
          <p:nvPr>
            <p:ph sz="quarter" idx="17"/>
          </p:nvPr>
        </p:nvSpPr>
        <p:spPr>
          <a:xfrm>
            <a:off x="342899" y="4897006"/>
            <a:ext cx="8122675" cy="1267819"/>
          </a:xfrm>
        </p:spPr>
        <p:txBody>
          <a:bodyPr lIns="91440" tIns="0" rIns="0" bIns="0"/>
          <a:lstStyle/>
          <a:p>
            <a:r>
              <a:rPr lang="en-IN" sz="2000" dirty="0"/>
              <a:t>of each other. If we know that a customer has ordered a bottled beverage, does this information change the probability that the customer will also order a dessert? No, because the events are independent.</a:t>
            </a:r>
          </a:p>
        </p:txBody>
      </p:sp>
      <p:sp>
        <p:nvSpPr>
          <p:cNvPr id="11" name="Slide Number Placeholder 10">
            <a:extLst>
              <a:ext uri="{FF2B5EF4-FFF2-40B4-BE49-F238E27FC236}">
                <a16:creationId xmlns:a16="http://schemas.microsoft.com/office/drawing/2014/main" id="{CAB2EC91-82EF-4873-B3E3-17C46C50C1F2}"/>
              </a:ext>
            </a:extLst>
          </p:cNvPr>
          <p:cNvSpPr>
            <a:spLocks noGrp="1"/>
          </p:cNvSpPr>
          <p:nvPr>
            <p:ph type="sldNum" sz="quarter" idx="10"/>
          </p:nvPr>
        </p:nvSpPr>
        <p:spPr/>
        <p:txBody>
          <a:bodyPr/>
          <a:lstStyle/>
          <a:p>
            <a:fld id="{68151E55-6873-49E2-B8D5-2F265E6F1973}" type="slidenum">
              <a:rPr lang="en-US" smtClean="0"/>
              <a:t>35</a:t>
            </a:fld>
            <a:endParaRPr lang="en-US" dirty="0"/>
          </a:p>
        </p:txBody>
      </p:sp>
    </p:spTree>
    <p:extLst>
      <p:ext uri="{BB962C8B-B14F-4D97-AF65-F5344CB8AC3E}">
        <p14:creationId xmlns:p14="http://schemas.microsoft.com/office/powerpoint/2010/main" val="41016268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B45374ED-5CC1-4694-9C54-F44E9FCB9E4F}"/>
              </a:ext>
            </a:extLst>
          </p:cNvPr>
          <p:cNvSpPr>
            <a:spLocks noGrp="1"/>
          </p:cNvSpPr>
          <p:nvPr>
            <p:ph type="title"/>
          </p:nvPr>
        </p:nvSpPr>
        <p:spPr>
          <a:xfrm>
            <a:off x="342900" y="192490"/>
            <a:ext cx="8149914" cy="903231"/>
          </a:xfrm>
        </p:spPr>
        <p:txBody>
          <a:bodyPr>
            <a:normAutofit/>
          </a:bodyPr>
          <a:lstStyle/>
          <a:p>
            <a:r>
              <a:rPr lang="en-US" sz="3600" dirty="0"/>
              <a:t>Special Law of Multiplication </a:t>
            </a:r>
            <a:r>
              <a:rPr lang="en-US" sz="1000" b="0" dirty="0"/>
              <a:t>3</a:t>
            </a:r>
          </a:p>
        </p:txBody>
      </p:sp>
      <p:sp>
        <p:nvSpPr>
          <p:cNvPr id="13" name="Content Placeholder 12">
            <a:extLst>
              <a:ext uri="{FF2B5EF4-FFF2-40B4-BE49-F238E27FC236}">
                <a16:creationId xmlns:a16="http://schemas.microsoft.com/office/drawing/2014/main" id="{54F381F7-596D-4595-84D2-A02A77D1D514}"/>
              </a:ext>
            </a:extLst>
          </p:cNvPr>
          <p:cNvSpPr>
            <a:spLocks noGrp="1"/>
          </p:cNvSpPr>
          <p:nvPr>
            <p:ph sz="quarter" idx="11"/>
          </p:nvPr>
        </p:nvSpPr>
        <p:spPr>
          <a:xfrm>
            <a:off x="8492814" y="115177"/>
            <a:ext cx="489438" cy="1057856"/>
          </a:xfrm>
        </p:spPr>
        <p:txBody>
          <a:bodyPr vert="vert" rIns="0"/>
          <a:lstStyle/>
          <a:p>
            <a:r>
              <a:rPr lang="en-US" b="1" dirty="0"/>
              <a:t>L</a:t>
            </a:r>
            <a:r>
              <a:rPr lang="en-US" sz="100" b="1" dirty="0"/>
              <a:t> </a:t>
            </a:r>
            <a:r>
              <a:rPr lang="en-US" b="1" dirty="0"/>
              <a:t>O 5.5</a:t>
            </a:r>
            <a:endParaRPr lang="en-IN" b="1" dirty="0"/>
          </a:p>
        </p:txBody>
      </p:sp>
      <p:sp>
        <p:nvSpPr>
          <p:cNvPr id="16" name="Content Placeholder 15">
            <a:extLst>
              <a:ext uri="{FF2B5EF4-FFF2-40B4-BE49-F238E27FC236}">
                <a16:creationId xmlns:a16="http://schemas.microsoft.com/office/drawing/2014/main" id="{690B2578-4F4E-4704-A5A0-8E1D80730372}"/>
              </a:ext>
            </a:extLst>
          </p:cNvPr>
          <p:cNvSpPr>
            <a:spLocks noGrp="1"/>
          </p:cNvSpPr>
          <p:nvPr>
            <p:ph sz="quarter" idx="14"/>
          </p:nvPr>
        </p:nvSpPr>
        <p:spPr>
          <a:xfrm>
            <a:off x="342900" y="1295189"/>
            <a:ext cx="8149914" cy="1447706"/>
          </a:xfrm>
        </p:spPr>
        <p:txBody>
          <a:bodyPr/>
          <a:lstStyle/>
          <a:p>
            <a:r>
              <a:rPr lang="en-IN" sz="2200" b="1" dirty="0"/>
              <a:t>Redundancy</a:t>
            </a:r>
            <a:r>
              <a:rPr lang="en-IN" sz="2200" dirty="0"/>
              <a:t> can increase system reliability even when individual component reliability is low. For example, the NASA space shuttle has three flight computers. Suppose that they function independently but that each has an unacceptable .03</a:t>
            </a:r>
          </a:p>
        </p:txBody>
      </p:sp>
      <p:sp>
        <p:nvSpPr>
          <p:cNvPr id="17" name="Content Placeholder 16">
            <a:extLst>
              <a:ext uri="{FF2B5EF4-FFF2-40B4-BE49-F238E27FC236}">
                <a16:creationId xmlns:a16="http://schemas.microsoft.com/office/drawing/2014/main" id="{A9D2C124-8E9D-41C1-BEDA-419FFD7641B4}"/>
              </a:ext>
            </a:extLst>
          </p:cNvPr>
          <p:cNvSpPr>
            <a:spLocks noGrp="1"/>
          </p:cNvSpPr>
          <p:nvPr>
            <p:ph sz="quarter" idx="15"/>
          </p:nvPr>
        </p:nvSpPr>
        <p:spPr>
          <a:xfrm>
            <a:off x="342900" y="2764160"/>
            <a:ext cx="6207369" cy="415969"/>
          </a:xfrm>
        </p:spPr>
        <p:txBody>
          <a:bodyPr tIns="0"/>
          <a:lstStyle/>
          <a:p>
            <a:r>
              <a:rPr lang="en-IN" sz="2200" dirty="0"/>
              <a:t>chance of failure (3 failures in 100 missions). Let</a:t>
            </a:r>
            <a:endParaRPr lang="en-US" sz="2200" dirty="0"/>
          </a:p>
        </p:txBody>
      </p:sp>
      <p:graphicFrame>
        <p:nvGraphicFramePr>
          <p:cNvPr id="5" name="Object 4">
            <a:extLst>
              <a:ext uri="{FF2B5EF4-FFF2-40B4-BE49-F238E27FC236}">
                <a16:creationId xmlns:a16="http://schemas.microsoft.com/office/drawing/2014/main" id="{2F107BA5-6B48-4F35-85BF-898E624E8440}"/>
              </a:ext>
            </a:extLst>
          </p:cNvPr>
          <p:cNvGraphicFramePr>
            <a:graphicFrameLocks noChangeAspect="1"/>
          </p:cNvGraphicFramePr>
          <p:nvPr>
            <p:extLst>
              <p:ext uri="{D42A27DB-BD31-4B8C-83A1-F6EECF244321}">
                <p14:modId xmlns:p14="http://schemas.microsoft.com/office/powerpoint/2010/main" val="3126544877"/>
              </p:ext>
            </p:extLst>
          </p:nvPr>
        </p:nvGraphicFramePr>
        <p:xfrm>
          <a:off x="6485155" y="2772632"/>
          <a:ext cx="299267" cy="399023"/>
        </p:xfrm>
        <a:graphic>
          <a:graphicData uri="http://schemas.openxmlformats.org/presentationml/2006/ole">
            <mc:AlternateContent xmlns:mc="http://schemas.openxmlformats.org/markup-compatibility/2006">
              <mc:Choice xmlns:v="urn:schemas-microsoft-com:vml" Requires="v">
                <p:oleObj name="Equation" r:id="rId2" imgW="266400" imgH="355320" progId="Equation.DSMT4">
                  <p:embed/>
                </p:oleObj>
              </mc:Choice>
              <mc:Fallback>
                <p:oleObj name="Equation" r:id="rId2" imgW="266400" imgH="355320" progId="Equation.DSMT4">
                  <p:embed/>
                  <p:pic>
                    <p:nvPicPr>
                      <p:cNvPr id="0" name=""/>
                      <p:cNvPicPr/>
                      <p:nvPr/>
                    </p:nvPicPr>
                    <p:blipFill>
                      <a:blip r:embed="rId3"/>
                      <a:stretch>
                        <a:fillRect/>
                      </a:stretch>
                    </p:blipFill>
                    <p:spPr>
                      <a:xfrm>
                        <a:off x="6485155" y="2772632"/>
                        <a:ext cx="299267" cy="399023"/>
                      </a:xfrm>
                      <a:prstGeom prst="rect">
                        <a:avLst/>
                      </a:prstGeom>
                    </p:spPr>
                  </p:pic>
                </p:oleObj>
              </mc:Fallback>
            </mc:AlternateContent>
          </a:graphicData>
        </a:graphic>
      </p:graphicFrame>
      <p:sp>
        <p:nvSpPr>
          <p:cNvPr id="18" name="Content Placeholder 17">
            <a:extLst>
              <a:ext uri="{FF2B5EF4-FFF2-40B4-BE49-F238E27FC236}">
                <a16:creationId xmlns:a16="http://schemas.microsoft.com/office/drawing/2014/main" id="{B19BABEE-396F-41CE-B232-B98482744C38}"/>
              </a:ext>
            </a:extLst>
          </p:cNvPr>
          <p:cNvSpPr>
            <a:spLocks noGrp="1"/>
          </p:cNvSpPr>
          <p:nvPr>
            <p:ph sz="quarter" idx="16"/>
          </p:nvPr>
        </p:nvSpPr>
        <p:spPr>
          <a:xfrm>
            <a:off x="6849208" y="2750924"/>
            <a:ext cx="1643606" cy="341312"/>
          </a:xfrm>
        </p:spPr>
        <p:txBody>
          <a:bodyPr lIns="0" tIns="0" rIns="0"/>
          <a:lstStyle/>
          <a:p>
            <a:r>
              <a:rPr lang="en-IN" sz="2200" dirty="0"/>
              <a:t>= event that</a:t>
            </a:r>
          </a:p>
        </p:txBody>
      </p:sp>
      <p:sp>
        <p:nvSpPr>
          <p:cNvPr id="19" name="Content Placeholder 18">
            <a:extLst>
              <a:ext uri="{FF2B5EF4-FFF2-40B4-BE49-F238E27FC236}">
                <a16:creationId xmlns:a16="http://schemas.microsoft.com/office/drawing/2014/main" id="{E38AB1F1-7729-4A52-AA58-0ADABC4226A1}"/>
              </a:ext>
            </a:extLst>
          </p:cNvPr>
          <p:cNvSpPr>
            <a:spLocks noGrp="1"/>
          </p:cNvSpPr>
          <p:nvPr>
            <p:ph sz="quarter" idx="17"/>
          </p:nvPr>
        </p:nvSpPr>
        <p:spPr>
          <a:xfrm>
            <a:off x="342900" y="3168651"/>
            <a:ext cx="3035971" cy="415969"/>
          </a:xfrm>
        </p:spPr>
        <p:txBody>
          <a:bodyPr lIns="91440" tIns="0" rIns="0" bIns="0"/>
          <a:lstStyle/>
          <a:p>
            <a:r>
              <a:rPr lang="en-IN" sz="2200" dirty="0"/>
              <a:t>computer </a:t>
            </a:r>
            <a:r>
              <a:rPr lang="en-IN" sz="2200" i="1" dirty="0"/>
              <a:t>j</a:t>
            </a:r>
            <a:r>
              <a:rPr lang="en-IN" sz="2200" dirty="0"/>
              <a:t> fails. Then,</a:t>
            </a:r>
          </a:p>
        </p:txBody>
      </p:sp>
      <p:graphicFrame>
        <p:nvGraphicFramePr>
          <p:cNvPr id="2" name="Object 1">
            <a:extLst>
              <a:ext uri="{FF2B5EF4-FFF2-40B4-BE49-F238E27FC236}">
                <a16:creationId xmlns:a16="http://schemas.microsoft.com/office/drawing/2014/main" id="{67958798-B81A-4972-B22F-509B1351E6CB}"/>
              </a:ext>
            </a:extLst>
          </p:cNvPr>
          <p:cNvGraphicFramePr>
            <a:graphicFrameLocks noChangeAspect="1"/>
          </p:cNvGraphicFramePr>
          <p:nvPr>
            <p:extLst>
              <p:ext uri="{D42A27DB-BD31-4B8C-83A1-F6EECF244321}">
                <p14:modId xmlns:p14="http://schemas.microsoft.com/office/powerpoint/2010/main" val="2957570682"/>
              </p:ext>
            </p:extLst>
          </p:nvPr>
        </p:nvGraphicFramePr>
        <p:xfrm>
          <a:off x="415925" y="3805678"/>
          <a:ext cx="3316288" cy="336550"/>
        </p:xfrm>
        <a:graphic>
          <a:graphicData uri="http://schemas.openxmlformats.org/presentationml/2006/ole">
            <mc:AlternateContent xmlns:mc="http://schemas.openxmlformats.org/markup-compatibility/2006">
              <mc:Choice xmlns:v="urn:schemas-microsoft-com:vml" Requires="v">
                <p:oleObj name="Equation" r:id="rId4" imgW="3251160" imgH="330120" progId="Equation.DSMT4">
                  <p:embed/>
                </p:oleObj>
              </mc:Choice>
              <mc:Fallback>
                <p:oleObj name="Equation" r:id="rId4" imgW="3251160" imgH="330120" progId="Equation.DSMT4">
                  <p:embed/>
                  <p:pic>
                    <p:nvPicPr>
                      <p:cNvPr id="0" name=""/>
                      <p:cNvPicPr/>
                      <p:nvPr/>
                    </p:nvPicPr>
                    <p:blipFill>
                      <a:blip r:embed="rId5"/>
                      <a:stretch>
                        <a:fillRect/>
                      </a:stretch>
                    </p:blipFill>
                    <p:spPr>
                      <a:xfrm>
                        <a:off x="415925" y="3805678"/>
                        <a:ext cx="3316288" cy="336550"/>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6C757D70-21CE-4A0A-BD12-B3EAA4A57BD7}"/>
              </a:ext>
            </a:extLst>
          </p:cNvPr>
          <p:cNvGraphicFramePr>
            <a:graphicFrameLocks noChangeAspect="1"/>
          </p:cNvGraphicFramePr>
          <p:nvPr>
            <p:extLst>
              <p:ext uri="{D42A27DB-BD31-4B8C-83A1-F6EECF244321}">
                <p14:modId xmlns:p14="http://schemas.microsoft.com/office/powerpoint/2010/main" val="3971634614"/>
              </p:ext>
            </p:extLst>
          </p:nvPr>
        </p:nvGraphicFramePr>
        <p:xfrm>
          <a:off x="1747838" y="4225261"/>
          <a:ext cx="2328863" cy="341312"/>
        </p:xfrm>
        <a:graphic>
          <a:graphicData uri="http://schemas.openxmlformats.org/presentationml/2006/ole">
            <mc:AlternateContent xmlns:mc="http://schemas.openxmlformats.org/markup-compatibility/2006">
              <mc:Choice xmlns:v="urn:schemas-microsoft-com:vml" Requires="v">
                <p:oleObj name="Equation" r:id="rId6" imgW="2247840" imgH="330120" progId="Equation.DSMT4">
                  <p:embed/>
                </p:oleObj>
              </mc:Choice>
              <mc:Fallback>
                <p:oleObj name="Equation" r:id="rId6" imgW="2247840" imgH="330120" progId="Equation.DSMT4">
                  <p:embed/>
                  <p:pic>
                    <p:nvPicPr>
                      <p:cNvPr id="0" name=""/>
                      <p:cNvPicPr/>
                      <p:nvPr/>
                    </p:nvPicPr>
                    <p:blipFill>
                      <a:blip r:embed="rId7"/>
                      <a:stretch>
                        <a:fillRect/>
                      </a:stretch>
                    </p:blipFill>
                    <p:spPr>
                      <a:xfrm>
                        <a:off x="1747838" y="4225261"/>
                        <a:ext cx="2328863" cy="341312"/>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FE20272C-86BB-442A-8D6D-8BB5496D5012}"/>
              </a:ext>
            </a:extLst>
          </p:cNvPr>
          <p:cNvSpPr>
            <a:spLocks noGrp="1"/>
          </p:cNvSpPr>
          <p:nvPr>
            <p:ph sz="quarter" idx="18"/>
          </p:nvPr>
        </p:nvSpPr>
        <p:spPr>
          <a:xfrm>
            <a:off x="4006365" y="4172508"/>
            <a:ext cx="4866054" cy="408414"/>
          </a:xfrm>
        </p:spPr>
        <p:txBody>
          <a:bodyPr/>
          <a:lstStyle/>
          <a:p>
            <a:r>
              <a:rPr lang="en-US" sz="2000" dirty="0"/>
              <a:t>(presuming that failures are independent)</a:t>
            </a:r>
          </a:p>
        </p:txBody>
      </p:sp>
      <p:graphicFrame>
        <p:nvGraphicFramePr>
          <p:cNvPr id="4" name="Object 3">
            <a:extLst>
              <a:ext uri="{FF2B5EF4-FFF2-40B4-BE49-F238E27FC236}">
                <a16:creationId xmlns:a16="http://schemas.microsoft.com/office/drawing/2014/main" id="{DF8E4EA3-11FC-480F-B9B6-39E0E269ACD9}"/>
              </a:ext>
            </a:extLst>
          </p:cNvPr>
          <p:cNvGraphicFramePr>
            <a:graphicFrameLocks noChangeAspect="1"/>
          </p:cNvGraphicFramePr>
          <p:nvPr>
            <p:extLst>
              <p:ext uri="{D42A27DB-BD31-4B8C-83A1-F6EECF244321}">
                <p14:modId xmlns:p14="http://schemas.microsoft.com/office/powerpoint/2010/main" val="2839532208"/>
              </p:ext>
            </p:extLst>
          </p:nvPr>
        </p:nvGraphicFramePr>
        <p:xfrm>
          <a:off x="1752529" y="4655483"/>
          <a:ext cx="1926015" cy="325112"/>
        </p:xfrm>
        <a:graphic>
          <a:graphicData uri="http://schemas.openxmlformats.org/presentationml/2006/ole">
            <mc:AlternateContent xmlns:mc="http://schemas.openxmlformats.org/markup-compatibility/2006">
              <mc:Choice xmlns:v="urn:schemas-microsoft-com:vml" Requires="v">
                <p:oleObj name="Equation" r:id="rId8" imgW="1803240" imgH="304560" progId="Equation.DSMT4">
                  <p:embed/>
                </p:oleObj>
              </mc:Choice>
              <mc:Fallback>
                <p:oleObj name="Equation" r:id="rId8" imgW="1803240" imgH="304560" progId="Equation.DSMT4">
                  <p:embed/>
                  <p:pic>
                    <p:nvPicPr>
                      <p:cNvPr id="0" name=""/>
                      <p:cNvPicPr/>
                      <p:nvPr/>
                    </p:nvPicPr>
                    <p:blipFill>
                      <a:blip r:embed="rId9"/>
                      <a:stretch>
                        <a:fillRect/>
                      </a:stretch>
                    </p:blipFill>
                    <p:spPr>
                      <a:xfrm>
                        <a:off x="1752529" y="4655483"/>
                        <a:ext cx="1926015" cy="325112"/>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B91D3778-DC6B-43BE-93C8-62123834627F}"/>
              </a:ext>
            </a:extLst>
          </p:cNvPr>
          <p:cNvGraphicFramePr>
            <a:graphicFrameLocks noChangeAspect="1"/>
          </p:cNvGraphicFramePr>
          <p:nvPr>
            <p:extLst>
              <p:ext uri="{D42A27DB-BD31-4B8C-83A1-F6EECF244321}">
                <p14:modId xmlns:p14="http://schemas.microsoft.com/office/powerpoint/2010/main" val="2732120749"/>
              </p:ext>
            </p:extLst>
          </p:nvPr>
        </p:nvGraphicFramePr>
        <p:xfrm>
          <a:off x="1747838" y="5069505"/>
          <a:ext cx="3351266" cy="323570"/>
        </p:xfrm>
        <a:graphic>
          <a:graphicData uri="http://schemas.openxmlformats.org/presentationml/2006/ole">
            <mc:AlternateContent xmlns:mc="http://schemas.openxmlformats.org/markup-compatibility/2006">
              <mc:Choice xmlns:v="urn:schemas-microsoft-com:vml" Requires="v">
                <p:oleObj name="Equation" r:id="rId10" imgW="3047760" imgH="291960" progId="Equation.DSMT4">
                  <p:embed/>
                </p:oleObj>
              </mc:Choice>
              <mc:Fallback>
                <p:oleObj name="Equation" r:id="rId10" imgW="3047760" imgH="291960" progId="Equation.DSMT4">
                  <p:embed/>
                  <p:pic>
                    <p:nvPicPr>
                      <p:cNvPr id="0" name=""/>
                      <p:cNvPicPr/>
                      <p:nvPr/>
                    </p:nvPicPr>
                    <p:blipFill>
                      <a:blip r:embed="rId11"/>
                      <a:stretch>
                        <a:fillRect/>
                      </a:stretch>
                    </p:blipFill>
                    <p:spPr>
                      <a:xfrm>
                        <a:off x="1747838" y="5069505"/>
                        <a:ext cx="3351266" cy="323570"/>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CFCF8AF1-55CD-493C-9258-0FC5A22C5E87}"/>
              </a:ext>
            </a:extLst>
          </p:cNvPr>
          <p:cNvSpPr>
            <a:spLocks noGrp="1"/>
          </p:cNvSpPr>
          <p:nvPr>
            <p:ph sz="quarter" idx="19"/>
          </p:nvPr>
        </p:nvSpPr>
        <p:spPr>
          <a:xfrm>
            <a:off x="5060826" y="5003813"/>
            <a:ext cx="1304803" cy="389262"/>
          </a:xfrm>
        </p:spPr>
        <p:txBody>
          <a:bodyPr/>
          <a:lstStyle/>
          <a:p>
            <a:r>
              <a:rPr lang="en-US" sz="2000" dirty="0"/>
              <a:t>missions.</a:t>
            </a:r>
          </a:p>
        </p:txBody>
      </p:sp>
      <p:sp>
        <p:nvSpPr>
          <p:cNvPr id="11" name="Slide Number Placeholder 10">
            <a:extLst>
              <a:ext uri="{FF2B5EF4-FFF2-40B4-BE49-F238E27FC236}">
                <a16:creationId xmlns:a16="http://schemas.microsoft.com/office/drawing/2014/main" id="{CAB2EC91-82EF-4873-B3E3-17C46C50C1F2}"/>
              </a:ext>
            </a:extLst>
          </p:cNvPr>
          <p:cNvSpPr>
            <a:spLocks noGrp="1"/>
          </p:cNvSpPr>
          <p:nvPr>
            <p:ph type="sldNum" sz="quarter" idx="10"/>
          </p:nvPr>
        </p:nvSpPr>
        <p:spPr/>
        <p:txBody>
          <a:bodyPr/>
          <a:lstStyle/>
          <a:p>
            <a:fld id="{68151E55-6873-49E2-B8D5-2F265E6F1973}" type="slidenum">
              <a:rPr lang="en-US" smtClean="0"/>
              <a:t>36</a:t>
            </a:fld>
            <a:endParaRPr lang="en-US" dirty="0"/>
          </a:p>
        </p:txBody>
      </p:sp>
    </p:spTree>
    <p:extLst>
      <p:ext uri="{BB962C8B-B14F-4D97-AF65-F5344CB8AC3E}">
        <p14:creationId xmlns:p14="http://schemas.microsoft.com/office/powerpoint/2010/main" val="25781300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B45374ED-5CC1-4694-9C54-F44E9FCB9E4F}"/>
              </a:ext>
            </a:extLst>
          </p:cNvPr>
          <p:cNvSpPr>
            <a:spLocks noGrp="1"/>
          </p:cNvSpPr>
          <p:nvPr>
            <p:ph type="title"/>
          </p:nvPr>
        </p:nvSpPr>
        <p:spPr>
          <a:xfrm>
            <a:off x="342900" y="192490"/>
            <a:ext cx="8019435" cy="903231"/>
          </a:xfrm>
        </p:spPr>
        <p:txBody>
          <a:bodyPr>
            <a:normAutofit/>
          </a:bodyPr>
          <a:lstStyle/>
          <a:p>
            <a:r>
              <a:rPr lang="en-US" sz="3600" dirty="0"/>
              <a:t>Special Law of Multiplication </a:t>
            </a:r>
            <a:r>
              <a:rPr lang="en-US" sz="1000" b="0" dirty="0"/>
              <a:t>4</a:t>
            </a:r>
          </a:p>
        </p:txBody>
      </p:sp>
      <p:sp>
        <p:nvSpPr>
          <p:cNvPr id="13" name="Content Placeholder 12">
            <a:extLst>
              <a:ext uri="{FF2B5EF4-FFF2-40B4-BE49-F238E27FC236}">
                <a16:creationId xmlns:a16="http://schemas.microsoft.com/office/drawing/2014/main" id="{54F381F7-596D-4595-84D2-A02A77D1D514}"/>
              </a:ext>
            </a:extLst>
          </p:cNvPr>
          <p:cNvSpPr>
            <a:spLocks noGrp="1"/>
          </p:cNvSpPr>
          <p:nvPr>
            <p:ph sz="quarter" idx="11"/>
          </p:nvPr>
        </p:nvSpPr>
        <p:spPr>
          <a:xfrm>
            <a:off x="8684743" y="52593"/>
            <a:ext cx="415595" cy="1260013"/>
          </a:xfrm>
        </p:spPr>
        <p:txBody>
          <a:bodyPr vert="vert" rIns="0"/>
          <a:lstStyle/>
          <a:p>
            <a:r>
              <a:rPr lang="en-US" b="1" dirty="0"/>
              <a:t>L</a:t>
            </a:r>
            <a:r>
              <a:rPr lang="en-US" sz="100" b="1" dirty="0"/>
              <a:t> </a:t>
            </a:r>
            <a:r>
              <a:rPr lang="en-US" b="1" dirty="0"/>
              <a:t>O 5.5</a:t>
            </a:r>
            <a:endParaRPr lang="en-IN" b="1" dirty="0"/>
          </a:p>
        </p:txBody>
      </p:sp>
      <p:sp>
        <p:nvSpPr>
          <p:cNvPr id="16" name="Content Placeholder 15">
            <a:extLst>
              <a:ext uri="{FF2B5EF4-FFF2-40B4-BE49-F238E27FC236}">
                <a16:creationId xmlns:a16="http://schemas.microsoft.com/office/drawing/2014/main" id="{690B2578-4F4E-4704-A5A0-8E1D80730372}"/>
              </a:ext>
            </a:extLst>
          </p:cNvPr>
          <p:cNvSpPr>
            <a:spLocks noGrp="1"/>
          </p:cNvSpPr>
          <p:nvPr>
            <p:ph sz="quarter" idx="14"/>
          </p:nvPr>
        </p:nvSpPr>
        <p:spPr>
          <a:xfrm>
            <a:off x="342899" y="1268362"/>
            <a:ext cx="8063681" cy="4837470"/>
          </a:xfrm>
        </p:spPr>
        <p:txBody>
          <a:bodyPr/>
          <a:lstStyle/>
          <a:p>
            <a:r>
              <a:rPr lang="en-IN" sz="2200" dirty="0"/>
              <a:t>Triple redundancy can reduce the probability of computer failure to .000027 (27 failures in </a:t>
            </a:r>
            <a:r>
              <a:rPr lang="en-US" sz="2200" dirty="0"/>
              <a:t>1,000,000</a:t>
            </a:r>
            <a:r>
              <a:rPr lang="en-IN" sz="2200" dirty="0"/>
              <a:t> missions). Of course, in practice, it is very difficult to have truly independent computers because they may share electrical buses or cables. On one shuttle mission, two of the three computers actually did fail, which proved the value of redundancy. Another example of space shuttle redundancy is the four independent fuel gauges that prevent the shuttle's main engines from shutting down too soon. Initial launch rules allowed the shuttle to fly as long as two of them were functional, but after the </a:t>
            </a:r>
            <a:r>
              <a:rPr lang="en-IN" sz="2200" i="1" dirty="0"/>
              <a:t>Challenger</a:t>
            </a:r>
            <a:r>
              <a:rPr lang="en-IN" sz="2200" dirty="0"/>
              <a:t> launch explosion, the rules were modified to require that 3 of 4 be functional, and they were modified again after the </a:t>
            </a:r>
            <a:r>
              <a:rPr lang="en-IN" sz="2200" i="1" dirty="0"/>
              <a:t>Columbia</a:t>
            </a:r>
            <a:r>
              <a:rPr lang="en-IN" sz="2200" dirty="0"/>
              <a:t> accident to require that all 4 be functional (see </a:t>
            </a:r>
            <a:r>
              <a:rPr lang="en-IN" sz="2200" dirty="0">
                <a:hlinkClick r:id="rId2"/>
              </a:rPr>
              <a:t>https://history.nasa.gov/sts511.html</a:t>
            </a:r>
            <a:r>
              <a:rPr lang="en-IN" sz="2200" dirty="0"/>
              <a:t>).</a:t>
            </a:r>
          </a:p>
        </p:txBody>
      </p:sp>
      <p:sp>
        <p:nvSpPr>
          <p:cNvPr id="11" name="Slide Number Placeholder 10">
            <a:extLst>
              <a:ext uri="{FF2B5EF4-FFF2-40B4-BE49-F238E27FC236}">
                <a16:creationId xmlns:a16="http://schemas.microsoft.com/office/drawing/2014/main" id="{CAB2EC91-82EF-4873-B3E3-17C46C50C1F2}"/>
              </a:ext>
            </a:extLst>
          </p:cNvPr>
          <p:cNvSpPr>
            <a:spLocks noGrp="1"/>
          </p:cNvSpPr>
          <p:nvPr>
            <p:ph type="sldNum" sz="quarter" idx="10"/>
          </p:nvPr>
        </p:nvSpPr>
        <p:spPr/>
        <p:txBody>
          <a:bodyPr/>
          <a:lstStyle/>
          <a:p>
            <a:fld id="{68151E55-6873-49E2-B8D5-2F265E6F1973}" type="slidenum">
              <a:rPr lang="en-US" smtClean="0"/>
              <a:t>37</a:t>
            </a:fld>
            <a:endParaRPr lang="en-US" dirty="0"/>
          </a:p>
        </p:txBody>
      </p:sp>
    </p:spTree>
    <p:extLst>
      <p:ext uri="{BB962C8B-B14F-4D97-AF65-F5344CB8AC3E}">
        <p14:creationId xmlns:p14="http://schemas.microsoft.com/office/powerpoint/2010/main" val="39618744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B45374ED-5CC1-4694-9C54-F44E9FCB9E4F}"/>
              </a:ext>
            </a:extLst>
          </p:cNvPr>
          <p:cNvSpPr>
            <a:spLocks noGrp="1"/>
          </p:cNvSpPr>
          <p:nvPr>
            <p:ph type="title"/>
          </p:nvPr>
        </p:nvSpPr>
        <p:spPr>
          <a:xfrm>
            <a:off x="355600" y="192490"/>
            <a:ext cx="7898634" cy="903231"/>
          </a:xfrm>
        </p:spPr>
        <p:txBody>
          <a:bodyPr>
            <a:normAutofit/>
          </a:bodyPr>
          <a:lstStyle/>
          <a:p>
            <a:r>
              <a:rPr lang="en-US" sz="3600" dirty="0"/>
              <a:t>Contingency Tables</a:t>
            </a:r>
          </a:p>
        </p:txBody>
      </p:sp>
      <p:sp>
        <p:nvSpPr>
          <p:cNvPr id="13" name="Content Placeholder 12">
            <a:extLst>
              <a:ext uri="{FF2B5EF4-FFF2-40B4-BE49-F238E27FC236}">
                <a16:creationId xmlns:a16="http://schemas.microsoft.com/office/drawing/2014/main" id="{54F381F7-596D-4595-84D2-A02A77D1D514}"/>
              </a:ext>
            </a:extLst>
          </p:cNvPr>
          <p:cNvSpPr>
            <a:spLocks noGrp="1"/>
          </p:cNvSpPr>
          <p:nvPr>
            <p:ph sz="quarter" idx="11"/>
          </p:nvPr>
        </p:nvSpPr>
        <p:spPr>
          <a:xfrm>
            <a:off x="8676132" y="52593"/>
            <a:ext cx="427703" cy="1260013"/>
          </a:xfrm>
        </p:spPr>
        <p:txBody>
          <a:bodyPr vert="vert" rIns="0"/>
          <a:lstStyle/>
          <a:p>
            <a:r>
              <a:rPr lang="en-US" b="1" dirty="0"/>
              <a:t>L</a:t>
            </a:r>
            <a:r>
              <a:rPr lang="en-US" sz="100" b="1" dirty="0"/>
              <a:t> </a:t>
            </a:r>
            <a:r>
              <a:rPr lang="en-US" b="1" dirty="0"/>
              <a:t>O 5.6</a:t>
            </a:r>
            <a:endParaRPr lang="en-IN" b="1" dirty="0"/>
          </a:p>
        </p:txBody>
      </p:sp>
      <p:sp>
        <p:nvSpPr>
          <p:cNvPr id="16" name="Content Placeholder 15">
            <a:extLst>
              <a:ext uri="{FF2B5EF4-FFF2-40B4-BE49-F238E27FC236}">
                <a16:creationId xmlns:a16="http://schemas.microsoft.com/office/drawing/2014/main" id="{690B2578-4F4E-4704-A5A0-8E1D80730372}"/>
              </a:ext>
            </a:extLst>
          </p:cNvPr>
          <p:cNvSpPr>
            <a:spLocks noGrp="1"/>
          </p:cNvSpPr>
          <p:nvPr>
            <p:ph sz="quarter" idx="14"/>
          </p:nvPr>
        </p:nvSpPr>
        <p:spPr>
          <a:xfrm>
            <a:off x="355600" y="1268362"/>
            <a:ext cx="7898634" cy="2418736"/>
          </a:xfrm>
        </p:spPr>
        <p:txBody>
          <a:bodyPr/>
          <a:lstStyle/>
          <a:p>
            <a:pPr marL="292608" indent="-292608">
              <a:buFont typeface="Arial" panose="020B0604020202020204" pitchFamily="34" charset="0"/>
              <a:buChar char="•"/>
            </a:pPr>
            <a:r>
              <a:rPr lang="en-US" sz="2200" dirty="0"/>
              <a:t>A </a:t>
            </a:r>
            <a:r>
              <a:rPr lang="en-US" sz="2200" b="1" dirty="0"/>
              <a:t>contingency table </a:t>
            </a:r>
            <a:r>
              <a:rPr lang="en-US" sz="2200" dirty="0"/>
              <a:t>is a cross-tabulation of frequencies into rows and columns.</a:t>
            </a:r>
          </a:p>
          <a:p>
            <a:pPr marL="292608" indent="-292608">
              <a:buFont typeface="Arial" panose="020B0604020202020204" pitchFamily="34" charset="0"/>
              <a:buChar char="•"/>
            </a:pPr>
            <a:r>
              <a:rPr lang="en-US" sz="2200" dirty="0"/>
              <a:t>The intersection of each row and column is a cell that shows a count of data values that lie in each cell.</a:t>
            </a:r>
          </a:p>
          <a:p>
            <a:pPr marL="292608" indent="-292608">
              <a:buFont typeface="Arial" panose="020B0604020202020204" pitchFamily="34" charset="0"/>
              <a:buChar char="•"/>
            </a:pPr>
            <a:r>
              <a:rPr lang="en-US" sz="2200" dirty="0"/>
              <a:t>A contingency table with </a:t>
            </a:r>
            <a:r>
              <a:rPr lang="en-US" sz="2200" i="1" dirty="0"/>
              <a:t>r </a:t>
            </a:r>
            <a:r>
              <a:rPr lang="en-US" sz="2200" dirty="0"/>
              <a:t>rows and </a:t>
            </a:r>
            <a:r>
              <a:rPr lang="en-US" sz="2200" i="1" dirty="0"/>
              <a:t>c </a:t>
            </a:r>
            <a:r>
              <a:rPr lang="en-US" sz="2200" dirty="0"/>
              <a:t>columns has </a:t>
            </a:r>
            <a:r>
              <a:rPr lang="en-US" sz="2200" i="1" dirty="0" err="1"/>
              <a:t>rc</a:t>
            </a:r>
            <a:r>
              <a:rPr lang="en-US" sz="2200" i="1" dirty="0"/>
              <a:t> </a:t>
            </a:r>
            <a:r>
              <a:rPr lang="en-US" sz="2200" dirty="0"/>
              <a:t>cells and is called an </a:t>
            </a:r>
            <a:r>
              <a:rPr lang="en-US" sz="2200" i="1" dirty="0"/>
              <a:t>r </a:t>
            </a:r>
            <a:r>
              <a:rPr lang="en-US" sz="2200" dirty="0"/>
              <a:t>× </a:t>
            </a:r>
            <a:r>
              <a:rPr lang="en-US" sz="2200" i="1" dirty="0"/>
              <a:t>c </a:t>
            </a:r>
            <a:r>
              <a:rPr lang="en-US" sz="2200" dirty="0"/>
              <a:t>table.</a:t>
            </a:r>
          </a:p>
        </p:txBody>
      </p:sp>
      <p:graphicFrame>
        <p:nvGraphicFramePr>
          <p:cNvPr id="2" name="Table 2">
            <a:extLst>
              <a:ext uri="{FF2B5EF4-FFF2-40B4-BE49-F238E27FC236}">
                <a16:creationId xmlns:a16="http://schemas.microsoft.com/office/drawing/2014/main" id="{747F347E-43AC-4C28-AE4D-380443E97D9A}"/>
              </a:ext>
            </a:extLst>
          </p:cNvPr>
          <p:cNvGraphicFramePr>
            <a:graphicFrameLocks noGrp="1"/>
          </p:cNvGraphicFramePr>
          <p:nvPr>
            <p:extLst>
              <p:ext uri="{D42A27DB-BD31-4B8C-83A1-F6EECF244321}">
                <p14:modId xmlns:p14="http://schemas.microsoft.com/office/powerpoint/2010/main" val="543215940"/>
              </p:ext>
            </p:extLst>
          </p:nvPr>
        </p:nvGraphicFramePr>
        <p:xfrm>
          <a:off x="597944" y="4009151"/>
          <a:ext cx="7898635" cy="2076234"/>
        </p:xfrm>
        <a:graphic>
          <a:graphicData uri="http://schemas.openxmlformats.org/drawingml/2006/table">
            <a:tbl>
              <a:tblPr firstRow="1" bandRow="1">
                <a:tableStyleId>{5C22544A-7EE6-4342-B048-85BDC9FD1C3A}</a:tableStyleId>
              </a:tblPr>
              <a:tblGrid>
                <a:gridCol w="1579727">
                  <a:extLst>
                    <a:ext uri="{9D8B030D-6E8A-4147-A177-3AD203B41FA5}">
                      <a16:colId xmlns:a16="http://schemas.microsoft.com/office/drawing/2014/main" val="324305631"/>
                    </a:ext>
                  </a:extLst>
                </a:gridCol>
                <a:gridCol w="1579727">
                  <a:extLst>
                    <a:ext uri="{9D8B030D-6E8A-4147-A177-3AD203B41FA5}">
                      <a16:colId xmlns:a16="http://schemas.microsoft.com/office/drawing/2014/main" val="2272418738"/>
                    </a:ext>
                  </a:extLst>
                </a:gridCol>
                <a:gridCol w="1579727">
                  <a:extLst>
                    <a:ext uri="{9D8B030D-6E8A-4147-A177-3AD203B41FA5}">
                      <a16:colId xmlns:a16="http://schemas.microsoft.com/office/drawing/2014/main" val="4260791188"/>
                    </a:ext>
                  </a:extLst>
                </a:gridCol>
                <a:gridCol w="1579727">
                  <a:extLst>
                    <a:ext uri="{9D8B030D-6E8A-4147-A177-3AD203B41FA5}">
                      <a16:colId xmlns:a16="http://schemas.microsoft.com/office/drawing/2014/main" val="2376186420"/>
                    </a:ext>
                  </a:extLst>
                </a:gridCol>
                <a:gridCol w="1579727">
                  <a:extLst>
                    <a:ext uri="{9D8B030D-6E8A-4147-A177-3AD203B41FA5}">
                      <a16:colId xmlns:a16="http://schemas.microsoft.com/office/drawing/2014/main" val="417053685"/>
                    </a:ext>
                  </a:extLst>
                </a:gridCol>
              </a:tblGrid>
              <a:tr h="592874">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6313354"/>
                  </a:ext>
                </a:extLst>
              </a:tr>
              <a:tr h="370840">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44127595"/>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196434217"/>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781906333"/>
                  </a:ext>
                </a:extLst>
              </a:tr>
              <a:tr h="370840">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996250397"/>
                  </a:ext>
                </a:extLst>
              </a:tr>
            </a:tbl>
          </a:graphicData>
        </a:graphic>
      </p:graphicFrame>
      <p:graphicFrame>
        <p:nvGraphicFramePr>
          <p:cNvPr id="5" name="Object 4">
            <a:extLst>
              <a:ext uri="{FF2B5EF4-FFF2-40B4-BE49-F238E27FC236}">
                <a16:creationId xmlns:a16="http://schemas.microsoft.com/office/drawing/2014/main" id="{ED2B0D98-736C-45F1-95A2-946AEB065D76}"/>
              </a:ext>
            </a:extLst>
          </p:cNvPr>
          <p:cNvGraphicFramePr>
            <a:graphicFrameLocks noChangeAspect="1"/>
          </p:cNvGraphicFramePr>
          <p:nvPr>
            <p:extLst>
              <p:ext uri="{D42A27DB-BD31-4B8C-83A1-F6EECF244321}">
                <p14:modId xmlns:p14="http://schemas.microsoft.com/office/powerpoint/2010/main" val="2426770288"/>
              </p:ext>
            </p:extLst>
          </p:nvPr>
        </p:nvGraphicFramePr>
        <p:xfrm>
          <a:off x="844719" y="4280045"/>
          <a:ext cx="1145839" cy="199736"/>
        </p:xfrm>
        <a:graphic>
          <a:graphicData uri="http://schemas.openxmlformats.org/presentationml/2006/ole">
            <mc:AlternateContent xmlns:mc="http://schemas.openxmlformats.org/markup-compatibility/2006">
              <mc:Choice xmlns:v="urn:schemas-microsoft-com:vml" Requires="v">
                <p:oleObj name="Equation" r:id="rId2" imgW="1676160" imgH="291960" progId="Equation.DSMT4">
                  <p:embed/>
                </p:oleObj>
              </mc:Choice>
              <mc:Fallback>
                <p:oleObj name="Equation" r:id="rId2" imgW="1676160" imgH="291960" progId="Equation.DSMT4">
                  <p:embed/>
                  <p:pic>
                    <p:nvPicPr>
                      <p:cNvPr id="0" name=""/>
                      <p:cNvPicPr/>
                      <p:nvPr/>
                    </p:nvPicPr>
                    <p:blipFill>
                      <a:blip r:embed="rId3"/>
                      <a:stretch>
                        <a:fillRect/>
                      </a:stretch>
                    </p:blipFill>
                    <p:spPr>
                      <a:xfrm>
                        <a:off x="844719" y="4280045"/>
                        <a:ext cx="1145839" cy="199736"/>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D0241EF7-3C0E-46ED-90A2-431B2D1CDCF8}"/>
              </a:ext>
            </a:extLst>
          </p:cNvPr>
          <p:cNvGraphicFramePr>
            <a:graphicFrameLocks noChangeAspect="1"/>
          </p:cNvGraphicFramePr>
          <p:nvPr>
            <p:extLst>
              <p:ext uri="{D42A27DB-BD31-4B8C-83A1-F6EECF244321}">
                <p14:modId xmlns:p14="http://schemas.microsoft.com/office/powerpoint/2010/main" val="1141130727"/>
              </p:ext>
            </p:extLst>
          </p:nvPr>
        </p:nvGraphicFramePr>
        <p:xfrm>
          <a:off x="2374900" y="4132263"/>
          <a:ext cx="1219200" cy="387350"/>
        </p:xfrm>
        <a:graphic>
          <a:graphicData uri="http://schemas.openxmlformats.org/presentationml/2006/ole">
            <mc:AlternateContent xmlns:mc="http://schemas.openxmlformats.org/markup-compatibility/2006">
              <mc:Choice xmlns:v="urn:schemas-microsoft-com:vml" Requires="v">
                <p:oleObj name="Equation" r:id="rId4" imgW="2158920" imgH="685800" progId="Equation.DSMT4">
                  <p:embed/>
                </p:oleObj>
              </mc:Choice>
              <mc:Fallback>
                <p:oleObj name="Equation" r:id="rId4" imgW="2158920" imgH="685800" progId="Equation.DSMT4">
                  <p:embed/>
                  <p:pic>
                    <p:nvPicPr>
                      <p:cNvPr id="0" name=""/>
                      <p:cNvPicPr/>
                      <p:nvPr/>
                    </p:nvPicPr>
                    <p:blipFill>
                      <a:blip r:embed="rId5"/>
                      <a:stretch>
                        <a:fillRect/>
                      </a:stretch>
                    </p:blipFill>
                    <p:spPr>
                      <a:xfrm>
                        <a:off x="2374900" y="4132263"/>
                        <a:ext cx="1219200" cy="387350"/>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40186157-763C-4A07-8345-185C5EBCAC59}"/>
              </a:ext>
            </a:extLst>
          </p:cNvPr>
          <p:cNvGraphicFramePr>
            <a:graphicFrameLocks noChangeAspect="1"/>
          </p:cNvGraphicFramePr>
          <p:nvPr>
            <p:extLst>
              <p:ext uri="{D42A27DB-BD31-4B8C-83A1-F6EECF244321}">
                <p14:modId xmlns:p14="http://schemas.microsoft.com/office/powerpoint/2010/main" val="3365819212"/>
              </p:ext>
            </p:extLst>
          </p:nvPr>
        </p:nvGraphicFramePr>
        <p:xfrm>
          <a:off x="4016375" y="4149725"/>
          <a:ext cx="1160463" cy="387350"/>
        </p:xfrm>
        <a:graphic>
          <a:graphicData uri="http://schemas.openxmlformats.org/presentationml/2006/ole">
            <mc:AlternateContent xmlns:mc="http://schemas.openxmlformats.org/markup-compatibility/2006">
              <mc:Choice xmlns:v="urn:schemas-microsoft-com:vml" Requires="v">
                <p:oleObj name="Equation" r:id="rId6" imgW="2057400" imgH="685800" progId="Equation.DSMT4">
                  <p:embed/>
                </p:oleObj>
              </mc:Choice>
              <mc:Fallback>
                <p:oleObj name="Equation" r:id="rId6" imgW="2057400" imgH="685800" progId="Equation.DSMT4">
                  <p:embed/>
                  <p:pic>
                    <p:nvPicPr>
                      <p:cNvPr id="4" name="Object 3">
                        <a:extLst>
                          <a:ext uri="{FF2B5EF4-FFF2-40B4-BE49-F238E27FC236}">
                            <a16:creationId xmlns:a16="http://schemas.microsoft.com/office/drawing/2014/main" id="{D0241EF7-3C0E-46ED-90A2-431B2D1CDCF8}"/>
                          </a:ext>
                        </a:extLst>
                      </p:cNvPr>
                      <p:cNvPicPr/>
                      <p:nvPr/>
                    </p:nvPicPr>
                    <p:blipFill>
                      <a:blip r:embed="rId7"/>
                      <a:stretch>
                        <a:fillRect/>
                      </a:stretch>
                    </p:blipFill>
                    <p:spPr>
                      <a:xfrm>
                        <a:off x="4016375" y="4149725"/>
                        <a:ext cx="1160463" cy="387350"/>
                      </a:xfrm>
                      <a:prstGeom prst="rect">
                        <a:avLst/>
                      </a:prstGeom>
                    </p:spPr>
                  </p:pic>
                </p:oleObj>
              </mc:Fallback>
            </mc:AlternateContent>
          </a:graphicData>
        </a:graphic>
      </p:graphicFrame>
      <p:graphicFrame>
        <p:nvGraphicFramePr>
          <p:cNvPr id="17" name="Object 16">
            <a:extLst>
              <a:ext uri="{FF2B5EF4-FFF2-40B4-BE49-F238E27FC236}">
                <a16:creationId xmlns:a16="http://schemas.microsoft.com/office/drawing/2014/main" id="{392BF59A-5C37-4A47-B3BB-C38DA6115B19}"/>
              </a:ext>
            </a:extLst>
          </p:cNvPr>
          <p:cNvGraphicFramePr>
            <a:graphicFrameLocks noChangeAspect="1"/>
          </p:cNvGraphicFramePr>
          <p:nvPr>
            <p:extLst>
              <p:ext uri="{D42A27DB-BD31-4B8C-83A1-F6EECF244321}">
                <p14:modId xmlns:p14="http://schemas.microsoft.com/office/powerpoint/2010/main" val="66713361"/>
              </p:ext>
            </p:extLst>
          </p:nvPr>
        </p:nvGraphicFramePr>
        <p:xfrm>
          <a:off x="5646738" y="4124325"/>
          <a:ext cx="1163637" cy="387350"/>
        </p:xfrm>
        <a:graphic>
          <a:graphicData uri="http://schemas.openxmlformats.org/presentationml/2006/ole">
            <mc:AlternateContent xmlns:mc="http://schemas.openxmlformats.org/markup-compatibility/2006">
              <mc:Choice xmlns:v="urn:schemas-microsoft-com:vml" Requires="v">
                <p:oleObj name="Equation" r:id="rId8" imgW="2057400" imgH="685800" progId="Equation.DSMT4">
                  <p:embed/>
                </p:oleObj>
              </mc:Choice>
              <mc:Fallback>
                <p:oleObj name="Equation" r:id="rId8" imgW="2057400" imgH="685800" progId="Equation.DSMT4">
                  <p:embed/>
                  <p:pic>
                    <p:nvPicPr>
                      <p:cNvPr id="15" name="Object 14">
                        <a:extLst>
                          <a:ext uri="{FF2B5EF4-FFF2-40B4-BE49-F238E27FC236}">
                            <a16:creationId xmlns:a16="http://schemas.microsoft.com/office/drawing/2014/main" id="{40186157-763C-4A07-8345-185C5EBCAC59}"/>
                          </a:ext>
                        </a:extLst>
                      </p:cNvPr>
                      <p:cNvPicPr/>
                      <p:nvPr/>
                    </p:nvPicPr>
                    <p:blipFill>
                      <a:blip r:embed="rId9"/>
                      <a:stretch>
                        <a:fillRect/>
                      </a:stretch>
                    </p:blipFill>
                    <p:spPr>
                      <a:xfrm>
                        <a:off x="5646738" y="4124325"/>
                        <a:ext cx="1163637" cy="38735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0D94897F-AD37-485C-9E90-8E8267F55E4E}"/>
              </a:ext>
            </a:extLst>
          </p:cNvPr>
          <p:cNvGraphicFramePr>
            <a:graphicFrameLocks noChangeAspect="1"/>
          </p:cNvGraphicFramePr>
          <p:nvPr>
            <p:extLst>
              <p:ext uri="{D42A27DB-BD31-4B8C-83A1-F6EECF244321}">
                <p14:modId xmlns:p14="http://schemas.microsoft.com/office/powerpoint/2010/main" val="666106311"/>
              </p:ext>
            </p:extLst>
          </p:nvPr>
        </p:nvGraphicFramePr>
        <p:xfrm>
          <a:off x="7331848" y="4274903"/>
          <a:ext cx="816017" cy="165569"/>
        </p:xfrm>
        <a:graphic>
          <a:graphicData uri="http://schemas.openxmlformats.org/presentationml/2006/ole">
            <mc:AlternateContent xmlns:mc="http://schemas.openxmlformats.org/markup-compatibility/2006">
              <mc:Choice xmlns:v="urn:schemas-microsoft-com:vml" Requires="v">
                <p:oleObj name="Equation" r:id="rId10" imgW="1193760" imgH="241200" progId="Equation.DSMT4">
                  <p:embed/>
                </p:oleObj>
              </mc:Choice>
              <mc:Fallback>
                <p:oleObj name="Equation" r:id="rId10" imgW="1193760" imgH="241200" progId="Equation.DSMT4">
                  <p:embed/>
                  <p:pic>
                    <p:nvPicPr>
                      <p:cNvPr id="0" name=""/>
                      <p:cNvPicPr/>
                      <p:nvPr/>
                    </p:nvPicPr>
                    <p:blipFill>
                      <a:blip r:embed="rId11"/>
                      <a:stretch>
                        <a:fillRect/>
                      </a:stretch>
                    </p:blipFill>
                    <p:spPr>
                      <a:xfrm>
                        <a:off x="7331848" y="4274903"/>
                        <a:ext cx="816017" cy="165569"/>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9D893A9C-B78E-4F9C-BCF4-0293B383B46D}"/>
              </a:ext>
            </a:extLst>
          </p:cNvPr>
          <p:cNvGraphicFramePr>
            <a:graphicFrameLocks noChangeAspect="1"/>
          </p:cNvGraphicFramePr>
          <p:nvPr>
            <p:extLst>
              <p:ext uri="{D42A27DB-BD31-4B8C-83A1-F6EECF244321}">
                <p14:modId xmlns:p14="http://schemas.microsoft.com/office/powerpoint/2010/main" val="1752959558"/>
              </p:ext>
            </p:extLst>
          </p:nvPr>
        </p:nvGraphicFramePr>
        <p:xfrm>
          <a:off x="785005" y="4665899"/>
          <a:ext cx="1220787" cy="249238"/>
        </p:xfrm>
        <a:graphic>
          <a:graphicData uri="http://schemas.openxmlformats.org/presentationml/2006/ole">
            <mc:AlternateContent xmlns:mc="http://schemas.openxmlformats.org/markup-compatibility/2006">
              <mc:Choice xmlns:v="urn:schemas-microsoft-com:vml" Requires="v">
                <p:oleObj name="Equation" r:id="rId12" imgW="1625400" imgH="330120" progId="Equation.DSMT4">
                  <p:embed/>
                </p:oleObj>
              </mc:Choice>
              <mc:Fallback>
                <p:oleObj name="Equation" r:id="rId12" imgW="1625400" imgH="330120" progId="Equation.DSMT4">
                  <p:embed/>
                  <p:pic>
                    <p:nvPicPr>
                      <p:cNvPr id="0" name=""/>
                      <p:cNvPicPr/>
                      <p:nvPr/>
                    </p:nvPicPr>
                    <p:blipFill>
                      <a:blip r:embed="rId13"/>
                      <a:stretch>
                        <a:fillRect/>
                      </a:stretch>
                    </p:blipFill>
                    <p:spPr>
                      <a:xfrm>
                        <a:off x="785005" y="4665899"/>
                        <a:ext cx="1220787" cy="249238"/>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97A7B85E-BF80-4CF5-8162-E7245A36C932}"/>
              </a:ext>
            </a:extLst>
          </p:cNvPr>
          <p:cNvGraphicFramePr>
            <a:graphicFrameLocks noChangeAspect="1"/>
          </p:cNvGraphicFramePr>
          <p:nvPr>
            <p:extLst>
              <p:ext uri="{D42A27DB-BD31-4B8C-83A1-F6EECF244321}">
                <p14:modId xmlns:p14="http://schemas.microsoft.com/office/powerpoint/2010/main" val="847735367"/>
              </p:ext>
            </p:extLst>
          </p:nvPr>
        </p:nvGraphicFramePr>
        <p:xfrm>
          <a:off x="2761036" y="4641081"/>
          <a:ext cx="346364" cy="199422"/>
        </p:xfrm>
        <a:graphic>
          <a:graphicData uri="http://schemas.openxmlformats.org/presentationml/2006/ole">
            <mc:AlternateContent xmlns:mc="http://schemas.openxmlformats.org/markup-compatibility/2006">
              <mc:Choice xmlns:v="urn:schemas-microsoft-com:vml" Requires="v">
                <p:oleObj name="Equation" r:id="rId14" imgW="419040" imgH="241200" progId="Equation.DSMT4">
                  <p:embed/>
                </p:oleObj>
              </mc:Choice>
              <mc:Fallback>
                <p:oleObj name="Equation" r:id="rId14" imgW="419040" imgH="241200" progId="Equation.DSMT4">
                  <p:embed/>
                  <p:pic>
                    <p:nvPicPr>
                      <p:cNvPr id="0" name=""/>
                      <p:cNvPicPr/>
                      <p:nvPr/>
                    </p:nvPicPr>
                    <p:blipFill>
                      <a:blip r:embed="rId15"/>
                      <a:stretch>
                        <a:fillRect/>
                      </a:stretch>
                    </p:blipFill>
                    <p:spPr>
                      <a:xfrm>
                        <a:off x="2761036" y="4641081"/>
                        <a:ext cx="346364" cy="199422"/>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13558CCC-2B9E-49BC-A3E2-0425B59FFFCC}"/>
              </a:ext>
            </a:extLst>
          </p:cNvPr>
          <p:cNvGraphicFramePr>
            <a:graphicFrameLocks noChangeAspect="1"/>
          </p:cNvGraphicFramePr>
          <p:nvPr>
            <p:extLst>
              <p:ext uri="{D42A27DB-BD31-4B8C-83A1-F6EECF244321}">
                <p14:modId xmlns:p14="http://schemas.microsoft.com/office/powerpoint/2010/main" val="3183718820"/>
              </p:ext>
            </p:extLst>
          </p:nvPr>
        </p:nvGraphicFramePr>
        <p:xfrm>
          <a:off x="4436276" y="4665146"/>
          <a:ext cx="241300" cy="198438"/>
        </p:xfrm>
        <a:graphic>
          <a:graphicData uri="http://schemas.openxmlformats.org/presentationml/2006/ole">
            <mc:AlternateContent xmlns:mc="http://schemas.openxmlformats.org/markup-compatibility/2006">
              <mc:Choice xmlns:v="urn:schemas-microsoft-com:vml" Requires="v">
                <p:oleObj name="Equation" r:id="rId16" imgW="291960" imgH="241200" progId="Equation.DSMT4">
                  <p:embed/>
                </p:oleObj>
              </mc:Choice>
              <mc:Fallback>
                <p:oleObj name="Equation" r:id="rId16" imgW="291960" imgH="241200" progId="Equation.DSMT4">
                  <p:embed/>
                  <p:pic>
                    <p:nvPicPr>
                      <p:cNvPr id="8" name="Object 7">
                        <a:extLst>
                          <a:ext uri="{FF2B5EF4-FFF2-40B4-BE49-F238E27FC236}">
                            <a16:creationId xmlns:a16="http://schemas.microsoft.com/office/drawing/2014/main" id="{97A7B85E-BF80-4CF5-8162-E7245A36C932}"/>
                          </a:ext>
                        </a:extLst>
                      </p:cNvPr>
                      <p:cNvPicPr/>
                      <p:nvPr/>
                    </p:nvPicPr>
                    <p:blipFill>
                      <a:blip r:embed="rId17"/>
                      <a:stretch>
                        <a:fillRect/>
                      </a:stretch>
                    </p:blipFill>
                    <p:spPr>
                      <a:xfrm>
                        <a:off x="4436276" y="4665146"/>
                        <a:ext cx="241300" cy="198438"/>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EE14E47A-1E5C-4AEB-A511-4348D0040CA5}"/>
              </a:ext>
            </a:extLst>
          </p:cNvPr>
          <p:cNvGraphicFramePr>
            <a:graphicFrameLocks noChangeAspect="1"/>
          </p:cNvGraphicFramePr>
          <p:nvPr>
            <p:extLst>
              <p:ext uri="{D42A27DB-BD31-4B8C-83A1-F6EECF244321}">
                <p14:modId xmlns:p14="http://schemas.microsoft.com/office/powerpoint/2010/main" val="1213080921"/>
              </p:ext>
            </p:extLst>
          </p:nvPr>
        </p:nvGraphicFramePr>
        <p:xfrm>
          <a:off x="6170613" y="4652963"/>
          <a:ext cx="125412" cy="198437"/>
        </p:xfrm>
        <a:graphic>
          <a:graphicData uri="http://schemas.openxmlformats.org/presentationml/2006/ole">
            <mc:AlternateContent xmlns:mc="http://schemas.openxmlformats.org/markup-compatibility/2006">
              <mc:Choice xmlns:v="urn:schemas-microsoft-com:vml" Requires="v">
                <p:oleObj name="Equation" r:id="rId18" imgW="152280" imgH="241200" progId="Equation.DSMT4">
                  <p:embed/>
                </p:oleObj>
              </mc:Choice>
              <mc:Fallback>
                <p:oleObj name="Equation" r:id="rId18" imgW="152280" imgH="241200" progId="Equation.DSMT4">
                  <p:embed/>
                  <p:pic>
                    <p:nvPicPr>
                      <p:cNvPr id="18" name="Object 17">
                        <a:extLst>
                          <a:ext uri="{FF2B5EF4-FFF2-40B4-BE49-F238E27FC236}">
                            <a16:creationId xmlns:a16="http://schemas.microsoft.com/office/drawing/2014/main" id="{13558CCC-2B9E-49BC-A3E2-0425B59FFFCC}"/>
                          </a:ext>
                        </a:extLst>
                      </p:cNvPr>
                      <p:cNvPicPr/>
                      <p:nvPr/>
                    </p:nvPicPr>
                    <p:blipFill>
                      <a:blip r:embed="rId19"/>
                      <a:stretch>
                        <a:fillRect/>
                      </a:stretch>
                    </p:blipFill>
                    <p:spPr>
                      <a:xfrm>
                        <a:off x="6170613" y="4652963"/>
                        <a:ext cx="125412" cy="198437"/>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7199F5DE-496F-4FD9-B327-637CD72765C1}"/>
              </a:ext>
            </a:extLst>
          </p:cNvPr>
          <p:cNvGraphicFramePr>
            <a:graphicFrameLocks noChangeAspect="1"/>
          </p:cNvGraphicFramePr>
          <p:nvPr>
            <p:extLst>
              <p:ext uri="{D42A27DB-BD31-4B8C-83A1-F6EECF244321}">
                <p14:modId xmlns:p14="http://schemas.microsoft.com/office/powerpoint/2010/main" val="4096454581"/>
              </p:ext>
            </p:extLst>
          </p:nvPr>
        </p:nvGraphicFramePr>
        <p:xfrm>
          <a:off x="7569597" y="4661467"/>
          <a:ext cx="314614" cy="180397"/>
        </p:xfrm>
        <a:graphic>
          <a:graphicData uri="http://schemas.openxmlformats.org/presentationml/2006/ole">
            <mc:AlternateContent xmlns:mc="http://schemas.openxmlformats.org/markup-compatibility/2006">
              <mc:Choice xmlns:v="urn:schemas-microsoft-com:vml" Requires="v">
                <p:oleObj name="Equation" r:id="rId20" imgW="419040" imgH="241200" progId="Equation.DSMT4">
                  <p:embed/>
                </p:oleObj>
              </mc:Choice>
              <mc:Fallback>
                <p:oleObj name="Equation" r:id="rId20" imgW="419040" imgH="241200" progId="Equation.DSMT4">
                  <p:embed/>
                  <p:pic>
                    <p:nvPicPr>
                      <p:cNvPr id="19" name="Object 18">
                        <a:extLst>
                          <a:ext uri="{FF2B5EF4-FFF2-40B4-BE49-F238E27FC236}">
                            <a16:creationId xmlns:a16="http://schemas.microsoft.com/office/drawing/2014/main" id="{EE14E47A-1E5C-4AEB-A511-4348D0040CA5}"/>
                          </a:ext>
                        </a:extLst>
                      </p:cNvPr>
                      <p:cNvPicPr/>
                      <p:nvPr/>
                    </p:nvPicPr>
                    <p:blipFill>
                      <a:blip r:embed="rId21"/>
                      <a:stretch>
                        <a:fillRect/>
                      </a:stretch>
                    </p:blipFill>
                    <p:spPr>
                      <a:xfrm>
                        <a:off x="7569597" y="4661467"/>
                        <a:ext cx="314614" cy="180397"/>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13691688-8CFF-49DD-9839-F6F1BC8817B2}"/>
              </a:ext>
            </a:extLst>
          </p:cNvPr>
          <p:cNvGraphicFramePr>
            <a:graphicFrameLocks noChangeAspect="1"/>
          </p:cNvGraphicFramePr>
          <p:nvPr>
            <p:extLst>
              <p:ext uri="{D42A27DB-BD31-4B8C-83A1-F6EECF244321}">
                <p14:modId xmlns:p14="http://schemas.microsoft.com/office/powerpoint/2010/main" val="2795048449"/>
              </p:ext>
            </p:extLst>
          </p:nvPr>
        </p:nvGraphicFramePr>
        <p:xfrm>
          <a:off x="787400" y="5018088"/>
          <a:ext cx="1225550" cy="242887"/>
        </p:xfrm>
        <a:graphic>
          <a:graphicData uri="http://schemas.openxmlformats.org/presentationml/2006/ole">
            <mc:AlternateContent xmlns:mc="http://schemas.openxmlformats.org/markup-compatibility/2006">
              <mc:Choice xmlns:v="urn:schemas-microsoft-com:vml" Requires="v">
                <p:oleObj name="Equation" r:id="rId22" imgW="1663560" imgH="330120" progId="Equation.DSMT4">
                  <p:embed/>
                </p:oleObj>
              </mc:Choice>
              <mc:Fallback>
                <p:oleObj name="Equation" r:id="rId22" imgW="1663560" imgH="330120" progId="Equation.DSMT4">
                  <p:embed/>
                  <p:pic>
                    <p:nvPicPr>
                      <p:cNvPr id="0" name=""/>
                      <p:cNvPicPr/>
                      <p:nvPr/>
                    </p:nvPicPr>
                    <p:blipFill>
                      <a:blip r:embed="rId23"/>
                      <a:stretch>
                        <a:fillRect/>
                      </a:stretch>
                    </p:blipFill>
                    <p:spPr>
                      <a:xfrm>
                        <a:off x="787400" y="5018088"/>
                        <a:ext cx="1225550" cy="242887"/>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3F1438B6-6D07-4DFF-9D11-79AA8A21454C}"/>
              </a:ext>
            </a:extLst>
          </p:cNvPr>
          <p:cNvGraphicFramePr>
            <a:graphicFrameLocks noChangeAspect="1"/>
          </p:cNvGraphicFramePr>
          <p:nvPr>
            <p:extLst>
              <p:ext uri="{D42A27DB-BD31-4B8C-83A1-F6EECF244321}">
                <p14:modId xmlns:p14="http://schemas.microsoft.com/office/powerpoint/2010/main" val="268104654"/>
              </p:ext>
            </p:extLst>
          </p:nvPr>
        </p:nvGraphicFramePr>
        <p:xfrm>
          <a:off x="2813516" y="5009489"/>
          <a:ext cx="241405" cy="199422"/>
        </p:xfrm>
        <a:graphic>
          <a:graphicData uri="http://schemas.openxmlformats.org/presentationml/2006/ole">
            <mc:AlternateContent xmlns:mc="http://schemas.openxmlformats.org/markup-compatibility/2006">
              <mc:Choice xmlns:v="urn:schemas-microsoft-com:vml" Requires="v">
                <p:oleObj name="Equation" r:id="rId24" imgW="291960" imgH="241200" progId="Equation.DSMT4">
                  <p:embed/>
                </p:oleObj>
              </mc:Choice>
              <mc:Fallback>
                <p:oleObj name="Equation" r:id="rId24" imgW="291960" imgH="241200" progId="Equation.DSMT4">
                  <p:embed/>
                  <p:pic>
                    <p:nvPicPr>
                      <p:cNvPr id="0" name=""/>
                      <p:cNvPicPr/>
                      <p:nvPr/>
                    </p:nvPicPr>
                    <p:blipFill>
                      <a:blip r:embed="rId25"/>
                      <a:stretch>
                        <a:fillRect/>
                      </a:stretch>
                    </p:blipFill>
                    <p:spPr>
                      <a:xfrm>
                        <a:off x="2813516" y="5009489"/>
                        <a:ext cx="241405" cy="199422"/>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D3D6C9A8-591A-4CE8-A089-F3B404200AFB}"/>
              </a:ext>
            </a:extLst>
          </p:cNvPr>
          <p:cNvGraphicFramePr>
            <a:graphicFrameLocks noChangeAspect="1"/>
          </p:cNvGraphicFramePr>
          <p:nvPr>
            <p:extLst>
              <p:ext uri="{D42A27DB-BD31-4B8C-83A1-F6EECF244321}">
                <p14:modId xmlns:p14="http://schemas.microsoft.com/office/powerpoint/2010/main" val="2535807402"/>
              </p:ext>
            </p:extLst>
          </p:nvPr>
        </p:nvGraphicFramePr>
        <p:xfrm>
          <a:off x="4456913" y="5035607"/>
          <a:ext cx="220663" cy="198438"/>
        </p:xfrm>
        <a:graphic>
          <a:graphicData uri="http://schemas.openxmlformats.org/presentationml/2006/ole">
            <mc:AlternateContent xmlns:mc="http://schemas.openxmlformats.org/markup-compatibility/2006">
              <mc:Choice xmlns:v="urn:schemas-microsoft-com:vml" Requires="v">
                <p:oleObj name="Equation" r:id="rId26" imgW="266400" imgH="241200" progId="Equation.DSMT4">
                  <p:embed/>
                </p:oleObj>
              </mc:Choice>
              <mc:Fallback>
                <p:oleObj name="Equation" r:id="rId26" imgW="266400" imgH="241200" progId="Equation.DSMT4">
                  <p:embed/>
                  <p:pic>
                    <p:nvPicPr>
                      <p:cNvPr id="10" name="Object 9">
                        <a:extLst>
                          <a:ext uri="{FF2B5EF4-FFF2-40B4-BE49-F238E27FC236}">
                            <a16:creationId xmlns:a16="http://schemas.microsoft.com/office/drawing/2014/main" id="{3F1438B6-6D07-4DFF-9D11-79AA8A21454C}"/>
                          </a:ext>
                        </a:extLst>
                      </p:cNvPr>
                      <p:cNvPicPr/>
                      <p:nvPr/>
                    </p:nvPicPr>
                    <p:blipFill>
                      <a:blip r:embed="rId27"/>
                      <a:stretch>
                        <a:fillRect/>
                      </a:stretch>
                    </p:blipFill>
                    <p:spPr>
                      <a:xfrm>
                        <a:off x="4456913" y="5035607"/>
                        <a:ext cx="220663" cy="198438"/>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B3BC4E07-6893-46A2-B076-0572DEF0F854}"/>
              </a:ext>
            </a:extLst>
          </p:cNvPr>
          <p:cNvGraphicFramePr>
            <a:graphicFrameLocks noChangeAspect="1"/>
          </p:cNvGraphicFramePr>
          <p:nvPr>
            <p:extLst>
              <p:ext uri="{D42A27DB-BD31-4B8C-83A1-F6EECF244321}">
                <p14:modId xmlns:p14="http://schemas.microsoft.com/office/powerpoint/2010/main" val="1146989747"/>
              </p:ext>
            </p:extLst>
          </p:nvPr>
        </p:nvGraphicFramePr>
        <p:xfrm>
          <a:off x="6188064" y="4997451"/>
          <a:ext cx="136525" cy="198438"/>
        </p:xfrm>
        <a:graphic>
          <a:graphicData uri="http://schemas.openxmlformats.org/presentationml/2006/ole">
            <mc:AlternateContent xmlns:mc="http://schemas.openxmlformats.org/markup-compatibility/2006">
              <mc:Choice xmlns:v="urn:schemas-microsoft-com:vml" Requires="v">
                <p:oleObj name="Equation" r:id="rId28" imgW="164880" imgH="241200" progId="Equation.DSMT4">
                  <p:embed/>
                </p:oleObj>
              </mc:Choice>
              <mc:Fallback>
                <p:oleObj name="Equation" r:id="rId28" imgW="164880" imgH="241200" progId="Equation.DSMT4">
                  <p:embed/>
                  <p:pic>
                    <p:nvPicPr>
                      <p:cNvPr id="22" name="Object 21">
                        <a:extLst>
                          <a:ext uri="{FF2B5EF4-FFF2-40B4-BE49-F238E27FC236}">
                            <a16:creationId xmlns:a16="http://schemas.microsoft.com/office/drawing/2014/main" id="{D3D6C9A8-591A-4CE8-A089-F3B404200AFB}"/>
                          </a:ext>
                        </a:extLst>
                      </p:cNvPr>
                      <p:cNvPicPr/>
                      <p:nvPr/>
                    </p:nvPicPr>
                    <p:blipFill>
                      <a:blip r:embed="rId29"/>
                      <a:stretch>
                        <a:fillRect/>
                      </a:stretch>
                    </p:blipFill>
                    <p:spPr>
                      <a:xfrm>
                        <a:off x="6188064" y="4997451"/>
                        <a:ext cx="136525" cy="198438"/>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1A3EABE3-0E52-49DF-89F1-A624659614F6}"/>
              </a:ext>
            </a:extLst>
          </p:cNvPr>
          <p:cNvGraphicFramePr>
            <a:graphicFrameLocks noChangeAspect="1"/>
          </p:cNvGraphicFramePr>
          <p:nvPr>
            <p:extLst>
              <p:ext uri="{D42A27DB-BD31-4B8C-83A1-F6EECF244321}">
                <p14:modId xmlns:p14="http://schemas.microsoft.com/office/powerpoint/2010/main" val="2336289379"/>
              </p:ext>
            </p:extLst>
          </p:nvPr>
        </p:nvGraphicFramePr>
        <p:xfrm>
          <a:off x="7654024" y="5035607"/>
          <a:ext cx="230187" cy="198438"/>
        </p:xfrm>
        <a:graphic>
          <a:graphicData uri="http://schemas.openxmlformats.org/presentationml/2006/ole">
            <mc:AlternateContent xmlns:mc="http://schemas.openxmlformats.org/markup-compatibility/2006">
              <mc:Choice xmlns:v="urn:schemas-microsoft-com:vml" Requires="v">
                <p:oleObj name="Equation" r:id="rId30" imgW="279360" imgH="241200" progId="Equation.DSMT4">
                  <p:embed/>
                </p:oleObj>
              </mc:Choice>
              <mc:Fallback>
                <p:oleObj name="Equation" r:id="rId30" imgW="279360" imgH="241200" progId="Equation.DSMT4">
                  <p:embed/>
                  <p:pic>
                    <p:nvPicPr>
                      <p:cNvPr id="23" name="Object 22">
                        <a:extLst>
                          <a:ext uri="{FF2B5EF4-FFF2-40B4-BE49-F238E27FC236}">
                            <a16:creationId xmlns:a16="http://schemas.microsoft.com/office/drawing/2014/main" id="{B3BC4E07-6893-46A2-B076-0572DEF0F854}"/>
                          </a:ext>
                        </a:extLst>
                      </p:cNvPr>
                      <p:cNvPicPr/>
                      <p:nvPr/>
                    </p:nvPicPr>
                    <p:blipFill>
                      <a:blip r:embed="rId31"/>
                      <a:stretch>
                        <a:fillRect/>
                      </a:stretch>
                    </p:blipFill>
                    <p:spPr>
                      <a:xfrm>
                        <a:off x="7654024" y="5035607"/>
                        <a:ext cx="230187" cy="198438"/>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B66A05EC-08BD-4B87-8A22-F5B68DBC52F7}"/>
              </a:ext>
            </a:extLst>
          </p:cNvPr>
          <p:cNvGraphicFramePr>
            <a:graphicFrameLocks noChangeAspect="1"/>
          </p:cNvGraphicFramePr>
          <p:nvPr>
            <p:extLst>
              <p:ext uri="{D42A27DB-BD31-4B8C-83A1-F6EECF244321}">
                <p14:modId xmlns:p14="http://schemas.microsoft.com/office/powerpoint/2010/main" val="380264593"/>
              </p:ext>
            </p:extLst>
          </p:nvPr>
        </p:nvGraphicFramePr>
        <p:xfrm>
          <a:off x="779463" y="5394325"/>
          <a:ext cx="1241425" cy="247650"/>
        </p:xfrm>
        <a:graphic>
          <a:graphicData uri="http://schemas.openxmlformats.org/presentationml/2006/ole">
            <mc:AlternateContent xmlns:mc="http://schemas.openxmlformats.org/markup-compatibility/2006">
              <mc:Choice xmlns:v="urn:schemas-microsoft-com:vml" Requires="v">
                <p:oleObj name="Equation" r:id="rId32" imgW="1650960" imgH="330120" progId="Equation.DSMT4">
                  <p:embed/>
                </p:oleObj>
              </mc:Choice>
              <mc:Fallback>
                <p:oleObj name="Equation" r:id="rId32" imgW="1650960" imgH="330120" progId="Equation.DSMT4">
                  <p:embed/>
                  <p:pic>
                    <p:nvPicPr>
                      <p:cNvPr id="0" name=""/>
                      <p:cNvPicPr/>
                      <p:nvPr/>
                    </p:nvPicPr>
                    <p:blipFill>
                      <a:blip r:embed="rId33"/>
                      <a:stretch>
                        <a:fillRect/>
                      </a:stretch>
                    </p:blipFill>
                    <p:spPr>
                      <a:xfrm>
                        <a:off x="779463" y="5394325"/>
                        <a:ext cx="1241425" cy="247650"/>
                      </a:xfrm>
                      <a:prstGeom prst="rect">
                        <a:avLst/>
                      </a:prstGeom>
                    </p:spPr>
                  </p:pic>
                </p:oleObj>
              </mc:Fallback>
            </mc:AlternateContent>
          </a:graphicData>
        </a:graphic>
      </p:graphicFrame>
      <p:graphicFrame>
        <p:nvGraphicFramePr>
          <p:cNvPr id="25" name="Object 24">
            <a:extLst>
              <a:ext uri="{FF2B5EF4-FFF2-40B4-BE49-F238E27FC236}">
                <a16:creationId xmlns:a16="http://schemas.microsoft.com/office/drawing/2014/main" id="{44DA5F1E-5F29-4E74-BEE7-B731968C660C}"/>
              </a:ext>
            </a:extLst>
          </p:cNvPr>
          <p:cNvGraphicFramePr>
            <a:graphicFrameLocks noChangeAspect="1"/>
          </p:cNvGraphicFramePr>
          <p:nvPr>
            <p:extLst>
              <p:ext uri="{D42A27DB-BD31-4B8C-83A1-F6EECF244321}">
                <p14:modId xmlns:p14="http://schemas.microsoft.com/office/powerpoint/2010/main" val="3779054004"/>
              </p:ext>
            </p:extLst>
          </p:nvPr>
        </p:nvGraphicFramePr>
        <p:xfrm>
          <a:off x="2897326" y="5409072"/>
          <a:ext cx="150091" cy="219364"/>
        </p:xfrm>
        <a:graphic>
          <a:graphicData uri="http://schemas.openxmlformats.org/presentationml/2006/ole">
            <mc:AlternateContent xmlns:mc="http://schemas.openxmlformats.org/markup-compatibility/2006">
              <mc:Choice xmlns:v="urn:schemas-microsoft-com:vml" Requires="v">
                <p:oleObj name="Equation" r:id="rId34" imgW="164880" imgH="241200" progId="Equation.DSMT4">
                  <p:embed/>
                </p:oleObj>
              </mc:Choice>
              <mc:Fallback>
                <p:oleObj name="Equation" r:id="rId34" imgW="164880" imgH="241200" progId="Equation.DSMT4">
                  <p:embed/>
                  <p:pic>
                    <p:nvPicPr>
                      <p:cNvPr id="0" name=""/>
                      <p:cNvPicPr/>
                      <p:nvPr/>
                    </p:nvPicPr>
                    <p:blipFill>
                      <a:blip r:embed="rId35"/>
                      <a:stretch>
                        <a:fillRect/>
                      </a:stretch>
                    </p:blipFill>
                    <p:spPr>
                      <a:xfrm>
                        <a:off x="2897326" y="5409072"/>
                        <a:ext cx="150091" cy="219364"/>
                      </a:xfrm>
                      <a:prstGeom prst="rect">
                        <a:avLst/>
                      </a:prstGeom>
                    </p:spPr>
                  </p:pic>
                </p:oleObj>
              </mc:Fallback>
            </mc:AlternateContent>
          </a:graphicData>
        </a:graphic>
      </p:graphicFrame>
      <p:graphicFrame>
        <p:nvGraphicFramePr>
          <p:cNvPr id="27" name="Object 26">
            <a:extLst>
              <a:ext uri="{FF2B5EF4-FFF2-40B4-BE49-F238E27FC236}">
                <a16:creationId xmlns:a16="http://schemas.microsoft.com/office/drawing/2014/main" id="{D3249F77-68E5-4915-88B8-A0306C80CFE5}"/>
              </a:ext>
            </a:extLst>
          </p:cNvPr>
          <p:cNvGraphicFramePr>
            <a:graphicFrameLocks noChangeAspect="1"/>
          </p:cNvGraphicFramePr>
          <p:nvPr>
            <p:extLst>
              <p:ext uri="{D42A27DB-BD31-4B8C-83A1-F6EECF244321}">
                <p14:modId xmlns:p14="http://schemas.microsoft.com/office/powerpoint/2010/main" val="1047486513"/>
              </p:ext>
            </p:extLst>
          </p:nvPr>
        </p:nvGraphicFramePr>
        <p:xfrm>
          <a:off x="4446240" y="5414676"/>
          <a:ext cx="202045" cy="181054"/>
        </p:xfrm>
        <a:graphic>
          <a:graphicData uri="http://schemas.openxmlformats.org/presentationml/2006/ole">
            <mc:AlternateContent xmlns:mc="http://schemas.openxmlformats.org/markup-compatibility/2006">
              <mc:Choice xmlns:v="urn:schemas-microsoft-com:vml" Requires="v">
                <p:oleObj name="Equation" r:id="rId36" imgW="266400" imgH="241200" progId="Equation.DSMT4">
                  <p:embed/>
                </p:oleObj>
              </mc:Choice>
              <mc:Fallback>
                <p:oleObj name="Equation" r:id="rId36" imgW="266400" imgH="241200" progId="Equation.DSMT4">
                  <p:embed/>
                  <p:pic>
                    <p:nvPicPr>
                      <p:cNvPr id="25" name="Object 24">
                        <a:extLst>
                          <a:ext uri="{FF2B5EF4-FFF2-40B4-BE49-F238E27FC236}">
                            <a16:creationId xmlns:a16="http://schemas.microsoft.com/office/drawing/2014/main" id="{44DA5F1E-5F29-4E74-BEE7-B731968C660C}"/>
                          </a:ext>
                        </a:extLst>
                      </p:cNvPr>
                      <p:cNvPicPr/>
                      <p:nvPr/>
                    </p:nvPicPr>
                    <p:blipFill>
                      <a:blip r:embed="rId37"/>
                      <a:stretch>
                        <a:fillRect/>
                      </a:stretch>
                    </p:blipFill>
                    <p:spPr>
                      <a:xfrm>
                        <a:off x="4446240" y="5414676"/>
                        <a:ext cx="202045" cy="181054"/>
                      </a:xfrm>
                      <a:prstGeom prst="rect">
                        <a:avLst/>
                      </a:prstGeom>
                    </p:spPr>
                  </p:pic>
                </p:oleObj>
              </mc:Fallback>
            </mc:AlternateContent>
          </a:graphicData>
        </a:graphic>
      </p:graphicFrame>
      <p:graphicFrame>
        <p:nvGraphicFramePr>
          <p:cNvPr id="28" name="Object 27">
            <a:extLst>
              <a:ext uri="{FF2B5EF4-FFF2-40B4-BE49-F238E27FC236}">
                <a16:creationId xmlns:a16="http://schemas.microsoft.com/office/drawing/2014/main" id="{9169F2B4-D502-4E2D-8946-56359642CFBA}"/>
              </a:ext>
            </a:extLst>
          </p:cNvPr>
          <p:cNvGraphicFramePr>
            <a:graphicFrameLocks noChangeAspect="1"/>
          </p:cNvGraphicFramePr>
          <p:nvPr>
            <p:extLst>
              <p:ext uri="{D42A27DB-BD31-4B8C-83A1-F6EECF244321}">
                <p14:modId xmlns:p14="http://schemas.microsoft.com/office/powerpoint/2010/main" val="740988307"/>
              </p:ext>
            </p:extLst>
          </p:nvPr>
        </p:nvGraphicFramePr>
        <p:xfrm>
          <a:off x="6099182" y="5409675"/>
          <a:ext cx="222250" cy="199159"/>
        </p:xfrm>
        <a:graphic>
          <a:graphicData uri="http://schemas.openxmlformats.org/presentationml/2006/ole">
            <mc:AlternateContent xmlns:mc="http://schemas.openxmlformats.org/markup-compatibility/2006">
              <mc:Choice xmlns:v="urn:schemas-microsoft-com:vml" Requires="v">
                <p:oleObj name="Equation" r:id="rId38" imgW="266400" imgH="241200" progId="Equation.DSMT4">
                  <p:embed/>
                </p:oleObj>
              </mc:Choice>
              <mc:Fallback>
                <p:oleObj name="Equation" r:id="rId38" imgW="266400" imgH="241200" progId="Equation.DSMT4">
                  <p:embed/>
                  <p:pic>
                    <p:nvPicPr>
                      <p:cNvPr id="27" name="Object 26">
                        <a:extLst>
                          <a:ext uri="{FF2B5EF4-FFF2-40B4-BE49-F238E27FC236}">
                            <a16:creationId xmlns:a16="http://schemas.microsoft.com/office/drawing/2014/main" id="{D3249F77-68E5-4915-88B8-A0306C80CFE5}"/>
                          </a:ext>
                        </a:extLst>
                      </p:cNvPr>
                      <p:cNvPicPr/>
                      <p:nvPr/>
                    </p:nvPicPr>
                    <p:blipFill>
                      <a:blip r:embed="rId39"/>
                      <a:stretch>
                        <a:fillRect/>
                      </a:stretch>
                    </p:blipFill>
                    <p:spPr>
                      <a:xfrm>
                        <a:off x="6099182" y="5409675"/>
                        <a:ext cx="222250" cy="199159"/>
                      </a:xfrm>
                      <a:prstGeom prst="rect">
                        <a:avLst/>
                      </a:prstGeom>
                    </p:spPr>
                  </p:pic>
                </p:oleObj>
              </mc:Fallback>
            </mc:AlternateContent>
          </a:graphicData>
        </a:graphic>
      </p:graphicFrame>
      <p:graphicFrame>
        <p:nvGraphicFramePr>
          <p:cNvPr id="30" name="Object 29">
            <a:extLst>
              <a:ext uri="{FF2B5EF4-FFF2-40B4-BE49-F238E27FC236}">
                <a16:creationId xmlns:a16="http://schemas.microsoft.com/office/drawing/2014/main" id="{736B513C-9498-48B9-884B-0C7CCF9ECBE7}"/>
              </a:ext>
            </a:extLst>
          </p:cNvPr>
          <p:cNvGraphicFramePr>
            <a:graphicFrameLocks noChangeAspect="1"/>
          </p:cNvGraphicFramePr>
          <p:nvPr>
            <p:extLst>
              <p:ext uri="{D42A27DB-BD31-4B8C-83A1-F6EECF244321}">
                <p14:modId xmlns:p14="http://schemas.microsoft.com/office/powerpoint/2010/main" val="1808831857"/>
              </p:ext>
            </p:extLst>
          </p:nvPr>
        </p:nvGraphicFramePr>
        <p:xfrm>
          <a:off x="7618161" y="5397499"/>
          <a:ext cx="242888" cy="198438"/>
        </p:xfrm>
        <a:graphic>
          <a:graphicData uri="http://schemas.openxmlformats.org/presentationml/2006/ole">
            <mc:AlternateContent xmlns:mc="http://schemas.openxmlformats.org/markup-compatibility/2006">
              <mc:Choice xmlns:v="urn:schemas-microsoft-com:vml" Requires="v">
                <p:oleObj name="Equation" r:id="rId40" imgW="291960" imgH="241200" progId="Equation.DSMT4">
                  <p:embed/>
                </p:oleObj>
              </mc:Choice>
              <mc:Fallback>
                <p:oleObj name="Equation" r:id="rId40" imgW="291960" imgH="241200" progId="Equation.DSMT4">
                  <p:embed/>
                  <p:pic>
                    <p:nvPicPr>
                      <p:cNvPr id="28" name="Object 27">
                        <a:extLst>
                          <a:ext uri="{FF2B5EF4-FFF2-40B4-BE49-F238E27FC236}">
                            <a16:creationId xmlns:a16="http://schemas.microsoft.com/office/drawing/2014/main" id="{9169F2B4-D502-4E2D-8946-56359642CFBA}"/>
                          </a:ext>
                        </a:extLst>
                      </p:cNvPr>
                      <p:cNvPicPr/>
                      <p:nvPr/>
                    </p:nvPicPr>
                    <p:blipFill>
                      <a:blip r:embed="rId41"/>
                      <a:stretch>
                        <a:fillRect/>
                      </a:stretch>
                    </p:blipFill>
                    <p:spPr>
                      <a:xfrm>
                        <a:off x="7618161" y="5397499"/>
                        <a:ext cx="242888" cy="198438"/>
                      </a:xfrm>
                      <a:prstGeom prst="rect">
                        <a:avLst/>
                      </a:prstGeom>
                    </p:spPr>
                  </p:pic>
                </p:oleObj>
              </mc:Fallback>
            </mc:AlternateContent>
          </a:graphicData>
        </a:graphic>
      </p:graphicFrame>
      <p:graphicFrame>
        <p:nvGraphicFramePr>
          <p:cNvPr id="26" name="Object 25">
            <a:extLst>
              <a:ext uri="{FF2B5EF4-FFF2-40B4-BE49-F238E27FC236}">
                <a16:creationId xmlns:a16="http://schemas.microsoft.com/office/drawing/2014/main" id="{5C09529A-8031-40B7-BDA2-2A66833EEAA0}"/>
              </a:ext>
            </a:extLst>
          </p:cNvPr>
          <p:cNvGraphicFramePr>
            <a:graphicFrameLocks noChangeAspect="1"/>
          </p:cNvGraphicFramePr>
          <p:nvPr>
            <p:extLst>
              <p:ext uri="{D42A27DB-BD31-4B8C-83A1-F6EECF244321}">
                <p14:modId xmlns:p14="http://schemas.microsoft.com/office/powerpoint/2010/main" val="3300241487"/>
              </p:ext>
            </p:extLst>
          </p:nvPr>
        </p:nvGraphicFramePr>
        <p:xfrm>
          <a:off x="820926" y="5785818"/>
          <a:ext cx="1120714" cy="196616"/>
        </p:xfrm>
        <a:graphic>
          <a:graphicData uri="http://schemas.openxmlformats.org/presentationml/2006/ole">
            <mc:AlternateContent xmlns:mc="http://schemas.openxmlformats.org/markup-compatibility/2006">
              <mc:Choice xmlns:v="urn:schemas-microsoft-com:vml" Requires="v">
                <p:oleObj name="Equation" r:id="rId42" imgW="1447560" imgH="253800" progId="Equation.DSMT4">
                  <p:embed/>
                </p:oleObj>
              </mc:Choice>
              <mc:Fallback>
                <p:oleObj name="Equation" r:id="rId42" imgW="1447560" imgH="253800" progId="Equation.DSMT4">
                  <p:embed/>
                  <p:pic>
                    <p:nvPicPr>
                      <p:cNvPr id="0" name=""/>
                      <p:cNvPicPr/>
                      <p:nvPr/>
                    </p:nvPicPr>
                    <p:blipFill>
                      <a:blip r:embed="rId43"/>
                      <a:stretch>
                        <a:fillRect/>
                      </a:stretch>
                    </p:blipFill>
                    <p:spPr>
                      <a:xfrm>
                        <a:off x="820926" y="5785818"/>
                        <a:ext cx="1120714" cy="196616"/>
                      </a:xfrm>
                      <a:prstGeom prst="rect">
                        <a:avLst/>
                      </a:prstGeom>
                    </p:spPr>
                  </p:pic>
                </p:oleObj>
              </mc:Fallback>
            </mc:AlternateContent>
          </a:graphicData>
        </a:graphic>
      </p:graphicFrame>
      <p:graphicFrame>
        <p:nvGraphicFramePr>
          <p:cNvPr id="31" name="Object 30">
            <a:extLst>
              <a:ext uri="{FF2B5EF4-FFF2-40B4-BE49-F238E27FC236}">
                <a16:creationId xmlns:a16="http://schemas.microsoft.com/office/drawing/2014/main" id="{D4558CF0-8E8F-49C1-9389-96DB6A26E006}"/>
              </a:ext>
            </a:extLst>
          </p:cNvPr>
          <p:cNvGraphicFramePr>
            <a:graphicFrameLocks noChangeAspect="1"/>
          </p:cNvGraphicFramePr>
          <p:nvPr>
            <p:extLst>
              <p:ext uri="{D42A27DB-BD31-4B8C-83A1-F6EECF244321}">
                <p14:modId xmlns:p14="http://schemas.microsoft.com/office/powerpoint/2010/main" val="3911055416"/>
              </p:ext>
            </p:extLst>
          </p:nvPr>
        </p:nvGraphicFramePr>
        <p:xfrm>
          <a:off x="2686044" y="5728886"/>
          <a:ext cx="346364" cy="199422"/>
        </p:xfrm>
        <a:graphic>
          <a:graphicData uri="http://schemas.openxmlformats.org/presentationml/2006/ole">
            <mc:AlternateContent xmlns:mc="http://schemas.openxmlformats.org/markup-compatibility/2006">
              <mc:Choice xmlns:v="urn:schemas-microsoft-com:vml" Requires="v">
                <p:oleObj name="Equation" r:id="rId44" imgW="419040" imgH="241200" progId="Equation.DSMT4">
                  <p:embed/>
                </p:oleObj>
              </mc:Choice>
              <mc:Fallback>
                <p:oleObj name="Equation" r:id="rId44" imgW="419040" imgH="241200" progId="Equation.DSMT4">
                  <p:embed/>
                  <p:pic>
                    <p:nvPicPr>
                      <p:cNvPr id="0" name=""/>
                      <p:cNvPicPr/>
                      <p:nvPr/>
                    </p:nvPicPr>
                    <p:blipFill>
                      <a:blip r:embed="rId45"/>
                      <a:stretch>
                        <a:fillRect/>
                      </a:stretch>
                    </p:blipFill>
                    <p:spPr>
                      <a:xfrm>
                        <a:off x="2686044" y="5728886"/>
                        <a:ext cx="346364" cy="199422"/>
                      </a:xfrm>
                      <a:prstGeom prst="rect">
                        <a:avLst/>
                      </a:prstGeom>
                    </p:spPr>
                  </p:pic>
                </p:oleObj>
              </mc:Fallback>
            </mc:AlternateContent>
          </a:graphicData>
        </a:graphic>
      </p:graphicFrame>
      <p:graphicFrame>
        <p:nvGraphicFramePr>
          <p:cNvPr id="32" name="Object 31">
            <a:extLst>
              <a:ext uri="{FF2B5EF4-FFF2-40B4-BE49-F238E27FC236}">
                <a16:creationId xmlns:a16="http://schemas.microsoft.com/office/drawing/2014/main" id="{83356D5A-8ABB-4CEA-9EAD-7ED2263AF2F1}"/>
              </a:ext>
            </a:extLst>
          </p:cNvPr>
          <p:cNvGraphicFramePr>
            <a:graphicFrameLocks noChangeAspect="1"/>
          </p:cNvGraphicFramePr>
          <p:nvPr>
            <p:extLst>
              <p:ext uri="{D42A27DB-BD31-4B8C-83A1-F6EECF244321}">
                <p14:modId xmlns:p14="http://schemas.microsoft.com/office/powerpoint/2010/main" val="3926027911"/>
              </p:ext>
            </p:extLst>
          </p:nvPr>
        </p:nvGraphicFramePr>
        <p:xfrm>
          <a:off x="4422422" y="5785830"/>
          <a:ext cx="230909" cy="199422"/>
        </p:xfrm>
        <a:graphic>
          <a:graphicData uri="http://schemas.openxmlformats.org/presentationml/2006/ole">
            <mc:AlternateContent xmlns:mc="http://schemas.openxmlformats.org/markup-compatibility/2006">
              <mc:Choice xmlns:v="urn:schemas-microsoft-com:vml" Requires="v">
                <p:oleObj name="Equation" r:id="rId46" imgW="279360" imgH="241200" progId="Equation.DSMT4">
                  <p:embed/>
                </p:oleObj>
              </mc:Choice>
              <mc:Fallback>
                <p:oleObj name="Equation" r:id="rId46" imgW="279360" imgH="241200" progId="Equation.DSMT4">
                  <p:embed/>
                  <p:pic>
                    <p:nvPicPr>
                      <p:cNvPr id="0" name=""/>
                      <p:cNvPicPr/>
                      <p:nvPr/>
                    </p:nvPicPr>
                    <p:blipFill>
                      <a:blip r:embed="rId47"/>
                      <a:stretch>
                        <a:fillRect/>
                      </a:stretch>
                    </p:blipFill>
                    <p:spPr>
                      <a:xfrm>
                        <a:off x="4422422" y="5785830"/>
                        <a:ext cx="230909" cy="199422"/>
                      </a:xfrm>
                      <a:prstGeom prst="rect">
                        <a:avLst/>
                      </a:prstGeom>
                    </p:spPr>
                  </p:pic>
                </p:oleObj>
              </mc:Fallback>
            </mc:AlternateContent>
          </a:graphicData>
        </a:graphic>
      </p:graphicFrame>
      <p:graphicFrame>
        <p:nvGraphicFramePr>
          <p:cNvPr id="33" name="Object 32">
            <a:extLst>
              <a:ext uri="{FF2B5EF4-FFF2-40B4-BE49-F238E27FC236}">
                <a16:creationId xmlns:a16="http://schemas.microsoft.com/office/drawing/2014/main" id="{62E1A249-5AA9-459D-A7C4-FAE2DC65AE79}"/>
              </a:ext>
            </a:extLst>
          </p:cNvPr>
          <p:cNvGraphicFramePr>
            <a:graphicFrameLocks noChangeAspect="1"/>
          </p:cNvGraphicFramePr>
          <p:nvPr>
            <p:extLst>
              <p:ext uri="{D42A27DB-BD31-4B8C-83A1-F6EECF244321}">
                <p14:modId xmlns:p14="http://schemas.microsoft.com/office/powerpoint/2010/main" val="2114551225"/>
              </p:ext>
            </p:extLst>
          </p:nvPr>
        </p:nvGraphicFramePr>
        <p:xfrm>
          <a:off x="6081513" y="5771138"/>
          <a:ext cx="229001" cy="181293"/>
        </p:xfrm>
        <a:graphic>
          <a:graphicData uri="http://schemas.openxmlformats.org/presentationml/2006/ole">
            <mc:AlternateContent xmlns:mc="http://schemas.openxmlformats.org/markup-compatibility/2006">
              <mc:Choice xmlns:v="urn:schemas-microsoft-com:vml" Requires="v">
                <p:oleObj name="Equation" r:id="rId48" imgW="304560" imgH="241200" progId="Equation.DSMT4">
                  <p:embed/>
                </p:oleObj>
              </mc:Choice>
              <mc:Fallback>
                <p:oleObj name="Equation" r:id="rId48" imgW="304560" imgH="241200" progId="Equation.DSMT4">
                  <p:embed/>
                  <p:pic>
                    <p:nvPicPr>
                      <p:cNvPr id="0" name=""/>
                      <p:cNvPicPr/>
                      <p:nvPr/>
                    </p:nvPicPr>
                    <p:blipFill>
                      <a:blip r:embed="rId49"/>
                      <a:stretch>
                        <a:fillRect/>
                      </a:stretch>
                    </p:blipFill>
                    <p:spPr>
                      <a:xfrm>
                        <a:off x="6081513" y="5771138"/>
                        <a:ext cx="229001" cy="181293"/>
                      </a:xfrm>
                      <a:prstGeom prst="rect">
                        <a:avLst/>
                      </a:prstGeom>
                    </p:spPr>
                  </p:pic>
                </p:oleObj>
              </mc:Fallback>
            </mc:AlternateContent>
          </a:graphicData>
        </a:graphic>
      </p:graphicFrame>
      <p:graphicFrame>
        <p:nvGraphicFramePr>
          <p:cNvPr id="34" name="Object 33">
            <a:extLst>
              <a:ext uri="{FF2B5EF4-FFF2-40B4-BE49-F238E27FC236}">
                <a16:creationId xmlns:a16="http://schemas.microsoft.com/office/drawing/2014/main" id="{9AD36FD9-CB02-4D45-947B-B231256D994A}"/>
              </a:ext>
            </a:extLst>
          </p:cNvPr>
          <p:cNvGraphicFramePr>
            <a:graphicFrameLocks noChangeAspect="1"/>
          </p:cNvGraphicFramePr>
          <p:nvPr>
            <p:extLst>
              <p:ext uri="{D42A27DB-BD31-4B8C-83A1-F6EECF244321}">
                <p14:modId xmlns:p14="http://schemas.microsoft.com/office/powerpoint/2010/main" val="1287266457"/>
              </p:ext>
            </p:extLst>
          </p:nvPr>
        </p:nvGraphicFramePr>
        <p:xfrm>
          <a:off x="7511523" y="5784677"/>
          <a:ext cx="314876" cy="181293"/>
        </p:xfrm>
        <a:graphic>
          <a:graphicData uri="http://schemas.openxmlformats.org/presentationml/2006/ole">
            <mc:AlternateContent xmlns:mc="http://schemas.openxmlformats.org/markup-compatibility/2006">
              <mc:Choice xmlns:v="urn:schemas-microsoft-com:vml" Requires="v">
                <p:oleObj name="Equation" r:id="rId50" imgW="419040" imgH="241200" progId="Equation.DSMT4">
                  <p:embed/>
                </p:oleObj>
              </mc:Choice>
              <mc:Fallback>
                <p:oleObj name="Equation" r:id="rId50" imgW="419040" imgH="241200" progId="Equation.DSMT4">
                  <p:embed/>
                  <p:pic>
                    <p:nvPicPr>
                      <p:cNvPr id="0" name=""/>
                      <p:cNvPicPr/>
                      <p:nvPr/>
                    </p:nvPicPr>
                    <p:blipFill>
                      <a:blip r:embed="rId51"/>
                      <a:stretch>
                        <a:fillRect/>
                      </a:stretch>
                    </p:blipFill>
                    <p:spPr>
                      <a:xfrm>
                        <a:off x="7511523" y="5784677"/>
                        <a:ext cx="314876" cy="181293"/>
                      </a:xfrm>
                      <a:prstGeom prst="rect">
                        <a:avLst/>
                      </a:prstGeom>
                    </p:spPr>
                  </p:pic>
                </p:oleObj>
              </mc:Fallback>
            </mc:AlternateContent>
          </a:graphicData>
        </a:graphic>
      </p:graphicFrame>
      <p:sp>
        <p:nvSpPr>
          <p:cNvPr id="11" name="Slide Number Placeholder 10">
            <a:extLst>
              <a:ext uri="{FF2B5EF4-FFF2-40B4-BE49-F238E27FC236}">
                <a16:creationId xmlns:a16="http://schemas.microsoft.com/office/drawing/2014/main" id="{CAB2EC91-82EF-4873-B3E3-17C46C50C1F2}"/>
              </a:ext>
            </a:extLst>
          </p:cNvPr>
          <p:cNvSpPr>
            <a:spLocks noGrp="1"/>
          </p:cNvSpPr>
          <p:nvPr>
            <p:ph type="sldNum" sz="quarter" idx="10"/>
          </p:nvPr>
        </p:nvSpPr>
        <p:spPr>
          <a:xfrm>
            <a:off x="8639112" y="6673531"/>
            <a:ext cx="355840" cy="161396"/>
          </a:xfrm>
        </p:spPr>
        <p:txBody>
          <a:bodyPr/>
          <a:lstStyle/>
          <a:p>
            <a:fld id="{68151E55-6873-49E2-B8D5-2F265E6F1973}" type="slidenum">
              <a:rPr lang="en-US" smtClean="0"/>
              <a:t>38</a:t>
            </a:fld>
            <a:endParaRPr lang="en-US" dirty="0"/>
          </a:p>
        </p:txBody>
      </p:sp>
    </p:spTree>
    <p:extLst>
      <p:ext uri="{BB962C8B-B14F-4D97-AF65-F5344CB8AC3E}">
        <p14:creationId xmlns:p14="http://schemas.microsoft.com/office/powerpoint/2010/main" val="26683385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B45374ED-5CC1-4694-9C54-F44E9FCB9E4F}"/>
              </a:ext>
            </a:extLst>
          </p:cNvPr>
          <p:cNvSpPr>
            <a:spLocks noGrp="1"/>
          </p:cNvSpPr>
          <p:nvPr>
            <p:ph type="title"/>
          </p:nvPr>
        </p:nvSpPr>
        <p:spPr>
          <a:xfrm>
            <a:off x="342900" y="192490"/>
            <a:ext cx="7898634" cy="903231"/>
          </a:xfrm>
        </p:spPr>
        <p:txBody>
          <a:bodyPr>
            <a:normAutofit/>
          </a:bodyPr>
          <a:lstStyle/>
          <a:p>
            <a:r>
              <a:rPr lang="en-US" sz="3600" dirty="0"/>
              <a:t>Marginal Probabilities</a:t>
            </a:r>
          </a:p>
        </p:txBody>
      </p:sp>
      <p:sp>
        <p:nvSpPr>
          <p:cNvPr id="13" name="Content Placeholder 12">
            <a:extLst>
              <a:ext uri="{FF2B5EF4-FFF2-40B4-BE49-F238E27FC236}">
                <a16:creationId xmlns:a16="http://schemas.microsoft.com/office/drawing/2014/main" id="{54F381F7-596D-4595-84D2-A02A77D1D514}"/>
              </a:ext>
            </a:extLst>
          </p:cNvPr>
          <p:cNvSpPr>
            <a:spLocks noGrp="1"/>
          </p:cNvSpPr>
          <p:nvPr>
            <p:ph sz="quarter" idx="11"/>
          </p:nvPr>
        </p:nvSpPr>
        <p:spPr>
          <a:xfrm>
            <a:off x="8681788" y="52593"/>
            <a:ext cx="423468" cy="1260013"/>
          </a:xfrm>
        </p:spPr>
        <p:txBody>
          <a:bodyPr vert="vert" rIns="0"/>
          <a:lstStyle/>
          <a:p>
            <a:r>
              <a:rPr lang="en-US" b="1" dirty="0"/>
              <a:t>L</a:t>
            </a:r>
            <a:r>
              <a:rPr lang="en-US" sz="100" b="1" dirty="0"/>
              <a:t> </a:t>
            </a:r>
            <a:r>
              <a:rPr lang="en-US" b="1" dirty="0"/>
              <a:t>O 5.6</a:t>
            </a:r>
            <a:endParaRPr lang="en-IN" b="1" dirty="0"/>
          </a:p>
        </p:txBody>
      </p:sp>
      <p:sp>
        <p:nvSpPr>
          <p:cNvPr id="16" name="Content Placeholder 15">
            <a:extLst>
              <a:ext uri="{FF2B5EF4-FFF2-40B4-BE49-F238E27FC236}">
                <a16:creationId xmlns:a16="http://schemas.microsoft.com/office/drawing/2014/main" id="{690B2578-4F4E-4704-A5A0-8E1D80730372}"/>
              </a:ext>
            </a:extLst>
          </p:cNvPr>
          <p:cNvSpPr>
            <a:spLocks noGrp="1"/>
          </p:cNvSpPr>
          <p:nvPr>
            <p:ph sz="quarter" idx="14"/>
          </p:nvPr>
        </p:nvSpPr>
        <p:spPr>
          <a:xfrm>
            <a:off x="342900" y="1268361"/>
            <a:ext cx="7898634" cy="1082197"/>
          </a:xfrm>
        </p:spPr>
        <p:txBody>
          <a:bodyPr/>
          <a:lstStyle/>
          <a:p>
            <a:r>
              <a:rPr lang="en-US" sz="2200" dirty="0"/>
              <a:t>The </a:t>
            </a:r>
            <a:r>
              <a:rPr lang="en-US" sz="2200" b="1" dirty="0"/>
              <a:t>marginal probability </a:t>
            </a:r>
            <a:r>
              <a:rPr lang="en-US" sz="2200" dirty="0"/>
              <a:t>of an event is a relative frequency that is found by dividing a row or column total by the total sample size.</a:t>
            </a:r>
          </a:p>
        </p:txBody>
      </p:sp>
      <p:sp>
        <p:nvSpPr>
          <p:cNvPr id="17" name="Content Placeholder 16">
            <a:extLst>
              <a:ext uri="{FF2B5EF4-FFF2-40B4-BE49-F238E27FC236}">
                <a16:creationId xmlns:a16="http://schemas.microsoft.com/office/drawing/2014/main" id="{A9D2C124-8E9D-41C1-BEDA-419FFD7641B4}"/>
              </a:ext>
            </a:extLst>
          </p:cNvPr>
          <p:cNvSpPr>
            <a:spLocks noGrp="1"/>
          </p:cNvSpPr>
          <p:nvPr>
            <p:ph sz="quarter" idx="15"/>
          </p:nvPr>
        </p:nvSpPr>
        <p:spPr>
          <a:xfrm>
            <a:off x="342901" y="2532237"/>
            <a:ext cx="8240660" cy="704449"/>
          </a:xfrm>
        </p:spPr>
        <p:txBody>
          <a:bodyPr tIns="0"/>
          <a:lstStyle/>
          <a:p>
            <a:pPr marL="292608" indent="-292608">
              <a:buFont typeface="Arial" panose="020B0604020202020204" pitchFamily="34" charset="0"/>
              <a:buChar char="•"/>
            </a:pPr>
            <a:r>
              <a:rPr lang="en-IN" sz="2200" dirty="0"/>
              <a:t>Using the column totals, 280 out of 360 alumni were engaged at the lowest level. The marginal probability of a low</a:t>
            </a:r>
            <a:endParaRPr lang="en-US" sz="2200" dirty="0"/>
          </a:p>
        </p:txBody>
      </p:sp>
      <p:sp>
        <p:nvSpPr>
          <p:cNvPr id="18" name="Content Placeholder 17">
            <a:extLst>
              <a:ext uri="{FF2B5EF4-FFF2-40B4-BE49-F238E27FC236}">
                <a16:creationId xmlns:a16="http://schemas.microsoft.com/office/drawing/2014/main" id="{B19BABEE-396F-41CE-B232-B98482744C38}"/>
              </a:ext>
            </a:extLst>
          </p:cNvPr>
          <p:cNvSpPr>
            <a:spLocks noGrp="1"/>
          </p:cNvSpPr>
          <p:nvPr>
            <p:ph sz="quarter" idx="16"/>
          </p:nvPr>
        </p:nvSpPr>
        <p:spPr>
          <a:xfrm>
            <a:off x="342901" y="3287008"/>
            <a:ext cx="2931242" cy="366992"/>
          </a:xfrm>
        </p:spPr>
        <p:txBody>
          <a:bodyPr lIns="91440" tIns="0" rIns="0"/>
          <a:lstStyle/>
          <a:p>
            <a:pPr marL="292608"/>
            <a:r>
              <a:rPr lang="en-IN" sz="2200" dirty="0"/>
              <a:t>engagement level is</a:t>
            </a:r>
          </a:p>
        </p:txBody>
      </p:sp>
      <p:graphicFrame>
        <p:nvGraphicFramePr>
          <p:cNvPr id="6" name="Object 5">
            <a:extLst>
              <a:ext uri="{FF2B5EF4-FFF2-40B4-BE49-F238E27FC236}">
                <a16:creationId xmlns:a16="http://schemas.microsoft.com/office/drawing/2014/main" id="{8FEB3F8C-2C98-442B-B331-C9EA69FA48E7}"/>
              </a:ext>
            </a:extLst>
          </p:cNvPr>
          <p:cNvGraphicFramePr>
            <a:graphicFrameLocks noChangeAspect="1"/>
          </p:cNvGraphicFramePr>
          <p:nvPr>
            <p:extLst>
              <p:ext uri="{D42A27DB-BD31-4B8C-83A1-F6EECF244321}">
                <p14:modId xmlns:p14="http://schemas.microsoft.com/office/powerpoint/2010/main" val="327555771"/>
              </p:ext>
            </p:extLst>
          </p:nvPr>
        </p:nvGraphicFramePr>
        <p:xfrm>
          <a:off x="3378200" y="3290888"/>
          <a:ext cx="2787650" cy="392112"/>
        </p:xfrm>
        <a:graphic>
          <a:graphicData uri="http://schemas.openxmlformats.org/presentationml/2006/ole">
            <mc:AlternateContent xmlns:mc="http://schemas.openxmlformats.org/markup-compatibility/2006">
              <mc:Choice xmlns:v="urn:schemas-microsoft-com:vml" Requires="v">
                <p:oleObj name="Equation" r:id="rId2" imgW="2705040" imgH="380880" progId="Equation.DSMT4">
                  <p:embed/>
                </p:oleObj>
              </mc:Choice>
              <mc:Fallback>
                <p:oleObj name="Equation" r:id="rId2" imgW="2705040" imgH="380880" progId="Equation.DSMT4">
                  <p:embed/>
                  <p:pic>
                    <p:nvPicPr>
                      <p:cNvPr id="0" name=""/>
                      <p:cNvPicPr/>
                      <p:nvPr/>
                    </p:nvPicPr>
                    <p:blipFill>
                      <a:blip r:embed="rId3"/>
                      <a:stretch>
                        <a:fillRect/>
                      </a:stretch>
                    </p:blipFill>
                    <p:spPr>
                      <a:xfrm>
                        <a:off x="3378200" y="3290888"/>
                        <a:ext cx="2787650" cy="392112"/>
                      </a:xfrm>
                      <a:prstGeom prst="rect">
                        <a:avLst/>
                      </a:prstGeom>
                    </p:spPr>
                  </p:pic>
                </p:oleObj>
              </mc:Fallback>
            </mc:AlternateContent>
          </a:graphicData>
        </a:graphic>
      </p:graphicFrame>
      <p:sp>
        <p:nvSpPr>
          <p:cNvPr id="19" name="Content Placeholder 18">
            <a:extLst>
              <a:ext uri="{FF2B5EF4-FFF2-40B4-BE49-F238E27FC236}">
                <a16:creationId xmlns:a16="http://schemas.microsoft.com/office/drawing/2014/main" id="{E38AB1F1-7729-4A52-AA58-0ADABC4226A1}"/>
              </a:ext>
            </a:extLst>
          </p:cNvPr>
          <p:cNvSpPr>
            <a:spLocks noGrp="1"/>
          </p:cNvSpPr>
          <p:nvPr>
            <p:ph sz="quarter" idx="17"/>
          </p:nvPr>
        </p:nvSpPr>
        <p:spPr>
          <a:xfrm>
            <a:off x="6263538" y="3285003"/>
            <a:ext cx="1995092" cy="358083"/>
          </a:xfrm>
        </p:spPr>
        <p:txBody>
          <a:bodyPr lIns="0" tIns="0"/>
          <a:lstStyle/>
          <a:p>
            <a:r>
              <a:rPr lang="en-US" sz="2200" dirty="0"/>
              <a:t>In other words,</a:t>
            </a:r>
          </a:p>
        </p:txBody>
      </p:sp>
      <p:sp>
        <p:nvSpPr>
          <p:cNvPr id="20" name="Content Placeholder 19">
            <a:extLst>
              <a:ext uri="{FF2B5EF4-FFF2-40B4-BE49-F238E27FC236}">
                <a16:creationId xmlns:a16="http://schemas.microsoft.com/office/drawing/2014/main" id="{6071B467-44EE-4A0A-8B7A-C9CD51AC77D4}"/>
              </a:ext>
            </a:extLst>
          </p:cNvPr>
          <p:cNvSpPr>
            <a:spLocks noGrp="1"/>
          </p:cNvSpPr>
          <p:nvPr>
            <p:ph sz="quarter" idx="18"/>
          </p:nvPr>
        </p:nvSpPr>
        <p:spPr>
          <a:xfrm>
            <a:off x="342900" y="3715975"/>
            <a:ext cx="8075386" cy="714319"/>
          </a:xfrm>
        </p:spPr>
        <p:txBody>
          <a:bodyPr lIns="91440" tIns="0" rIns="0"/>
          <a:lstStyle/>
          <a:p>
            <a:pPr marL="292608"/>
            <a:r>
              <a:rPr lang="en-US" sz="2200" dirty="0"/>
              <a:t>about 77.78 percent of the M</a:t>
            </a:r>
            <a:r>
              <a:rPr lang="en-US" sz="100" dirty="0"/>
              <a:t> </a:t>
            </a:r>
            <a:r>
              <a:rPr lang="en-US" sz="2200" dirty="0"/>
              <a:t>B</a:t>
            </a:r>
            <a:r>
              <a:rPr lang="en-US" sz="100" dirty="0"/>
              <a:t> </a:t>
            </a:r>
            <a:r>
              <a:rPr lang="en-US" sz="2200" dirty="0"/>
              <a:t>A alumni were engaged at the lowest level.</a:t>
            </a:r>
          </a:p>
        </p:txBody>
      </p:sp>
      <p:graphicFrame>
        <p:nvGraphicFramePr>
          <p:cNvPr id="15" name="Table 2">
            <a:extLst>
              <a:ext uri="{FF2B5EF4-FFF2-40B4-BE49-F238E27FC236}">
                <a16:creationId xmlns:a16="http://schemas.microsoft.com/office/drawing/2014/main" id="{1A168BF3-089A-4E8D-BFC9-AE3409F886A2}"/>
              </a:ext>
            </a:extLst>
          </p:cNvPr>
          <p:cNvGraphicFramePr>
            <a:graphicFrameLocks noGrp="1"/>
          </p:cNvGraphicFramePr>
          <p:nvPr>
            <p:extLst>
              <p:ext uri="{D42A27DB-BD31-4B8C-83A1-F6EECF244321}">
                <p14:modId xmlns:p14="http://schemas.microsoft.com/office/powerpoint/2010/main" val="3162475868"/>
              </p:ext>
            </p:extLst>
          </p:nvPr>
        </p:nvGraphicFramePr>
        <p:xfrm>
          <a:off x="1141450" y="4600513"/>
          <a:ext cx="6792850" cy="1599215"/>
        </p:xfrm>
        <a:graphic>
          <a:graphicData uri="http://schemas.openxmlformats.org/drawingml/2006/table">
            <a:tbl>
              <a:tblPr firstRow="1" bandRow="1">
                <a:tableStyleId>{5C22544A-7EE6-4342-B048-85BDC9FD1C3A}</a:tableStyleId>
              </a:tblPr>
              <a:tblGrid>
                <a:gridCol w="1358570">
                  <a:extLst>
                    <a:ext uri="{9D8B030D-6E8A-4147-A177-3AD203B41FA5}">
                      <a16:colId xmlns:a16="http://schemas.microsoft.com/office/drawing/2014/main" val="324305631"/>
                    </a:ext>
                  </a:extLst>
                </a:gridCol>
                <a:gridCol w="1358570">
                  <a:extLst>
                    <a:ext uri="{9D8B030D-6E8A-4147-A177-3AD203B41FA5}">
                      <a16:colId xmlns:a16="http://schemas.microsoft.com/office/drawing/2014/main" val="2272418738"/>
                    </a:ext>
                  </a:extLst>
                </a:gridCol>
                <a:gridCol w="1358570">
                  <a:extLst>
                    <a:ext uri="{9D8B030D-6E8A-4147-A177-3AD203B41FA5}">
                      <a16:colId xmlns:a16="http://schemas.microsoft.com/office/drawing/2014/main" val="4260791188"/>
                    </a:ext>
                  </a:extLst>
                </a:gridCol>
                <a:gridCol w="1358570">
                  <a:extLst>
                    <a:ext uri="{9D8B030D-6E8A-4147-A177-3AD203B41FA5}">
                      <a16:colId xmlns:a16="http://schemas.microsoft.com/office/drawing/2014/main" val="2376186420"/>
                    </a:ext>
                  </a:extLst>
                </a:gridCol>
                <a:gridCol w="1358570">
                  <a:extLst>
                    <a:ext uri="{9D8B030D-6E8A-4147-A177-3AD203B41FA5}">
                      <a16:colId xmlns:a16="http://schemas.microsoft.com/office/drawing/2014/main" val="417053685"/>
                    </a:ext>
                  </a:extLst>
                </a:gridCol>
              </a:tblGrid>
              <a:tr h="382535">
                <a:tc>
                  <a:txBody>
                    <a:bodyPr/>
                    <a:lstStyle/>
                    <a:p>
                      <a:endParaRPr lang="en-US" sz="1500" dirty="0"/>
                    </a:p>
                  </a:txBody>
                  <a:tcPr marL="78639" marR="78639" marT="37785" marB="37785"/>
                </a:tc>
                <a:tc>
                  <a:txBody>
                    <a:bodyPr/>
                    <a:lstStyle/>
                    <a:p>
                      <a:endParaRPr lang="en-US" sz="1500"/>
                    </a:p>
                  </a:txBody>
                  <a:tcPr marL="78639" marR="78639" marT="37785" marB="37785"/>
                </a:tc>
                <a:tc>
                  <a:txBody>
                    <a:bodyPr/>
                    <a:lstStyle/>
                    <a:p>
                      <a:endParaRPr lang="en-US" sz="1500"/>
                    </a:p>
                  </a:txBody>
                  <a:tcPr marL="78639" marR="78639" marT="37785" marB="37785"/>
                </a:tc>
                <a:tc>
                  <a:txBody>
                    <a:bodyPr/>
                    <a:lstStyle/>
                    <a:p>
                      <a:endParaRPr lang="en-US" sz="1500"/>
                    </a:p>
                  </a:txBody>
                  <a:tcPr marL="78639" marR="78639" marT="37785" marB="37785"/>
                </a:tc>
                <a:tc>
                  <a:txBody>
                    <a:bodyPr/>
                    <a:lstStyle/>
                    <a:p>
                      <a:endParaRPr lang="en-US" sz="1500"/>
                    </a:p>
                  </a:txBody>
                  <a:tcPr marL="78639" marR="78639" marT="37785" marB="37785"/>
                </a:tc>
                <a:extLst>
                  <a:ext uri="{0D108BD9-81ED-4DB2-BD59-A6C34878D82A}">
                    <a16:rowId xmlns:a16="http://schemas.microsoft.com/office/drawing/2014/main" val="76313354"/>
                  </a:ext>
                </a:extLst>
              </a:tr>
              <a:tr h="302281">
                <a:tc>
                  <a:txBody>
                    <a:bodyPr/>
                    <a:lstStyle/>
                    <a:p>
                      <a:endParaRPr lang="en-US" sz="1500"/>
                    </a:p>
                  </a:txBody>
                  <a:tcPr marL="78639" marR="78639" marT="37785" marB="37785"/>
                </a:tc>
                <a:tc>
                  <a:txBody>
                    <a:bodyPr/>
                    <a:lstStyle/>
                    <a:p>
                      <a:endParaRPr lang="en-US" sz="1500" dirty="0"/>
                    </a:p>
                  </a:txBody>
                  <a:tcPr marL="78639" marR="78639" marT="37785" marB="37785"/>
                </a:tc>
                <a:tc>
                  <a:txBody>
                    <a:bodyPr/>
                    <a:lstStyle/>
                    <a:p>
                      <a:endParaRPr lang="en-US" sz="1500"/>
                    </a:p>
                  </a:txBody>
                  <a:tcPr marL="78639" marR="78639" marT="37785" marB="37785"/>
                </a:tc>
                <a:tc>
                  <a:txBody>
                    <a:bodyPr/>
                    <a:lstStyle/>
                    <a:p>
                      <a:endParaRPr lang="en-US" sz="1500"/>
                    </a:p>
                  </a:txBody>
                  <a:tcPr marL="78639" marR="78639" marT="37785" marB="37785"/>
                </a:tc>
                <a:tc>
                  <a:txBody>
                    <a:bodyPr/>
                    <a:lstStyle/>
                    <a:p>
                      <a:endParaRPr lang="en-US" sz="1500"/>
                    </a:p>
                  </a:txBody>
                  <a:tcPr marL="78639" marR="78639" marT="37785" marB="37785"/>
                </a:tc>
                <a:extLst>
                  <a:ext uri="{0D108BD9-81ED-4DB2-BD59-A6C34878D82A}">
                    <a16:rowId xmlns:a16="http://schemas.microsoft.com/office/drawing/2014/main" val="144127595"/>
                  </a:ext>
                </a:extLst>
              </a:tr>
              <a:tr h="302281">
                <a:tc>
                  <a:txBody>
                    <a:bodyPr/>
                    <a:lstStyle/>
                    <a:p>
                      <a:endParaRPr lang="en-US" sz="1500"/>
                    </a:p>
                  </a:txBody>
                  <a:tcPr marL="78639" marR="78639" marT="37785" marB="37785"/>
                </a:tc>
                <a:tc>
                  <a:txBody>
                    <a:bodyPr/>
                    <a:lstStyle/>
                    <a:p>
                      <a:endParaRPr lang="en-US" sz="1500"/>
                    </a:p>
                  </a:txBody>
                  <a:tcPr marL="78639" marR="78639" marT="37785" marB="37785"/>
                </a:tc>
                <a:tc>
                  <a:txBody>
                    <a:bodyPr/>
                    <a:lstStyle/>
                    <a:p>
                      <a:endParaRPr lang="en-US" sz="1500"/>
                    </a:p>
                  </a:txBody>
                  <a:tcPr marL="78639" marR="78639" marT="37785" marB="37785"/>
                </a:tc>
                <a:tc>
                  <a:txBody>
                    <a:bodyPr/>
                    <a:lstStyle/>
                    <a:p>
                      <a:endParaRPr lang="en-US" sz="1500"/>
                    </a:p>
                  </a:txBody>
                  <a:tcPr marL="78639" marR="78639" marT="37785" marB="37785"/>
                </a:tc>
                <a:tc>
                  <a:txBody>
                    <a:bodyPr/>
                    <a:lstStyle/>
                    <a:p>
                      <a:endParaRPr lang="en-US" sz="1500" dirty="0"/>
                    </a:p>
                  </a:txBody>
                  <a:tcPr marL="78639" marR="78639" marT="37785" marB="37785"/>
                </a:tc>
                <a:extLst>
                  <a:ext uri="{0D108BD9-81ED-4DB2-BD59-A6C34878D82A}">
                    <a16:rowId xmlns:a16="http://schemas.microsoft.com/office/drawing/2014/main" val="1196434217"/>
                  </a:ext>
                </a:extLst>
              </a:tr>
              <a:tr h="302281">
                <a:tc>
                  <a:txBody>
                    <a:bodyPr/>
                    <a:lstStyle/>
                    <a:p>
                      <a:endParaRPr lang="en-US" sz="1500"/>
                    </a:p>
                  </a:txBody>
                  <a:tcPr marL="78639" marR="78639" marT="37785" marB="37785"/>
                </a:tc>
                <a:tc>
                  <a:txBody>
                    <a:bodyPr/>
                    <a:lstStyle/>
                    <a:p>
                      <a:endParaRPr lang="en-US" sz="1500"/>
                    </a:p>
                  </a:txBody>
                  <a:tcPr marL="78639" marR="78639" marT="37785" marB="37785"/>
                </a:tc>
                <a:tc>
                  <a:txBody>
                    <a:bodyPr/>
                    <a:lstStyle/>
                    <a:p>
                      <a:endParaRPr lang="en-US" sz="1500"/>
                    </a:p>
                  </a:txBody>
                  <a:tcPr marL="78639" marR="78639" marT="37785" marB="37785"/>
                </a:tc>
                <a:tc>
                  <a:txBody>
                    <a:bodyPr/>
                    <a:lstStyle/>
                    <a:p>
                      <a:endParaRPr lang="en-US" sz="1500"/>
                    </a:p>
                  </a:txBody>
                  <a:tcPr marL="78639" marR="78639" marT="37785" marB="37785"/>
                </a:tc>
                <a:tc>
                  <a:txBody>
                    <a:bodyPr/>
                    <a:lstStyle/>
                    <a:p>
                      <a:endParaRPr lang="en-US" sz="1500" dirty="0"/>
                    </a:p>
                  </a:txBody>
                  <a:tcPr marL="78639" marR="78639" marT="37785" marB="37785"/>
                </a:tc>
                <a:extLst>
                  <a:ext uri="{0D108BD9-81ED-4DB2-BD59-A6C34878D82A}">
                    <a16:rowId xmlns:a16="http://schemas.microsoft.com/office/drawing/2014/main" val="3781906333"/>
                  </a:ext>
                </a:extLst>
              </a:tr>
              <a:tr h="302281">
                <a:tc>
                  <a:txBody>
                    <a:bodyPr/>
                    <a:lstStyle/>
                    <a:p>
                      <a:endParaRPr lang="en-US" sz="1500" dirty="0"/>
                    </a:p>
                  </a:txBody>
                  <a:tcPr marL="78639" marR="78639" marT="37785" marB="37785"/>
                </a:tc>
                <a:tc>
                  <a:txBody>
                    <a:bodyPr/>
                    <a:lstStyle/>
                    <a:p>
                      <a:endParaRPr lang="en-US" sz="1500" dirty="0"/>
                    </a:p>
                  </a:txBody>
                  <a:tcPr marL="78639" marR="78639" marT="37785" marB="37785"/>
                </a:tc>
                <a:tc>
                  <a:txBody>
                    <a:bodyPr/>
                    <a:lstStyle/>
                    <a:p>
                      <a:endParaRPr lang="en-US" sz="1500" dirty="0"/>
                    </a:p>
                  </a:txBody>
                  <a:tcPr marL="78639" marR="78639" marT="37785" marB="37785"/>
                </a:tc>
                <a:tc>
                  <a:txBody>
                    <a:bodyPr/>
                    <a:lstStyle/>
                    <a:p>
                      <a:endParaRPr lang="en-US" sz="1500"/>
                    </a:p>
                  </a:txBody>
                  <a:tcPr marL="78639" marR="78639" marT="37785" marB="37785"/>
                </a:tc>
                <a:tc>
                  <a:txBody>
                    <a:bodyPr/>
                    <a:lstStyle/>
                    <a:p>
                      <a:endParaRPr lang="en-US" sz="1500" dirty="0"/>
                    </a:p>
                  </a:txBody>
                  <a:tcPr marL="78639" marR="78639" marT="37785" marB="37785"/>
                </a:tc>
                <a:extLst>
                  <a:ext uri="{0D108BD9-81ED-4DB2-BD59-A6C34878D82A}">
                    <a16:rowId xmlns:a16="http://schemas.microsoft.com/office/drawing/2014/main" val="3996250397"/>
                  </a:ext>
                </a:extLst>
              </a:tr>
            </a:tbl>
          </a:graphicData>
        </a:graphic>
      </p:graphicFrame>
      <p:graphicFrame>
        <p:nvGraphicFramePr>
          <p:cNvPr id="2" name="Object 1">
            <a:extLst>
              <a:ext uri="{FF2B5EF4-FFF2-40B4-BE49-F238E27FC236}">
                <a16:creationId xmlns:a16="http://schemas.microsoft.com/office/drawing/2014/main" id="{54AB645B-8B71-4ED2-66F8-A35ED11B5149}"/>
              </a:ext>
            </a:extLst>
          </p:cNvPr>
          <p:cNvGraphicFramePr>
            <a:graphicFrameLocks noChangeAspect="1"/>
          </p:cNvGraphicFramePr>
          <p:nvPr>
            <p:extLst>
              <p:ext uri="{D42A27DB-BD31-4B8C-83A1-F6EECF244321}">
                <p14:modId xmlns:p14="http://schemas.microsoft.com/office/powerpoint/2010/main" val="1261511996"/>
              </p:ext>
            </p:extLst>
          </p:nvPr>
        </p:nvGraphicFramePr>
        <p:xfrm>
          <a:off x="1300530" y="4726692"/>
          <a:ext cx="939067" cy="163692"/>
        </p:xfrm>
        <a:graphic>
          <a:graphicData uri="http://schemas.openxmlformats.org/presentationml/2006/ole">
            <mc:AlternateContent xmlns:mc="http://schemas.openxmlformats.org/markup-compatibility/2006">
              <mc:Choice xmlns:v="urn:schemas-microsoft-com:vml" Requires="v">
                <p:oleObj name="Equation" r:id="rId4" imgW="1676160" imgH="291960" progId="Equation.DSMT4">
                  <p:embed/>
                </p:oleObj>
              </mc:Choice>
              <mc:Fallback>
                <p:oleObj name="Equation" r:id="rId4" imgW="1676160" imgH="291960" progId="Equation.DSMT4">
                  <p:embed/>
                  <p:pic>
                    <p:nvPicPr>
                      <p:cNvPr id="5" name="Object 4">
                        <a:extLst>
                          <a:ext uri="{FF2B5EF4-FFF2-40B4-BE49-F238E27FC236}">
                            <a16:creationId xmlns:a16="http://schemas.microsoft.com/office/drawing/2014/main" id="{ED2B0D98-736C-45F1-95A2-946AEB065D76}"/>
                          </a:ext>
                        </a:extLst>
                      </p:cNvPr>
                      <p:cNvPicPr/>
                      <p:nvPr/>
                    </p:nvPicPr>
                    <p:blipFill>
                      <a:blip r:embed="rId5"/>
                      <a:stretch>
                        <a:fillRect/>
                      </a:stretch>
                    </p:blipFill>
                    <p:spPr>
                      <a:xfrm>
                        <a:off x="1300530" y="4726692"/>
                        <a:ext cx="939067" cy="163692"/>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65376BC3-B46F-A1F5-8FD3-64F83D2FA513}"/>
              </a:ext>
            </a:extLst>
          </p:cNvPr>
          <p:cNvGraphicFramePr>
            <a:graphicFrameLocks noChangeAspect="1"/>
          </p:cNvGraphicFramePr>
          <p:nvPr>
            <p:extLst>
              <p:ext uri="{D42A27DB-BD31-4B8C-83A1-F6EECF244321}">
                <p14:modId xmlns:p14="http://schemas.microsoft.com/office/powerpoint/2010/main" val="3127598712"/>
              </p:ext>
            </p:extLst>
          </p:nvPr>
        </p:nvGraphicFramePr>
        <p:xfrm>
          <a:off x="2674938" y="4643438"/>
          <a:ext cx="1000125" cy="317500"/>
        </p:xfrm>
        <a:graphic>
          <a:graphicData uri="http://schemas.openxmlformats.org/presentationml/2006/ole">
            <mc:AlternateContent xmlns:mc="http://schemas.openxmlformats.org/markup-compatibility/2006">
              <mc:Choice xmlns:v="urn:schemas-microsoft-com:vml" Requires="v">
                <p:oleObj name="Equation" r:id="rId6" imgW="2158920" imgH="685800" progId="Equation.DSMT4">
                  <p:embed/>
                </p:oleObj>
              </mc:Choice>
              <mc:Fallback>
                <p:oleObj name="Equation" r:id="rId6" imgW="2158920" imgH="685800" progId="Equation.DSMT4">
                  <p:embed/>
                  <p:pic>
                    <p:nvPicPr>
                      <p:cNvPr id="4" name="Object 3">
                        <a:extLst>
                          <a:ext uri="{FF2B5EF4-FFF2-40B4-BE49-F238E27FC236}">
                            <a16:creationId xmlns:a16="http://schemas.microsoft.com/office/drawing/2014/main" id="{D0241EF7-3C0E-46ED-90A2-431B2D1CDCF8}"/>
                          </a:ext>
                        </a:extLst>
                      </p:cNvPr>
                      <p:cNvPicPr/>
                      <p:nvPr/>
                    </p:nvPicPr>
                    <p:blipFill>
                      <a:blip r:embed="rId7"/>
                      <a:stretch>
                        <a:fillRect/>
                      </a:stretch>
                    </p:blipFill>
                    <p:spPr>
                      <a:xfrm>
                        <a:off x="2674938" y="4643438"/>
                        <a:ext cx="1000125" cy="317500"/>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C96DDA26-5014-4868-3624-1F0CB4FFA8A1}"/>
              </a:ext>
            </a:extLst>
          </p:cNvPr>
          <p:cNvGraphicFramePr>
            <a:graphicFrameLocks noChangeAspect="1"/>
          </p:cNvGraphicFramePr>
          <p:nvPr>
            <p:extLst>
              <p:ext uri="{D42A27DB-BD31-4B8C-83A1-F6EECF244321}">
                <p14:modId xmlns:p14="http://schemas.microsoft.com/office/powerpoint/2010/main" val="1844911669"/>
              </p:ext>
            </p:extLst>
          </p:nvPr>
        </p:nvGraphicFramePr>
        <p:xfrm>
          <a:off x="4097338" y="4641850"/>
          <a:ext cx="998537" cy="317500"/>
        </p:xfrm>
        <a:graphic>
          <a:graphicData uri="http://schemas.openxmlformats.org/presentationml/2006/ole">
            <mc:AlternateContent xmlns:mc="http://schemas.openxmlformats.org/markup-compatibility/2006">
              <mc:Choice xmlns:v="urn:schemas-microsoft-com:vml" Requires="v">
                <p:oleObj name="Equation" r:id="rId8" imgW="2158920" imgH="685800" progId="Equation.DSMT4">
                  <p:embed/>
                </p:oleObj>
              </mc:Choice>
              <mc:Fallback>
                <p:oleObj name="Equation" r:id="rId8" imgW="2158920" imgH="685800" progId="Equation.DSMT4">
                  <p:embed/>
                  <p:pic>
                    <p:nvPicPr>
                      <p:cNvPr id="15" name="Object 14">
                        <a:extLst>
                          <a:ext uri="{FF2B5EF4-FFF2-40B4-BE49-F238E27FC236}">
                            <a16:creationId xmlns:a16="http://schemas.microsoft.com/office/drawing/2014/main" id="{40186157-763C-4A07-8345-185C5EBCAC59}"/>
                          </a:ext>
                        </a:extLst>
                      </p:cNvPr>
                      <p:cNvPicPr/>
                      <p:nvPr/>
                    </p:nvPicPr>
                    <p:blipFill>
                      <a:blip r:embed="rId9"/>
                      <a:stretch>
                        <a:fillRect/>
                      </a:stretch>
                    </p:blipFill>
                    <p:spPr>
                      <a:xfrm>
                        <a:off x="4097338" y="4641850"/>
                        <a:ext cx="998537" cy="317500"/>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436D2CA8-79A8-8F57-D05F-ADF45E9DF1A0}"/>
              </a:ext>
            </a:extLst>
          </p:cNvPr>
          <p:cNvGraphicFramePr>
            <a:graphicFrameLocks noChangeAspect="1"/>
          </p:cNvGraphicFramePr>
          <p:nvPr>
            <p:extLst>
              <p:ext uri="{D42A27DB-BD31-4B8C-83A1-F6EECF244321}">
                <p14:modId xmlns:p14="http://schemas.microsoft.com/office/powerpoint/2010/main" val="3901390083"/>
              </p:ext>
            </p:extLst>
          </p:nvPr>
        </p:nvGraphicFramePr>
        <p:xfrm>
          <a:off x="5470525" y="4645025"/>
          <a:ext cx="1001713" cy="317500"/>
        </p:xfrm>
        <a:graphic>
          <a:graphicData uri="http://schemas.openxmlformats.org/presentationml/2006/ole">
            <mc:AlternateContent xmlns:mc="http://schemas.openxmlformats.org/markup-compatibility/2006">
              <mc:Choice xmlns:v="urn:schemas-microsoft-com:vml" Requires="v">
                <p:oleObj name="Equation" r:id="rId10" imgW="2158920" imgH="685800" progId="Equation.DSMT4">
                  <p:embed/>
                </p:oleObj>
              </mc:Choice>
              <mc:Fallback>
                <p:oleObj name="Equation" r:id="rId10" imgW="2158920" imgH="685800" progId="Equation.DSMT4">
                  <p:embed/>
                  <p:pic>
                    <p:nvPicPr>
                      <p:cNvPr id="17" name="Object 16">
                        <a:extLst>
                          <a:ext uri="{FF2B5EF4-FFF2-40B4-BE49-F238E27FC236}">
                            <a16:creationId xmlns:a16="http://schemas.microsoft.com/office/drawing/2014/main" id="{392BF59A-5C37-4A47-B3BB-C38DA6115B19}"/>
                          </a:ext>
                        </a:extLst>
                      </p:cNvPr>
                      <p:cNvPicPr/>
                      <p:nvPr/>
                    </p:nvPicPr>
                    <p:blipFill>
                      <a:blip r:embed="rId11"/>
                      <a:stretch>
                        <a:fillRect/>
                      </a:stretch>
                    </p:blipFill>
                    <p:spPr>
                      <a:xfrm>
                        <a:off x="5470525" y="4645025"/>
                        <a:ext cx="1001713" cy="3175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5418C947-0A4D-A358-B8C3-F4F05A6CD0BB}"/>
              </a:ext>
            </a:extLst>
          </p:cNvPr>
          <p:cNvGraphicFramePr>
            <a:graphicFrameLocks noChangeAspect="1"/>
          </p:cNvGraphicFramePr>
          <p:nvPr>
            <p:extLst>
              <p:ext uri="{D42A27DB-BD31-4B8C-83A1-F6EECF244321}">
                <p14:modId xmlns:p14="http://schemas.microsoft.com/office/powerpoint/2010/main" val="675265736"/>
              </p:ext>
            </p:extLst>
          </p:nvPr>
        </p:nvGraphicFramePr>
        <p:xfrm>
          <a:off x="7091150" y="4718466"/>
          <a:ext cx="668763" cy="135693"/>
        </p:xfrm>
        <a:graphic>
          <a:graphicData uri="http://schemas.openxmlformats.org/presentationml/2006/ole">
            <mc:AlternateContent xmlns:mc="http://schemas.openxmlformats.org/markup-compatibility/2006">
              <mc:Choice xmlns:v="urn:schemas-microsoft-com:vml" Requires="v">
                <p:oleObj name="Equation" r:id="rId12" imgW="1193760" imgH="241200" progId="Equation.DSMT4">
                  <p:embed/>
                </p:oleObj>
              </mc:Choice>
              <mc:Fallback>
                <p:oleObj name="Equation" r:id="rId12" imgW="1193760" imgH="241200" progId="Equation.DSMT4">
                  <p:embed/>
                  <p:pic>
                    <p:nvPicPr>
                      <p:cNvPr id="6" name="Object 5">
                        <a:extLst>
                          <a:ext uri="{FF2B5EF4-FFF2-40B4-BE49-F238E27FC236}">
                            <a16:creationId xmlns:a16="http://schemas.microsoft.com/office/drawing/2014/main" id="{0D94897F-AD37-485C-9E90-8E8267F55E4E}"/>
                          </a:ext>
                        </a:extLst>
                      </p:cNvPr>
                      <p:cNvPicPr/>
                      <p:nvPr/>
                    </p:nvPicPr>
                    <p:blipFill>
                      <a:blip r:embed="rId13"/>
                      <a:stretch>
                        <a:fillRect/>
                      </a:stretch>
                    </p:blipFill>
                    <p:spPr>
                      <a:xfrm>
                        <a:off x="7091150" y="4718466"/>
                        <a:ext cx="668763" cy="135693"/>
                      </a:xfrm>
                      <a:prstGeom prst="rect">
                        <a:avLst/>
                      </a:prstGeom>
                    </p:spPr>
                  </p:pic>
                </p:oleObj>
              </mc:Fallback>
            </mc:AlternateContent>
          </a:graphicData>
        </a:graphic>
      </p:graphicFrame>
      <p:graphicFrame>
        <p:nvGraphicFramePr>
          <p:cNvPr id="26" name="Object 25">
            <a:extLst>
              <a:ext uri="{FF2B5EF4-FFF2-40B4-BE49-F238E27FC236}">
                <a16:creationId xmlns:a16="http://schemas.microsoft.com/office/drawing/2014/main" id="{F9755404-079C-46C4-BF69-5C96BFB85C57}"/>
              </a:ext>
            </a:extLst>
          </p:cNvPr>
          <p:cNvGraphicFramePr>
            <a:graphicFrameLocks noChangeAspect="1"/>
          </p:cNvGraphicFramePr>
          <p:nvPr>
            <p:extLst>
              <p:ext uri="{D42A27DB-BD31-4B8C-83A1-F6EECF244321}">
                <p14:modId xmlns:p14="http://schemas.microsoft.com/office/powerpoint/2010/main" val="2323865427"/>
              </p:ext>
            </p:extLst>
          </p:nvPr>
        </p:nvGraphicFramePr>
        <p:xfrm>
          <a:off x="1366838" y="5072063"/>
          <a:ext cx="833437" cy="169862"/>
        </p:xfrm>
        <a:graphic>
          <a:graphicData uri="http://schemas.openxmlformats.org/presentationml/2006/ole">
            <mc:AlternateContent xmlns:mc="http://schemas.openxmlformats.org/markup-compatibility/2006">
              <mc:Choice xmlns:v="urn:schemas-microsoft-com:vml" Requires="v">
                <p:oleObj name="Equation" r:id="rId14" imgW="1625400" imgH="330120" progId="Equation.DSMT4">
                  <p:embed/>
                </p:oleObj>
              </mc:Choice>
              <mc:Fallback>
                <p:oleObj name="Equation" r:id="rId14" imgW="1625400" imgH="330120" progId="Equation.DSMT4">
                  <p:embed/>
                  <p:pic>
                    <p:nvPicPr>
                      <p:cNvPr id="7" name="Object 6">
                        <a:extLst>
                          <a:ext uri="{FF2B5EF4-FFF2-40B4-BE49-F238E27FC236}">
                            <a16:creationId xmlns:a16="http://schemas.microsoft.com/office/drawing/2014/main" id="{9D893A9C-B78E-4F9C-BCF4-0293B383B46D}"/>
                          </a:ext>
                        </a:extLst>
                      </p:cNvPr>
                      <p:cNvPicPr/>
                      <p:nvPr/>
                    </p:nvPicPr>
                    <p:blipFill>
                      <a:blip r:embed="rId15"/>
                      <a:stretch>
                        <a:fillRect/>
                      </a:stretch>
                    </p:blipFill>
                    <p:spPr>
                      <a:xfrm>
                        <a:off x="1366838" y="5072063"/>
                        <a:ext cx="833437" cy="169862"/>
                      </a:xfrm>
                      <a:prstGeom prst="rect">
                        <a:avLst/>
                      </a:prstGeom>
                    </p:spPr>
                  </p:pic>
                </p:oleObj>
              </mc:Fallback>
            </mc:AlternateContent>
          </a:graphicData>
        </a:graphic>
      </p:graphicFrame>
      <p:graphicFrame>
        <p:nvGraphicFramePr>
          <p:cNvPr id="27" name="Object 26">
            <a:extLst>
              <a:ext uri="{FF2B5EF4-FFF2-40B4-BE49-F238E27FC236}">
                <a16:creationId xmlns:a16="http://schemas.microsoft.com/office/drawing/2014/main" id="{66CDFF09-3412-4FA8-9909-48636BFFFEF9}"/>
              </a:ext>
            </a:extLst>
          </p:cNvPr>
          <p:cNvGraphicFramePr>
            <a:graphicFrameLocks noChangeAspect="1"/>
          </p:cNvGraphicFramePr>
          <p:nvPr>
            <p:extLst>
              <p:ext uri="{D42A27DB-BD31-4B8C-83A1-F6EECF244321}">
                <p14:modId xmlns:p14="http://schemas.microsoft.com/office/powerpoint/2010/main" val="3248826003"/>
              </p:ext>
            </p:extLst>
          </p:nvPr>
        </p:nvGraphicFramePr>
        <p:xfrm>
          <a:off x="2919919" y="5078120"/>
          <a:ext cx="236571" cy="136208"/>
        </p:xfrm>
        <a:graphic>
          <a:graphicData uri="http://schemas.openxmlformats.org/presentationml/2006/ole">
            <mc:AlternateContent xmlns:mc="http://schemas.openxmlformats.org/markup-compatibility/2006">
              <mc:Choice xmlns:v="urn:schemas-microsoft-com:vml" Requires="v">
                <p:oleObj name="Equation" r:id="rId16" imgW="419040" imgH="241200" progId="Equation.DSMT4">
                  <p:embed/>
                </p:oleObj>
              </mc:Choice>
              <mc:Fallback>
                <p:oleObj name="Equation" r:id="rId16" imgW="419040" imgH="241200" progId="Equation.DSMT4">
                  <p:embed/>
                  <p:pic>
                    <p:nvPicPr>
                      <p:cNvPr id="8" name="Object 7">
                        <a:extLst>
                          <a:ext uri="{FF2B5EF4-FFF2-40B4-BE49-F238E27FC236}">
                            <a16:creationId xmlns:a16="http://schemas.microsoft.com/office/drawing/2014/main" id="{97A7B85E-BF80-4CF5-8162-E7245A36C932}"/>
                          </a:ext>
                        </a:extLst>
                      </p:cNvPr>
                      <p:cNvPicPr/>
                      <p:nvPr/>
                    </p:nvPicPr>
                    <p:blipFill>
                      <a:blip r:embed="rId17"/>
                      <a:stretch>
                        <a:fillRect/>
                      </a:stretch>
                    </p:blipFill>
                    <p:spPr>
                      <a:xfrm>
                        <a:off x="2919919" y="5078120"/>
                        <a:ext cx="236571" cy="136208"/>
                      </a:xfrm>
                      <a:prstGeom prst="rect">
                        <a:avLst/>
                      </a:prstGeom>
                    </p:spPr>
                  </p:pic>
                </p:oleObj>
              </mc:Fallback>
            </mc:AlternateContent>
          </a:graphicData>
        </a:graphic>
      </p:graphicFrame>
      <p:graphicFrame>
        <p:nvGraphicFramePr>
          <p:cNvPr id="28" name="Object 27">
            <a:extLst>
              <a:ext uri="{FF2B5EF4-FFF2-40B4-BE49-F238E27FC236}">
                <a16:creationId xmlns:a16="http://schemas.microsoft.com/office/drawing/2014/main" id="{DD290890-E920-4907-829B-E9C5A3AF103F}"/>
              </a:ext>
            </a:extLst>
          </p:cNvPr>
          <p:cNvGraphicFramePr>
            <a:graphicFrameLocks noChangeAspect="1"/>
          </p:cNvGraphicFramePr>
          <p:nvPr>
            <p:extLst>
              <p:ext uri="{D42A27DB-BD31-4B8C-83A1-F6EECF244321}">
                <p14:modId xmlns:p14="http://schemas.microsoft.com/office/powerpoint/2010/main" val="2142667916"/>
              </p:ext>
            </p:extLst>
          </p:nvPr>
        </p:nvGraphicFramePr>
        <p:xfrm>
          <a:off x="4474520" y="5065079"/>
          <a:ext cx="164812" cy="135535"/>
        </p:xfrm>
        <a:graphic>
          <a:graphicData uri="http://schemas.openxmlformats.org/presentationml/2006/ole">
            <mc:AlternateContent xmlns:mc="http://schemas.openxmlformats.org/markup-compatibility/2006">
              <mc:Choice xmlns:v="urn:schemas-microsoft-com:vml" Requires="v">
                <p:oleObj name="Equation" r:id="rId18" imgW="291960" imgH="241200" progId="Equation.DSMT4">
                  <p:embed/>
                </p:oleObj>
              </mc:Choice>
              <mc:Fallback>
                <p:oleObj name="Equation" r:id="rId18" imgW="291960" imgH="241200" progId="Equation.DSMT4">
                  <p:embed/>
                  <p:pic>
                    <p:nvPicPr>
                      <p:cNvPr id="18" name="Object 17">
                        <a:extLst>
                          <a:ext uri="{FF2B5EF4-FFF2-40B4-BE49-F238E27FC236}">
                            <a16:creationId xmlns:a16="http://schemas.microsoft.com/office/drawing/2014/main" id="{13558CCC-2B9E-49BC-A3E2-0425B59FFFCC}"/>
                          </a:ext>
                        </a:extLst>
                      </p:cNvPr>
                      <p:cNvPicPr/>
                      <p:nvPr/>
                    </p:nvPicPr>
                    <p:blipFill>
                      <a:blip r:embed="rId19"/>
                      <a:stretch>
                        <a:fillRect/>
                      </a:stretch>
                    </p:blipFill>
                    <p:spPr>
                      <a:xfrm>
                        <a:off x="4474520" y="5065079"/>
                        <a:ext cx="164812" cy="135535"/>
                      </a:xfrm>
                      <a:prstGeom prst="rect">
                        <a:avLst/>
                      </a:prstGeom>
                    </p:spPr>
                  </p:pic>
                </p:oleObj>
              </mc:Fallback>
            </mc:AlternateContent>
          </a:graphicData>
        </a:graphic>
      </p:graphicFrame>
      <p:graphicFrame>
        <p:nvGraphicFramePr>
          <p:cNvPr id="29" name="Object 28">
            <a:extLst>
              <a:ext uri="{FF2B5EF4-FFF2-40B4-BE49-F238E27FC236}">
                <a16:creationId xmlns:a16="http://schemas.microsoft.com/office/drawing/2014/main" id="{05B3314B-741B-4874-8DC7-19823E9868C5}"/>
              </a:ext>
            </a:extLst>
          </p:cNvPr>
          <p:cNvGraphicFramePr>
            <a:graphicFrameLocks noChangeAspect="1"/>
          </p:cNvGraphicFramePr>
          <p:nvPr>
            <p:extLst>
              <p:ext uri="{D42A27DB-BD31-4B8C-83A1-F6EECF244321}">
                <p14:modId xmlns:p14="http://schemas.microsoft.com/office/powerpoint/2010/main" val="71561115"/>
              </p:ext>
            </p:extLst>
          </p:nvPr>
        </p:nvGraphicFramePr>
        <p:xfrm>
          <a:off x="5984187" y="5059204"/>
          <a:ext cx="103646" cy="163998"/>
        </p:xfrm>
        <a:graphic>
          <a:graphicData uri="http://schemas.openxmlformats.org/presentationml/2006/ole">
            <mc:AlternateContent xmlns:mc="http://schemas.openxmlformats.org/markup-compatibility/2006">
              <mc:Choice xmlns:v="urn:schemas-microsoft-com:vml" Requires="v">
                <p:oleObj name="Equation" r:id="rId20" imgW="152280" imgH="241200" progId="Equation.DSMT4">
                  <p:embed/>
                </p:oleObj>
              </mc:Choice>
              <mc:Fallback>
                <p:oleObj name="Equation" r:id="rId20" imgW="152280" imgH="241200" progId="Equation.DSMT4">
                  <p:embed/>
                  <p:pic>
                    <p:nvPicPr>
                      <p:cNvPr id="19" name="Object 18">
                        <a:extLst>
                          <a:ext uri="{FF2B5EF4-FFF2-40B4-BE49-F238E27FC236}">
                            <a16:creationId xmlns:a16="http://schemas.microsoft.com/office/drawing/2014/main" id="{EE14E47A-1E5C-4AEB-A511-4348D0040CA5}"/>
                          </a:ext>
                        </a:extLst>
                      </p:cNvPr>
                      <p:cNvPicPr/>
                      <p:nvPr/>
                    </p:nvPicPr>
                    <p:blipFill>
                      <a:blip r:embed="rId21"/>
                      <a:stretch>
                        <a:fillRect/>
                      </a:stretch>
                    </p:blipFill>
                    <p:spPr>
                      <a:xfrm>
                        <a:off x="5984187" y="5059204"/>
                        <a:ext cx="103646" cy="163998"/>
                      </a:xfrm>
                      <a:prstGeom prst="rect">
                        <a:avLst/>
                      </a:prstGeom>
                    </p:spPr>
                  </p:pic>
                </p:oleObj>
              </mc:Fallback>
            </mc:AlternateContent>
          </a:graphicData>
        </a:graphic>
      </p:graphicFrame>
      <p:graphicFrame>
        <p:nvGraphicFramePr>
          <p:cNvPr id="30" name="Object 29">
            <a:extLst>
              <a:ext uri="{FF2B5EF4-FFF2-40B4-BE49-F238E27FC236}">
                <a16:creationId xmlns:a16="http://schemas.microsoft.com/office/drawing/2014/main" id="{F0C59EC0-9250-470C-93ED-0AE2EFCDCA23}"/>
              </a:ext>
            </a:extLst>
          </p:cNvPr>
          <p:cNvGraphicFramePr>
            <a:graphicFrameLocks noChangeAspect="1"/>
          </p:cNvGraphicFramePr>
          <p:nvPr>
            <p:extLst>
              <p:ext uri="{D42A27DB-BD31-4B8C-83A1-F6EECF244321}">
                <p14:modId xmlns:p14="http://schemas.microsoft.com/office/powerpoint/2010/main" val="2034493125"/>
              </p:ext>
            </p:extLst>
          </p:nvPr>
        </p:nvGraphicFramePr>
        <p:xfrm>
          <a:off x="7251405" y="5066211"/>
          <a:ext cx="260013" cy="149089"/>
        </p:xfrm>
        <a:graphic>
          <a:graphicData uri="http://schemas.openxmlformats.org/presentationml/2006/ole">
            <mc:AlternateContent xmlns:mc="http://schemas.openxmlformats.org/markup-compatibility/2006">
              <mc:Choice xmlns:v="urn:schemas-microsoft-com:vml" Requires="v">
                <p:oleObj name="Equation" r:id="rId22" imgW="419040" imgH="241200" progId="Equation.DSMT4">
                  <p:embed/>
                </p:oleObj>
              </mc:Choice>
              <mc:Fallback>
                <p:oleObj name="Equation" r:id="rId22" imgW="419040" imgH="241200" progId="Equation.DSMT4">
                  <p:embed/>
                  <p:pic>
                    <p:nvPicPr>
                      <p:cNvPr id="20" name="Object 19">
                        <a:extLst>
                          <a:ext uri="{FF2B5EF4-FFF2-40B4-BE49-F238E27FC236}">
                            <a16:creationId xmlns:a16="http://schemas.microsoft.com/office/drawing/2014/main" id="{7199F5DE-496F-4FD9-B327-637CD72765C1}"/>
                          </a:ext>
                        </a:extLst>
                      </p:cNvPr>
                      <p:cNvPicPr/>
                      <p:nvPr/>
                    </p:nvPicPr>
                    <p:blipFill>
                      <a:blip r:embed="rId23"/>
                      <a:stretch>
                        <a:fillRect/>
                      </a:stretch>
                    </p:blipFill>
                    <p:spPr>
                      <a:xfrm>
                        <a:off x="7251405" y="5066211"/>
                        <a:ext cx="260013" cy="149089"/>
                      </a:xfrm>
                      <a:prstGeom prst="rect">
                        <a:avLst/>
                      </a:prstGeom>
                    </p:spPr>
                  </p:pic>
                </p:oleObj>
              </mc:Fallback>
            </mc:AlternateContent>
          </a:graphicData>
        </a:graphic>
      </p:graphicFrame>
      <p:graphicFrame>
        <p:nvGraphicFramePr>
          <p:cNvPr id="31" name="Object 30">
            <a:extLst>
              <a:ext uri="{FF2B5EF4-FFF2-40B4-BE49-F238E27FC236}">
                <a16:creationId xmlns:a16="http://schemas.microsoft.com/office/drawing/2014/main" id="{88E97E17-2887-491F-A9C7-C824711A544B}"/>
              </a:ext>
            </a:extLst>
          </p:cNvPr>
          <p:cNvGraphicFramePr>
            <a:graphicFrameLocks noChangeAspect="1"/>
          </p:cNvGraphicFramePr>
          <p:nvPr>
            <p:extLst>
              <p:ext uri="{D42A27DB-BD31-4B8C-83A1-F6EECF244321}">
                <p14:modId xmlns:p14="http://schemas.microsoft.com/office/powerpoint/2010/main" val="3921880177"/>
              </p:ext>
            </p:extLst>
          </p:nvPr>
        </p:nvGraphicFramePr>
        <p:xfrm>
          <a:off x="1373188" y="5407025"/>
          <a:ext cx="836612" cy="166688"/>
        </p:xfrm>
        <a:graphic>
          <a:graphicData uri="http://schemas.openxmlformats.org/presentationml/2006/ole">
            <mc:AlternateContent xmlns:mc="http://schemas.openxmlformats.org/markup-compatibility/2006">
              <mc:Choice xmlns:v="urn:schemas-microsoft-com:vml" Requires="v">
                <p:oleObj name="Equation" r:id="rId24" imgW="1663560" imgH="330120" progId="Equation.DSMT4">
                  <p:embed/>
                </p:oleObj>
              </mc:Choice>
              <mc:Fallback>
                <p:oleObj name="Equation" r:id="rId24" imgW="1663560" imgH="330120" progId="Equation.DSMT4">
                  <p:embed/>
                  <p:pic>
                    <p:nvPicPr>
                      <p:cNvPr id="9" name="Object 8">
                        <a:extLst>
                          <a:ext uri="{FF2B5EF4-FFF2-40B4-BE49-F238E27FC236}">
                            <a16:creationId xmlns:a16="http://schemas.microsoft.com/office/drawing/2014/main" id="{13691688-8CFF-49DD-9839-F6F1BC8817B2}"/>
                          </a:ext>
                        </a:extLst>
                      </p:cNvPr>
                      <p:cNvPicPr/>
                      <p:nvPr/>
                    </p:nvPicPr>
                    <p:blipFill>
                      <a:blip r:embed="rId25"/>
                      <a:stretch>
                        <a:fillRect/>
                      </a:stretch>
                    </p:blipFill>
                    <p:spPr>
                      <a:xfrm>
                        <a:off x="1373188" y="5407025"/>
                        <a:ext cx="836612" cy="166688"/>
                      </a:xfrm>
                      <a:prstGeom prst="rect">
                        <a:avLst/>
                      </a:prstGeom>
                    </p:spPr>
                  </p:pic>
                </p:oleObj>
              </mc:Fallback>
            </mc:AlternateContent>
          </a:graphicData>
        </a:graphic>
      </p:graphicFrame>
      <p:graphicFrame>
        <p:nvGraphicFramePr>
          <p:cNvPr id="32" name="Object 31">
            <a:extLst>
              <a:ext uri="{FF2B5EF4-FFF2-40B4-BE49-F238E27FC236}">
                <a16:creationId xmlns:a16="http://schemas.microsoft.com/office/drawing/2014/main" id="{480A53B6-E0D1-4A77-AFC3-49AA098FB0C5}"/>
              </a:ext>
            </a:extLst>
          </p:cNvPr>
          <p:cNvGraphicFramePr>
            <a:graphicFrameLocks noChangeAspect="1"/>
          </p:cNvGraphicFramePr>
          <p:nvPr>
            <p:extLst>
              <p:ext uri="{D42A27DB-BD31-4B8C-83A1-F6EECF244321}">
                <p14:modId xmlns:p14="http://schemas.microsoft.com/office/powerpoint/2010/main" val="2316732047"/>
              </p:ext>
            </p:extLst>
          </p:nvPr>
        </p:nvGraphicFramePr>
        <p:xfrm>
          <a:off x="2955764" y="5404118"/>
          <a:ext cx="164883" cy="136208"/>
        </p:xfrm>
        <a:graphic>
          <a:graphicData uri="http://schemas.openxmlformats.org/presentationml/2006/ole">
            <mc:AlternateContent xmlns:mc="http://schemas.openxmlformats.org/markup-compatibility/2006">
              <mc:Choice xmlns:v="urn:schemas-microsoft-com:vml" Requires="v">
                <p:oleObj name="Equation" r:id="rId26" imgW="291960" imgH="241200" progId="Equation.DSMT4">
                  <p:embed/>
                </p:oleObj>
              </mc:Choice>
              <mc:Fallback>
                <p:oleObj name="Equation" r:id="rId26" imgW="291960" imgH="241200" progId="Equation.DSMT4">
                  <p:embed/>
                  <p:pic>
                    <p:nvPicPr>
                      <p:cNvPr id="10" name="Object 9">
                        <a:extLst>
                          <a:ext uri="{FF2B5EF4-FFF2-40B4-BE49-F238E27FC236}">
                            <a16:creationId xmlns:a16="http://schemas.microsoft.com/office/drawing/2014/main" id="{3F1438B6-6D07-4DFF-9D11-79AA8A21454C}"/>
                          </a:ext>
                        </a:extLst>
                      </p:cNvPr>
                      <p:cNvPicPr/>
                      <p:nvPr/>
                    </p:nvPicPr>
                    <p:blipFill>
                      <a:blip r:embed="rId27"/>
                      <a:stretch>
                        <a:fillRect/>
                      </a:stretch>
                    </p:blipFill>
                    <p:spPr>
                      <a:xfrm>
                        <a:off x="2955764" y="5404118"/>
                        <a:ext cx="164883" cy="136208"/>
                      </a:xfrm>
                      <a:prstGeom prst="rect">
                        <a:avLst/>
                      </a:prstGeom>
                    </p:spPr>
                  </p:pic>
                </p:oleObj>
              </mc:Fallback>
            </mc:AlternateContent>
          </a:graphicData>
        </a:graphic>
      </p:graphicFrame>
      <p:graphicFrame>
        <p:nvGraphicFramePr>
          <p:cNvPr id="33" name="Object 32">
            <a:extLst>
              <a:ext uri="{FF2B5EF4-FFF2-40B4-BE49-F238E27FC236}">
                <a16:creationId xmlns:a16="http://schemas.microsoft.com/office/drawing/2014/main" id="{B09A7B9E-64AA-4B4D-94E4-FA184039713B}"/>
              </a:ext>
            </a:extLst>
          </p:cNvPr>
          <p:cNvGraphicFramePr>
            <a:graphicFrameLocks noChangeAspect="1"/>
          </p:cNvGraphicFramePr>
          <p:nvPr>
            <p:extLst>
              <p:ext uri="{D42A27DB-BD31-4B8C-83A1-F6EECF244321}">
                <p14:modId xmlns:p14="http://schemas.microsoft.com/office/powerpoint/2010/main" val="2734568052"/>
              </p:ext>
            </p:extLst>
          </p:nvPr>
        </p:nvGraphicFramePr>
        <p:xfrm>
          <a:off x="4488617" y="5357485"/>
          <a:ext cx="150715" cy="135535"/>
        </p:xfrm>
        <a:graphic>
          <a:graphicData uri="http://schemas.openxmlformats.org/presentationml/2006/ole">
            <mc:AlternateContent xmlns:mc="http://schemas.openxmlformats.org/markup-compatibility/2006">
              <mc:Choice xmlns:v="urn:schemas-microsoft-com:vml" Requires="v">
                <p:oleObj name="Equation" r:id="rId28" imgW="266400" imgH="241200" progId="Equation.DSMT4">
                  <p:embed/>
                </p:oleObj>
              </mc:Choice>
              <mc:Fallback>
                <p:oleObj name="Equation" r:id="rId28" imgW="266400" imgH="241200" progId="Equation.DSMT4">
                  <p:embed/>
                  <p:pic>
                    <p:nvPicPr>
                      <p:cNvPr id="22" name="Object 21">
                        <a:extLst>
                          <a:ext uri="{FF2B5EF4-FFF2-40B4-BE49-F238E27FC236}">
                            <a16:creationId xmlns:a16="http://schemas.microsoft.com/office/drawing/2014/main" id="{D3D6C9A8-591A-4CE8-A089-F3B404200AFB}"/>
                          </a:ext>
                        </a:extLst>
                      </p:cNvPr>
                      <p:cNvPicPr/>
                      <p:nvPr/>
                    </p:nvPicPr>
                    <p:blipFill>
                      <a:blip r:embed="rId29"/>
                      <a:stretch>
                        <a:fillRect/>
                      </a:stretch>
                    </p:blipFill>
                    <p:spPr>
                      <a:xfrm>
                        <a:off x="4488617" y="5357485"/>
                        <a:ext cx="150715" cy="135535"/>
                      </a:xfrm>
                      <a:prstGeom prst="rect">
                        <a:avLst/>
                      </a:prstGeom>
                    </p:spPr>
                  </p:pic>
                </p:oleObj>
              </mc:Fallback>
            </mc:AlternateContent>
          </a:graphicData>
        </a:graphic>
      </p:graphicFrame>
      <p:graphicFrame>
        <p:nvGraphicFramePr>
          <p:cNvPr id="34" name="Object 33">
            <a:extLst>
              <a:ext uri="{FF2B5EF4-FFF2-40B4-BE49-F238E27FC236}">
                <a16:creationId xmlns:a16="http://schemas.microsoft.com/office/drawing/2014/main" id="{55A6078D-7FE9-4038-9D54-00CA05267F87}"/>
              </a:ext>
            </a:extLst>
          </p:cNvPr>
          <p:cNvGraphicFramePr>
            <a:graphicFrameLocks noChangeAspect="1"/>
          </p:cNvGraphicFramePr>
          <p:nvPr>
            <p:extLst>
              <p:ext uri="{D42A27DB-BD31-4B8C-83A1-F6EECF244321}">
                <p14:modId xmlns:p14="http://schemas.microsoft.com/office/powerpoint/2010/main" val="554213445"/>
              </p:ext>
            </p:extLst>
          </p:nvPr>
        </p:nvGraphicFramePr>
        <p:xfrm>
          <a:off x="5979489" y="5351323"/>
          <a:ext cx="112831" cy="163998"/>
        </p:xfrm>
        <a:graphic>
          <a:graphicData uri="http://schemas.openxmlformats.org/presentationml/2006/ole">
            <mc:AlternateContent xmlns:mc="http://schemas.openxmlformats.org/markup-compatibility/2006">
              <mc:Choice xmlns:v="urn:schemas-microsoft-com:vml" Requires="v">
                <p:oleObj name="Equation" r:id="rId30" imgW="164880" imgH="241200" progId="Equation.DSMT4">
                  <p:embed/>
                </p:oleObj>
              </mc:Choice>
              <mc:Fallback>
                <p:oleObj name="Equation" r:id="rId30" imgW="164880" imgH="241200" progId="Equation.DSMT4">
                  <p:embed/>
                  <p:pic>
                    <p:nvPicPr>
                      <p:cNvPr id="23" name="Object 22">
                        <a:extLst>
                          <a:ext uri="{FF2B5EF4-FFF2-40B4-BE49-F238E27FC236}">
                            <a16:creationId xmlns:a16="http://schemas.microsoft.com/office/drawing/2014/main" id="{B3BC4E07-6893-46A2-B076-0572DEF0F854}"/>
                          </a:ext>
                        </a:extLst>
                      </p:cNvPr>
                      <p:cNvPicPr/>
                      <p:nvPr/>
                    </p:nvPicPr>
                    <p:blipFill>
                      <a:blip r:embed="rId31"/>
                      <a:stretch>
                        <a:fillRect/>
                      </a:stretch>
                    </p:blipFill>
                    <p:spPr>
                      <a:xfrm>
                        <a:off x="5979489" y="5351323"/>
                        <a:ext cx="112831" cy="163998"/>
                      </a:xfrm>
                      <a:prstGeom prst="rect">
                        <a:avLst/>
                      </a:prstGeom>
                    </p:spPr>
                  </p:pic>
                </p:oleObj>
              </mc:Fallback>
            </mc:AlternateContent>
          </a:graphicData>
        </a:graphic>
      </p:graphicFrame>
      <p:graphicFrame>
        <p:nvGraphicFramePr>
          <p:cNvPr id="35" name="Object 34">
            <a:extLst>
              <a:ext uri="{FF2B5EF4-FFF2-40B4-BE49-F238E27FC236}">
                <a16:creationId xmlns:a16="http://schemas.microsoft.com/office/drawing/2014/main" id="{94464534-2B87-4FEA-82E2-D46A9815F185}"/>
              </a:ext>
            </a:extLst>
          </p:cNvPr>
          <p:cNvGraphicFramePr>
            <a:graphicFrameLocks noChangeAspect="1"/>
          </p:cNvGraphicFramePr>
          <p:nvPr>
            <p:extLst>
              <p:ext uri="{D42A27DB-BD31-4B8C-83A1-F6EECF244321}">
                <p14:modId xmlns:p14="http://schemas.microsoft.com/office/powerpoint/2010/main" val="4276392346"/>
              </p:ext>
            </p:extLst>
          </p:nvPr>
        </p:nvGraphicFramePr>
        <p:xfrm>
          <a:off x="7286292" y="5376328"/>
          <a:ext cx="190237" cy="163998"/>
        </p:xfrm>
        <a:graphic>
          <a:graphicData uri="http://schemas.openxmlformats.org/presentationml/2006/ole">
            <mc:AlternateContent xmlns:mc="http://schemas.openxmlformats.org/markup-compatibility/2006">
              <mc:Choice xmlns:v="urn:schemas-microsoft-com:vml" Requires="v">
                <p:oleObj name="Equation" r:id="rId32" imgW="279360" imgH="241200" progId="Equation.DSMT4">
                  <p:embed/>
                </p:oleObj>
              </mc:Choice>
              <mc:Fallback>
                <p:oleObj name="Equation" r:id="rId32" imgW="279360" imgH="241200" progId="Equation.DSMT4">
                  <p:embed/>
                  <p:pic>
                    <p:nvPicPr>
                      <p:cNvPr id="24" name="Object 23">
                        <a:extLst>
                          <a:ext uri="{FF2B5EF4-FFF2-40B4-BE49-F238E27FC236}">
                            <a16:creationId xmlns:a16="http://schemas.microsoft.com/office/drawing/2014/main" id="{1A3EABE3-0E52-49DF-89F1-A624659614F6}"/>
                          </a:ext>
                        </a:extLst>
                      </p:cNvPr>
                      <p:cNvPicPr/>
                      <p:nvPr/>
                    </p:nvPicPr>
                    <p:blipFill>
                      <a:blip r:embed="rId33"/>
                      <a:stretch>
                        <a:fillRect/>
                      </a:stretch>
                    </p:blipFill>
                    <p:spPr>
                      <a:xfrm>
                        <a:off x="7286292" y="5376328"/>
                        <a:ext cx="190237" cy="163998"/>
                      </a:xfrm>
                      <a:prstGeom prst="rect">
                        <a:avLst/>
                      </a:prstGeom>
                    </p:spPr>
                  </p:pic>
                </p:oleObj>
              </mc:Fallback>
            </mc:AlternateContent>
          </a:graphicData>
        </a:graphic>
      </p:graphicFrame>
      <p:graphicFrame>
        <p:nvGraphicFramePr>
          <p:cNvPr id="36" name="Object 35">
            <a:extLst>
              <a:ext uri="{FF2B5EF4-FFF2-40B4-BE49-F238E27FC236}">
                <a16:creationId xmlns:a16="http://schemas.microsoft.com/office/drawing/2014/main" id="{C95FB6D1-5ECC-4C17-80A8-870D7ED04EEB}"/>
              </a:ext>
            </a:extLst>
          </p:cNvPr>
          <p:cNvGraphicFramePr>
            <a:graphicFrameLocks noChangeAspect="1"/>
          </p:cNvGraphicFramePr>
          <p:nvPr>
            <p:extLst>
              <p:ext uri="{D42A27DB-BD31-4B8C-83A1-F6EECF244321}">
                <p14:modId xmlns:p14="http://schemas.microsoft.com/office/powerpoint/2010/main" val="3999037348"/>
              </p:ext>
            </p:extLst>
          </p:nvPr>
        </p:nvGraphicFramePr>
        <p:xfrm>
          <a:off x="1368425" y="5697538"/>
          <a:ext cx="846138" cy="168275"/>
        </p:xfrm>
        <a:graphic>
          <a:graphicData uri="http://schemas.openxmlformats.org/presentationml/2006/ole">
            <mc:AlternateContent xmlns:mc="http://schemas.openxmlformats.org/markup-compatibility/2006">
              <mc:Choice xmlns:v="urn:schemas-microsoft-com:vml" Requires="v">
                <p:oleObj name="Equation" r:id="rId34" imgW="1650960" imgH="330120" progId="Equation.DSMT4">
                  <p:embed/>
                </p:oleObj>
              </mc:Choice>
              <mc:Fallback>
                <p:oleObj name="Equation" r:id="rId34" imgW="1650960" imgH="330120" progId="Equation.DSMT4">
                  <p:embed/>
                  <p:pic>
                    <p:nvPicPr>
                      <p:cNvPr id="21" name="Object 20">
                        <a:extLst>
                          <a:ext uri="{FF2B5EF4-FFF2-40B4-BE49-F238E27FC236}">
                            <a16:creationId xmlns:a16="http://schemas.microsoft.com/office/drawing/2014/main" id="{B66A05EC-08BD-4B87-8A22-F5B68DBC52F7}"/>
                          </a:ext>
                        </a:extLst>
                      </p:cNvPr>
                      <p:cNvPicPr/>
                      <p:nvPr/>
                    </p:nvPicPr>
                    <p:blipFill>
                      <a:blip r:embed="rId35"/>
                      <a:stretch>
                        <a:fillRect/>
                      </a:stretch>
                    </p:blipFill>
                    <p:spPr>
                      <a:xfrm>
                        <a:off x="1368425" y="5697538"/>
                        <a:ext cx="846138" cy="168275"/>
                      </a:xfrm>
                      <a:prstGeom prst="rect">
                        <a:avLst/>
                      </a:prstGeom>
                    </p:spPr>
                  </p:pic>
                </p:oleObj>
              </mc:Fallback>
            </mc:AlternateContent>
          </a:graphicData>
        </a:graphic>
      </p:graphicFrame>
      <p:graphicFrame>
        <p:nvGraphicFramePr>
          <p:cNvPr id="37" name="Object 36">
            <a:extLst>
              <a:ext uri="{FF2B5EF4-FFF2-40B4-BE49-F238E27FC236}">
                <a16:creationId xmlns:a16="http://schemas.microsoft.com/office/drawing/2014/main" id="{66AB491C-A5DD-4673-B91C-3AD1332A9F73}"/>
              </a:ext>
            </a:extLst>
          </p:cNvPr>
          <p:cNvGraphicFramePr>
            <a:graphicFrameLocks noChangeAspect="1"/>
          </p:cNvGraphicFramePr>
          <p:nvPr>
            <p:extLst>
              <p:ext uri="{D42A27DB-BD31-4B8C-83A1-F6EECF244321}">
                <p14:modId xmlns:p14="http://schemas.microsoft.com/office/powerpoint/2010/main" val="1697054085"/>
              </p:ext>
            </p:extLst>
          </p:nvPr>
        </p:nvGraphicFramePr>
        <p:xfrm>
          <a:off x="3030237" y="5684238"/>
          <a:ext cx="102514" cy="149829"/>
        </p:xfrm>
        <a:graphic>
          <a:graphicData uri="http://schemas.openxmlformats.org/presentationml/2006/ole">
            <mc:AlternateContent xmlns:mc="http://schemas.openxmlformats.org/markup-compatibility/2006">
              <mc:Choice xmlns:v="urn:schemas-microsoft-com:vml" Requires="v">
                <p:oleObj name="Equation" r:id="rId36" imgW="164880" imgH="241200" progId="Equation.DSMT4">
                  <p:embed/>
                </p:oleObj>
              </mc:Choice>
              <mc:Fallback>
                <p:oleObj name="Equation" r:id="rId36" imgW="164880" imgH="241200" progId="Equation.DSMT4">
                  <p:embed/>
                  <p:pic>
                    <p:nvPicPr>
                      <p:cNvPr id="25" name="Object 24">
                        <a:extLst>
                          <a:ext uri="{FF2B5EF4-FFF2-40B4-BE49-F238E27FC236}">
                            <a16:creationId xmlns:a16="http://schemas.microsoft.com/office/drawing/2014/main" id="{44DA5F1E-5F29-4E74-BEE7-B731968C660C}"/>
                          </a:ext>
                        </a:extLst>
                      </p:cNvPr>
                      <p:cNvPicPr/>
                      <p:nvPr/>
                    </p:nvPicPr>
                    <p:blipFill>
                      <a:blip r:embed="rId37"/>
                      <a:stretch>
                        <a:fillRect/>
                      </a:stretch>
                    </p:blipFill>
                    <p:spPr>
                      <a:xfrm>
                        <a:off x="3030237" y="5684238"/>
                        <a:ext cx="102514" cy="149829"/>
                      </a:xfrm>
                      <a:prstGeom prst="rect">
                        <a:avLst/>
                      </a:prstGeom>
                    </p:spPr>
                  </p:pic>
                </p:oleObj>
              </mc:Fallback>
            </mc:AlternateContent>
          </a:graphicData>
        </a:graphic>
      </p:graphicFrame>
      <p:graphicFrame>
        <p:nvGraphicFramePr>
          <p:cNvPr id="38" name="Object 37">
            <a:extLst>
              <a:ext uri="{FF2B5EF4-FFF2-40B4-BE49-F238E27FC236}">
                <a16:creationId xmlns:a16="http://schemas.microsoft.com/office/drawing/2014/main" id="{06010407-2D27-4898-8C8D-042CDD73F784}"/>
              </a:ext>
            </a:extLst>
          </p:cNvPr>
          <p:cNvGraphicFramePr>
            <a:graphicFrameLocks noChangeAspect="1"/>
          </p:cNvGraphicFramePr>
          <p:nvPr>
            <p:extLst>
              <p:ext uri="{D42A27DB-BD31-4B8C-83A1-F6EECF244321}">
                <p14:modId xmlns:p14="http://schemas.microsoft.com/office/powerpoint/2010/main" val="1455850660"/>
              </p:ext>
            </p:extLst>
          </p:nvPr>
        </p:nvGraphicFramePr>
        <p:xfrm>
          <a:off x="4475020" y="5686411"/>
          <a:ext cx="166979" cy="149632"/>
        </p:xfrm>
        <a:graphic>
          <a:graphicData uri="http://schemas.openxmlformats.org/presentationml/2006/ole">
            <mc:AlternateContent xmlns:mc="http://schemas.openxmlformats.org/markup-compatibility/2006">
              <mc:Choice xmlns:v="urn:schemas-microsoft-com:vml" Requires="v">
                <p:oleObj name="Equation" r:id="rId38" imgW="266400" imgH="241200" progId="Equation.DSMT4">
                  <p:embed/>
                </p:oleObj>
              </mc:Choice>
              <mc:Fallback>
                <p:oleObj name="Equation" r:id="rId38" imgW="266400" imgH="241200" progId="Equation.DSMT4">
                  <p:embed/>
                  <p:pic>
                    <p:nvPicPr>
                      <p:cNvPr id="27" name="Object 26">
                        <a:extLst>
                          <a:ext uri="{FF2B5EF4-FFF2-40B4-BE49-F238E27FC236}">
                            <a16:creationId xmlns:a16="http://schemas.microsoft.com/office/drawing/2014/main" id="{D3249F77-68E5-4915-88B8-A0306C80CFE5}"/>
                          </a:ext>
                        </a:extLst>
                      </p:cNvPr>
                      <p:cNvPicPr/>
                      <p:nvPr/>
                    </p:nvPicPr>
                    <p:blipFill>
                      <a:blip r:embed="rId39"/>
                      <a:stretch>
                        <a:fillRect/>
                      </a:stretch>
                    </p:blipFill>
                    <p:spPr>
                      <a:xfrm>
                        <a:off x="4475020" y="5686411"/>
                        <a:ext cx="166979" cy="149632"/>
                      </a:xfrm>
                      <a:prstGeom prst="rect">
                        <a:avLst/>
                      </a:prstGeom>
                    </p:spPr>
                  </p:pic>
                </p:oleObj>
              </mc:Fallback>
            </mc:AlternateContent>
          </a:graphicData>
        </a:graphic>
      </p:graphicFrame>
      <p:graphicFrame>
        <p:nvGraphicFramePr>
          <p:cNvPr id="39" name="Object 38">
            <a:extLst>
              <a:ext uri="{FF2B5EF4-FFF2-40B4-BE49-F238E27FC236}">
                <a16:creationId xmlns:a16="http://schemas.microsoft.com/office/drawing/2014/main" id="{630738F7-5443-48C6-82F6-D1047419D0F1}"/>
              </a:ext>
            </a:extLst>
          </p:cNvPr>
          <p:cNvGraphicFramePr>
            <a:graphicFrameLocks noChangeAspect="1"/>
          </p:cNvGraphicFramePr>
          <p:nvPr>
            <p:extLst>
              <p:ext uri="{D42A27DB-BD31-4B8C-83A1-F6EECF244321}">
                <p14:modId xmlns:p14="http://schemas.microsoft.com/office/powerpoint/2010/main" val="3310818607"/>
              </p:ext>
            </p:extLst>
          </p:nvPr>
        </p:nvGraphicFramePr>
        <p:xfrm>
          <a:off x="5929539" y="5669241"/>
          <a:ext cx="190336" cy="170561"/>
        </p:xfrm>
        <a:graphic>
          <a:graphicData uri="http://schemas.openxmlformats.org/presentationml/2006/ole">
            <mc:AlternateContent xmlns:mc="http://schemas.openxmlformats.org/markup-compatibility/2006">
              <mc:Choice xmlns:v="urn:schemas-microsoft-com:vml" Requires="v">
                <p:oleObj name="Equation" r:id="rId40" imgW="266400" imgH="241200" progId="Equation.DSMT4">
                  <p:embed/>
                </p:oleObj>
              </mc:Choice>
              <mc:Fallback>
                <p:oleObj name="Equation" r:id="rId40" imgW="266400" imgH="241200" progId="Equation.DSMT4">
                  <p:embed/>
                  <p:pic>
                    <p:nvPicPr>
                      <p:cNvPr id="28" name="Object 27">
                        <a:extLst>
                          <a:ext uri="{FF2B5EF4-FFF2-40B4-BE49-F238E27FC236}">
                            <a16:creationId xmlns:a16="http://schemas.microsoft.com/office/drawing/2014/main" id="{9169F2B4-D502-4E2D-8946-56359642CFBA}"/>
                          </a:ext>
                        </a:extLst>
                      </p:cNvPr>
                      <p:cNvPicPr/>
                      <p:nvPr/>
                    </p:nvPicPr>
                    <p:blipFill>
                      <a:blip r:embed="rId41"/>
                      <a:stretch>
                        <a:fillRect/>
                      </a:stretch>
                    </p:blipFill>
                    <p:spPr>
                      <a:xfrm>
                        <a:off x="5929539" y="5669241"/>
                        <a:ext cx="190336" cy="170561"/>
                      </a:xfrm>
                      <a:prstGeom prst="rect">
                        <a:avLst/>
                      </a:prstGeom>
                    </p:spPr>
                  </p:pic>
                </p:oleObj>
              </mc:Fallback>
            </mc:AlternateContent>
          </a:graphicData>
        </a:graphic>
      </p:graphicFrame>
      <p:graphicFrame>
        <p:nvGraphicFramePr>
          <p:cNvPr id="40" name="Object 39">
            <a:extLst>
              <a:ext uri="{FF2B5EF4-FFF2-40B4-BE49-F238E27FC236}">
                <a16:creationId xmlns:a16="http://schemas.microsoft.com/office/drawing/2014/main" id="{7991FA69-B778-4BA9-BDFD-3229BA19DA2C}"/>
              </a:ext>
            </a:extLst>
          </p:cNvPr>
          <p:cNvGraphicFramePr>
            <a:graphicFrameLocks noChangeAspect="1"/>
          </p:cNvGraphicFramePr>
          <p:nvPr>
            <p:extLst>
              <p:ext uri="{D42A27DB-BD31-4B8C-83A1-F6EECF244321}">
                <p14:modId xmlns:p14="http://schemas.microsoft.com/office/powerpoint/2010/main" val="116336511"/>
              </p:ext>
            </p:extLst>
          </p:nvPr>
        </p:nvGraphicFramePr>
        <p:xfrm>
          <a:off x="7285381" y="5714976"/>
          <a:ext cx="200734" cy="163998"/>
        </p:xfrm>
        <a:graphic>
          <a:graphicData uri="http://schemas.openxmlformats.org/presentationml/2006/ole">
            <mc:AlternateContent xmlns:mc="http://schemas.openxmlformats.org/markup-compatibility/2006">
              <mc:Choice xmlns:v="urn:schemas-microsoft-com:vml" Requires="v">
                <p:oleObj name="Equation" r:id="rId42" imgW="291960" imgH="241200" progId="Equation.DSMT4">
                  <p:embed/>
                </p:oleObj>
              </mc:Choice>
              <mc:Fallback>
                <p:oleObj name="Equation" r:id="rId42" imgW="291960" imgH="241200" progId="Equation.DSMT4">
                  <p:embed/>
                  <p:pic>
                    <p:nvPicPr>
                      <p:cNvPr id="30" name="Object 29">
                        <a:extLst>
                          <a:ext uri="{FF2B5EF4-FFF2-40B4-BE49-F238E27FC236}">
                            <a16:creationId xmlns:a16="http://schemas.microsoft.com/office/drawing/2014/main" id="{736B513C-9498-48B9-884B-0C7CCF9ECBE7}"/>
                          </a:ext>
                        </a:extLst>
                      </p:cNvPr>
                      <p:cNvPicPr/>
                      <p:nvPr/>
                    </p:nvPicPr>
                    <p:blipFill>
                      <a:blip r:embed="rId43"/>
                      <a:stretch>
                        <a:fillRect/>
                      </a:stretch>
                    </p:blipFill>
                    <p:spPr>
                      <a:xfrm>
                        <a:off x="7285381" y="5714976"/>
                        <a:ext cx="200734" cy="163998"/>
                      </a:xfrm>
                      <a:prstGeom prst="rect">
                        <a:avLst/>
                      </a:prstGeom>
                    </p:spPr>
                  </p:pic>
                </p:oleObj>
              </mc:Fallback>
            </mc:AlternateContent>
          </a:graphicData>
        </a:graphic>
      </p:graphicFrame>
      <p:graphicFrame>
        <p:nvGraphicFramePr>
          <p:cNvPr id="41" name="Object 40">
            <a:extLst>
              <a:ext uri="{FF2B5EF4-FFF2-40B4-BE49-F238E27FC236}">
                <a16:creationId xmlns:a16="http://schemas.microsoft.com/office/drawing/2014/main" id="{A72AE8DB-BEEF-472D-B238-7377C6F71D44}"/>
              </a:ext>
            </a:extLst>
          </p:cNvPr>
          <p:cNvGraphicFramePr>
            <a:graphicFrameLocks noChangeAspect="1"/>
          </p:cNvGraphicFramePr>
          <p:nvPr>
            <p:extLst>
              <p:ext uri="{D42A27DB-BD31-4B8C-83A1-F6EECF244321}">
                <p14:modId xmlns:p14="http://schemas.microsoft.com/office/powerpoint/2010/main" val="2488108153"/>
              </p:ext>
            </p:extLst>
          </p:nvPr>
        </p:nvGraphicFramePr>
        <p:xfrm>
          <a:off x="1425727" y="5986641"/>
          <a:ext cx="765463" cy="134292"/>
        </p:xfrm>
        <a:graphic>
          <a:graphicData uri="http://schemas.openxmlformats.org/presentationml/2006/ole">
            <mc:AlternateContent xmlns:mc="http://schemas.openxmlformats.org/markup-compatibility/2006">
              <mc:Choice xmlns:v="urn:schemas-microsoft-com:vml" Requires="v">
                <p:oleObj name="Equation" r:id="rId44" imgW="1447560" imgH="253800" progId="Equation.DSMT4">
                  <p:embed/>
                </p:oleObj>
              </mc:Choice>
              <mc:Fallback>
                <p:oleObj name="Equation" r:id="rId44" imgW="1447560" imgH="253800" progId="Equation.DSMT4">
                  <p:embed/>
                  <p:pic>
                    <p:nvPicPr>
                      <p:cNvPr id="26" name="Object 25">
                        <a:extLst>
                          <a:ext uri="{FF2B5EF4-FFF2-40B4-BE49-F238E27FC236}">
                            <a16:creationId xmlns:a16="http://schemas.microsoft.com/office/drawing/2014/main" id="{5C09529A-8031-40B7-BDA2-2A66833EEAA0}"/>
                          </a:ext>
                        </a:extLst>
                      </p:cNvPr>
                      <p:cNvPicPr/>
                      <p:nvPr/>
                    </p:nvPicPr>
                    <p:blipFill>
                      <a:blip r:embed="rId45"/>
                      <a:stretch>
                        <a:fillRect/>
                      </a:stretch>
                    </p:blipFill>
                    <p:spPr>
                      <a:xfrm>
                        <a:off x="1425727" y="5986641"/>
                        <a:ext cx="765463" cy="134292"/>
                      </a:xfrm>
                      <a:prstGeom prst="rect">
                        <a:avLst/>
                      </a:prstGeom>
                    </p:spPr>
                  </p:pic>
                </p:oleObj>
              </mc:Fallback>
            </mc:AlternateContent>
          </a:graphicData>
        </a:graphic>
      </p:graphicFrame>
      <p:graphicFrame>
        <p:nvGraphicFramePr>
          <p:cNvPr id="42" name="Object 41">
            <a:extLst>
              <a:ext uri="{FF2B5EF4-FFF2-40B4-BE49-F238E27FC236}">
                <a16:creationId xmlns:a16="http://schemas.microsoft.com/office/drawing/2014/main" id="{81AA8C56-953A-43DF-A10C-E3D1ED532CA6}"/>
              </a:ext>
            </a:extLst>
          </p:cNvPr>
          <p:cNvGraphicFramePr>
            <a:graphicFrameLocks noChangeAspect="1"/>
          </p:cNvGraphicFramePr>
          <p:nvPr>
            <p:extLst>
              <p:ext uri="{D42A27DB-BD31-4B8C-83A1-F6EECF244321}">
                <p14:modId xmlns:p14="http://schemas.microsoft.com/office/powerpoint/2010/main" val="3024020988"/>
              </p:ext>
            </p:extLst>
          </p:nvPr>
        </p:nvGraphicFramePr>
        <p:xfrm>
          <a:off x="2963209" y="5985683"/>
          <a:ext cx="236571" cy="136208"/>
        </p:xfrm>
        <a:graphic>
          <a:graphicData uri="http://schemas.openxmlformats.org/presentationml/2006/ole">
            <mc:AlternateContent xmlns:mc="http://schemas.openxmlformats.org/markup-compatibility/2006">
              <mc:Choice xmlns:v="urn:schemas-microsoft-com:vml" Requires="v">
                <p:oleObj name="Equation" r:id="rId46" imgW="419040" imgH="241200" progId="Equation.DSMT4">
                  <p:embed/>
                </p:oleObj>
              </mc:Choice>
              <mc:Fallback>
                <p:oleObj name="Equation" r:id="rId46" imgW="419040" imgH="241200" progId="Equation.DSMT4">
                  <p:embed/>
                  <p:pic>
                    <p:nvPicPr>
                      <p:cNvPr id="31" name="Object 30">
                        <a:extLst>
                          <a:ext uri="{FF2B5EF4-FFF2-40B4-BE49-F238E27FC236}">
                            <a16:creationId xmlns:a16="http://schemas.microsoft.com/office/drawing/2014/main" id="{D4558CF0-8E8F-49C1-9389-96DB6A26E006}"/>
                          </a:ext>
                        </a:extLst>
                      </p:cNvPr>
                      <p:cNvPicPr/>
                      <p:nvPr/>
                    </p:nvPicPr>
                    <p:blipFill>
                      <a:blip r:embed="rId47"/>
                      <a:stretch>
                        <a:fillRect/>
                      </a:stretch>
                    </p:blipFill>
                    <p:spPr>
                      <a:xfrm>
                        <a:off x="2963209" y="5985683"/>
                        <a:ext cx="236571" cy="136208"/>
                      </a:xfrm>
                      <a:prstGeom prst="rect">
                        <a:avLst/>
                      </a:prstGeom>
                    </p:spPr>
                  </p:pic>
                </p:oleObj>
              </mc:Fallback>
            </mc:AlternateContent>
          </a:graphicData>
        </a:graphic>
      </p:graphicFrame>
      <p:graphicFrame>
        <p:nvGraphicFramePr>
          <p:cNvPr id="43" name="Object 42">
            <a:extLst>
              <a:ext uri="{FF2B5EF4-FFF2-40B4-BE49-F238E27FC236}">
                <a16:creationId xmlns:a16="http://schemas.microsoft.com/office/drawing/2014/main" id="{321EFF81-94E9-49CC-90FE-182F36EE3FD0}"/>
              </a:ext>
            </a:extLst>
          </p:cNvPr>
          <p:cNvGraphicFramePr>
            <a:graphicFrameLocks noChangeAspect="1"/>
          </p:cNvGraphicFramePr>
          <p:nvPr>
            <p:extLst>
              <p:ext uri="{D42A27DB-BD31-4B8C-83A1-F6EECF244321}">
                <p14:modId xmlns:p14="http://schemas.microsoft.com/office/powerpoint/2010/main" val="577147214"/>
              </p:ext>
            </p:extLst>
          </p:nvPr>
        </p:nvGraphicFramePr>
        <p:xfrm>
          <a:off x="4474520" y="6013637"/>
          <a:ext cx="157714" cy="136208"/>
        </p:xfrm>
        <a:graphic>
          <a:graphicData uri="http://schemas.openxmlformats.org/presentationml/2006/ole">
            <mc:AlternateContent xmlns:mc="http://schemas.openxmlformats.org/markup-compatibility/2006">
              <mc:Choice xmlns:v="urn:schemas-microsoft-com:vml" Requires="v">
                <p:oleObj name="Equation" r:id="rId48" imgW="279360" imgH="241200" progId="Equation.DSMT4">
                  <p:embed/>
                </p:oleObj>
              </mc:Choice>
              <mc:Fallback>
                <p:oleObj name="Equation" r:id="rId48" imgW="279360" imgH="241200" progId="Equation.DSMT4">
                  <p:embed/>
                  <p:pic>
                    <p:nvPicPr>
                      <p:cNvPr id="32" name="Object 31">
                        <a:extLst>
                          <a:ext uri="{FF2B5EF4-FFF2-40B4-BE49-F238E27FC236}">
                            <a16:creationId xmlns:a16="http://schemas.microsoft.com/office/drawing/2014/main" id="{83356D5A-8ABB-4CEA-9EAD-7ED2263AF2F1}"/>
                          </a:ext>
                        </a:extLst>
                      </p:cNvPr>
                      <p:cNvPicPr/>
                      <p:nvPr/>
                    </p:nvPicPr>
                    <p:blipFill>
                      <a:blip r:embed="rId49"/>
                      <a:stretch>
                        <a:fillRect/>
                      </a:stretch>
                    </p:blipFill>
                    <p:spPr>
                      <a:xfrm>
                        <a:off x="4474520" y="6013637"/>
                        <a:ext cx="157714" cy="136208"/>
                      </a:xfrm>
                      <a:prstGeom prst="rect">
                        <a:avLst/>
                      </a:prstGeom>
                    </p:spPr>
                  </p:pic>
                </p:oleObj>
              </mc:Fallback>
            </mc:AlternateContent>
          </a:graphicData>
        </a:graphic>
      </p:graphicFrame>
      <p:graphicFrame>
        <p:nvGraphicFramePr>
          <p:cNvPr id="44" name="Object 43">
            <a:extLst>
              <a:ext uri="{FF2B5EF4-FFF2-40B4-BE49-F238E27FC236}">
                <a16:creationId xmlns:a16="http://schemas.microsoft.com/office/drawing/2014/main" id="{EB88A1A5-FFE3-4F14-8307-CD6D7EF1EE01}"/>
              </a:ext>
            </a:extLst>
          </p:cNvPr>
          <p:cNvGraphicFramePr>
            <a:graphicFrameLocks noChangeAspect="1"/>
          </p:cNvGraphicFramePr>
          <p:nvPr>
            <p:extLst>
              <p:ext uri="{D42A27DB-BD31-4B8C-83A1-F6EECF244321}">
                <p14:modId xmlns:p14="http://schemas.microsoft.com/office/powerpoint/2010/main" val="3897274458"/>
              </p:ext>
            </p:extLst>
          </p:nvPr>
        </p:nvGraphicFramePr>
        <p:xfrm>
          <a:off x="5911692" y="6001049"/>
          <a:ext cx="208183" cy="164812"/>
        </p:xfrm>
        <a:graphic>
          <a:graphicData uri="http://schemas.openxmlformats.org/presentationml/2006/ole">
            <mc:AlternateContent xmlns:mc="http://schemas.openxmlformats.org/markup-compatibility/2006">
              <mc:Choice xmlns:v="urn:schemas-microsoft-com:vml" Requires="v">
                <p:oleObj name="Equation" r:id="rId50" imgW="304560" imgH="241200" progId="Equation.DSMT4">
                  <p:embed/>
                </p:oleObj>
              </mc:Choice>
              <mc:Fallback>
                <p:oleObj name="Equation" r:id="rId50" imgW="304560" imgH="241200" progId="Equation.DSMT4">
                  <p:embed/>
                  <p:pic>
                    <p:nvPicPr>
                      <p:cNvPr id="33" name="Object 32">
                        <a:extLst>
                          <a:ext uri="{FF2B5EF4-FFF2-40B4-BE49-F238E27FC236}">
                            <a16:creationId xmlns:a16="http://schemas.microsoft.com/office/drawing/2014/main" id="{62E1A249-5AA9-459D-A7C4-FAE2DC65AE79}"/>
                          </a:ext>
                        </a:extLst>
                      </p:cNvPr>
                      <p:cNvPicPr/>
                      <p:nvPr/>
                    </p:nvPicPr>
                    <p:blipFill>
                      <a:blip r:embed="rId51"/>
                      <a:stretch>
                        <a:fillRect/>
                      </a:stretch>
                    </p:blipFill>
                    <p:spPr>
                      <a:xfrm>
                        <a:off x="5911692" y="6001049"/>
                        <a:ext cx="208183" cy="164812"/>
                      </a:xfrm>
                      <a:prstGeom prst="rect">
                        <a:avLst/>
                      </a:prstGeom>
                    </p:spPr>
                  </p:pic>
                </p:oleObj>
              </mc:Fallback>
            </mc:AlternateContent>
          </a:graphicData>
        </a:graphic>
      </p:graphicFrame>
      <p:graphicFrame>
        <p:nvGraphicFramePr>
          <p:cNvPr id="45" name="Object 44">
            <a:extLst>
              <a:ext uri="{FF2B5EF4-FFF2-40B4-BE49-F238E27FC236}">
                <a16:creationId xmlns:a16="http://schemas.microsoft.com/office/drawing/2014/main" id="{704ED71A-F04B-4C8E-8755-A7B4FDF36A7D}"/>
              </a:ext>
            </a:extLst>
          </p:cNvPr>
          <p:cNvGraphicFramePr>
            <a:graphicFrameLocks noChangeAspect="1"/>
          </p:cNvGraphicFramePr>
          <p:nvPr>
            <p:extLst>
              <p:ext uri="{D42A27DB-BD31-4B8C-83A1-F6EECF244321}">
                <p14:modId xmlns:p14="http://schemas.microsoft.com/office/powerpoint/2010/main" val="306152407"/>
              </p:ext>
            </p:extLst>
          </p:nvPr>
        </p:nvGraphicFramePr>
        <p:xfrm>
          <a:off x="7232096" y="5994346"/>
          <a:ext cx="260229" cy="149829"/>
        </p:xfrm>
        <a:graphic>
          <a:graphicData uri="http://schemas.openxmlformats.org/presentationml/2006/ole">
            <mc:AlternateContent xmlns:mc="http://schemas.openxmlformats.org/markup-compatibility/2006">
              <mc:Choice xmlns:v="urn:schemas-microsoft-com:vml" Requires="v">
                <p:oleObj name="Equation" r:id="rId52" imgW="419040" imgH="241200" progId="Equation.DSMT4">
                  <p:embed/>
                </p:oleObj>
              </mc:Choice>
              <mc:Fallback>
                <p:oleObj name="Equation" r:id="rId52" imgW="419040" imgH="241200" progId="Equation.DSMT4">
                  <p:embed/>
                  <p:pic>
                    <p:nvPicPr>
                      <p:cNvPr id="34" name="Object 33">
                        <a:extLst>
                          <a:ext uri="{FF2B5EF4-FFF2-40B4-BE49-F238E27FC236}">
                            <a16:creationId xmlns:a16="http://schemas.microsoft.com/office/drawing/2014/main" id="{9AD36FD9-CB02-4D45-947B-B231256D994A}"/>
                          </a:ext>
                        </a:extLst>
                      </p:cNvPr>
                      <p:cNvPicPr/>
                      <p:nvPr/>
                    </p:nvPicPr>
                    <p:blipFill>
                      <a:blip r:embed="rId53"/>
                      <a:stretch>
                        <a:fillRect/>
                      </a:stretch>
                    </p:blipFill>
                    <p:spPr>
                      <a:xfrm>
                        <a:off x="7232096" y="5994346"/>
                        <a:ext cx="260229" cy="149829"/>
                      </a:xfrm>
                      <a:prstGeom prst="rect">
                        <a:avLst/>
                      </a:prstGeom>
                    </p:spPr>
                  </p:pic>
                </p:oleObj>
              </mc:Fallback>
            </mc:AlternateContent>
          </a:graphicData>
        </a:graphic>
      </p:graphicFrame>
      <p:sp>
        <p:nvSpPr>
          <p:cNvPr id="11" name="Slide Number Placeholder 10">
            <a:extLst>
              <a:ext uri="{FF2B5EF4-FFF2-40B4-BE49-F238E27FC236}">
                <a16:creationId xmlns:a16="http://schemas.microsoft.com/office/drawing/2014/main" id="{CAB2EC91-82EF-4873-B3E3-17C46C50C1F2}"/>
              </a:ext>
            </a:extLst>
          </p:cNvPr>
          <p:cNvSpPr>
            <a:spLocks noGrp="1"/>
          </p:cNvSpPr>
          <p:nvPr>
            <p:ph type="sldNum" sz="quarter" idx="10"/>
          </p:nvPr>
        </p:nvSpPr>
        <p:spPr/>
        <p:txBody>
          <a:bodyPr/>
          <a:lstStyle/>
          <a:p>
            <a:fld id="{68151E55-6873-49E2-B8D5-2F265E6F1973}" type="slidenum">
              <a:rPr lang="en-US" smtClean="0"/>
              <a:t>39</a:t>
            </a:fld>
            <a:endParaRPr lang="en-US" dirty="0"/>
          </a:p>
        </p:txBody>
      </p:sp>
    </p:spTree>
    <p:extLst>
      <p:ext uri="{BB962C8B-B14F-4D97-AF65-F5344CB8AC3E}">
        <p14:creationId xmlns:p14="http://schemas.microsoft.com/office/powerpoint/2010/main" val="37889173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015843" cy="903231"/>
          </a:xfrm>
        </p:spPr>
        <p:txBody>
          <a:bodyPr>
            <a:normAutofit/>
          </a:bodyPr>
          <a:lstStyle/>
          <a:p>
            <a:r>
              <a:rPr lang="en-US" sz="3600" dirty="0"/>
              <a:t>Joint Probabilities</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78260" y="54612"/>
            <a:ext cx="425513" cy="1263290"/>
          </a:xfrm>
        </p:spPr>
        <p:txBody>
          <a:bodyPr vert="vert" rIns="0"/>
          <a:lstStyle/>
          <a:p>
            <a:r>
              <a:rPr lang="en-US" b="1" dirty="0"/>
              <a:t>L</a:t>
            </a:r>
            <a:r>
              <a:rPr lang="en-US" sz="100" b="1" dirty="0"/>
              <a:t> </a:t>
            </a:r>
            <a:r>
              <a:rPr lang="en-US" b="1" dirty="0"/>
              <a:t>O 5.6</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3"/>
            <a:ext cx="7556916" cy="423811"/>
          </a:xfrm>
        </p:spPr>
        <p:txBody>
          <a:bodyPr/>
          <a:lstStyle/>
          <a:p>
            <a:r>
              <a:rPr lang="en-US" sz="1800" dirty="0"/>
              <a:t>A </a:t>
            </a:r>
            <a:r>
              <a:rPr lang="en-US" sz="1800" b="1" dirty="0"/>
              <a:t>joint probability </a:t>
            </a:r>
            <a:r>
              <a:rPr lang="en-US" sz="1800" dirty="0"/>
              <a:t>represents the intersection of two events.</a:t>
            </a:r>
          </a:p>
        </p:txBody>
      </p:sp>
      <p:sp>
        <p:nvSpPr>
          <p:cNvPr id="5" name="Content Placeholder 4">
            <a:extLst>
              <a:ext uri="{FF2B5EF4-FFF2-40B4-BE49-F238E27FC236}">
                <a16:creationId xmlns:a16="http://schemas.microsoft.com/office/drawing/2014/main" id="{A398050F-BF5B-4A41-84E6-5894FE8AE34D}"/>
              </a:ext>
            </a:extLst>
          </p:cNvPr>
          <p:cNvSpPr>
            <a:spLocks noGrp="1"/>
          </p:cNvSpPr>
          <p:nvPr>
            <p:ph sz="quarter" idx="15"/>
          </p:nvPr>
        </p:nvSpPr>
        <p:spPr>
          <a:xfrm>
            <a:off x="342900" y="1797487"/>
            <a:ext cx="7930243" cy="336114"/>
          </a:xfrm>
        </p:spPr>
        <p:txBody>
          <a:bodyPr tIns="0"/>
          <a:lstStyle/>
          <a:p>
            <a:pPr marL="292608" indent="-292608">
              <a:buFont typeface="Arial" panose="020B0604020202020204" pitchFamily="34" charset="0"/>
              <a:buChar char="•"/>
            </a:pPr>
            <a:r>
              <a:rPr lang="en-US" sz="1800" dirty="0"/>
              <a:t>The middle cell highlighted is the joint event that a graduate is from the</a:t>
            </a:r>
          </a:p>
        </p:txBody>
      </p:sp>
      <p:sp>
        <p:nvSpPr>
          <p:cNvPr id="6" name="Content Placeholder 5">
            <a:extLst>
              <a:ext uri="{FF2B5EF4-FFF2-40B4-BE49-F238E27FC236}">
                <a16:creationId xmlns:a16="http://schemas.microsoft.com/office/drawing/2014/main" id="{418B8A2B-AA10-4ACF-B31A-3DD668F57653}"/>
              </a:ext>
            </a:extLst>
          </p:cNvPr>
          <p:cNvSpPr>
            <a:spLocks noGrp="1"/>
          </p:cNvSpPr>
          <p:nvPr>
            <p:ph sz="quarter" idx="16"/>
          </p:nvPr>
        </p:nvSpPr>
        <p:spPr>
          <a:xfrm>
            <a:off x="342900" y="2173299"/>
            <a:ext cx="2850243" cy="323158"/>
          </a:xfrm>
        </p:spPr>
        <p:txBody>
          <a:bodyPr tIns="0"/>
          <a:lstStyle/>
          <a:p>
            <a:pPr marL="292608"/>
            <a:r>
              <a:rPr lang="en-US" sz="1800" dirty="0"/>
              <a:t>part-time M</a:t>
            </a:r>
            <a:r>
              <a:rPr lang="en-US" sz="100" dirty="0"/>
              <a:t> </a:t>
            </a:r>
            <a:r>
              <a:rPr lang="en-US" sz="1800" dirty="0"/>
              <a:t>B</a:t>
            </a:r>
            <a:r>
              <a:rPr lang="en-US" sz="100" dirty="0"/>
              <a:t> </a:t>
            </a:r>
            <a:r>
              <a:rPr lang="en-US" sz="1800" dirty="0"/>
              <a:t>A program</a:t>
            </a:r>
          </a:p>
        </p:txBody>
      </p:sp>
      <p:graphicFrame>
        <p:nvGraphicFramePr>
          <p:cNvPr id="19" name="Object 18">
            <a:extLst>
              <a:ext uri="{FF2B5EF4-FFF2-40B4-BE49-F238E27FC236}">
                <a16:creationId xmlns:a16="http://schemas.microsoft.com/office/drawing/2014/main" id="{056132CA-76F9-41A1-92CF-B3AD4E18F4F1}"/>
              </a:ext>
            </a:extLst>
          </p:cNvPr>
          <p:cNvGraphicFramePr>
            <a:graphicFrameLocks noChangeAspect="1"/>
          </p:cNvGraphicFramePr>
          <p:nvPr>
            <p:extLst>
              <p:ext uri="{D42A27DB-BD31-4B8C-83A1-F6EECF244321}">
                <p14:modId xmlns:p14="http://schemas.microsoft.com/office/powerpoint/2010/main" val="3679917890"/>
              </p:ext>
            </p:extLst>
          </p:nvPr>
        </p:nvGraphicFramePr>
        <p:xfrm>
          <a:off x="3183217" y="2181144"/>
          <a:ext cx="452217" cy="294925"/>
        </p:xfrm>
        <a:graphic>
          <a:graphicData uri="http://schemas.openxmlformats.org/presentationml/2006/ole">
            <mc:AlternateContent xmlns:mc="http://schemas.openxmlformats.org/markup-compatibility/2006">
              <mc:Choice xmlns:v="urn:schemas-microsoft-com:vml" Requires="v">
                <p:oleObj name="Equation" r:id="rId2" imgW="583920" imgH="380880" progId="Equation.DSMT4">
                  <p:embed/>
                </p:oleObj>
              </mc:Choice>
              <mc:Fallback>
                <p:oleObj name="Equation" r:id="rId2" imgW="583920" imgH="380880" progId="Equation.DSMT4">
                  <p:embed/>
                  <p:pic>
                    <p:nvPicPr>
                      <p:cNvPr id="0" name=""/>
                      <p:cNvPicPr/>
                      <p:nvPr/>
                    </p:nvPicPr>
                    <p:blipFill>
                      <a:blip r:embed="rId3"/>
                      <a:stretch>
                        <a:fillRect/>
                      </a:stretch>
                    </p:blipFill>
                    <p:spPr>
                      <a:xfrm>
                        <a:off x="3183217" y="2181144"/>
                        <a:ext cx="452217" cy="294925"/>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1EE49D72-B849-4B42-B202-28A31E7D786E}"/>
              </a:ext>
            </a:extLst>
          </p:cNvPr>
          <p:cNvSpPr>
            <a:spLocks noGrp="1"/>
          </p:cNvSpPr>
          <p:nvPr>
            <p:ph sz="quarter" idx="17"/>
          </p:nvPr>
        </p:nvSpPr>
        <p:spPr>
          <a:xfrm>
            <a:off x="3710277" y="2177143"/>
            <a:ext cx="4062123" cy="304800"/>
          </a:xfrm>
        </p:spPr>
        <p:txBody>
          <a:bodyPr lIns="0" tIns="0" rIns="0" bIns="0"/>
          <a:lstStyle/>
          <a:p>
            <a:r>
              <a:rPr lang="en-US" sz="1800" dirty="0"/>
              <a:t>and is also engaged at a medium level</a:t>
            </a:r>
          </a:p>
        </p:txBody>
      </p:sp>
      <p:graphicFrame>
        <p:nvGraphicFramePr>
          <p:cNvPr id="20" name="Object 19">
            <a:extLst>
              <a:ext uri="{FF2B5EF4-FFF2-40B4-BE49-F238E27FC236}">
                <a16:creationId xmlns:a16="http://schemas.microsoft.com/office/drawing/2014/main" id="{51548686-3944-4B6E-89E7-570E4473CAED}"/>
              </a:ext>
            </a:extLst>
          </p:cNvPr>
          <p:cNvGraphicFramePr>
            <a:graphicFrameLocks noChangeAspect="1"/>
          </p:cNvGraphicFramePr>
          <p:nvPr>
            <p:extLst>
              <p:ext uri="{D42A27DB-BD31-4B8C-83A1-F6EECF244321}">
                <p14:modId xmlns:p14="http://schemas.microsoft.com/office/powerpoint/2010/main" val="4072275360"/>
              </p:ext>
            </p:extLst>
          </p:nvPr>
        </p:nvGraphicFramePr>
        <p:xfrm>
          <a:off x="7706182" y="2140549"/>
          <a:ext cx="582987" cy="388658"/>
        </p:xfrm>
        <a:graphic>
          <a:graphicData uri="http://schemas.openxmlformats.org/presentationml/2006/ole">
            <mc:AlternateContent xmlns:mc="http://schemas.openxmlformats.org/markup-compatibility/2006">
              <mc:Choice xmlns:v="urn:schemas-microsoft-com:vml" Requires="v">
                <p:oleObj name="Equation" r:id="rId4" imgW="571320" imgH="380880" progId="Equation.DSMT4">
                  <p:embed/>
                </p:oleObj>
              </mc:Choice>
              <mc:Fallback>
                <p:oleObj name="Equation" r:id="rId4" imgW="571320" imgH="380880" progId="Equation.DSMT4">
                  <p:embed/>
                  <p:pic>
                    <p:nvPicPr>
                      <p:cNvPr id="0" name=""/>
                      <p:cNvPicPr/>
                      <p:nvPr/>
                    </p:nvPicPr>
                    <p:blipFill>
                      <a:blip r:embed="rId5"/>
                      <a:stretch>
                        <a:fillRect/>
                      </a:stretch>
                    </p:blipFill>
                    <p:spPr>
                      <a:xfrm>
                        <a:off x="7706182" y="2140549"/>
                        <a:ext cx="582987" cy="388658"/>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1BE84D20-D492-4C48-9E6E-0B4CC44C0824}"/>
              </a:ext>
            </a:extLst>
          </p:cNvPr>
          <p:cNvSpPr>
            <a:spLocks noGrp="1"/>
          </p:cNvSpPr>
          <p:nvPr>
            <p:ph sz="quarter" idx="18"/>
          </p:nvPr>
        </p:nvSpPr>
        <p:spPr>
          <a:xfrm>
            <a:off x="342900" y="2552053"/>
            <a:ext cx="4279900" cy="294708"/>
          </a:xfrm>
        </p:spPr>
        <p:txBody>
          <a:bodyPr tIns="0"/>
          <a:lstStyle/>
          <a:p>
            <a:pPr marL="292608"/>
            <a:r>
              <a:rPr lang="en-US" sz="1800" dirty="0"/>
              <a:t>We can write this probability either as</a:t>
            </a:r>
          </a:p>
        </p:txBody>
      </p:sp>
      <p:graphicFrame>
        <p:nvGraphicFramePr>
          <p:cNvPr id="21" name="Object 20">
            <a:extLst>
              <a:ext uri="{FF2B5EF4-FFF2-40B4-BE49-F238E27FC236}">
                <a16:creationId xmlns:a16="http://schemas.microsoft.com/office/drawing/2014/main" id="{EDE81837-D510-4F97-9BCA-7B01BE4BC59F}"/>
              </a:ext>
            </a:extLst>
          </p:cNvPr>
          <p:cNvGraphicFramePr>
            <a:graphicFrameLocks noChangeAspect="1"/>
          </p:cNvGraphicFramePr>
          <p:nvPr>
            <p:extLst>
              <p:ext uri="{D42A27DB-BD31-4B8C-83A1-F6EECF244321}">
                <p14:modId xmlns:p14="http://schemas.microsoft.com/office/powerpoint/2010/main" val="377642221"/>
              </p:ext>
            </p:extLst>
          </p:nvPr>
        </p:nvGraphicFramePr>
        <p:xfrm>
          <a:off x="4618946" y="2555875"/>
          <a:ext cx="3168650" cy="298450"/>
        </p:xfrm>
        <a:graphic>
          <a:graphicData uri="http://schemas.openxmlformats.org/presentationml/2006/ole">
            <mc:AlternateContent xmlns:mc="http://schemas.openxmlformats.org/markup-compatibility/2006">
              <mc:Choice xmlns:v="urn:schemas-microsoft-com:vml" Requires="v">
                <p:oleObj name="Equation" r:id="rId6" imgW="3504960" imgH="330120" progId="Equation.DSMT4">
                  <p:embed/>
                </p:oleObj>
              </mc:Choice>
              <mc:Fallback>
                <p:oleObj name="Equation" r:id="rId6" imgW="3504960" imgH="330120" progId="Equation.DSMT4">
                  <p:embed/>
                  <p:pic>
                    <p:nvPicPr>
                      <p:cNvPr id="0" name=""/>
                      <p:cNvPicPr/>
                      <p:nvPr/>
                    </p:nvPicPr>
                    <p:blipFill>
                      <a:blip r:embed="rId7"/>
                      <a:stretch>
                        <a:fillRect/>
                      </a:stretch>
                    </p:blipFill>
                    <p:spPr>
                      <a:xfrm>
                        <a:off x="4618946" y="2555875"/>
                        <a:ext cx="3168650" cy="298450"/>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D2748588-F329-48E3-B8F8-614FBC3DFC90}"/>
              </a:ext>
            </a:extLst>
          </p:cNvPr>
          <p:cNvSpPr>
            <a:spLocks noGrp="1"/>
          </p:cNvSpPr>
          <p:nvPr>
            <p:ph sz="quarter" idx="19"/>
          </p:nvPr>
        </p:nvSpPr>
        <p:spPr>
          <a:xfrm>
            <a:off x="342898" y="2927463"/>
            <a:ext cx="7335159" cy="294708"/>
          </a:xfrm>
        </p:spPr>
        <p:txBody>
          <a:bodyPr lIns="91440" tIns="0" rIns="0" bIns="0"/>
          <a:lstStyle/>
          <a:p>
            <a:pPr marL="292608"/>
            <a:r>
              <a:rPr lang="en-US" sz="1800" dirty="0"/>
              <a:t>Because 17 out of 360 alumni are in this category, we calculate the</a:t>
            </a:r>
          </a:p>
        </p:txBody>
      </p:sp>
      <p:sp>
        <p:nvSpPr>
          <p:cNvPr id="10" name="Content Placeholder 9">
            <a:extLst>
              <a:ext uri="{FF2B5EF4-FFF2-40B4-BE49-F238E27FC236}">
                <a16:creationId xmlns:a16="http://schemas.microsoft.com/office/drawing/2014/main" id="{5718138D-5B22-4D5A-8828-3E984AB9FC27}"/>
              </a:ext>
            </a:extLst>
          </p:cNvPr>
          <p:cNvSpPr>
            <a:spLocks noGrp="1"/>
          </p:cNvSpPr>
          <p:nvPr>
            <p:ph sz="quarter" idx="20"/>
          </p:nvPr>
        </p:nvSpPr>
        <p:spPr>
          <a:xfrm>
            <a:off x="342899" y="3313167"/>
            <a:ext cx="2273302" cy="313954"/>
          </a:xfrm>
        </p:spPr>
        <p:txBody>
          <a:bodyPr lIns="91440" tIns="0" rIns="0" bIns="0"/>
          <a:lstStyle/>
          <a:p>
            <a:pPr marL="292608"/>
            <a:r>
              <a:rPr lang="en-US" sz="1800" dirty="0"/>
              <a:t>joint probability as</a:t>
            </a:r>
          </a:p>
        </p:txBody>
      </p:sp>
      <p:graphicFrame>
        <p:nvGraphicFramePr>
          <p:cNvPr id="22" name="Object 21">
            <a:extLst>
              <a:ext uri="{FF2B5EF4-FFF2-40B4-BE49-F238E27FC236}">
                <a16:creationId xmlns:a16="http://schemas.microsoft.com/office/drawing/2014/main" id="{A9407B09-3DB0-408D-A17E-E0C8AA2D875C}"/>
              </a:ext>
            </a:extLst>
          </p:cNvPr>
          <p:cNvGraphicFramePr>
            <a:graphicFrameLocks noChangeAspect="1"/>
          </p:cNvGraphicFramePr>
          <p:nvPr>
            <p:extLst>
              <p:ext uri="{D42A27DB-BD31-4B8C-83A1-F6EECF244321}">
                <p14:modId xmlns:p14="http://schemas.microsoft.com/office/powerpoint/2010/main" val="2468097179"/>
              </p:ext>
            </p:extLst>
          </p:nvPr>
        </p:nvGraphicFramePr>
        <p:xfrm>
          <a:off x="2647472" y="3318009"/>
          <a:ext cx="2947357" cy="299316"/>
        </p:xfrm>
        <a:graphic>
          <a:graphicData uri="http://schemas.openxmlformats.org/presentationml/2006/ole">
            <mc:AlternateContent xmlns:mc="http://schemas.openxmlformats.org/markup-compatibility/2006">
              <mc:Choice xmlns:v="urn:schemas-microsoft-com:vml" Requires="v">
                <p:oleObj name="Equation" r:id="rId8" imgW="3225600" imgH="330120" progId="Equation.DSMT4">
                  <p:embed/>
                </p:oleObj>
              </mc:Choice>
              <mc:Fallback>
                <p:oleObj name="Equation" r:id="rId8" imgW="3225600" imgH="330120" progId="Equation.DSMT4">
                  <p:embed/>
                  <p:pic>
                    <p:nvPicPr>
                      <p:cNvPr id="0" name=""/>
                      <p:cNvPicPr/>
                      <p:nvPr/>
                    </p:nvPicPr>
                    <p:blipFill>
                      <a:blip r:embed="rId9"/>
                      <a:stretch>
                        <a:fillRect/>
                      </a:stretch>
                    </p:blipFill>
                    <p:spPr>
                      <a:xfrm>
                        <a:off x="2647472" y="3318009"/>
                        <a:ext cx="2947357" cy="299316"/>
                      </a:xfrm>
                      <a:prstGeom prst="rect">
                        <a:avLst/>
                      </a:prstGeom>
                    </p:spPr>
                  </p:pic>
                </p:oleObj>
              </mc:Fallback>
            </mc:AlternateContent>
          </a:graphicData>
        </a:graphic>
      </p:graphicFrame>
      <p:sp>
        <p:nvSpPr>
          <p:cNvPr id="11" name="Content Placeholder 10">
            <a:extLst>
              <a:ext uri="{FF2B5EF4-FFF2-40B4-BE49-F238E27FC236}">
                <a16:creationId xmlns:a16="http://schemas.microsoft.com/office/drawing/2014/main" id="{C63A1DAD-218E-46D3-96C0-3F4CCC5E3D68}"/>
              </a:ext>
            </a:extLst>
          </p:cNvPr>
          <p:cNvSpPr>
            <a:spLocks noGrp="1"/>
          </p:cNvSpPr>
          <p:nvPr>
            <p:ph sz="quarter" idx="21"/>
          </p:nvPr>
        </p:nvSpPr>
        <p:spPr>
          <a:xfrm>
            <a:off x="5652169" y="3299716"/>
            <a:ext cx="2374231" cy="312163"/>
          </a:xfrm>
        </p:spPr>
        <p:txBody>
          <a:bodyPr lIns="0" tIns="0"/>
          <a:lstStyle/>
          <a:p>
            <a:r>
              <a:rPr lang="en-US" sz="1800" dirty="0"/>
              <a:t>There is less than a 5</a:t>
            </a:r>
          </a:p>
        </p:txBody>
      </p:sp>
      <p:sp>
        <p:nvSpPr>
          <p:cNvPr id="12" name="Content Placeholder 11">
            <a:extLst>
              <a:ext uri="{FF2B5EF4-FFF2-40B4-BE49-F238E27FC236}">
                <a16:creationId xmlns:a16="http://schemas.microsoft.com/office/drawing/2014/main" id="{EEAC83CD-8B92-405F-B8AB-DC8F277A8768}"/>
              </a:ext>
            </a:extLst>
          </p:cNvPr>
          <p:cNvSpPr>
            <a:spLocks noGrp="1"/>
          </p:cNvSpPr>
          <p:nvPr>
            <p:ph sz="quarter" idx="22"/>
          </p:nvPr>
        </p:nvSpPr>
        <p:spPr>
          <a:xfrm>
            <a:off x="342901" y="3673498"/>
            <a:ext cx="8191498" cy="588594"/>
          </a:xfrm>
        </p:spPr>
        <p:txBody>
          <a:bodyPr tIns="0"/>
          <a:lstStyle/>
          <a:p>
            <a:pPr marL="292608"/>
            <a:r>
              <a:rPr lang="en-US" sz="1800" dirty="0"/>
              <a:t>percent chance that an M</a:t>
            </a:r>
            <a:r>
              <a:rPr lang="en-US" sz="100" dirty="0"/>
              <a:t> </a:t>
            </a:r>
            <a:r>
              <a:rPr lang="en-US" sz="1800" dirty="0"/>
              <a:t>B</a:t>
            </a:r>
            <a:r>
              <a:rPr lang="en-US" sz="100" dirty="0"/>
              <a:t> </a:t>
            </a:r>
            <a:r>
              <a:rPr lang="en-US" sz="1800" dirty="0"/>
              <a:t>A alumnus is both a graduate of the part-time program and engaged at a medium level.</a:t>
            </a:r>
          </a:p>
        </p:txBody>
      </p:sp>
      <p:graphicFrame>
        <p:nvGraphicFramePr>
          <p:cNvPr id="24" name="Table 2">
            <a:extLst>
              <a:ext uri="{FF2B5EF4-FFF2-40B4-BE49-F238E27FC236}">
                <a16:creationId xmlns:a16="http://schemas.microsoft.com/office/drawing/2014/main" id="{E11CCA7D-A4E7-40DC-925C-55E09B452685}"/>
              </a:ext>
            </a:extLst>
          </p:cNvPr>
          <p:cNvGraphicFramePr>
            <a:graphicFrameLocks noGrp="1"/>
          </p:cNvGraphicFramePr>
          <p:nvPr>
            <p:extLst>
              <p:ext uri="{D42A27DB-BD31-4B8C-83A1-F6EECF244321}">
                <p14:modId xmlns:p14="http://schemas.microsoft.com/office/powerpoint/2010/main" val="3427796381"/>
              </p:ext>
            </p:extLst>
          </p:nvPr>
        </p:nvGraphicFramePr>
        <p:xfrm>
          <a:off x="1141450" y="4373013"/>
          <a:ext cx="6792850" cy="1986868"/>
        </p:xfrm>
        <a:graphic>
          <a:graphicData uri="http://schemas.openxmlformats.org/drawingml/2006/table">
            <a:tbl>
              <a:tblPr firstRow="1" bandRow="1">
                <a:tableStyleId>{5C22544A-7EE6-4342-B048-85BDC9FD1C3A}</a:tableStyleId>
              </a:tblPr>
              <a:tblGrid>
                <a:gridCol w="1358570">
                  <a:extLst>
                    <a:ext uri="{9D8B030D-6E8A-4147-A177-3AD203B41FA5}">
                      <a16:colId xmlns:a16="http://schemas.microsoft.com/office/drawing/2014/main" val="324305631"/>
                    </a:ext>
                  </a:extLst>
                </a:gridCol>
                <a:gridCol w="1358570">
                  <a:extLst>
                    <a:ext uri="{9D8B030D-6E8A-4147-A177-3AD203B41FA5}">
                      <a16:colId xmlns:a16="http://schemas.microsoft.com/office/drawing/2014/main" val="2272418738"/>
                    </a:ext>
                  </a:extLst>
                </a:gridCol>
                <a:gridCol w="1358570">
                  <a:extLst>
                    <a:ext uri="{9D8B030D-6E8A-4147-A177-3AD203B41FA5}">
                      <a16:colId xmlns:a16="http://schemas.microsoft.com/office/drawing/2014/main" val="4260791188"/>
                    </a:ext>
                  </a:extLst>
                </a:gridCol>
                <a:gridCol w="1358570">
                  <a:extLst>
                    <a:ext uri="{9D8B030D-6E8A-4147-A177-3AD203B41FA5}">
                      <a16:colId xmlns:a16="http://schemas.microsoft.com/office/drawing/2014/main" val="2376186420"/>
                    </a:ext>
                  </a:extLst>
                </a:gridCol>
                <a:gridCol w="1358570">
                  <a:extLst>
                    <a:ext uri="{9D8B030D-6E8A-4147-A177-3AD203B41FA5}">
                      <a16:colId xmlns:a16="http://schemas.microsoft.com/office/drawing/2014/main" val="417053685"/>
                    </a:ext>
                  </a:extLst>
                </a:gridCol>
              </a:tblGrid>
              <a:tr h="462868">
                <a:tc>
                  <a:txBody>
                    <a:bodyPr/>
                    <a:lstStyle/>
                    <a:p>
                      <a:endParaRPr lang="en-US" sz="1900"/>
                    </a:p>
                  </a:txBody>
                  <a:tcPr marL="78639" marR="78639"/>
                </a:tc>
                <a:tc>
                  <a:txBody>
                    <a:bodyPr/>
                    <a:lstStyle/>
                    <a:p>
                      <a:endParaRPr lang="en-US" sz="1900"/>
                    </a:p>
                  </a:txBody>
                  <a:tcPr marL="78639" marR="78639"/>
                </a:tc>
                <a:tc>
                  <a:txBody>
                    <a:bodyPr/>
                    <a:lstStyle/>
                    <a:p>
                      <a:endParaRPr lang="en-US" sz="1900"/>
                    </a:p>
                  </a:txBody>
                  <a:tcPr marL="78639" marR="78639"/>
                </a:tc>
                <a:tc>
                  <a:txBody>
                    <a:bodyPr/>
                    <a:lstStyle/>
                    <a:p>
                      <a:endParaRPr lang="en-US" sz="1900"/>
                    </a:p>
                  </a:txBody>
                  <a:tcPr marL="78639" marR="78639"/>
                </a:tc>
                <a:tc>
                  <a:txBody>
                    <a:bodyPr/>
                    <a:lstStyle/>
                    <a:p>
                      <a:endParaRPr lang="en-US" sz="1900" dirty="0"/>
                    </a:p>
                  </a:txBody>
                  <a:tcPr marL="78639" marR="78639"/>
                </a:tc>
                <a:extLst>
                  <a:ext uri="{0D108BD9-81ED-4DB2-BD59-A6C34878D82A}">
                    <a16:rowId xmlns:a16="http://schemas.microsoft.com/office/drawing/2014/main" val="76313354"/>
                  </a:ext>
                </a:extLst>
              </a:tr>
              <a:tr h="376429">
                <a:tc>
                  <a:txBody>
                    <a:bodyPr/>
                    <a:lstStyle/>
                    <a:p>
                      <a:endParaRPr lang="en-US" sz="1900"/>
                    </a:p>
                  </a:txBody>
                  <a:tcPr marL="78639" marR="78639"/>
                </a:tc>
                <a:tc>
                  <a:txBody>
                    <a:bodyPr/>
                    <a:lstStyle/>
                    <a:p>
                      <a:endParaRPr lang="en-US" sz="1900" dirty="0"/>
                    </a:p>
                  </a:txBody>
                  <a:tcPr marL="78639" marR="78639"/>
                </a:tc>
                <a:tc>
                  <a:txBody>
                    <a:bodyPr/>
                    <a:lstStyle/>
                    <a:p>
                      <a:endParaRPr lang="en-US" sz="1900"/>
                    </a:p>
                  </a:txBody>
                  <a:tcPr marL="78639" marR="78639"/>
                </a:tc>
                <a:tc>
                  <a:txBody>
                    <a:bodyPr/>
                    <a:lstStyle/>
                    <a:p>
                      <a:endParaRPr lang="en-US" sz="1900"/>
                    </a:p>
                  </a:txBody>
                  <a:tcPr marL="78639" marR="78639"/>
                </a:tc>
                <a:tc>
                  <a:txBody>
                    <a:bodyPr/>
                    <a:lstStyle/>
                    <a:p>
                      <a:endParaRPr lang="en-US" sz="1900"/>
                    </a:p>
                  </a:txBody>
                  <a:tcPr marL="78639" marR="78639"/>
                </a:tc>
                <a:extLst>
                  <a:ext uri="{0D108BD9-81ED-4DB2-BD59-A6C34878D82A}">
                    <a16:rowId xmlns:a16="http://schemas.microsoft.com/office/drawing/2014/main" val="144127595"/>
                  </a:ext>
                </a:extLst>
              </a:tr>
              <a:tr h="376429">
                <a:tc>
                  <a:txBody>
                    <a:bodyPr/>
                    <a:lstStyle/>
                    <a:p>
                      <a:endParaRPr lang="en-US" sz="1900"/>
                    </a:p>
                  </a:txBody>
                  <a:tcPr marL="78639" marR="78639"/>
                </a:tc>
                <a:tc>
                  <a:txBody>
                    <a:bodyPr/>
                    <a:lstStyle/>
                    <a:p>
                      <a:endParaRPr lang="en-US" sz="1900"/>
                    </a:p>
                  </a:txBody>
                  <a:tcPr marL="78639" marR="78639"/>
                </a:tc>
                <a:tc>
                  <a:txBody>
                    <a:bodyPr/>
                    <a:lstStyle/>
                    <a:p>
                      <a:endParaRPr lang="en-US" sz="1900"/>
                    </a:p>
                  </a:txBody>
                  <a:tcPr marL="78639" marR="78639"/>
                </a:tc>
                <a:tc>
                  <a:txBody>
                    <a:bodyPr/>
                    <a:lstStyle/>
                    <a:p>
                      <a:endParaRPr lang="en-US" sz="1900"/>
                    </a:p>
                  </a:txBody>
                  <a:tcPr marL="78639" marR="78639"/>
                </a:tc>
                <a:tc>
                  <a:txBody>
                    <a:bodyPr/>
                    <a:lstStyle/>
                    <a:p>
                      <a:endParaRPr lang="en-US" sz="1900" dirty="0"/>
                    </a:p>
                  </a:txBody>
                  <a:tcPr marL="78639" marR="78639"/>
                </a:tc>
                <a:extLst>
                  <a:ext uri="{0D108BD9-81ED-4DB2-BD59-A6C34878D82A}">
                    <a16:rowId xmlns:a16="http://schemas.microsoft.com/office/drawing/2014/main" val="1196434217"/>
                  </a:ext>
                </a:extLst>
              </a:tr>
              <a:tr h="376429">
                <a:tc>
                  <a:txBody>
                    <a:bodyPr/>
                    <a:lstStyle/>
                    <a:p>
                      <a:endParaRPr lang="en-US" sz="1900"/>
                    </a:p>
                  </a:txBody>
                  <a:tcPr marL="78639" marR="78639"/>
                </a:tc>
                <a:tc>
                  <a:txBody>
                    <a:bodyPr/>
                    <a:lstStyle/>
                    <a:p>
                      <a:endParaRPr lang="en-US" sz="1900"/>
                    </a:p>
                  </a:txBody>
                  <a:tcPr marL="78639" marR="78639"/>
                </a:tc>
                <a:tc>
                  <a:txBody>
                    <a:bodyPr/>
                    <a:lstStyle/>
                    <a:p>
                      <a:endParaRPr lang="en-US" sz="1900"/>
                    </a:p>
                  </a:txBody>
                  <a:tcPr marL="78639" marR="78639"/>
                </a:tc>
                <a:tc>
                  <a:txBody>
                    <a:bodyPr/>
                    <a:lstStyle/>
                    <a:p>
                      <a:endParaRPr lang="en-US" sz="1900"/>
                    </a:p>
                  </a:txBody>
                  <a:tcPr marL="78639" marR="78639"/>
                </a:tc>
                <a:tc>
                  <a:txBody>
                    <a:bodyPr/>
                    <a:lstStyle/>
                    <a:p>
                      <a:endParaRPr lang="en-US" sz="1900" dirty="0"/>
                    </a:p>
                  </a:txBody>
                  <a:tcPr marL="78639" marR="78639"/>
                </a:tc>
                <a:extLst>
                  <a:ext uri="{0D108BD9-81ED-4DB2-BD59-A6C34878D82A}">
                    <a16:rowId xmlns:a16="http://schemas.microsoft.com/office/drawing/2014/main" val="3781906333"/>
                  </a:ext>
                </a:extLst>
              </a:tr>
              <a:tr h="376429">
                <a:tc>
                  <a:txBody>
                    <a:bodyPr/>
                    <a:lstStyle/>
                    <a:p>
                      <a:endParaRPr lang="en-US" sz="1900" dirty="0"/>
                    </a:p>
                  </a:txBody>
                  <a:tcPr marL="78639" marR="78639"/>
                </a:tc>
                <a:tc>
                  <a:txBody>
                    <a:bodyPr/>
                    <a:lstStyle/>
                    <a:p>
                      <a:endParaRPr lang="en-US" sz="1900" dirty="0"/>
                    </a:p>
                  </a:txBody>
                  <a:tcPr marL="78639" marR="78639"/>
                </a:tc>
                <a:tc>
                  <a:txBody>
                    <a:bodyPr/>
                    <a:lstStyle/>
                    <a:p>
                      <a:endParaRPr lang="en-US" sz="1900" dirty="0"/>
                    </a:p>
                  </a:txBody>
                  <a:tcPr marL="78639" marR="78639"/>
                </a:tc>
                <a:tc>
                  <a:txBody>
                    <a:bodyPr/>
                    <a:lstStyle/>
                    <a:p>
                      <a:endParaRPr lang="en-US" sz="1900"/>
                    </a:p>
                  </a:txBody>
                  <a:tcPr marL="78639" marR="78639"/>
                </a:tc>
                <a:tc>
                  <a:txBody>
                    <a:bodyPr/>
                    <a:lstStyle/>
                    <a:p>
                      <a:endParaRPr lang="en-US" sz="1900" dirty="0"/>
                    </a:p>
                  </a:txBody>
                  <a:tcPr marL="78639" marR="78639"/>
                </a:tc>
                <a:extLst>
                  <a:ext uri="{0D108BD9-81ED-4DB2-BD59-A6C34878D82A}">
                    <a16:rowId xmlns:a16="http://schemas.microsoft.com/office/drawing/2014/main" val="3996250397"/>
                  </a:ext>
                </a:extLst>
              </a:tr>
            </a:tbl>
          </a:graphicData>
        </a:graphic>
      </p:graphicFrame>
      <p:graphicFrame>
        <p:nvGraphicFramePr>
          <p:cNvPr id="13" name="Object 12">
            <a:extLst>
              <a:ext uri="{FF2B5EF4-FFF2-40B4-BE49-F238E27FC236}">
                <a16:creationId xmlns:a16="http://schemas.microsoft.com/office/drawing/2014/main" id="{6611CC3A-6043-5A50-1BEA-A4ACB59DB729}"/>
              </a:ext>
            </a:extLst>
          </p:cNvPr>
          <p:cNvGraphicFramePr>
            <a:graphicFrameLocks noChangeAspect="1"/>
          </p:cNvGraphicFramePr>
          <p:nvPr>
            <p:extLst>
              <p:ext uri="{D42A27DB-BD31-4B8C-83A1-F6EECF244321}">
                <p14:modId xmlns:p14="http://schemas.microsoft.com/office/powerpoint/2010/main" val="1526786707"/>
              </p:ext>
            </p:extLst>
          </p:nvPr>
        </p:nvGraphicFramePr>
        <p:xfrm>
          <a:off x="1300530" y="4564767"/>
          <a:ext cx="939067" cy="163692"/>
        </p:xfrm>
        <a:graphic>
          <a:graphicData uri="http://schemas.openxmlformats.org/presentationml/2006/ole">
            <mc:AlternateContent xmlns:mc="http://schemas.openxmlformats.org/markup-compatibility/2006">
              <mc:Choice xmlns:v="urn:schemas-microsoft-com:vml" Requires="v">
                <p:oleObj name="Equation" r:id="rId10" imgW="1676160" imgH="291960" progId="Equation.DSMT4">
                  <p:embed/>
                </p:oleObj>
              </mc:Choice>
              <mc:Fallback>
                <p:oleObj name="Equation" r:id="rId10" imgW="1676160" imgH="291960" progId="Equation.DSMT4">
                  <p:embed/>
                  <p:pic>
                    <p:nvPicPr>
                      <p:cNvPr id="2" name="Object 1">
                        <a:extLst>
                          <a:ext uri="{FF2B5EF4-FFF2-40B4-BE49-F238E27FC236}">
                            <a16:creationId xmlns:a16="http://schemas.microsoft.com/office/drawing/2014/main" id="{54AB645B-8B71-4ED2-66F8-A35ED11B5149}"/>
                          </a:ext>
                        </a:extLst>
                      </p:cNvPr>
                      <p:cNvPicPr/>
                      <p:nvPr/>
                    </p:nvPicPr>
                    <p:blipFill>
                      <a:blip r:embed="rId11"/>
                      <a:stretch>
                        <a:fillRect/>
                      </a:stretch>
                    </p:blipFill>
                    <p:spPr>
                      <a:xfrm>
                        <a:off x="1300530" y="4564767"/>
                        <a:ext cx="939067" cy="163692"/>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04ED8AF3-64E4-EFDD-04FC-920B47FCEE3A}"/>
              </a:ext>
            </a:extLst>
          </p:cNvPr>
          <p:cNvGraphicFramePr>
            <a:graphicFrameLocks noChangeAspect="1"/>
          </p:cNvGraphicFramePr>
          <p:nvPr>
            <p:extLst>
              <p:ext uri="{D42A27DB-BD31-4B8C-83A1-F6EECF244321}">
                <p14:modId xmlns:p14="http://schemas.microsoft.com/office/powerpoint/2010/main" val="4070247734"/>
              </p:ext>
            </p:extLst>
          </p:nvPr>
        </p:nvGraphicFramePr>
        <p:xfrm>
          <a:off x="2674938" y="4481513"/>
          <a:ext cx="1000125" cy="317500"/>
        </p:xfrm>
        <a:graphic>
          <a:graphicData uri="http://schemas.openxmlformats.org/presentationml/2006/ole">
            <mc:AlternateContent xmlns:mc="http://schemas.openxmlformats.org/markup-compatibility/2006">
              <mc:Choice xmlns:v="urn:schemas-microsoft-com:vml" Requires="v">
                <p:oleObj name="Equation" r:id="rId12" imgW="2158920" imgH="685800" progId="Equation.DSMT4">
                  <p:embed/>
                </p:oleObj>
              </mc:Choice>
              <mc:Fallback>
                <p:oleObj name="Equation" r:id="rId12" imgW="2158920" imgH="685800" progId="Equation.DSMT4">
                  <p:embed/>
                  <p:pic>
                    <p:nvPicPr>
                      <p:cNvPr id="3" name="Object 2">
                        <a:extLst>
                          <a:ext uri="{FF2B5EF4-FFF2-40B4-BE49-F238E27FC236}">
                            <a16:creationId xmlns:a16="http://schemas.microsoft.com/office/drawing/2014/main" id="{65376BC3-B46F-A1F5-8FD3-64F83D2FA513}"/>
                          </a:ext>
                        </a:extLst>
                      </p:cNvPr>
                      <p:cNvPicPr/>
                      <p:nvPr/>
                    </p:nvPicPr>
                    <p:blipFill>
                      <a:blip r:embed="rId13"/>
                      <a:stretch>
                        <a:fillRect/>
                      </a:stretch>
                    </p:blipFill>
                    <p:spPr>
                      <a:xfrm>
                        <a:off x="2674938" y="4481513"/>
                        <a:ext cx="1000125" cy="317500"/>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4EB0E570-9B06-1DBF-5158-9E854CE15CC2}"/>
              </a:ext>
            </a:extLst>
          </p:cNvPr>
          <p:cNvGraphicFramePr>
            <a:graphicFrameLocks noChangeAspect="1"/>
          </p:cNvGraphicFramePr>
          <p:nvPr>
            <p:extLst>
              <p:ext uri="{D42A27DB-BD31-4B8C-83A1-F6EECF244321}">
                <p14:modId xmlns:p14="http://schemas.microsoft.com/office/powerpoint/2010/main" val="1398445951"/>
              </p:ext>
            </p:extLst>
          </p:nvPr>
        </p:nvGraphicFramePr>
        <p:xfrm>
          <a:off x="4097338" y="4479925"/>
          <a:ext cx="998537" cy="317500"/>
        </p:xfrm>
        <a:graphic>
          <a:graphicData uri="http://schemas.openxmlformats.org/presentationml/2006/ole">
            <mc:AlternateContent xmlns:mc="http://schemas.openxmlformats.org/markup-compatibility/2006">
              <mc:Choice xmlns:v="urn:schemas-microsoft-com:vml" Requires="v">
                <p:oleObj name="Equation" r:id="rId14" imgW="2158920" imgH="685800" progId="Equation.DSMT4">
                  <p:embed/>
                </p:oleObj>
              </mc:Choice>
              <mc:Fallback>
                <p:oleObj name="Equation" r:id="rId14" imgW="2158920" imgH="685800" progId="Equation.DSMT4">
                  <p:embed/>
                  <p:pic>
                    <p:nvPicPr>
                      <p:cNvPr id="4" name="Object 3">
                        <a:extLst>
                          <a:ext uri="{FF2B5EF4-FFF2-40B4-BE49-F238E27FC236}">
                            <a16:creationId xmlns:a16="http://schemas.microsoft.com/office/drawing/2014/main" id="{C96DDA26-5014-4868-3624-1F0CB4FFA8A1}"/>
                          </a:ext>
                        </a:extLst>
                      </p:cNvPr>
                      <p:cNvPicPr/>
                      <p:nvPr/>
                    </p:nvPicPr>
                    <p:blipFill>
                      <a:blip r:embed="rId15"/>
                      <a:stretch>
                        <a:fillRect/>
                      </a:stretch>
                    </p:blipFill>
                    <p:spPr>
                      <a:xfrm>
                        <a:off x="4097338" y="4479925"/>
                        <a:ext cx="998537" cy="317500"/>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0DD6279D-4F3F-992D-55CD-BCEE53844BED}"/>
              </a:ext>
            </a:extLst>
          </p:cNvPr>
          <p:cNvGraphicFramePr>
            <a:graphicFrameLocks noChangeAspect="1"/>
          </p:cNvGraphicFramePr>
          <p:nvPr>
            <p:extLst>
              <p:ext uri="{D42A27DB-BD31-4B8C-83A1-F6EECF244321}">
                <p14:modId xmlns:p14="http://schemas.microsoft.com/office/powerpoint/2010/main" val="3048090650"/>
              </p:ext>
            </p:extLst>
          </p:nvPr>
        </p:nvGraphicFramePr>
        <p:xfrm>
          <a:off x="5470525" y="4483100"/>
          <a:ext cx="1001713" cy="317500"/>
        </p:xfrm>
        <a:graphic>
          <a:graphicData uri="http://schemas.openxmlformats.org/presentationml/2006/ole">
            <mc:AlternateContent xmlns:mc="http://schemas.openxmlformats.org/markup-compatibility/2006">
              <mc:Choice xmlns:v="urn:schemas-microsoft-com:vml" Requires="v">
                <p:oleObj name="Equation" r:id="rId16" imgW="2158920" imgH="685800" progId="Equation.DSMT4">
                  <p:embed/>
                </p:oleObj>
              </mc:Choice>
              <mc:Fallback>
                <p:oleObj name="Equation" r:id="rId16" imgW="2158920" imgH="685800" progId="Equation.DSMT4">
                  <p:embed/>
                  <p:pic>
                    <p:nvPicPr>
                      <p:cNvPr id="5" name="Object 4">
                        <a:extLst>
                          <a:ext uri="{FF2B5EF4-FFF2-40B4-BE49-F238E27FC236}">
                            <a16:creationId xmlns:a16="http://schemas.microsoft.com/office/drawing/2014/main" id="{436D2CA8-79A8-8F57-D05F-ADF45E9DF1A0}"/>
                          </a:ext>
                        </a:extLst>
                      </p:cNvPr>
                      <p:cNvPicPr/>
                      <p:nvPr/>
                    </p:nvPicPr>
                    <p:blipFill>
                      <a:blip r:embed="rId17"/>
                      <a:stretch>
                        <a:fillRect/>
                      </a:stretch>
                    </p:blipFill>
                    <p:spPr>
                      <a:xfrm>
                        <a:off x="5470525" y="4483100"/>
                        <a:ext cx="1001713" cy="317500"/>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14A3CA48-BCD9-E08D-0B16-68D2C61C3A05}"/>
              </a:ext>
            </a:extLst>
          </p:cNvPr>
          <p:cNvGraphicFramePr>
            <a:graphicFrameLocks noChangeAspect="1"/>
          </p:cNvGraphicFramePr>
          <p:nvPr>
            <p:extLst>
              <p:ext uri="{D42A27DB-BD31-4B8C-83A1-F6EECF244321}">
                <p14:modId xmlns:p14="http://schemas.microsoft.com/office/powerpoint/2010/main" val="3027909807"/>
              </p:ext>
            </p:extLst>
          </p:nvPr>
        </p:nvGraphicFramePr>
        <p:xfrm>
          <a:off x="7091150" y="4556541"/>
          <a:ext cx="668763" cy="135693"/>
        </p:xfrm>
        <a:graphic>
          <a:graphicData uri="http://schemas.openxmlformats.org/presentationml/2006/ole">
            <mc:AlternateContent xmlns:mc="http://schemas.openxmlformats.org/markup-compatibility/2006">
              <mc:Choice xmlns:v="urn:schemas-microsoft-com:vml" Requires="v">
                <p:oleObj name="Equation" r:id="rId18" imgW="1193760" imgH="241200" progId="Equation.DSMT4">
                  <p:embed/>
                </p:oleObj>
              </mc:Choice>
              <mc:Fallback>
                <p:oleObj name="Equation" r:id="rId18" imgW="1193760" imgH="241200" progId="Equation.DSMT4">
                  <p:embed/>
                  <p:pic>
                    <p:nvPicPr>
                      <p:cNvPr id="7" name="Object 6">
                        <a:extLst>
                          <a:ext uri="{FF2B5EF4-FFF2-40B4-BE49-F238E27FC236}">
                            <a16:creationId xmlns:a16="http://schemas.microsoft.com/office/drawing/2014/main" id="{5418C947-0A4D-A358-B8C3-F4F05A6CD0BB}"/>
                          </a:ext>
                        </a:extLst>
                      </p:cNvPr>
                      <p:cNvPicPr/>
                      <p:nvPr/>
                    </p:nvPicPr>
                    <p:blipFill>
                      <a:blip r:embed="rId19"/>
                      <a:stretch>
                        <a:fillRect/>
                      </a:stretch>
                    </p:blipFill>
                    <p:spPr>
                      <a:xfrm>
                        <a:off x="7091150" y="4556541"/>
                        <a:ext cx="668763" cy="135693"/>
                      </a:xfrm>
                      <a:prstGeom prst="rect">
                        <a:avLst/>
                      </a:prstGeom>
                    </p:spPr>
                  </p:pic>
                </p:oleObj>
              </mc:Fallback>
            </mc:AlternateContent>
          </a:graphicData>
        </a:graphic>
      </p:graphicFrame>
      <p:graphicFrame>
        <p:nvGraphicFramePr>
          <p:cNvPr id="30" name="Object 29">
            <a:extLst>
              <a:ext uri="{FF2B5EF4-FFF2-40B4-BE49-F238E27FC236}">
                <a16:creationId xmlns:a16="http://schemas.microsoft.com/office/drawing/2014/main" id="{D9960DA7-1B1E-4B25-ABCD-06B45107631B}"/>
              </a:ext>
            </a:extLst>
          </p:cNvPr>
          <p:cNvGraphicFramePr>
            <a:graphicFrameLocks noChangeAspect="1"/>
          </p:cNvGraphicFramePr>
          <p:nvPr>
            <p:extLst>
              <p:ext uri="{D42A27DB-BD31-4B8C-83A1-F6EECF244321}">
                <p14:modId xmlns:p14="http://schemas.microsoft.com/office/powerpoint/2010/main" val="2136225243"/>
              </p:ext>
            </p:extLst>
          </p:nvPr>
        </p:nvGraphicFramePr>
        <p:xfrm>
          <a:off x="1282700" y="4961730"/>
          <a:ext cx="1008063" cy="204787"/>
        </p:xfrm>
        <a:graphic>
          <a:graphicData uri="http://schemas.openxmlformats.org/presentationml/2006/ole">
            <mc:AlternateContent xmlns:mc="http://schemas.openxmlformats.org/markup-compatibility/2006">
              <mc:Choice xmlns:v="urn:schemas-microsoft-com:vml" Requires="v">
                <p:oleObj name="Equation" r:id="rId20" imgW="1625400" imgH="330120" progId="Equation.DSMT4">
                  <p:embed/>
                </p:oleObj>
              </mc:Choice>
              <mc:Fallback>
                <p:oleObj name="Equation" r:id="rId20" imgW="1625400" imgH="330120" progId="Equation.DSMT4">
                  <p:embed/>
                  <p:pic>
                    <p:nvPicPr>
                      <p:cNvPr id="26" name="Object 25">
                        <a:extLst>
                          <a:ext uri="{FF2B5EF4-FFF2-40B4-BE49-F238E27FC236}">
                            <a16:creationId xmlns:a16="http://schemas.microsoft.com/office/drawing/2014/main" id="{F9755404-079C-46C4-BF69-5C96BFB85C57}"/>
                          </a:ext>
                        </a:extLst>
                      </p:cNvPr>
                      <p:cNvPicPr/>
                      <p:nvPr/>
                    </p:nvPicPr>
                    <p:blipFill>
                      <a:blip r:embed="rId21"/>
                      <a:stretch>
                        <a:fillRect/>
                      </a:stretch>
                    </p:blipFill>
                    <p:spPr>
                      <a:xfrm>
                        <a:off x="1282700" y="4961730"/>
                        <a:ext cx="1008063" cy="204787"/>
                      </a:xfrm>
                      <a:prstGeom prst="rect">
                        <a:avLst/>
                      </a:prstGeom>
                    </p:spPr>
                  </p:pic>
                </p:oleObj>
              </mc:Fallback>
            </mc:AlternateContent>
          </a:graphicData>
        </a:graphic>
      </p:graphicFrame>
      <p:graphicFrame>
        <p:nvGraphicFramePr>
          <p:cNvPr id="31" name="Object 30">
            <a:extLst>
              <a:ext uri="{FF2B5EF4-FFF2-40B4-BE49-F238E27FC236}">
                <a16:creationId xmlns:a16="http://schemas.microsoft.com/office/drawing/2014/main" id="{07799BF3-58B1-43A3-B4FC-F798E968ED3F}"/>
              </a:ext>
            </a:extLst>
          </p:cNvPr>
          <p:cNvGraphicFramePr>
            <a:graphicFrameLocks noChangeAspect="1"/>
          </p:cNvGraphicFramePr>
          <p:nvPr>
            <p:extLst>
              <p:ext uri="{D42A27DB-BD31-4B8C-83A1-F6EECF244321}">
                <p14:modId xmlns:p14="http://schemas.microsoft.com/office/powerpoint/2010/main" val="1167031325"/>
              </p:ext>
            </p:extLst>
          </p:nvPr>
        </p:nvGraphicFramePr>
        <p:xfrm>
          <a:off x="2997422" y="4962744"/>
          <a:ext cx="286251" cy="164812"/>
        </p:xfrm>
        <a:graphic>
          <a:graphicData uri="http://schemas.openxmlformats.org/presentationml/2006/ole">
            <mc:AlternateContent xmlns:mc="http://schemas.openxmlformats.org/markup-compatibility/2006">
              <mc:Choice xmlns:v="urn:schemas-microsoft-com:vml" Requires="v">
                <p:oleObj name="Equation" r:id="rId22" imgW="419040" imgH="241200" progId="Equation.DSMT4">
                  <p:embed/>
                </p:oleObj>
              </mc:Choice>
              <mc:Fallback>
                <p:oleObj name="Equation" r:id="rId22" imgW="419040" imgH="241200" progId="Equation.DSMT4">
                  <p:embed/>
                  <p:pic>
                    <p:nvPicPr>
                      <p:cNvPr id="27" name="Object 26">
                        <a:extLst>
                          <a:ext uri="{FF2B5EF4-FFF2-40B4-BE49-F238E27FC236}">
                            <a16:creationId xmlns:a16="http://schemas.microsoft.com/office/drawing/2014/main" id="{66CDFF09-3412-4FA8-9909-48636BFFFEF9}"/>
                          </a:ext>
                        </a:extLst>
                      </p:cNvPr>
                      <p:cNvPicPr/>
                      <p:nvPr/>
                    </p:nvPicPr>
                    <p:blipFill>
                      <a:blip r:embed="rId23"/>
                      <a:stretch>
                        <a:fillRect/>
                      </a:stretch>
                    </p:blipFill>
                    <p:spPr>
                      <a:xfrm>
                        <a:off x="2997422" y="4962744"/>
                        <a:ext cx="286251" cy="164812"/>
                      </a:xfrm>
                      <a:prstGeom prst="rect">
                        <a:avLst/>
                      </a:prstGeom>
                    </p:spPr>
                  </p:pic>
                </p:oleObj>
              </mc:Fallback>
            </mc:AlternateContent>
          </a:graphicData>
        </a:graphic>
      </p:graphicFrame>
      <p:graphicFrame>
        <p:nvGraphicFramePr>
          <p:cNvPr id="32" name="Object 31">
            <a:extLst>
              <a:ext uri="{FF2B5EF4-FFF2-40B4-BE49-F238E27FC236}">
                <a16:creationId xmlns:a16="http://schemas.microsoft.com/office/drawing/2014/main" id="{F060A9DC-21A1-43FA-93E8-0DFB00F1A547}"/>
              </a:ext>
            </a:extLst>
          </p:cNvPr>
          <p:cNvGraphicFramePr>
            <a:graphicFrameLocks noChangeAspect="1"/>
          </p:cNvGraphicFramePr>
          <p:nvPr>
            <p:extLst>
              <p:ext uri="{D42A27DB-BD31-4B8C-83A1-F6EECF244321}">
                <p14:modId xmlns:p14="http://schemas.microsoft.com/office/powerpoint/2010/main" val="1574172263"/>
              </p:ext>
            </p:extLst>
          </p:nvPr>
        </p:nvGraphicFramePr>
        <p:xfrm>
          <a:off x="4457215" y="4939098"/>
          <a:ext cx="199422" cy="163998"/>
        </p:xfrm>
        <a:graphic>
          <a:graphicData uri="http://schemas.openxmlformats.org/presentationml/2006/ole">
            <mc:AlternateContent xmlns:mc="http://schemas.openxmlformats.org/markup-compatibility/2006">
              <mc:Choice xmlns:v="urn:schemas-microsoft-com:vml" Requires="v">
                <p:oleObj name="Equation" r:id="rId24" imgW="291960" imgH="241200" progId="Equation.DSMT4">
                  <p:embed/>
                </p:oleObj>
              </mc:Choice>
              <mc:Fallback>
                <p:oleObj name="Equation" r:id="rId24" imgW="291960" imgH="241200" progId="Equation.DSMT4">
                  <p:embed/>
                  <p:pic>
                    <p:nvPicPr>
                      <p:cNvPr id="28" name="Object 27">
                        <a:extLst>
                          <a:ext uri="{FF2B5EF4-FFF2-40B4-BE49-F238E27FC236}">
                            <a16:creationId xmlns:a16="http://schemas.microsoft.com/office/drawing/2014/main" id="{DD290890-E920-4907-829B-E9C5A3AF103F}"/>
                          </a:ext>
                        </a:extLst>
                      </p:cNvPr>
                      <p:cNvPicPr/>
                      <p:nvPr/>
                    </p:nvPicPr>
                    <p:blipFill>
                      <a:blip r:embed="rId25"/>
                      <a:stretch>
                        <a:fillRect/>
                      </a:stretch>
                    </p:blipFill>
                    <p:spPr>
                      <a:xfrm>
                        <a:off x="4457215" y="4939098"/>
                        <a:ext cx="199422" cy="163998"/>
                      </a:xfrm>
                      <a:prstGeom prst="rect">
                        <a:avLst/>
                      </a:prstGeom>
                    </p:spPr>
                  </p:pic>
                </p:oleObj>
              </mc:Fallback>
            </mc:AlternateContent>
          </a:graphicData>
        </a:graphic>
      </p:graphicFrame>
      <p:graphicFrame>
        <p:nvGraphicFramePr>
          <p:cNvPr id="33" name="Object 32">
            <a:extLst>
              <a:ext uri="{FF2B5EF4-FFF2-40B4-BE49-F238E27FC236}">
                <a16:creationId xmlns:a16="http://schemas.microsoft.com/office/drawing/2014/main" id="{A774E571-B816-4E9F-9592-DBC41DC5B1AE}"/>
              </a:ext>
            </a:extLst>
          </p:cNvPr>
          <p:cNvGraphicFramePr>
            <a:graphicFrameLocks noChangeAspect="1"/>
          </p:cNvGraphicFramePr>
          <p:nvPr>
            <p:extLst>
              <p:ext uri="{D42A27DB-BD31-4B8C-83A1-F6EECF244321}">
                <p14:modId xmlns:p14="http://schemas.microsoft.com/office/powerpoint/2010/main" val="1914822579"/>
              </p:ext>
            </p:extLst>
          </p:nvPr>
        </p:nvGraphicFramePr>
        <p:xfrm>
          <a:off x="5958226" y="4910687"/>
          <a:ext cx="125412" cy="198438"/>
        </p:xfrm>
        <a:graphic>
          <a:graphicData uri="http://schemas.openxmlformats.org/presentationml/2006/ole">
            <mc:AlternateContent xmlns:mc="http://schemas.openxmlformats.org/markup-compatibility/2006">
              <mc:Choice xmlns:v="urn:schemas-microsoft-com:vml" Requires="v">
                <p:oleObj name="Equation" r:id="rId26" imgW="152280" imgH="241200" progId="Equation.DSMT4">
                  <p:embed/>
                </p:oleObj>
              </mc:Choice>
              <mc:Fallback>
                <p:oleObj name="Equation" r:id="rId26" imgW="152280" imgH="241200" progId="Equation.DSMT4">
                  <p:embed/>
                  <p:pic>
                    <p:nvPicPr>
                      <p:cNvPr id="29" name="Object 28">
                        <a:extLst>
                          <a:ext uri="{FF2B5EF4-FFF2-40B4-BE49-F238E27FC236}">
                            <a16:creationId xmlns:a16="http://schemas.microsoft.com/office/drawing/2014/main" id="{05B3314B-741B-4874-8DC7-19823E9868C5}"/>
                          </a:ext>
                        </a:extLst>
                      </p:cNvPr>
                      <p:cNvPicPr/>
                      <p:nvPr/>
                    </p:nvPicPr>
                    <p:blipFill>
                      <a:blip r:embed="rId27"/>
                      <a:stretch>
                        <a:fillRect/>
                      </a:stretch>
                    </p:blipFill>
                    <p:spPr>
                      <a:xfrm>
                        <a:off x="5958226" y="4910687"/>
                        <a:ext cx="125412" cy="198438"/>
                      </a:xfrm>
                      <a:prstGeom prst="rect">
                        <a:avLst/>
                      </a:prstGeom>
                    </p:spPr>
                  </p:pic>
                </p:oleObj>
              </mc:Fallback>
            </mc:AlternateContent>
          </a:graphicData>
        </a:graphic>
      </p:graphicFrame>
      <p:graphicFrame>
        <p:nvGraphicFramePr>
          <p:cNvPr id="34" name="Object 33">
            <a:extLst>
              <a:ext uri="{FF2B5EF4-FFF2-40B4-BE49-F238E27FC236}">
                <a16:creationId xmlns:a16="http://schemas.microsoft.com/office/drawing/2014/main" id="{2B30CE57-0336-42E0-BF5A-F39EEAB7F6DF}"/>
              </a:ext>
            </a:extLst>
          </p:cNvPr>
          <p:cNvGraphicFramePr>
            <a:graphicFrameLocks noChangeAspect="1"/>
          </p:cNvGraphicFramePr>
          <p:nvPr>
            <p:extLst>
              <p:ext uri="{D42A27DB-BD31-4B8C-83A1-F6EECF244321}">
                <p14:modId xmlns:p14="http://schemas.microsoft.com/office/powerpoint/2010/main" val="3952831640"/>
              </p:ext>
            </p:extLst>
          </p:nvPr>
        </p:nvGraphicFramePr>
        <p:xfrm>
          <a:off x="7224713" y="4939098"/>
          <a:ext cx="314615" cy="180398"/>
        </p:xfrm>
        <a:graphic>
          <a:graphicData uri="http://schemas.openxmlformats.org/presentationml/2006/ole">
            <mc:AlternateContent xmlns:mc="http://schemas.openxmlformats.org/markup-compatibility/2006">
              <mc:Choice xmlns:v="urn:schemas-microsoft-com:vml" Requires="v">
                <p:oleObj name="Equation" r:id="rId28" imgW="419040" imgH="241200" progId="Equation.DSMT4">
                  <p:embed/>
                </p:oleObj>
              </mc:Choice>
              <mc:Fallback>
                <p:oleObj name="Equation" r:id="rId28" imgW="419040" imgH="241200" progId="Equation.DSMT4">
                  <p:embed/>
                  <p:pic>
                    <p:nvPicPr>
                      <p:cNvPr id="30" name="Object 29">
                        <a:extLst>
                          <a:ext uri="{FF2B5EF4-FFF2-40B4-BE49-F238E27FC236}">
                            <a16:creationId xmlns:a16="http://schemas.microsoft.com/office/drawing/2014/main" id="{F0C59EC0-9250-470C-93ED-0AE2EFCDCA23}"/>
                          </a:ext>
                        </a:extLst>
                      </p:cNvPr>
                      <p:cNvPicPr/>
                      <p:nvPr/>
                    </p:nvPicPr>
                    <p:blipFill>
                      <a:blip r:embed="rId29"/>
                      <a:stretch>
                        <a:fillRect/>
                      </a:stretch>
                    </p:blipFill>
                    <p:spPr>
                      <a:xfrm>
                        <a:off x="7224713" y="4939098"/>
                        <a:ext cx="314615" cy="180398"/>
                      </a:xfrm>
                      <a:prstGeom prst="rect">
                        <a:avLst/>
                      </a:prstGeom>
                    </p:spPr>
                  </p:pic>
                </p:oleObj>
              </mc:Fallback>
            </mc:AlternateContent>
          </a:graphicData>
        </a:graphic>
      </p:graphicFrame>
      <p:graphicFrame>
        <p:nvGraphicFramePr>
          <p:cNvPr id="35" name="Object 34">
            <a:extLst>
              <a:ext uri="{FF2B5EF4-FFF2-40B4-BE49-F238E27FC236}">
                <a16:creationId xmlns:a16="http://schemas.microsoft.com/office/drawing/2014/main" id="{A610EAEB-518B-4831-BCD0-57022E054944}"/>
              </a:ext>
            </a:extLst>
          </p:cNvPr>
          <p:cNvGraphicFramePr>
            <a:graphicFrameLocks noChangeAspect="1"/>
          </p:cNvGraphicFramePr>
          <p:nvPr>
            <p:extLst>
              <p:ext uri="{D42A27DB-BD31-4B8C-83A1-F6EECF244321}">
                <p14:modId xmlns:p14="http://schemas.microsoft.com/office/powerpoint/2010/main" val="240838461"/>
              </p:ext>
            </p:extLst>
          </p:nvPr>
        </p:nvGraphicFramePr>
        <p:xfrm>
          <a:off x="1285875" y="5330825"/>
          <a:ext cx="1012825" cy="201613"/>
        </p:xfrm>
        <a:graphic>
          <a:graphicData uri="http://schemas.openxmlformats.org/presentationml/2006/ole">
            <mc:AlternateContent xmlns:mc="http://schemas.openxmlformats.org/markup-compatibility/2006">
              <mc:Choice xmlns:v="urn:schemas-microsoft-com:vml" Requires="v">
                <p:oleObj name="Equation" r:id="rId30" imgW="1663560" imgH="330120" progId="Equation.DSMT4">
                  <p:embed/>
                </p:oleObj>
              </mc:Choice>
              <mc:Fallback>
                <p:oleObj name="Equation" r:id="rId30" imgW="1663560" imgH="330120" progId="Equation.DSMT4">
                  <p:embed/>
                  <p:pic>
                    <p:nvPicPr>
                      <p:cNvPr id="31" name="Object 30">
                        <a:extLst>
                          <a:ext uri="{FF2B5EF4-FFF2-40B4-BE49-F238E27FC236}">
                            <a16:creationId xmlns:a16="http://schemas.microsoft.com/office/drawing/2014/main" id="{88E97E17-2887-491F-A9C7-C824711A544B}"/>
                          </a:ext>
                        </a:extLst>
                      </p:cNvPr>
                      <p:cNvPicPr/>
                      <p:nvPr/>
                    </p:nvPicPr>
                    <p:blipFill>
                      <a:blip r:embed="rId31"/>
                      <a:stretch>
                        <a:fillRect/>
                      </a:stretch>
                    </p:blipFill>
                    <p:spPr>
                      <a:xfrm>
                        <a:off x="1285875" y="5330825"/>
                        <a:ext cx="1012825" cy="201613"/>
                      </a:xfrm>
                      <a:prstGeom prst="rect">
                        <a:avLst/>
                      </a:prstGeom>
                    </p:spPr>
                  </p:pic>
                </p:oleObj>
              </mc:Fallback>
            </mc:AlternateContent>
          </a:graphicData>
        </a:graphic>
      </p:graphicFrame>
      <p:graphicFrame>
        <p:nvGraphicFramePr>
          <p:cNvPr id="36" name="Object 35">
            <a:extLst>
              <a:ext uri="{FF2B5EF4-FFF2-40B4-BE49-F238E27FC236}">
                <a16:creationId xmlns:a16="http://schemas.microsoft.com/office/drawing/2014/main" id="{89F14DD1-E72C-4AAB-B8AD-48BE5F6878E3}"/>
              </a:ext>
            </a:extLst>
          </p:cNvPr>
          <p:cNvGraphicFramePr>
            <a:graphicFrameLocks noChangeAspect="1"/>
          </p:cNvGraphicFramePr>
          <p:nvPr>
            <p:extLst>
              <p:ext uri="{D42A27DB-BD31-4B8C-83A1-F6EECF244321}">
                <p14:modId xmlns:p14="http://schemas.microsoft.com/office/powerpoint/2010/main" val="62299819"/>
              </p:ext>
            </p:extLst>
          </p:nvPr>
        </p:nvGraphicFramePr>
        <p:xfrm>
          <a:off x="3055332" y="5336691"/>
          <a:ext cx="199508" cy="164812"/>
        </p:xfrm>
        <a:graphic>
          <a:graphicData uri="http://schemas.openxmlformats.org/presentationml/2006/ole">
            <mc:AlternateContent xmlns:mc="http://schemas.openxmlformats.org/markup-compatibility/2006">
              <mc:Choice xmlns:v="urn:schemas-microsoft-com:vml" Requires="v">
                <p:oleObj name="Equation" r:id="rId32" imgW="291960" imgH="241200" progId="Equation.DSMT4">
                  <p:embed/>
                </p:oleObj>
              </mc:Choice>
              <mc:Fallback>
                <p:oleObj name="Equation" r:id="rId32" imgW="291960" imgH="241200" progId="Equation.DSMT4">
                  <p:embed/>
                  <p:pic>
                    <p:nvPicPr>
                      <p:cNvPr id="32" name="Object 31">
                        <a:extLst>
                          <a:ext uri="{FF2B5EF4-FFF2-40B4-BE49-F238E27FC236}">
                            <a16:creationId xmlns:a16="http://schemas.microsoft.com/office/drawing/2014/main" id="{480A53B6-E0D1-4A77-AFC3-49AA098FB0C5}"/>
                          </a:ext>
                        </a:extLst>
                      </p:cNvPr>
                      <p:cNvPicPr/>
                      <p:nvPr/>
                    </p:nvPicPr>
                    <p:blipFill>
                      <a:blip r:embed="rId33"/>
                      <a:stretch>
                        <a:fillRect/>
                      </a:stretch>
                    </p:blipFill>
                    <p:spPr>
                      <a:xfrm>
                        <a:off x="3055332" y="5336691"/>
                        <a:ext cx="199508" cy="164812"/>
                      </a:xfrm>
                      <a:prstGeom prst="rect">
                        <a:avLst/>
                      </a:prstGeom>
                    </p:spPr>
                  </p:pic>
                </p:oleObj>
              </mc:Fallback>
            </mc:AlternateContent>
          </a:graphicData>
        </a:graphic>
      </p:graphicFrame>
      <p:graphicFrame>
        <p:nvGraphicFramePr>
          <p:cNvPr id="37" name="Object 36">
            <a:extLst>
              <a:ext uri="{FF2B5EF4-FFF2-40B4-BE49-F238E27FC236}">
                <a16:creationId xmlns:a16="http://schemas.microsoft.com/office/drawing/2014/main" id="{55041083-C166-420A-88E9-C02227CB50A8}"/>
              </a:ext>
            </a:extLst>
          </p:cNvPr>
          <p:cNvGraphicFramePr>
            <a:graphicFrameLocks noChangeAspect="1"/>
          </p:cNvGraphicFramePr>
          <p:nvPr>
            <p:extLst>
              <p:ext uri="{D42A27DB-BD31-4B8C-83A1-F6EECF244321}">
                <p14:modId xmlns:p14="http://schemas.microsoft.com/office/powerpoint/2010/main" val="3978820431"/>
              </p:ext>
            </p:extLst>
          </p:nvPr>
        </p:nvGraphicFramePr>
        <p:xfrm>
          <a:off x="4471988" y="5283200"/>
          <a:ext cx="190500" cy="155575"/>
        </p:xfrm>
        <a:graphic>
          <a:graphicData uri="http://schemas.openxmlformats.org/presentationml/2006/ole">
            <mc:AlternateContent xmlns:mc="http://schemas.openxmlformats.org/markup-compatibility/2006">
              <mc:Choice xmlns:v="urn:schemas-microsoft-com:vml" Requires="v">
                <p:oleObj name="Equation" r:id="rId34" imgW="279360" imgH="228600" progId="Equation.DSMT4">
                  <p:embed/>
                </p:oleObj>
              </mc:Choice>
              <mc:Fallback>
                <p:oleObj name="Equation" r:id="rId34" imgW="279360" imgH="228600" progId="Equation.DSMT4">
                  <p:embed/>
                  <p:pic>
                    <p:nvPicPr>
                      <p:cNvPr id="33" name="Object 32">
                        <a:extLst>
                          <a:ext uri="{FF2B5EF4-FFF2-40B4-BE49-F238E27FC236}">
                            <a16:creationId xmlns:a16="http://schemas.microsoft.com/office/drawing/2014/main" id="{B09A7B9E-64AA-4B4D-94E4-FA184039713B}"/>
                          </a:ext>
                        </a:extLst>
                      </p:cNvPr>
                      <p:cNvPicPr/>
                      <p:nvPr/>
                    </p:nvPicPr>
                    <p:blipFill>
                      <a:blip r:embed="rId35"/>
                      <a:stretch>
                        <a:fillRect/>
                      </a:stretch>
                    </p:blipFill>
                    <p:spPr>
                      <a:xfrm>
                        <a:off x="4471988" y="5283200"/>
                        <a:ext cx="190500" cy="155575"/>
                      </a:xfrm>
                      <a:prstGeom prst="rect">
                        <a:avLst/>
                      </a:prstGeom>
                    </p:spPr>
                  </p:pic>
                </p:oleObj>
              </mc:Fallback>
            </mc:AlternateContent>
          </a:graphicData>
        </a:graphic>
      </p:graphicFrame>
      <p:graphicFrame>
        <p:nvGraphicFramePr>
          <p:cNvPr id="38" name="Object 37">
            <a:extLst>
              <a:ext uri="{FF2B5EF4-FFF2-40B4-BE49-F238E27FC236}">
                <a16:creationId xmlns:a16="http://schemas.microsoft.com/office/drawing/2014/main" id="{F21A3EE4-23B6-4A14-B71D-9808E3CF00CA}"/>
              </a:ext>
            </a:extLst>
          </p:cNvPr>
          <p:cNvGraphicFramePr>
            <a:graphicFrameLocks noChangeAspect="1"/>
          </p:cNvGraphicFramePr>
          <p:nvPr>
            <p:extLst>
              <p:ext uri="{D42A27DB-BD31-4B8C-83A1-F6EECF244321}">
                <p14:modId xmlns:p14="http://schemas.microsoft.com/office/powerpoint/2010/main" val="3004843269"/>
              </p:ext>
            </p:extLst>
          </p:nvPr>
        </p:nvGraphicFramePr>
        <p:xfrm>
          <a:off x="5958226" y="5310895"/>
          <a:ext cx="136525" cy="198438"/>
        </p:xfrm>
        <a:graphic>
          <a:graphicData uri="http://schemas.openxmlformats.org/presentationml/2006/ole">
            <mc:AlternateContent xmlns:mc="http://schemas.openxmlformats.org/markup-compatibility/2006">
              <mc:Choice xmlns:v="urn:schemas-microsoft-com:vml" Requires="v">
                <p:oleObj name="Equation" r:id="rId36" imgW="164880" imgH="241200" progId="Equation.DSMT4">
                  <p:embed/>
                </p:oleObj>
              </mc:Choice>
              <mc:Fallback>
                <p:oleObj name="Equation" r:id="rId36" imgW="164880" imgH="241200" progId="Equation.DSMT4">
                  <p:embed/>
                  <p:pic>
                    <p:nvPicPr>
                      <p:cNvPr id="34" name="Object 33">
                        <a:extLst>
                          <a:ext uri="{FF2B5EF4-FFF2-40B4-BE49-F238E27FC236}">
                            <a16:creationId xmlns:a16="http://schemas.microsoft.com/office/drawing/2014/main" id="{55A6078D-7FE9-4038-9D54-00CA05267F87}"/>
                          </a:ext>
                        </a:extLst>
                      </p:cNvPr>
                      <p:cNvPicPr/>
                      <p:nvPr/>
                    </p:nvPicPr>
                    <p:blipFill>
                      <a:blip r:embed="rId37"/>
                      <a:stretch>
                        <a:fillRect/>
                      </a:stretch>
                    </p:blipFill>
                    <p:spPr>
                      <a:xfrm>
                        <a:off x="5958226" y="5310895"/>
                        <a:ext cx="136525" cy="198438"/>
                      </a:xfrm>
                      <a:prstGeom prst="rect">
                        <a:avLst/>
                      </a:prstGeom>
                    </p:spPr>
                  </p:pic>
                </p:oleObj>
              </mc:Fallback>
            </mc:AlternateContent>
          </a:graphicData>
        </a:graphic>
      </p:graphicFrame>
      <p:graphicFrame>
        <p:nvGraphicFramePr>
          <p:cNvPr id="39" name="Object 38">
            <a:extLst>
              <a:ext uri="{FF2B5EF4-FFF2-40B4-BE49-F238E27FC236}">
                <a16:creationId xmlns:a16="http://schemas.microsoft.com/office/drawing/2014/main" id="{9D5D9BD3-526F-4D9D-9D45-7A218DDCF016}"/>
              </a:ext>
            </a:extLst>
          </p:cNvPr>
          <p:cNvGraphicFramePr>
            <a:graphicFrameLocks noChangeAspect="1"/>
          </p:cNvGraphicFramePr>
          <p:nvPr>
            <p:extLst>
              <p:ext uri="{D42A27DB-BD31-4B8C-83A1-F6EECF244321}">
                <p14:modId xmlns:p14="http://schemas.microsoft.com/office/powerpoint/2010/main" val="874341188"/>
              </p:ext>
            </p:extLst>
          </p:nvPr>
        </p:nvGraphicFramePr>
        <p:xfrm>
          <a:off x="7306858" y="5286387"/>
          <a:ext cx="230187" cy="198438"/>
        </p:xfrm>
        <a:graphic>
          <a:graphicData uri="http://schemas.openxmlformats.org/presentationml/2006/ole">
            <mc:AlternateContent xmlns:mc="http://schemas.openxmlformats.org/markup-compatibility/2006">
              <mc:Choice xmlns:v="urn:schemas-microsoft-com:vml" Requires="v">
                <p:oleObj name="Equation" r:id="rId38" imgW="279360" imgH="241200" progId="Equation.DSMT4">
                  <p:embed/>
                </p:oleObj>
              </mc:Choice>
              <mc:Fallback>
                <p:oleObj name="Equation" r:id="rId38" imgW="279360" imgH="241200" progId="Equation.DSMT4">
                  <p:embed/>
                  <p:pic>
                    <p:nvPicPr>
                      <p:cNvPr id="35" name="Object 34">
                        <a:extLst>
                          <a:ext uri="{FF2B5EF4-FFF2-40B4-BE49-F238E27FC236}">
                            <a16:creationId xmlns:a16="http://schemas.microsoft.com/office/drawing/2014/main" id="{94464534-2B87-4FEA-82E2-D46A9815F185}"/>
                          </a:ext>
                        </a:extLst>
                      </p:cNvPr>
                      <p:cNvPicPr/>
                      <p:nvPr/>
                    </p:nvPicPr>
                    <p:blipFill>
                      <a:blip r:embed="rId39"/>
                      <a:stretch>
                        <a:fillRect/>
                      </a:stretch>
                    </p:blipFill>
                    <p:spPr>
                      <a:xfrm>
                        <a:off x="7306858" y="5286387"/>
                        <a:ext cx="230187" cy="198438"/>
                      </a:xfrm>
                      <a:prstGeom prst="rect">
                        <a:avLst/>
                      </a:prstGeom>
                    </p:spPr>
                  </p:pic>
                </p:oleObj>
              </mc:Fallback>
            </mc:AlternateContent>
          </a:graphicData>
        </a:graphic>
      </p:graphicFrame>
      <p:graphicFrame>
        <p:nvGraphicFramePr>
          <p:cNvPr id="40" name="Object 39">
            <a:extLst>
              <a:ext uri="{FF2B5EF4-FFF2-40B4-BE49-F238E27FC236}">
                <a16:creationId xmlns:a16="http://schemas.microsoft.com/office/drawing/2014/main" id="{2A4F0F3D-6ED3-4BAA-BF40-0D2471F8FDF0}"/>
              </a:ext>
            </a:extLst>
          </p:cNvPr>
          <p:cNvGraphicFramePr>
            <a:graphicFrameLocks noChangeAspect="1"/>
          </p:cNvGraphicFramePr>
          <p:nvPr>
            <p:extLst>
              <p:ext uri="{D42A27DB-BD31-4B8C-83A1-F6EECF244321}">
                <p14:modId xmlns:p14="http://schemas.microsoft.com/office/powerpoint/2010/main" val="2953462472"/>
              </p:ext>
            </p:extLst>
          </p:nvPr>
        </p:nvGraphicFramePr>
        <p:xfrm>
          <a:off x="1282700" y="5689600"/>
          <a:ext cx="1017588" cy="206375"/>
        </p:xfrm>
        <a:graphic>
          <a:graphicData uri="http://schemas.openxmlformats.org/presentationml/2006/ole">
            <mc:AlternateContent xmlns:mc="http://schemas.openxmlformats.org/markup-compatibility/2006">
              <mc:Choice xmlns:v="urn:schemas-microsoft-com:vml" Requires="v">
                <p:oleObj name="Equation" r:id="rId40" imgW="1638000" imgH="330120" progId="Equation.DSMT4">
                  <p:embed/>
                </p:oleObj>
              </mc:Choice>
              <mc:Fallback>
                <p:oleObj name="Equation" r:id="rId40" imgW="1638000" imgH="330120" progId="Equation.DSMT4">
                  <p:embed/>
                  <p:pic>
                    <p:nvPicPr>
                      <p:cNvPr id="36" name="Object 35">
                        <a:extLst>
                          <a:ext uri="{FF2B5EF4-FFF2-40B4-BE49-F238E27FC236}">
                            <a16:creationId xmlns:a16="http://schemas.microsoft.com/office/drawing/2014/main" id="{C95FB6D1-5ECC-4C17-80A8-870D7ED04EEB}"/>
                          </a:ext>
                        </a:extLst>
                      </p:cNvPr>
                      <p:cNvPicPr/>
                      <p:nvPr/>
                    </p:nvPicPr>
                    <p:blipFill>
                      <a:blip r:embed="rId41"/>
                      <a:stretch>
                        <a:fillRect/>
                      </a:stretch>
                    </p:blipFill>
                    <p:spPr>
                      <a:xfrm>
                        <a:off x="1282700" y="5689600"/>
                        <a:ext cx="1017588" cy="206375"/>
                      </a:xfrm>
                      <a:prstGeom prst="rect">
                        <a:avLst/>
                      </a:prstGeom>
                    </p:spPr>
                  </p:pic>
                </p:oleObj>
              </mc:Fallback>
            </mc:AlternateContent>
          </a:graphicData>
        </a:graphic>
      </p:graphicFrame>
      <p:graphicFrame>
        <p:nvGraphicFramePr>
          <p:cNvPr id="41" name="Object 40">
            <a:extLst>
              <a:ext uri="{FF2B5EF4-FFF2-40B4-BE49-F238E27FC236}">
                <a16:creationId xmlns:a16="http://schemas.microsoft.com/office/drawing/2014/main" id="{84E7AD9E-E469-4EDF-B1CC-CF08559DDE5D}"/>
              </a:ext>
            </a:extLst>
          </p:cNvPr>
          <p:cNvGraphicFramePr>
            <a:graphicFrameLocks noChangeAspect="1"/>
          </p:cNvGraphicFramePr>
          <p:nvPr>
            <p:extLst>
              <p:ext uri="{D42A27DB-BD31-4B8C-83A1-F6EECF244321}">
                <p14:modId xmlns:p14="http://schemas.microsoft.com/office/powerpoint/2010/main" val="2431081299"/>
              </p:ext>
            </p:extLst>
          </p:nvPr>
        </p:nvGraphicFramePr>
        <p:xfrm>
          <a:off x="3093065" y="5709042"/>
          <a:ext cx="124042" cy="181293"/>
        </p:xfrm>
        <a:graphic>
          <a:graphicData uri="http://schemas.openxmlformats.org/presentationml/2006/ole">
            <mc:AlternateContent xmlns:mc="http://schemas.openxmlformats.org/markup-compatibility/2006">
              <mc:Choice xmlns:v="urn:schemas-microsoft-com:vml" Requires="v">
                <p:oleObj name="Equation" r:id="rId42" imgW="164880" imgH="241200" progId="Equation.DSMT4">
                  <p:embed/>
                </p:oleObj>
              </mc:Choice>
              <mc:Fallback>
                <p:oleObj name="Equation" r:id="rId42" imgW="164880" imgH="241200" progId="Equation.DSMT4">
                  <p:embed/>
                  <p:pic>
                    <p:nvPicPr>
                      <p:cNvPr id="37" name="Object 36">
                        <a:extLst>
                          <a:ext uri="{FF2B5EF4-FFF2-40B4-BE49-F238E27FC236}">
                            <a16:creationId xmlns:a16="http://schemas.microsoft.com/office/drawing/2014/main" id="{66AB491C-A5DD-4673-B91C-3AD1332A9F73}"/>
                          </a:ext>
                        </a:extLst>
                      </p:cNvPr>
                      <p:cNvPicPr/>
                      <p:nvPr/>
                    </p:nvPicPr>
                    <p:blipFill>
                      <a:blip r:embed="rId43"/>
                      <a:stretch>
                        <a:fillRect/>
                      </a:stretch>
                    </p:blipFill>
                    <p:spPr>
                      <a:xfrm>
                        <a:off x="3093065" y="5709042"/>
                        <a:ext cx="124042" cy="181293"/>
                      </a:xfrm>
                      <a:prstGeom prst="rect">
                        <a:avLst/>
                      </a:prstGeom>
                    </p:spPr>
                  </p:pic>
                </p:oleObj>
              </mc:Fallback>
            </mc:AlternateContent>
          </a:graphicData>
        </a:graphic>
      </p:graphicFrame>
      <p:graphicFrame>
        <p:nvGraphicFramePr>
          <p:cNvPr id="42" name="Object 41">
            <a:extLst>
              <a:ext uri="{FF2B5EF4-FFF2-40B4-BE49-F238E27FC236}">
                <a16:creationId xmlns:a16="http://schemas.microsoft.com/office/drawing/2014/main" id="{51509B9F-C241-4B88-B25E-269EECC5D041}"/>
              </a:ext>
            </a:extLst>
          </p:cNvPr>
          <p:cNvGraphicFramePr>
            <a:graphicFrameLocks noChangeAspect="1"/>
          </p:cNvGraphicFramePr>
          <p:nvPr>
            <p:extLst>
              <p:ext uri="{D42A27DB-BD31-4B8C-83A1-F6EECF244321}">
                <p14:modId xmlns:p14="http://schemas.microsoft.com/office/powerpoint/2010/main" val="4014743635"/>
              </p:ext>
            </p:extLst>
          </p:nvPr>
        </p:nvGraphicFramePr>
        <p:xfrm>
          <a:off x="4457394" y="5697865"/>
          <a:ext cx="202045" cy="181055"/>
        </p:xfrm>
        <a:graphic>
          <a:graphicData uri="http://schemas.openxmlformats.org/presentationml/2006/ole">
            <mc:AlternateContent xmlns:mc="http://schemas.openxmlformats.org/markup-compatibility/2006">
              <mc:Choice xmlns:v="urn:schemas-microsoft-com:vml" Requires="v">
                <p:oleObj name="Equation" r:id="rId44" imgW="266400" imgH="241200" progId="Equation.DSMT4">
                  <p:embed/>
                </p:oleObj>
              </mc:Choice>
              <mc:Fallback>
                <p:oleObj name="Equation" r:id="rId44" imgW="266400" imgH="241200" progId="Equation.DSMT4">
                  <p:embed/>
                  <p:pic>
                    <p:nvPicPr>
                      <p:cNvPr id="38" name="Object 37">
                        <a:extLst>
                          <a:ext uri="{FF2B5EF4-FFF2-40B4-BE49-F238E27FC236}">
                            <a16:creationId xmlns:a16="http://schemas.microsoft.com/office/drawing/2014/main" id="{06010407-2D27-4898-8C8D-042CDD73F784}"/>
                          </a:ext>
                        </a:extLst>
                      </p:cNvPr>
                      <p:cNvPicPr/>
                      <p:nvPr/>
                    </p:nvPicPr>
                    <p:blipFill>
                      <a:blip r:embed="rId45"/>
                      <a:stretch>
                        <a:fillRect/>
                      </a:stretch>
                    </p:blipFill>
                    <p:spPr>
                      <a:xfrm>
                        <a:off x="4457394" y="5697865"/>
                        <a:ext cx="202045" cy="181055"/>
                      </a:xfrm>
                      <a:prstGeom prst="rect">
                        <a:avLst/>
                      </a:prstGeom>
                    </p:spPr>
                  </p:pic>
                </p:oleObj>
              </mc:Fallback>
            </mc:AlternateContent>
          </a:graphicData>
        </a:graphic>
      </p:graphicFrame>
      <p:graphicFrame>
        <p:nvGraphicFramePr>
          <p:cNvPr id="43" name="Object 42">
            <a:extLst>
              <a:ext uri="{FF2B5EF4-FFF2-40B4-BE49-F238E27FC236}">
                <a16:creationId xmlns:a16="http://schemas.microsoft.com/office/drawing/2014/main" id="{B90DAC6B-81FF-4472-802D-ECB480E5EA6E}"/>
              </a:ext>
            </a:extLst>
          </p:cNvPr>
          <p:cNvGraphicFramePr>
            <a:graphicFrameLocks noChangeAspect="1"/>
          </p:cNvGraphicFramePr>
          <p:nvPr>
            <p:extLst>
              <p:ext uri="{D42A27DB-BD31-4B8C-83A1-F6EECF244321}">
                <p14:modId xmlns:p14="http://schemas.microsoft.com/office/powerpoint/2010/main" val="1767011382"/>
              </p:ext>
            </p:extLst>
          </p:nvPr>
        </p:nvGraphicFramePr>
        <p:xfrm>
          <a:off x="5890867" y="5688155"/>
          <a:ext cx="221320" cy="198329"/>
        </p:xfrm>
        <a:graphic>
          <a:graphicData uri="http://schemas.openxmlformats.org/presentationml/2006/ole">
            <mc:AlternateContent xmlns:mc="http://schemas.openxmlformats.org/markup-compatibility/2006">
              <mc:Choice xmlns:v="urn:schemas-microsoft-com:vml" Requires="v">
                <p:oleObj name="Equation" r:id="rId46" imgW="266400" imgH="241200" progId="Equation.DSMT4">
                  <p:embed/>
                </p:oleObj>
              </mc:Choice>
              <mc:Fallback>
                <p:oleObj name="Equation" r:id="rId46" imgW="266400" imgH="241200" progId="Equation.DSMT4">
                  <p:embed/>
                  <p:pic>
                    <p:nvPicPr>
                      <p:cNvPr id="39" name="Object 38">
                        <a:extLst>
                          <a:ext uri="{FF2B5EF4-FFF2-40B4-BE49-F238E27FC236}">
                            <a16:creationId xmlns:a16="http://schemas.microsoft.com/office/drawing/2014/main" id="{630738F7-5443-48C6-82F6-D1047419D0F1}"/>
                          </a:ext>
                        </a:extLst>
                      </p:cNvPr>
                      <p:cNvPicPr/>
                      <p:nvPr/>
                    </p:nvPicPr>
                    <p:blipFill>
                      <a:blip r:embed="rId47"/>
                      <a:stretch>
                        <a:fillRect/>
                      </a:stretch>
                    </p:blipFill>
                    <p:spPr>
                      <a:xfrm>
                        <a:off x="5890867" y="5688155"/>
                        <a:ext cx="221320" cy="198329"/>
                      </a:xfrm>
                      <a:prstGeom prst="rect">
                        <a:avLst/>
                      </a:prstGeom>
                    </p:spPr>
                  </p:pic>
                </p:oleObj>
              </mc:Fallback>
            </mc:AlternateContent>
          </a:graphicData>
        </a:graphic>
      </p:graphicFrame>
      <p:graphicFrame>
        <p:nvGraphicFramePr>
          <p:cNvPr id="44" name="Object 43">
            <a:extLst>
              <a:ext uri="{FF2B5EF4-FFF2-40B4-BE49-F238E27FC236}">
                <a16:creationId xmlns:a16="http://schemas.microsoft.com/office/drawing/2014/main" id="{4D84CEE1-F045-4823-B4B5-3E332D4955A7}"/>
              </a:ext>
            </a:extLst>
          </p:cNvPr>
          <p:cNvGraphicFramePr>
            <a:graphicFrameLocks noChangeAspect="1"/>
          </p:cNvGraphicFramePr>
          <p:nvPr>
            <p:extLst>
              <p:ext uri="{D42A27DB-BD31-4B8C-83A1-F6EECF244321}">
                <p14:modId xmlns:p14="http://schemas.microsoft.com/office/powerpoint/2010/main" val="1631803519"/>
              </p:ext>
            </p:extLst>
          </p:nvPr>
        </p:nvGraphicFramePr>
        <p:xfrm>
          <a:off x="7296150" y="5697865"/>
          <a:ext cx="242888" cy="198438"/>
        </p:xfrm>
        <a:graphic>
          <a:graphicData uri="http://schemas.openxmlformats.org/presentationml/2006/ole">
            <mc:AlternateContent xmlns:mc="http://schemas.openxmlformats.org/markup-compatibility/2006">
              <mc:Choice xmlns:v="urn:schemas-microsoft-com:vml" Requires="v">
                <p:oleObj name="Equation" r:id="rId48" imgW="291960" imgH="241200" progId="Equation.DSMT4">
                  <p:embed/>
                </p:oleObj>
              </mc:Choice>
              <mc:Fallback>
                <p:oleObj name="Equation" r:id="rId48" imgW="291960" imgH="241200" progId="Equation.DSMT4">
                  <p:embed/>
                  <p:pic>
                    <p:nvPicPr>
                      <p:cNvPr id="40" name="Object 39">
                        <a:extLst>
                          <a:ext uri="{FF2B5EF4-FFF2-40B4-BE49-F238E27FC236}">
                            <a16:creationId xmlns:a16="http://schemas.microsoft.com/office/drawing/2014/main" id="{7991FA69-B778-4BA9-BDFD-3229BA19DA2C}"/>
                          </a:ext>
                        </a:extLst>
                      </p:cNvPr>
                      <p:cNvPicPr/>
                      <p:nvPr/>
                    </p:nvPicPr>
                    <p:blipFill>
                      <a:blip r:embed="rId49"/>
                      <a:stretch>
                        <a:fillRect/>
                      </a:stretch>
                    </p:blipFill>
                    <p:spPr>
                      <a:xfrm>
                        <a:off x="7296150" y="5697865"/>
                        <a:ext cx="242888" cy="198438"/>
                      </a:xfrm>
                      <a:prstGeom prst="rect">
                        <a:avLst/>
                      </a:prstGeom>
                    </p:spPr>
                  </p:pic>
                </p:oleObj>
              </mc:Fallback>
            </mc:AlternateContent>
          </a:graphicData>
        </a:graphic>
      </p:graphicFrame>
      <p:graphicFrame>
        <p:nvGraphicFramePr>
          <p:cNvPr id="45" name="Object 44">
            <a:extLst>
              <a:ext uri="{FF2B5EF4-FFF2-40B4-BE49-F238E27FC236}">
                <a16:creationId xmlns:a16="http://schemas.microsoft.com/office/drawing/2014/main" id="{D7827FA5-7492-4F8B-B726-DFA94A72F631}"/>
              </a:ext>
            </a:extLst>
          </p:cNvPr>
          <p:cNvGraphicFramePr>
            <a:graphicFrameLocks noChangeAspect="1"/>
          </p:cNvGraphicFramePr>
          <p:nvPr>
            <p:extLst>
              <p:ext uri="{D42A27DB-BD31-4B8C-83A1-F6EECF244321}">
                <p14:modId xmlns:p14="http://schemas.microsoft.com/office/powerpoint/2010/main" val="2558965585"/>
              </p:ext>
            </p:extLst>
          </p:nvPr>
        </p:nvGraphicFramePr>
        <p:xfrm>
          <a:off x="1304916" y="6019805"/>
          <a:ext cx="926210" cy="162493"/>
        </p:xfrm>
        <a:graphic>
          <a:graphicData uri="http://schemas.openxmlformats.org/presentationml/2006/ole">
            <mc:AlternateContent xmlns:mc="http://schemas.openxmlformats.org/markup-compatibility/2006">
              <mc:Choice xmlns:v="urn:schemas-microsoft-com:vml" Requires="v">
                <p:oleObj name="Equation" r:id="rId50" imgW="1447560" imgH="253800" progId="Equation.DSMT4">
                  <p:embed/>
                </p:oleObj>
              </mc:Choice>
              <mc:Fallback>
                <p:oleObj name="Equation" r:id="rId50" imgW="1447560" imgH="253800" progId="Equation.DSMT4">
                  <p:embed/>
                  <p:pic>
                    <p:nvPicPr>
                      <p:cNvPr id="41" name="Object 40">
                        <a:extLst>
                          <a:ext uri="{FF2B5EF4-FFF2-40B4-BE49-F238E27FC236}">
                            <a16:creationId xmlns:a16="http://schemas.microsoft.com/office/drawing/2014/main" id="{A72AE8DB-BEEF-472D-B238-7377C6F71D44}"/>
                          </a:ext>
                        </a:extLst>
                      </p:cNvPr>
                      <p:cNvPicPr/>
                      <p:nvPr/>
                    </p:nvPicPr>
                    <p:blipFill>
                      <a:blip r:embed="rId51"/>
                      <a:stretch>
                        <a:fillRect/>
                      </a:stretch>
                    </p:blipFill>
                    <p:spPr>
                      <a:xfrm>
                        <a:off x="1304916" y="6019805"/>
                        <a:ext cx="926210" cy="162493"/>
                      </a:xfrm>
                      <a:prstGeom prst="rect">
                        <a:avLst/>
                      </a:prstGeom>
                    </p:spPr>
                  </p:pic>
                </p:oleObj>
              </mc:Fallback>
            </mc:AlternateContent>
          </a:graphicData>
        </a:graphic>
      </p:graphicFrame>
      <p:graphicFrame>
        <p:nvGraphicFramePr>
          <p:cNvPr id="46" name="Object 45">
            <a:extLst>
              <a:ext uri="{FF2B5EF4-FFF2-40B4-BE49-F238E27FC236}">
                <a16:creationId xmlns:a16="http://schemas.microsoft.com/office/drawing/2014/main" id="{DFCEA5F0-1A7C-4C77-BC5B-F64F3CB21C43}"/>
              </a:ext>
            </a:extLst>
          </p:cNvPr>
          <p:cNvGraphicFramePr>
            <a:graphicFrameLocks noChangeAspect="1"/>
          </p:cNvGraphicFramePr>
          <p:nvPr>
            <p:extLst>
              <p:ext uri="{D42A27DB-BD31-4B8C-83A1-F6EECF244321}">
                <p14:modId xmlns:p14="http://schemas.microsoft.com/office/powerpoint/2010/main" val="1606180797"/>
              </p:ext>
            </p:extLst>
          </p:nvPr>
        </p:nvGraphicFramePr>
        <p:xfrm>
          <a:off x="2961888" y="6078685"/>
          <a:ext cx="297874" cy="171504"/>
        </p:xfrm>
        <a:graphic>
          <a:graphicData uri="http://schemas.openxmlformats.org/presentationml/2006/ole">
            <mc:AlternateContent xmlns:mc="http://schemas.openxmlformats.org/markup-compatibility/2006">
              <mc:Choice xmlns:v="urn:schemas-microsoft-com:vml" Requires="v">
                <p:oleObj name="Equation" r:id="rId52" imgW="419040" imgH="241200" progId="Equation.DSMT4">
                  <p:embed/>
                </p:oleObj>
              </mc:Choice>
              <mc:Fallback>
                <p:oleObj name="Equation" r:id="rId52" imgW="419040" imgH="241200" progId="Equation.DSMT4">
                  <p:embed/>
                  <p:pic>
                    <p:nvPicPr>
                      <p:cNvPr id="42" name="Object 41">
                        <a:extLst>
                          <a:ext uri="{FF2B5EF4-FFF2-40B4-BE49-F238E27FC236}">
                            <a16:creationId xmlns:a16="http://schemas.microsoft.com/office/drawing/2014/main" id="{81AA8C56-953A-43DF-A10C-E3D1ED532CA6}"/>
                          </a:ext>
                        </a:extLst>
                      </p:cNvPr>
                      <p:cNvPicPr/>
                      <p:nvPr/>
                    </p:nvPicPr>
                    <p:blipFill>
                      <a:blip r:embed="rId53"/>
                      <a:stretch>
                        <a:fillRect/>
                      </a:stretch>
                    </p:blipFill>
                    <p:spPr>
                      <a:xfrm>
                        <a:off x="2961888" y="6078685"/>
                        <a:ext cx="297874" cy="171504"/>
                      </a:xfrm>
                      <a:prstGeom prst="rect">
                        <a:avLst/>
                      </a:prstGeom>
                    </p:spPr>
                  </p:pic>
                </p:oleObj>
              </mc:Fallback>
            </mc:AlternateContent>
          </a:graphicData>
        </a:graphic>
      </p:graphicFrame>
      <p:graphicFrame>
        <p:nvGraphicFramePr>
          <p:cNvPr id="47" name="Object 46">
            <a:extLst>
              <a:ext uri="{FF2B5EF4-FFF2-40B4-BE49-F238E27FC236}">
                <a16:creationId xmlns:a16="http://schemas.microsoft.com/office/drawing/2014/main" id="{4002275D-C98E-41EB-9B49-2C4D37AD895C}"/>
              </a:ext>
            </a:extLst>
          </p:cNvPr>
          <p:cNvGraphicFramePr>
            <a:graphicFrameLocks noChangeAspect="1"/>
          </p:cNvGraphicFramePr>
          <p:nvPr>
            <p:extLst>
              <p:ext uri="{D42A27DB-BD31-4B8C-83A1-F6EECF244321}">
                <p14:modId xmlns:p14="http://schemas.microsoft.com/office/powerpoint/2010/main" val="2701108932"/>
              </p:ext>
            </p:extLst>
          </p:nvPr>
        </p:nvGraphicFramePr>
        <p:xfrm>
          <a:off x="4471988" y="6065838"/>
          <a:ext cx="190834" cy="164812"/>
        </p:xfrm>
        <a:graphic>
          <a:graphicData uri="http://schemas.openxmlformats.org/presentationml/2006/ole">
            <mc:AlternateContent xmlns:mc="http://schemas.openxmlformats.org/markup-compatibility/2006">
              <mc:Choice xmlns:v="urn:schemas-microsoft-com:vml" Requires="v">
                <p:oleObj name="Equation" r:id="rId54" imgW="279360" imgH="241200" progId="Equation.DSMT4">
                  <p:embed/>
                </p:oleObj>
              </mc:Choice>
              <mc:Fallback>
                <p:oleObj name="Equation" r:id="rId54" imgW="279360" imgH="241200" progId="Equation.DSMT4">
                  <p:embed/>
                  <p:pic>
                    <p:nvPicPr>
                      <p:cNvPr id="43" name="Object 42">
                        <a:extLst>
                          <a:ext uri="{FF2B5EF4-FFF2-40B4-BE49-F238E27FC236}">
                            <a16:creationId xmlns:a16="http://schemas.microsoft.com/office/drawing/2014/main" id="{321EFF81-94E9-49CC-90FE-182F36EE3FD0}"/>
                          </a:ext>
                        </a:extLst>
                      </p:cNvPr>
                      <p:cNvPicPr/>
                      <p:nvPr/>
                    </p:nvPicPr>
                    <p:blipFill>
                      <a:blip r:embed="rId55"/>
                      <a:stretch>
                        <a:fillRect/>
                      </a:stretch>
                    </p:blipFill>
                    <p:spPr>
                      <a:xfrm>
                        <a:off x="4471988" y="6065838"/>
                        <a:ext cx="190834" cy="164812"/>
                      </a:xfrm>
                      <a:prstGeom prst="rect">
                        <a:avLst/>
                      </a:prstGeom>
                    </p:spPr>
                  </p:pic>
                </p:oleObj>
              </mc:Fallback>
            </mc:AlternateContent>
          </a:graphicData>
        </a:graphic>
      </p:graphicFrame>
      <p:graphicFrame>
        <p:nvGraphicFramePr>
          <p:cNvPr id="48" name="Object 47">
            <a:extLst>
              <a:ext uri="{FF2B5EF4-FFF2-40B4-BE49-F238E27FC236}">
                <a16:creationId xmlns:a16="http://schemas.microsoft.com/office/drawing/2014/main" id="{C6B6C9A7-F5CE-4461-83D1-DB3CDA455BF7}"/>
              </a:ext>
            </a:extLst>
          </p:cNvPr>
          <p:cNvGraphicFramePr>
            <a:graphicFrameLocks noChangeAspect="1"/>
          </p:cNvGraphicFramePr>
          <p:nvPr>
            <p:extLst>
              <p:ext uri="{D42A27DB-BD31-4B8C-83A1-F6EECF244321}">
                <p14:modId xmlns:p14="http://schemas.microsoft.com/office/powerpoint/2010/main" val="822451686"/>
              </p:ext>
            </p:extLst>
          </p:nvPr>
        </p:nvGraphicFramePr>
        <p:xfrm>
          <a:off x="5845568" y="6044262"/>
          <a:ext cx="244493" cy="193557"/>
        </p:xfrm>
        <a:graphic>
          <a:graphicData uri="http://schemas.openxmlformats.org/presentationml/2006/ole">
            <mc:AlternateContent xmlns:mc="http://schemas.openxmlformats.org/markup-compatibility/2006">
              <mc:Choice xmlns:v="urn:schemas-microsoft-com:vml" Requires="v">
                <p:oleObj name="Equation" r:id="rId56" imgW="304560" imgH="241200" progId="Equation.DSMT4">
                  <p:embed/>
                </p:oleObj>
              </mc:Choice>
              <mc:Fallback>
                <p:oleObj name="Equation" r:id="rId56" imgW="304560" imgH="241200" progId="Equation.DSMT4">
                  <p:embed/>
                  <p:pic>
                    <p:nvPicPr>
                      <p:cNvPr id="44" name="Object 43">
                        <a:extLst>
                          <a:ext uri="{FF2B5EF4-FFF2-40B4-BE49-F238E27FC236}">
                            <a16:creationId xmlns:a16="http://schemas.microsoft.com/office/drawing/2014/main" id="{EB88A1A5-FFE3-4F14-8307-CD6D7EF1EE01}"/>
                          </a:ext>
                        </a:extLst>
                      </p:cNvPr>
                      <p:cNvPicPr/>
                      <p:nvPr/>
                    </p:nvPicPr>
                    <p:blipFill>
                      <a:blip r:embed="rId57"/>
                      <a:stretch>
                        <a:fillRect/>
                      </a:stretch>
                    </p:blipFill>
                    <p:spPr>
                      <a:xfrm>
                        <a:off x="5845568" y="6044262"/>
                        <a:ext cx="244493" cy="193557"/>
                      </a:xfrm>
                      <a:prstGeom prst="rect">
                        <a:avLst/>
                      </a:prstGeom>
                    </p:spPr>
                  </p:pic>
                </p:oleObj>
              </mc:Fallback>
            </mc:AlternateContent>
          </a:graphicData>
        </a:graphic>
      </p:graphicFrame>
      <p:graphicFrame>
        <p:nvGraphicFramePr>
          <p:cNvPr id="49" name="Object 48">
            <a:extLst>
              <a:ext uri="{FF2B5EF4-FFF2-40B4-BE49-F238E27FC236}">
                <a16:creationId xmlns:a16="http://schemas.microsoft.com/office/drawing/2014/main" id="{8DD65A32-BD01-4D0E-91C9-99EB41052F18}"/>
              </a:ext>
            </a:extLst>
          </p:cNvPr>
          <p:cNvGraphicFramePr>
            <a:graphicFrameLocks noChangeAspect="1"/>
          </p:cNvGraphicFramePr>
          <p:nvPr>
            <p:extLst>
              <p:ext uri="{D42A27DB-BD31-4B8C-83A1-F6EECF244321}">
                <p14:modId xmlns:p14="http://schemas.microsoft.com/office/powerpoint/2010/main" val="735249420"/>
              </p:ext>
            </p:extLst>
          </p:nvPr>
        </p:nvGraphicFramePr>
        <p:xfrm>
          <a:off x="7224713" y="6065838"/>
          <a:ext cx="314325" cy="180975"/>
        </p:xfrm>
        <a:graphic>
          <a:graphicData uri="http://schemas.openxmlformats.org/presentationml/2006/ole">
            <mc:AlternateContent xmlns:mc="http://schemas.openxmlformats.org/markup-compatibility/2006">
              <mc:Choice xmlns:v="urn:schemas-microsoft-com:vml" Requires="v">
                <p:oleObj name="Equation" r:id="rId58" imgW="419040" imgH="241200" progId="Equation.DSMT4">
                  <p:embed/>
                </p:oleObj>
              </mc:Choice>
              <mc:Fallback>
                <p:oleObj name="Equation" r:id="rId58" imgW="419040" imgH="241200" progId="Equation.DSMT4">
                  <p:embed/>
                  <p:pic>
                    <p:nvPicPr>
                      <p:cNvPr id="45" name="Object 44">
                        <a:extLst>
                          <a:ext uri="{FF2B5EF4-FFF2-40B4-BE49-F238E27FC236}">
                            <a16:creationId xmlns:a16="http://schemas.microsoft.com/office/drawing/2014/main" id="{704ED71A-F04B-4C8E-8755-A7B4FDF36A7D}"/>
                          </a:ext>
                        </a:extLst>
                      </p:cNvPr>
                      <p:cNvPicPr/>
                      <p:nvPr/>
                    </p:nvPicPr>
                    <p:blipFill>
                      <a:blip r:embed="rId59"/>
                      <a:stretch>
                        <a:fillRect/>
                      </a:stretch>
                    </p:blipFill>
                    <p:spPr>
                      <a:xfrm>
                        <a:off x="7224713" y="6065838"/>
                        <a:ext cx="314325" cy="180975"/>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40</a:t>
            </a:fld>
            <a:endParaRPr lang="en-US"/>
          </a:p>
        </p:txBody>
      </p:sp>
    </p:spTree>
    <p:extLst>
      <p:ext uri="{BB962C8B-B14F-4D97-AF65-F5344CB8AC3E}">
        <p14:creationId xmlns:p14="http://schemas.microsoft.com/office/powerpoint/2010/main" val="4545967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015843" cy="903231"/>
          </a:xfrm>
        </p:spPr>
        <p:txBody>
          <a:bodyPr>
            <a:normAutofit/>
          </a:bodyPr>
          <a:lstStyle/>
          <a:p>
            <a:r>
              <a:rPr lang="en-US" sz="3600" dirty="0"/>
              <a:t>Conditional Probabilities</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2768" y="54612"/>
            <a:ext cx="450875" cy="1263290"/>
          </a:xfrm>
        </p:spPr>
        <p:txBody>
          <a:bodyPr vert="vert" rIns="0"/>
          <a:lstStyle/>
          <a:p>
            <a:r>
              <a:rPr lang="en-US" b="1" dirty="0"/>
              <a:t>L</a:t>
            </a:r>
            <a:r>
              <a:rPr lang="en-US" sz="100" b="1" dirty="0"/>
              <a:t> </a:t>
            </a:r>
            <a:r>
              <a:rPr lang="en-US" b="1" dirty="0"/>
              <a:t>O 5.6</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3"/>
            <a:ext cx="8104414" cy="685068"/>
          </a:xfrm>
        </p:spPr>
        <p:txBody>
          <a:bodyPr/>
          <a:lstStyle/>
          <a:p>
            <a:r>
              <a:rPr lang="en-US" sz="1800" dirty="0"/>
              <a:t>When we restrict ourselves to a single row or column (the condition), we can calculate c</a:t>
            </a:r>
            <a:r>
              <a:rPr lang="en-US" sz="1800" b="1" dirty="0"/>
              <a:t>onditional probabilities</a:t>
            </a:r>
            <a:r>
              <a:rPr lang="en-US" sz="1800" dirty="0"/>
              <a:t>.</a:t>
            </a:r>
          </a:p>
        </p:txBody>
      </p:sp>
      <p:sp>
        <p:nvSpPr>
          <p:cNvPr id="5" name="Content Placeholder 4">
            <a:extLst>
              <a:ext uri="{FF2B5EF4-FFF2-40B4-BE49-F238E27FC236}">
                <a16:creationId xmlns:a16="http://schemas.microsoft.com/office/drawing/2014/main" id="{A398050F-BF5B-4A41-84E6-5894FE8AE34D}"/>
              </a:ext>
            </a:extLst>
          </p:cNvPr>
          <p:cNvSpPr>
            <a:spLocks noGrp="1"/>
          </p:cNvSpPr>
          <p:nvPr>
            <p:ph sz="quarter" idx="15"/>
          </p:nvPr>
        </p:nvSpPr>
        <p:spPr>
          <a:xfrm>
            <a:off x="342901" y="2069864"/>
            <a:ext cx="7962899" cy="578086"/>
          </a:xfrm>
        </p:spPr>
        <p:txBody>
          <a:bodyPr tIns="0"/>
          <a:lstStyle/>
          <a:p>
            <a:pPr marL="292608" indent="-292608">
              <a:buFont typeface="Arial" panose="020B0604020202020204" pitchFamily="34" charset="0"/>
              <a:buChar char="•"/>
            </a:pPr>
            <a:r>
              <a:rPr lang="en-IN" sz="1800" dirty="0"/>
              <a:t>If we restrict ourselves to the 37 executive alumni in the third row, we can calculate the percent of M</a:t>
            </a:r>
            <a:r>
              <a:rPr lang="en-IN" sz="100" dirty="0"/>
              <a:t> </a:t>
            </a:r>
            <a:r>
              <a:rPr lang="en-IN" sz="1800" dirty="0"/>
              <a:t>B</a:t>
            </a:r>
            <a:r>
              <a:rPr lang="en-IN" sz="100" dirty="0"/>
              <a:t> </a:t>
            </a:r>
            <a:r>
              <a:rPr lang="en-IN" sz="1800" dirty="0"/>
              <a:t>A graduate that is engaged at a high level</a:t>
            </a:r>
            <a:endParaRPr lang="en-US" sz="1800" dirty="0"/>
          </a:p>
        </p:txBody>
      </p:sp>
      <p:graphicFrame>
        <p:nvGraphicFramePr>
          <p:cNvPr id="13" name="Object 12">
            <a:extLst>
              <a:ext uri="{FF2B5EF4-FFF2-40B4-BE49-F238E27FC236}">
                <a16:creationId xmlns:a16="http://schemas.microsoft.com/office/drawing/2014/main" id="{EC304B00-5078-410E-AAB2-E4F1323E7A04}"/>
              </a:ext>
            </a:extLst>
          </p:cNvPr>
          <p:cNvGraphicFramePr>
            <a:graphicFrameLocks noChangeAspect="1"/>
          </p:cNvGraphicFramePr>
          <p:nvPr>
            <p:extLst>
              <p:ext uri="{D42A27DB-BD31-4B8C-83A1-F6EECF244321}">
                <p14:modId xmlns:p14="http://schemas.microsoft.com/office/powerpoint/2010/main" val="2084514615"/>
              </p:ext>
            </p:extLst>
          </p:nvPr>
        </p:nvGraphicFramePr>
        <p:xfrm>
          <a:off x="658420" y="2686050"/>
          <a:ext cx="450273" cy="346364"/>
        </p:xfrm>
        <a:graphic>
          <a:graphicData uri="http://schemas.openxmlformats.org/presentationml/2006/ole">
            <mc:AlternateContent xmlns:mc="http://schemas.openxmlformats.org/markup-compatibility/2006">
              <mc:Choice xmlns:v="urn:schemas-microsoft-com:vml" Requires="v">
                <p:oleObj name="Equation" r:id="rId2" imgW="495000" imgH="380880" progId="Equation.DSMT4">
                  <p:embed/>
                </p:oleObj>
              </mc:Choice>
              <mc:Fallback>
                <p:oleObj name="Equation" r:id="rId2" imgW="495000" imgH="380880" progId="Equation.DSMT4">
                  <p:embed/>
                  <p:pic>
                    <p:nvPicPr>
                      <p:cNvPr id="0" name=""/>
                      <p:cNvPicPr/>
                      <p:nvPr/>
                    </p:nvPicPr>
                    <p:blipFill>
                      <a:blip r:embed="rId3"/>
                      <a:stretch>
                        <a:fillRect/>
                      </a:stretch>
                    </p:blipFill>
                    <p:spPr>
                      <a:xfrm>
                        <a:off x="658420" y="2686050"/>
                        <a:ext cx="450273" cy="346364"/>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418B8A2B-AA10-4ACF-B31A-3DD668F57653}"/>
              </a:ext>
            </a:extLst>
          </p:cNvPr>
          <p:cNvSpPr>
            <a:spLocks noGrp="1"/>
          </p:cNvSpPr>
          <p:nvPr>
            <p:ph sz="quarter" idx="16"/>
          </p:nvPr>
        </p:nvSpPr>
        <p:spPr>
          <a:xfrm>
            <a:off x="1162050" y="2705964"/>
            <a:ext cx="4543425" cy="284886"/>
          </a:xfrm>
        </p:spPr>
        <p:txBody>
          <a:bodyPr lIns="0" tIns="0"/>
          <a:lstStyle/>
          <a:p>
            <a:r>
              <a:rPr lang="en-US" sz="1800" dirty="0"/>
              <a:t>given that the alumnus is an executive </a:t>
            </a:r>
            <a:r>
              <a:rPr lang="en-IN" sz="1800" dirty="0"/>
              <a:t>M</a:t>
            </a:r>
            <a:r>
              <a:rPr lang="en-IN" sz="100" dirty="0"/>
              <a:t> </a:t>
            </a:r>
            <a:r>
              <a:rPr lang="en-IN" sz="1800" dirty="0"/>
              <a:t>B</a:t>
            </a:r>
            <a:r>
              <a:rPr lang="en-IN" sz="100" dirty="0"/>
              <a:t> </a:t>
            </a:r>
            <a:r>
              <a:rPr lang="en-IN" sz="1800" dirty="0"/>
              <a:t>A</a:t>
            </a:r>
            <a:endParaRPr lang="en-US" sz="1800" dirty="0"/>
          </a:p>
        </p:txBody>
      </p:sp>
      <p:graphicFrame>
        <p:nvGraphicFramePr>
          <p:cNvPr id="14" name="Object 13">
            <a:extLst>
              <a:ext uri="{FF2B5EF4-FFF2-40B4-BE49-F238E27FC236}">
                <a16:creationId xmlns:a16="http://schemas.microsoft.com/office/drawing/2014/main" id="{896AA96D-59BA-4BAF-B6E4-F6DE0E81730A}"/>
              </a:ext>
            </a:extLst>
          </p:cNvPr>
          <p:cNvGraphicFramePr>
            <a:graphicFrameLocks noChangeAspect="1"/>
          </p:cNvGraphicFramePr>
          <p:nvPr>
            <p:extLst>
              <p:ext uri="{D42A27DB-BD31-4B8C-83A1-F6EECF244321}">
                <p14:modId xmlns:p14="http://schemas.microsoft.com/office/powerpoint/2010/main" val="2245186801"/>
              </p:ext>
            </p:extLst>
          </p:nvPr>
        </p:nvGraphicFramePr>
        <p:xfrm>
          <a:off x="5662928" y="2697831"/>
          <a:ext cx="535289" cy="314876"/>
        </p:xfrm>
        <a:graphic>
          <a:graphicData uri="http://schemas.openxmlformats.org/presentationml/2006/ole">
            <mc:AlternateContent xmlns:mc="http://schemas.openxmlformats.org/markup-compatibility/2006">
              <mc:Choice xmlns:v="urn:schemas-microsoft-com:vml" Requires="v">
                <p:oleObj name="Equation" r:id="rId4" imgW="647640" imgH="380880" progId="Equation.DSMT4">
                  <p:embed/>
                </p:oleObj>
              </mc:Choice>
              <mc:Fallback>
                <p:oleObj name="Equation" r:id="rId4" imgW="647640" imgH="380880" progId="Equation.DSMT4">
                  <p:embed/>
                  <p:pic>
                    <p:nvPicPr>
                      <p:cNvPr id="0" name=""/>
                      <p:cNvPicPr/>
                      <p:nvPr/>
                    </p:nvPicPr>
                    <p:blipFill>
                      <a:blip r:embed="rId5"/>
                      <a:stretch>
                        <a:fillRect/>
                      </a:stretch>
                    </p:blipFill>
                    <p:spPr>
                      <a:xfrm>
                        <a:off x="5662928" y="2697831"/>
                        <a:ext cx="535289" cy="314876"/>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1EE49D72-B849-4B42-B202-28A31E7D786E}"/>
              </a:ext>
            </a:extLst>
          </p:cNvPr>
          <p:cNvSpPr>
            <a:spLocks noGrp="1"/>
          </p:cNvSpPr>
          <p:nvPr>
            <p:ph sz="quarter" idx="17"/>
          </p:nvPr>
        </p:nvSpPr>
        <p:spPr>
          <a:xfrm>
            <a:off x="6257899" y="2704088"/>
            <a:ext cx="1676401" cy="304800"/>
          </a:xfrm>
        </p:spPr>
        <p:txBody>
          <a:bodyPr lIns="0" tIns="0" rIns="0" bIns="0"/>
          <a:lstStyle/>
          <a:p>
            <a:r>
              <a:rPr lang="en-US" sz="1800" dirty="0"/>
              <a:t>This conditional</a:t>
            </a:r>
          </a:p>
        </p:txBody>
      </p:sp>
      <p:sp>
        <p:nvSpPr>
          <p:cNvPr id="8" name="Content Placeholder 7">
            <a:extLst>
              <a:ext uri="{FF2B5EF4-FFF2-40B4-BE49-F238E27FC236}">
                <a16:creationId xmlns:a16="http://schemas.microsoft.com/office/drawing/2014/main" id="{1BE84D20-D492-4C48-9E6E-0B4CC44C0824}"/>
              </a:ext>
            </a:extLst>
          </p:cNvPr>
          <p:cNvSpPr>
            <a:spLocks noGrp="1"/>
          </p:cNvSpPr>
          <p:nvPr>
            <p:ph sz="quarter" idx="18"/>
          </p:nvPr>
        </p:nvSpPr>
        <p:spPr>
          <a:xfrm>
            <a:off x="342901" y="3053766"/>
            <a:ext cx="3086099" cy="311734"/>
          </a:xfrm>
        </p:spPr>
        <p:txBody>
          <a:bodyPr lIns="91440" tIns="0" rIns="0"/>
          <a:lstStyle/>
          <a:p>
            <a:pPr marL="292608"/>
            <a:r>
              <a:rPr lang="en-US" sz="1800" dirty="0"/>
              <a:t>probability may be written</a:t>
            </a:r>
          </a:p>
        </p:txBody>
      </p:sp>
      <p:graphicFrame>
        <p:nvGraphicFramePr>
          <p:cNvPr id="16" name="Object 15">
            <a:extLst>
              <a:ext uri="{FF2B5EF4-FFF2-40B4-BE49-F238E27FC236}">
                <a16:creationId xmlns:a16="http://schemas.microsoft.com/office/drawing/2014/main" id="{75D29A8A-586B-4821-BE89-8DB5FD5959B6}"/>
              </a:ext>
            </a:extLst>
          </p:cNvPr>
          <p:cNvGraphicFramePr>
            <a:graphicFrameLocks noChangeAspect="1"/>
          </p:cNvGraphicFramePr>
          <p:nvPr>
            <p:extLst>
              <p:ext uri="{D42A27DB-BD31-4B8C-83A1-F6EECF244321}">
                <p14:modId xmlns:p14="http://schemas.microsoft.com/office/powerpoint/2010/main" val="648848832"/>
              </p:ext>
            </p:extLst>
          </p:nvPr>
        </p:nvGraphicFramePr>
        <p:xfrm>
          <a:off x="3399415" y="3070406"/>
          <a:ext cx="1117600" cy="300038"/>
        </p:xfrm>
        <a:graphic>
          <a:graphicData uri="http://schemas.openxmlformats.org/presentationml/2006/ole">
            <mc:AlternateContent xmlns:mc="http://schemas.openxmlformats.org/markup-compatibility/2006">
              <mc:Choice xmlns:v="urn:schemas-microsoft-com:vml" Requires="v">
                <p:oleObj name="Equation" r:id="rId6" imgW="1231560" imgH="330120" progId="Equation.DSMT4">
                  <p:embed/>
                </p:oleObj>
              </mc:Choice>
              <mc:Fallback>
                <p:oleObj name="Equation" r:id="rId6" imgW="1231560" imgH="330120" progId="Equation.DSMT4">
                  <p:embed/>
                  <p:pic>
                    <p:nvPicPr>
                      <p:cNvPr id="0" name=""/>
                      <p:cNvPicPr/>
                      <p:nvPr/>
                    </p:nvPicPr>
                    <p:blipFill>
                      <a:blip r:embed="rId7"/>
                      <a:stretch>
                        <a:fillRect/>
                      </a:stretch>
                    </p:blipFill>
                    <p:spPr>
                      <a:xfrm>
                        <a:off x="3399415" y="3070406"/>
                        <a:ext cx="1117600" cy="300038"/>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D2748588-F329-48E3-B8F8-614FBC3DFC90}"/>
              </a:ext>
            </a:extLst>
          </p:cNvPr>
          <p:cNvSpPr>
            <a:spLocks noGrp="1"/>
          </p:cNvSpPr>
          <p:nvPr>
            <p:ph sz="quarter" idx="19"/>
          </p:nvPr>
        </p:nvSpPr>
        <p:spPr>
          <a:xfrm>
            <a:off x="4596606" y="3069662"/>
            <a:ext cx="3266890" cy="310176"/>
          </a:xfrm>
        </p:spPr>
        <p:txBody>
          <a:bodyPr lIns="0" tIns="0" rIns="0" bIns="0"/>
          <a:lstStyle/>
          <a:p>
            <a:r>
              <a:rPr lang="en-US" sz="1800" dirty="0"/>
              <a:t>There were 15 highly engaged</a:t>
            </a:r>
          </a:p>
        </p:txBody>
      </p:sp>
      <p:sp>
        <p:nvSpPr>
          <p:cNvPr id="10" name="Content Placeholder 9">
            <a:extLst>
              <a:ext uri="{FF2B5EF4-FFF2-40B4-BE49-F238E27FC236}">
                <a16:creationId xmlns:a16="http://schemas.microsoft.com/office/drawing/2014/main" id="{5718138D-5B22-4D5A-8828-3E984AB9FC27}"/>
              </a:ext>
            </a:extLst>
          </p:cNvPr>
          <p:cNvSpPr>
            <a:spLocks noGrp="1"/>
          </p:cNvSpPr>
          <p:nvPr>
            <p:ph sz="quarter" idx="20"/>
          </p:nvPr>
        </p:nvSpPr>
        <p:spPr>
          <a:xfrm>
            <a:off x="342899" y="3416800"/>
            <a:ext cx="4184855" cy="314541"/>
          </a:xfrm>
        </p:spPr>
        <p:txBody>
          <a:bodyPr lIns="91440" tIns="0" rIns="0" bIns="0"/>
          <a:lstStyle/>
          <a:p>
            <a:pPr marL="292608"/>
            <a:r>
              <a:rPr lang="en-US" sz="1800" dirty="0"/>
              <a:t>alumni out of 37 executive M</a:t>
            </a:r>
            <a:r>
              <a:rPr lang="en-US" sz="100" dirty="0"/>
              <a:t> </a:t>
            </a:r>
            <a:r>
              <a:rPr lang="en-US" sz="1800" dirty="0"/>
              <a:t>B</a:t>
            </a:r>
            <a:r>
              <a:rPr lang="en-US" sz="100" dirty="0"/>
              <a:t> </a:t>
            </a:r>
            <a:r>
              <a:rPr lang="en-US" sz="1800" dirty="0"/>
              <a:t>As, so</a:t>
            </a:r>
          </a:p>
        </p:txBody>
      </p:sp>
      <p:graphicFrame>
        <p:nvGraphicFramePr>
          <p:cNvPr id="18" name="Object 17">
            <a:extLst>
              <a:ext uri="{FF2B5EF4-FFF2-40B4-BE49-F238E27FC236}">
                <a16:creationId xmlns:a16="http://schemas.microsoft.com/office/drawing/2014/main" id="{D4FF1E1C-AC58-4C50-99B2-E599FA7D9477}"/>
              </a:ext>
            </a:extLst>
          </p:cNvPr>
          <p:cNvGraphicFramePr>
            <a:graphicFrameLocks noChangeAspect="1"/>
          </p:cNvGraphicFramePr>
          <p:nvPr>
            <p:extLst>
              <p:ext uri="{D42A27DB-BD31-4B8C-83A1-F6EECF244321}">
                <p14:modId xmlns:p14="http://schemas.microsoft.com/office/powerpoint/2010/main" val="3537960329"/>
              </p:ext>
            </p:extLst>
          </p:nvPr>
        </p:nvGraphicFramePr>
        <p:xfrm>
          <a:off x="4522461" y="3429719"/>
          <a:ext cx="2816225" cy="314325"/>
        </p:xfrm>
        <a:graphic>
          <a:graphicData uri="http://schemas.openxmlformats.org/presentationml/2006/ole">
            <mc:AlternateContent xmlns:mc="http://schemas.openxmlformats.org/markup-compatibility/2006">
              <mc:Choice xmlns:v="urn:schemas-microsoft-com:vml" Requires="v">
                <p:oleObj name="Equation" r:id="rId8" imgW="2958840" imgH="330120" progId="Equation.DSMT4">
                  <p:embed/>
                </p:oleObj>
              </mc:Choice>
              <mc:Fallback>
                <p:oleObj name="Equation" r:id="rId8" imgW="2958840" imgH="330120" progId="Equation.DSMT4">
                  <p:embed/>
                  <p:pic>
                    <p:nvPicPr>
                      <p:cNvPr id="0" name=""/>
                      <p:cNvPicPr/>
                      <p:nvPr/>
                    </p:nvPicPr>
                    <p:blipFill>
                      <a:blip r:embed="rId9"/>
                      <a:stretch>
                        <a:fillRect/>
                      </a:stretch>
                    </p:blipFill>
                    <p:spPr>
                      <a:xfrm>
                        <a:off x="4522461" y="3429719"/>
                        <a:ext cx="2816225" cy="314325"/>
                      </a:xfrm>
                      <a:prstGeom prst="rect">
                        <a:avLst/>
                      </a:prstGeom>
                    </p:spPr>
                  </p:pic>
                </p:oleObj>
              </mc:Fallback>
            </mc:AlternateContent>
          </a:graphicData>
        </a:graphic>
      </p:graphicFrame>
      <p:sp>
        <p:nvSpPr>
          <p:cNvPr id="11" name="Content Placeholder 10">
            <a:extLst>
              <a:ext uri="{FF2B5EF4-FFF2-40B4-BE49-F238E27FC236}">
                <a16:creationId xmlns:a16="http://schemas.microsoft.com/office/drawing/2014/main" id="{C63A1DAD-218E-46D3-96C0-3F4CCC5E3D68}"/>
              </a:ext>
            </a:extLst>
          </p:cNvPr>
          <p:cNvSpPr>
            <a:spLocks noGrp="1"/>
          </p:cNvSpPr>
          <p:nvPr>
            <p:ph sz="quarter" idx="21"/>
          </p:nvPr>
        </p:nvSpPr>
        <p:spPr>
          <a:xfrm>
            <a:off x="342899" y="3777697"/>
            <a:ext cx="8137424" cy="602574"/>
          </a:xfrm>
        </p:spPr>
        <p:txBody>
          <a:bodyPr tIns="0"/>
          <a:lstStyle/>
          <a:p>
            <a:pPr marL="292608"/>
            <a:r>
              <a:rPr lang="en-US" sz="1800" dirty="0"/>
              <a:t>There is about a 40 percent chance that an executive M</a:t>
            </a:r>
            <a:r>
              <a:rPr lang="en-US" sz="100" dirty="0"/>
              <a:t> </a:t>
            </a:r>
            <a:r>
              <a:rPr lang="en-US" sz="1800" dirty="0"/>
              <a:t>B</a:t>
            </a:r>
            <a:r>
              <a:rPr lang="en-US" sz="100" dirty="0"/>
              <a:t> </a:t>
            </a:r>
            <a:r>
              <a:rPr lang="en-US" sz="1800" dirty="0"/>
              <a:t>A will be highly engaged.</a:t>
            </a:r>
          </a:p>
        </p:txBody>
      </p:sp>
      <p:graphicFrame>
        <p:nvGraphicFramePr>
          <p:cNvPr id="19" name="Table 2">
            <a:extLst>
              <a:ext uri="{FF2B5EF4-FFF2-40B4-BE49-F238E27FC236}">
                <a16:creationId xmlns:a16="http://schemas.microsoft.com/office/drawing/2014/main" id="{3078DA2D-B7C5-4135-BA77-4058F17A9753}"/>
              </a:ext>
            </a:extLst>
          </p:cNvPr>
          <p:cNvGraphicFramePr>
            <a:graphicFrameLocks noGrp="1"/>
          </p:cNvGraphicFramePr>
          <p:nvPr>
            <p:extLst>
              <p:ext uri="{D42A27DB-BD31-4B8C-83A1-F6EECF244321}">
                <p14:modId xmlns:p14="http://schemas.microsoft.com/office/powerpoint/2010/main" val="4124973427"/>
              </p:ext>
            </p:extLst>
          </p:nvPr>
        </p:nvGraphicFramePr>
        <p:xfrm>
          <a:off x="1141450" y="4474612"/>
          <a:ext cx="6792850" cy="1986868"/>
        </p:xfrm>
        <a:graphic>
          <a:graphicData uri="http://schemas.openxmlformats.org/drawingml/2006/table">
            <a:tbl>
              <a:tblPr firstRow="1" bandRow="1">
                <a:tableStyleId>{5C22544A-7EE6-4342-B048-85BDC9FD1C3A}</a:tableStyleId>
              </a:tblPr>
              <a:tblGrid>
                <a:gridCol w="1358570">
                  <a:extLst>
                    <a:ext uri="{9D8B030D-6E8A-4147-A177-3AD203B41FA5}">
                      <a16:colId xmlns:a16="http://schemas.microsoft.com/office/drawing/2014/main" val="324305631"/>
                    </a:ext>
                  </a:extLst>
                </a:gridCol>
                <a:gridCol w="1358570">
                  <a:extLst>
                    <a:ext uri="{9D8B030D-6E8A-4147-A177-3AD203B41FA5}">
                      <a16:colId xmlns:a16="http://schemas.microsoft.com/office/drawing/2014/main" val="2272418738"/>
                    </a:ext>
                  </a:extLst>
                </a:gridCol>
                <a:gridCol w="1358570">
                  <a:extLst>
                    <a:ext uri="{9D8B030D-6E8A-4147-A177-3AD203B41FA5}">
                      <a16:colId xmlns:a16="http://schemas.microsoft.com/office/drawing/2014/main" val="4260791188"/>
                    </a:ext>
                  </a:extLst>
                </a:gridCol>
                <a:gridCol w="1358570">
                  <a:extLst>
                    <a:ext uri="{9D8B030D-6E8A-4147-A177-3AD203B41FA5}">
                      <a16:colId xmlns:a16="http://schemas.microsoft.com/office/drawing/2014/main" val="2376186420"/>
                    </a:ext>
                  </a:extLst>
                </a:gridCol>
                <a:gridCol w="1358570">
                  <a:extLst>
                    <a:ext uri="{9D8B030D-6E8A-4147-A177-3AD203B41FA5}">
                      <a16:colId xmlns:a16="http://schemas.microsoft.com/office/drawing/2014/main" val="417053685"/>
                    </a:ext>
                  </a:extLst>
                </a:gridCol>
              </a:tblGrid>
              <a:tr h="462868">
                <a:tc>
                  <a:txBody>
                    <a:bodyPr/>
                    <a:lstStyle/>
                    <a:p>
                      <a:endParaRPr lang="en-US" sz="1900"/>
                    </a:p>
                  </a:txBody>
                  <a:tcPr marL="78639" marR="78639"/>
                </a:tc>
                <a:tc>
                  <a:txBody>
                    <a:bodyPr/>
                    <a:lstStyle/>
                    <a:p>
                      <a:endParaRPr lang="en-US" sz="1900"/>
                    </a:p>
                  </a:txBody>
                  <a:tcPr marL="78639" marR="78639"/>
                </a:tc>
                <a:tc>
                  <a:txBody>
                    <a:bodyPr/>
                    <a:lstStyle/>
                    <a:p>
                      <a:endParaRPr lang="en-US" sz="1900"/>
                    </a:p>
                  </a:txBody>
                  <a:tcPr marL="78639" marR="78639"/>
                </a:tc>
                <a:tc>
                  <a:txBody>
                    <a:bodyPr/>
                    <a:lstStyle/>
                    <a:p>
                      <a:endParaRPr lang="en-US" sz="1900"/>
                    </a:p>
                  </a:txBody>
                  <a:tcPr marL="78639" marR="78639"/>
                </a:tc>
                <a:tc>
                  <a:txBody>
                    <a:bodyPr/>
                    <a:lstStyle/>
                    <a:p>
                      <a:endParaRPr lang="en-US" sz="1900" dirty="0"/>
                    </a:p>
                  </a:txBody>
                  <a:tcPr marL="78639" marR="78639"/>
                </a:tc>
                <a:extLst>
                  <a:ext uri="{0D108BD9-81ED-4DB2-BD59-A6C34878D82A}">
                    <a16:rowId xmlns:a16="http://schemas.microsoft.com/office/drawing/2014/main" val="76313354"/>
                  </a:ext>
                </a:extLst>
              </a:tr>
              <a:tr h="376429">
                <a:tc>
                  <a:txBody>
                    <a:bodyPr/>
                    <a:lstStyle/>
                    <a:p>
                      <a:endParaRPr lang="en-US" sz="1900"/>
                    </a:p>
                  </a:txBody>
                  <a:tcPr marL="78639" marR="78639"/>
                </a:tc>
                <a:tc>
                  <a:txBody>
                    <a:bodyPr/>
                    <a:lstStyle/>
                    <a:p>
                      <a:endParaRPr lang="en-US" sz="1900" dirty="0"/>
                    </a:p>
                  </a:txBody>
                  <a:tcPr marL="78639" marR="78639"/>
                </a:tc>
                <a:tc>
                  <a:txBody>
                    <a:bodyPr/>
                    <a:lstStyle/>
                    <a:p>
                      <a:endParaRPr lang="en-US" sz="1900"/>
                    </a:p>
                  </a:txBody>
                  <a:tcPr marL="78639" marR="78639"/>
                </a:tc>
                <a:tc>
                  <a:txBody>
                    <a:bodyPr/>
                    <a:lstStyle/>
                    <a:p>
                      <a:endParaRPr lang="en-US" sz="1900"/>
                    </a:p>
                  </a:txBody>
                  <a:tcPr marL="78639" marR="78639"/>
                </a:tc>
                <a:tc>
                  <a:txBody>
                    <a:bodyPr/>
                    <a:lstStyle/>
                    <a:p>
                      <a:endParaRPr lang="en-US" sz="1900"/>
                    </a:p>
                  </a:txBody>
                  <a:tcPr marL="78639" marR="78639"/>
                </a:tc>
                <a:extLst>
                  <a:ext uri="{0D108BD9-81ED-4DB2-BD59-A6C34878D82A}">
                    <a16:rowId xmlns:a16="http://schemas.microsoft.com/office/drawing/2014/main" val="144127595"/>
                  </a:ext>
                </a:extLst>
              </a:tr>
              <a:tr h="376429">
                <a:tc>
                  <a:txBody>
                    <a:bodyPr/>
                    <a:lstStyle/>
                    <a:p>
                      <a:endParaRPr lang="en-US" sz="1900"/>
                    </a:p>
                  </a:txBody>
                  <a:tcPr marL="78639" marR="78639"/>
                </a:tc>
                <a:tc>
                  <a:txBody>
                    <a:bodyPr/>
                    <a:lstStyle/>
                    <a:p>
                      <a:endParaRPr lang="en-US" sz="1900"/>
                    </a:p>
                  </a:txBody>
                  <a:tcPr marL="78639" marR="78639"/>
                </a:tc>
                <a:tc>
                  <a:txBody>
                    <a:bodyPr/>
                    <a:lstStyle/>
                    <a:p>
                      <a:endParaRPr lang="en-US" sz="1900"/>
                    </a:p>
                  </a:txBody>
                  <a:tcPr marL="78639" marR="78639"/>
                </a:tc>
                <a:tc>
                  <a:txBody>
                    <a:bodyPr/>
                    <a:lstStyle/>
                    <a:p>
                      <a:endParaRPr lang="en-US" sz="1900"/>
                    </a:p>
                  </a:txBody>
                  <a:tcPr marL="78639" marR="78639"/>
                </a:tc>
                <a:tc>
                  <a:txBody>
                    <a:bodyPr/>
                    <a:lstStyle/>
                    <a:p>
                      <a:endParaRPr lang="en-US" sz="1900" dirty="0"/>
                    </a:p>
                  </a:txBody>
                  <a:tcPr marL="78639" marR="78639"/>
                </a:tc>
                <a:extLst>
                  <a:ext uri="{0D108BD9-81ED-4DB2-BD59-A6C34878D82A}">
                    <a16:rowId xmlns:a16="http://schemas.microsoft.com/office/drawing/2014/main" val="1196434217"/>
                  </a:ext>
                </a:extLst>
              </a:tr>
              <a:tr h="376429">
                <a:tc>
                  <a:txBody>
                    <a:bodyPr/>
                    <a:lstStyle/>
                    <a:p>
                      <a:endParaRPr lang="en-US" sz="1900"/>
                    </a:p>
                  </a:txBody>
                  <a:tcPr marL="78639" marR="78639"/>
                </a:tc>
                <a:tc>
                  <a:txBody>
                    <a:bodyPr/>
                    <a:lstStyle/>
                    <a:p>
                      <a:endParaRPr lang="en-US" sz="1900"/>
                    </a:p>
                  </a:txBody>
                  <a:tcPr marL="78639" marR="78639"/>
                </a:tc>
                <a:tc>
                  <a:txBody>
                    <a:bodyPr/>
                    <a:lstStyle/>
                    <a:p>
                      <a:endParaRPr lang="en-US" sz="1900"/>
                    </a:p>
                  </a:txBody>
                  <a:tcPr marL="78639" marR="78639"/>
                </a:tc>
                <a:tc>
                  <a:txBody>
                    <a:bodyPr/>
                    <a:lstStyle/>
                    <a:p>
                      <a:endParaRPr lang="en-US" sz="1900" dirty="0"/>
                    </a:p>
                  </a:txBody>
                  <a:tcPr marL="78639" marR="78639"/>
                </a:tc>
                <a:tc>
                  <a:txBody>
                    <a:bodyPr/>
                    <a:lstStyle/>
                    <a:p>
                      <a:endParaRPr lang="en-US" sz="1900" dirty="0"/>
                    </a:p>
                  </a:txBody>
                  <a:tcPr marL="78639" marR="78639"/>
                </a:tc>
                <a:extLst>
                  <a:ext uri="{0D108BD9-81ED-4DB2-BD59-A6C34878D82A}">
                    <a16:rowId xmlns:a16="http://schemas.microsoft.com/office/drawing/2014/main" val="3781906333"/>
                  </a:ext>
                </a:extLst>
              </a:tr>
              <a:tr h="376429">
                <a:tc>
                  <a:txBody>
                    <a:bodyPr/>
                    <a:lstStyle/>
                    <a:p>
                      <a:endParaRPr lang="en-US" sz="1900" dirty="0"/>
                    </a:p>
                  </a:txBody>
                  <a:tcPr marL="78639" marR="78639"/>
                </a:tc>
                <a:tc>
                  <a:txBody>
                    <a:bodyPr/>
                    <a:lstStyle/>
                    <a:p>
                      <a:endParaRPr lang="en-US" sz="1900" dirty="0"/>
                    </a:p>
                  </a:txBody>
                  <a:tcPr marL="78639" marR="78639"/>
                </a:tc>
                <a:tc>
                  <a:txBody>
                    <a:bodyPr/>
                    <a:lstStyle/>
                    <a:p>
                      <a:endParaRPr lang="en-US" sz="1900" dirty="0"/>
                    </a:p>
                  </a:txBody>
                  <a:tcPr marL="78639" marR="78639"/>
                </a:tc>
                <a:tc>
                  <a:txBody>
                    <a:bodyPr/>
                    <a:lstStyle/>
                    <a:p>
                      <a:endParaRPr lang="en-US" sz="1900"/>
                    </a:p>
                  </a:txBody>
                  <a:tcPr marL="78639" marR="78639"/>
                </a:tc>
                <a:tc>
                  <a:txBody>
                    <a:bodyPr/>
                    <a:lstStyle/>
                    <a:p>
                      <a:endParaRPr lang="en-US" sz="1900" dirty="0"/>
                    </a:p>
                  </a:txBody>
                  <a:tcPr marL="78639" marR="78639"/>
                </a:tc>
                <a:extLst>
                  <a:ext uri="{0D108BD9-81ED-4DB2-BD59-A6C34878D82A}">
                    <a16:rowId xmlns:a16="http://schemas.microsoft.com/office/drawing/2014/main" val="3996250397"/>
                  </a:ext>
                </a:extLst>
              </a:tr>
            </a:tbl>
          </a:graphicData>
        </a:graphic>
      </p:graphicFrame>
      <p:graphicFrame>
        <p:nvGraphicFramePr>
          <p:cNvPr id="12" name="Object 11">
            <a:extLst>
              <a:ext uri="{FF2B5EF4-FFF2-40B4-BE49-F238E27FC236}">
                <a16:creationId xmlns:a16="http://schemas.microsoft.com/office/drawing/2014/main" id="{EB484F4A-1E22-7043-58CA-10A00FF08435}"/>
              </a:ext>
            </a:extLst>
          </p:cNvPr>
          <p:cNvGraphicFramePr>
            <a:graphicFrameLocks noChangeAspect="1"/>
          </p:cNvGraphicFramePr>
          <p:nvPr>
            <p:extLst>
              <p:ext uri="{D42A27DB-BD31-4B8C-83A1-F6EECF244321}">
                <p14:modId xmlns:p14="http://schemas.microsoft.com/office/powerpoint/2010/main" val="2857039145"/>
              </p:ext>
            </p:extLst>
          </p:nvPr>
        </p:nvGraphicFramePr>
        <p:xfrm>
          <a:off x="1300530" y="4612392"/>
          <a:ext cx="939067" cy="163692"/>
        </p:xfrm>
        <a:graphic>
          <a:graphicData uri="http://schemas.openxmlformats.org/presentationml/2006/ole">
            <mc:AlternateContent xmlns:mc="http://schemas.openxmlformats.org/markup-compatibility/2006">
              <mc:Choice xmlns:v="urn:schemas-microsoft-com:vml" Requires="v">
                <p:oleObj name="Equation" r:id="rId10" imgW="1676160" imgH="291960" progId="Equation.DSMT4">
                  <p:embed/>
                </p:oleObj>
              </mc:Choice>
              <mc:Fallback>
                <p:oleObj name="Equation" r:id="rId10" imgW="1676160" imgH="291960" progId="Equation.DSMT4">
                  <p:embed/>
                  <p:pic>
                    <p:nvPicPr>
                      <p:cNvPr id="2" name="Object 1">
                        <a:extLst>
                          <a:ext uri="{FF2B5EF4-FFF2-40B4-BE49-F238E27FC236}">
                            <a16:creationId xmlns:a16="http://schemas.microsoft.com/office/drawing/2014/main" id="{54AB645B-8B71-4ED2-66F8-A35ED11B5149}"/>
                          </a:ext>
                        </a:extLst>
                      </p:cNvPr>
                      <p:cNvPicPr/>
                      <p:nvPr/>
                    </p:nvPicPr>
                    <p:blipFill>
                      <a:blip r:embed="rId11"/>
                      <a:stretch>
                        <a:fillRect/>
                      </a:stretch>
                    </p:blipFill>
                    <p:spPr>
                      <a:xfrm>
                        <a:off x="1300530" y="4612392"/>
                        <a:ext cx="939067" cy="163692"/>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F23A19DF-591D-DA85-E10A-8FD23955DBA1}"/>
              </a:ext>
            </a:extLst>
          </p:cNvPr>
          <p:cNvGraphicFramePr>
            <a:graphicFrameLocks noChangeAspect="1"/>
          </p:cNvGraphicFramePr>
          <p:nvPr>
            <p:extLst>
              <p:ext uri="{D42A27DB-BD31-4B8C-83A1-F6EECF244321}">
                <p14:modId xmlns:p14="http://schemas.microsoft.com/office/powerpoint/2010/main" val="178205097"/>
              </p:ext>
            </p:extLst>
          </p:nvPr>
        </p:nvGraphicFramePr>
        <p:xfrm>
          <a:off x="2674938" y="4529138"/>
          <a:ext cx="1000125" cy="317500"/>
        </p:xfrm>
        <a:graphic>
          <a:graphicData uri="http://schemas.openxmlformats.org/presentationml/2006/ole">
            <mc:AlternateContent xmlns:mc="http://schemas.openxmlformats.org/markup-compatibility/2006">
              <mc:Choice xmlns:v="urn:schemas-microsoft-com:vml" Requires="v">
                <p:oleObj name="Equation" r:id="rId12" imgW="2158920" imgH="685800" progId="Equation.DSMT4">
                  <p:embed/>
                </p:oleObj>
              </mc:Choice>
              <mc:Fallback>
                <p:oleObj name="Equation" r:id="rId12" imgW="2158920" imgH="685800" progId="Equation.DSMT4">
                  <p:embed/>
                  <p:pic>
                    <p:nvPicPr>
                      <p:cNvPr id="3" name="Object 2">
                        <a:extLst>
                          <a:ext uri="{FF2B5EF4-FFF2-40B4-BE49-F238E27FC236}">
                            <a16:creationId xmlns:a16="http://schemas.microsoft.com/office/drawing/2014/main" id="{65376BC3-B46F-A1F5-8FD3-64F83D2FA513}"/>
                          </a:ext>
                        </a:extLst>
                      </p:cNvPr>
                      <p:cNvPicPr/>
                      <p:nvPr/>
                    </p:nvPicPr>
                    <p:blipFill>
                      <a:blip r:embed="rId13"/>
                      <a:stretch>
                        <a:fillRect/>
                      </a:stretch>
                    </p:blipFill>
                    <p:spPr>
                      <a:xfrm>
                        <a:off x="2674938" y="4529138"/>
                        <a:ext cx="1000125" cy="317500"/>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F84C0626-1294-BF35-6ECA-D02DAE6DDF40}"/>
              </a:ext>
            </a:extLst>
          </p:cNvPr>
          <p:cNvGraphicFramePr>
            <a:graphicFrameLocks noChangeAspect="1"/>
          </p:cNvGraphicFramePr>
          <p:nvPr>
            <p:extLst>
              <p:ext uri="{D42A27DB-BD31-4B8C-83A1-F6EECF244321}">
                <p14:modId xmlns:p14="http://schemas.microsoft.com/office/powerpoint/2010/main" val="1385186372"/>
              </p:ext>
            </p:extLst>
          </p:nvPr>
        </p:nvGraphicFramePr>
        <p:xfrm>
          <a:off x="4097338" y="4527550"/>
          <a:ext cx="998537" cy="317500"/>
        </p:xfrm>
        <a:graphic>
          <a:graphicData uri="http://schemas.openxmlformats.org/presentationml/2006/ole">
            <mc:AlternateContent xmlns:mc="http://schemas.openxmlformats.org/markup-compatibility/2006">
              <mc:Choice xmlns:v="urn:schemas-microsoft-com:vml" Requires="v">
                <p:oleObj name="Equation" r:id="rId14" imgW="2158920" imgH="685800" progId="Equation.DSMT4">
                  <p:embed/>
                </p:oleObj>
              </mc:Choice>
              <mc:Fallback>
                <p:oleObj name="Equation" r:id="rId14" imgW="2158920" imgH="685800" progId="Equation.DSMT4">
                  <p:embed/>
                  <p:pic>
                    <p:nvPicPr>
                      <p:cNvPr id="4" name="Object 3">
                        <a:extLst>
                          <a:ext uri="{FF2B5EF4-FFF2-40B4-BE49-F238E27FC236}">
                            <a16:creationId xmlns:a16="http://schemas.microsoft.com/office/drawing/2014/main" id="{C96DDA26-5014-4868-3624-1F0CB4FFA8A1}"/>
                          </a:ext>
                        </a:extLst>
                      </p:cNvPr>
                      <p:cNvPicPr/>
                      <p:nvPr/>
                    </p:nvPicPr>
                    <p:blipFill>
                      <a:blip r:embed="rId15"/>
                      <a:stretch>
                        <a:fillRect/>
                      </a:stretch>
                    </p:blipFill>
                    <p:spPr>
                      <a:xfrm>
                        <a:off x="4097338" y="4527550"/>
                        <a:ext cx="998537" cy="317500"/>
                      </a:xfrm>
                      <a:prstGeom prst="rect">
                        <a:avLst/>
                      </a:prstGeom>
                    </p:spPr>
                  </p:pic>
                </p:oleObj>
              </mc:Fallback>
            </mc:AlternateContent>
          </a:graphicData>
        </a:graphic>
      </p:graphicFrame>
      <p:graphicFrame>
        <p:nvGraphicFramePr>
          <p:cNvPr id="46" name="Object 45">
            <a:extLst>
              <a:ext uri="{FF2B5EF4-FFF2-40B4-BE49-F238E27FC236}">
                <a16:creationId xmlns:a16="http://schemas.microsoft.com/office/drawing/2014/main" id="{6AED317A-2637-D880-6BDC-24F82BBC4CD6}"/>
              </a:ext>
            </a:extLst>
          </p:cNvPr>
          <p:cNvGraphicFramePr>
            <a:graphicFrameLocks noChangeAspect="1"/>
          </p:cNvGraphicFramePr>
          <p:nvPr>
            <p:extLst>
              <p:ext uri="{D42A27DB-BD31-4B8C-83A1-F6EECF244321}">
                <p14:modId xmlns:p14="http://schemas.microsoft.com/office/powerpoint/2010/main" val="2069782712"/>
              </p:ext>
            </p:extLst>
          </p:nvPr>
        </p:nvGraphicFramePr>
        <p:xfrm>
          <a:off x="5470525" y="4530725"/>
          <a:ext cx="1001713" cy="317500"/>
        </p:xfrm>
        <a:graphic>
          <a:graphicData uri="http://schemas.openxmlformats.org/presentationml/2006/ole">
            <mc:AlternateContent xmlns:mc="http://schemas.openxmlformats.org/markup-compatibility/2006">
              <mc:Choice xmlns:v="urn:schemas-microsoft-com:vml" Requires="v">
                <p:oleObj name="Equation" r:id="rId16" imgW="2158920" imgH="685800" progId="Equation.DSMT4">
                  <p:embed/>
                </p:oleObj>
              </mc:Choice>
              <mc:Fallback>
                <p:oleObj name="Equation" r:id="rId16" imgW="2158920" imgH="685800" progId="Equation.DSMT4">
                  <p:embed/>
                  <p:pic>
                    <p:nvPicPr>
                      <p:cNvPr id="5" name="Object 4">
                        <a:extLst>
                          <a:ext uri="{FF2B5EF4-FFF2-40B4-BE49-F238E27FC236}">
                            <a16:creationId xmlns:a16="http://schemas.microsoft.com/office/drawing/2014/main" id="{436D2CA8-79A8-8F57-D05F-ADF45E9DF1A0}"/>
                          </a:ext>
                        </a:extLst>
                      </p:cNvPr>
                      <p:cNvPicPr/>
                      <p:nvPr/>
                    </p:nvPicPr>
                    <p:blipFill>
                      <a:blip r:embed="rId17"/>
                      <a:stretch>
                        <a:fillRect/>
                      </a:stretch>
                    </p:blipFill>
                    <p:spPr>
                      <a:xfrm>
                        <a:off x="5470525" y="4530725"/>
                        <a:ext cx="1001713" cy="317500"/>
                      </a:xfrm>
                      <a:prstGeom prst="rect">
                        <a:avLst/>
                      </a:prstGeom>
                    </p:spPr>
                  </p:pic>
                </p:oleObj>
              </mc:Fallback>
            </mc:AlternateContent>
          </a:graphicData>
        </a:graphic>
      </p:graphicFrame>
      <p:graphicFrame>
        <p:nvGraphicFramePr>
          <p:cNvPr id="47" name="Object 46">
            <a:extLst>
              <a:ext uri="{FF2B5EF4-FFF2-40B4-BE49-F238E27FC236}">
                <a16:creationId xmlns:a16="http://schemas.microsoft.com/office/drawing/2014/main" id="{48AB8123-CE41-C7A6-7E4D-3DA6349370F4}"/>
              </a:ext>
            </a:extLst>
          </p:cNvPr>
          <p:cNvGraphicFramePr>
            <a:graphicFrameLocks noChangeAspect="1"/>
          </p:cNvGraphicFramePr>
          <p:nvPr>
            <p:extLst>
              <p:ext uri="{D42A27DB-BD31-4B8C-83A1-F6EECF244321}">
                <p14:modId xmlns:p14="http://schemas.microsoft.com/office/powerpoint/2010/main" val="2780934829"/>
              </p:ext>
            </p:extLst>
          </p:nvPr>
        </p:nvGraphicFramePr>
        <p:xfrm>
          <a:off x="6921410" y="4614258"/>
          <a:ext cx="668763" cy="135693"/>
        </p:xfrm>
        <a:graphic>
          <a:graphicData uri="http://schemas.openxmlformats.org/presentationml/2006/ole">
            <mc:AlternateContent xmlns:mc="http://schemas.openxmlformats.org/markup-compatibility/2006">
              <mc:Choice xmlns:v="urn:schemas-microsoft-com:vml" Requires="v">
                <p:oleObj name="Equation" r:id="rId18" imgW="1193760" imgH="241200" progId="Equation.DSMT4">
                  <p:embed/>
                </p:oleObj>
              </mc:Choice>
              <mc:Fallback>
                <p:oleObj name="Equation" r:id="rId18" imgW="1193760" imgH="241200" progId="Equation.DSMT4">
                  <p:embed/>
                  <p:pic>
                    <p:nvPicPr>
                      <p:cNvPr id="7" name="Object 6">
                        <a:extLst>
                          <a:ext uri="{FF2B5EF4-FFF2-40B4-BE49-F238E27FC236}">
                            <a16:creationId xmlns:a16="http://schemas.microsoft.com/office/drawing/2014/main" id="{5418C947-0A4D-A358-B8C3-F4F05A6CD0BB}"/>
                          </a:ext>
                        </a:extLst>
                      </p:cNvPr>
                      <p:cNvPicPr/>
                      <p:nvPr/>
                    </p:nvPicPr>
                    <p:blipFill>
                      <a:blip r:embed="rId19"/>
                      <a:stretch>
                        <a:fillRect/>
                      </a:stretch>
                    </p:blipFill>
                    <p:spPr>
                      <a:xfrm>
                        <a:off x="6921410" y="4614258"/>
                        <a:ext cx="668763" cy="135693"/>
                      </a:xfrm>
                      <a:prstGeom prst="rect">
                        <a:avLst/>
                      </a:prstGeom>
                    </p:spPr>
                  </p:pic>
                </p:oleObj>
              </mc:Fallback>
            </mc:AlternateContent>
          </a:graphicData>
        </a:graphic>
      </p:graphicFrame>
      <p:graphicFrame>
        <p:nvGraphicFramePr>
          <p:cNvPr id="26" name="Object 25">
            <a:extLst>
              <a:ext uri="{FF2B5EF4-FFF2-40B4-BE49-F238E27FC236}">
                <a16:creationId xmlns:a16="http://schemas.microsoft.com/office/drawing/2014/main" id="{FAE3AC13-E221-4B7A-A1EC-E2C8C463E7CB}"/>
              </a:ext>
            </a:extLst>
          </p:cNvPr>
          <p:cNvGraphicFramePr>
            <a:graphicFrameLocks noChangeAspect="1"/>
          </p:cNvGraphicFramePr>
          <p:nvPr>
            <p:extLst>
              <p:ext uri="{D42A27DB-BD31-4B8C-83A1-F6EECF244321}">
                <p14:modId xmlns:p14="http://schemas.microsoft.com/office/powerpoint/2010/main" val="132361115"/>
              </p:ext>
            </p:extLst>
          </p:nvPr>
        </p:nvGraphicFramePr>
        <p:xfrm>
          <a:off x="1282700" y="5048250"/>
          <a:ext cx="1000125" cy="204788"/>
        </p:xfrm>
        <a:graphic>
          <a:graphicData uri="http://schemas.openxmlformats.org/presentationml/2006/ole">
            <mc:AlternateContent xmlns:mc="http://schemas.openxmlformats.org/markup-compatibility/2006">
              <mc:Choice xmlns:v="urn:schemas-microsoft-com:vml" Requires="v">
                <p:oleObj name="Equation" r:id="rId20" imgW="1612800" imgH="330120" progId="Equation.DSMT4">
                  <p:embed/>
                </p:oleObj>
              </mc:Choice>
              <mc:Fallback>
                <p:oleObj name="Equation" r:id="rId20" imgW="1612800" imgH="330120" progId="Equation.DSMT4">
                  <p:embed/>
                  <p:pic>
                    <p:nvPicPr>
                      <p:cNvPr id="30" name="Object 29">
                        <a:extLst>
                          <a:ext uri="{FF2B5EF4-FFF2-40B4-BE49-F238E27FC236}">
                            <a16:creationId xmlns:a16="http://schemas.microsoft.com/office/drawing/2014/main" id="{D9960DA7-1B1E-4B25-ABCD-06B45107631B}"/>
                          </a:ext>
                        </a:extLst>
                      </p:cNvPr>
                      <p:cNvPicPr/>
                      <p:nvPr/>
                    </p:nvPicPr>
                    <p:blipFill>
                      <a:blip r:embed="rId21"/>
                      <a:stretch>
                        <a:fillRect/>
                      </a:stretch>
                    </p:blipFill>
                    <p:spPr>
                      <a:xfrm>
                        <a:off x="1282700" y="5048250"/>
                        <a:ext cx="1000125" cy="204788"/>
                      </a:xfrm>
                      <a:prstGeom prst="rect">
                        <a:avLst/>
                      </a:prstGeom>
                    </p:spPr>
                  </p:pic>
                </p:oleObj>
              </mc:Fallback>
            </mc:AlternateContent>
          </a:graphicData>
        </a:graphic>
      </p:graphicFrame>
      <p:graphicFrame>
        <p:nvGraphicFramePr>
          <p:cNvPr id="27" name="Object 26">
            <a:extLst>
              <a:ext uri="{FF2B5EF4-FFF2-40B4-BE49-F238E27FC236}">
                <a16:creationId xmlns:a16="http://schemas.microsoft.com/office/drawing/2014/main" id="{F4B328B0-FDCC-40F7-AB07-A94A04DD6596}"/>
              </a:ext>
            </a:extLst>
          </p:cNvPr>
          <p:cNvGraphicFramePr>
            <a:graphicFrameLocks noChangeAspect="1"/>
          </p:cNvGraphicFramePr>
          <p:nvPr>
            <p:extLst>
              <p:ext uri="{D42A27DB-BD31-4B8C-83A1-F6EECF244321}">
                <p14:modId xmlns:p14="http://schemas.microsoft.com/office/powerpoint/2010/main" val="2762640182"/>
              </p:ext>
            </p:extLst>
          </p:nvPr>
        </p:nvGraphicFramePr>
        <p:xfrm>
          <a:off x="2997422" y="5064343"/>
          <a:ext cx="286251" cy="164812"/>
        </p:xfrm>
        <a:graphic>
          <a:graphicData uri="http://schemas.openxmlformats.org/presentationml/2006/ole">
            <mc:AlternateContent xmlns:mc="http://schemas.openxmlformats.org/markup-compatibility/2006">
              <mc:Choice xmlns:v="urn:schemas-microsoft-com:vml" Requires="v">
                <p:oleObj name="Equation" r:id="rId22" imgW="419040" imgH="241200" progId="Equation.DSMT4">
                  <p:embed/>
                </p:oleObj>
              </mc:Choice>
              <mc:Fallback>
                <p:oleObj name="Equation" r:id="rId22" imgW="419040" imgH="241200" progId="Equation.DSMT4">
                  <p:embed/>
                  <p:pic>
                    <p:nvPicPr>
                      <p:cNvPr id="31" name="Object 30">
                        <a:extLst>
                          <a:ext uri="{FF2B5EF4-FFF2-40B4-BE49-F238E27FC236}">
                            <a16:creationId xmlns:a16="http://schemas.microsoft.com/office/drawing/2014/main" id="{07799BF3-58B1-43A3-B4FC-F798E968ED3F}"/>
                          </a:ext>
                        </a:extLst>
                      </p:cNvPr>
                      <p:cNvPicPr/>
                      <p:nvPr/>
                    </p:nvPicPr>
                    <p:blipFill>
                      <a:blip r:embed="rId23"/>
                      <a:stretch>
                        <a:fillRect/>
                      </a:stretch>
                    </p:blipFill>
                    <p:spPr>
                      <a:xfrm>
                        <a:off x="2997422" y="5064343"/>
                        <a:ext cx="286251" cy="164812"/>
                      </a:xfrm>
                      <a:prstGeom prst="rect">
                        <a:avLst/>
                      </a:prstGeom>
                    </p:spPr>
                  </p:pic>
                </p:oleObj>
              </mc:Fallback>
            </mc:AlternateContent>
          </a:graphicData>
        </a:graphic>
      </p:graphicFrame>
      <p:graphicFrame>
        <p:nvGraphicFramePr>
          <p:cNvPr id="28" name="Object 27">
            <a:extLst>
              <a:ext uri="{FF2B5EF4-FFF2-40B4-BE49-F238E27FC236}">
                <a16:creationId xmlns:a16="http://schemas.microsoft.com/office/drawing/2014/main" id="{83085104-03A6-4D57-9992-CBD95BEB7374}"/>
              </a:ext>
            </a:extLst>
          </p:cNvPr>
          <p:cNvGraphicFramePr>
            <a:graphicFrameLocks noChangeAspect="1"/>
          </p:cNvGraphicFramePr>
          <p:nvPr>
            <p:extLst>
              <p:ext uri="{D42A27DB-BD31-4B8C-83A1-F6EECF244321}">
                <p14:modId xmlns:p14="http://schemas.microsoft.com/office/powerpoint/2010/main" val="4071207788"/>
              </p:ext>
            </p:extLst>
          </p:nvPr>
        </p:nvGraphicFramePr>
        <p:xfrm>
          <a:off x="4405614" y="5053153"/>
          <a:ext cx="199422" cy="163998"/>
        </p:xfrm>
        <a:graphic>
          <a:graphicData uri="http://schemas.openxmlformats.org/presentationml/2006/ole">
            <mc:AlternateContent xmlns:mc="http://schemas.openxmlformats.org/markup-compatibility/2006">
              <mc:Choice xmlns:v="urn:schemas-microsoft-com:vml" Requires="v">
                <p:oleObj name="Equation" r:id="rId24" imgW="291960" imgH="241200" progId="Equation.DSMT4">
                  <p:embed/>
                </p:oleObj>
              </mc:Choice>
              <mc:Fallback>
                <p:oleObj name="Equation" r:id="rId24" imgW="291960" imgH="241200" progId="Equation.DSMT4">
                  <p:embed/>
                  <p:pic>
                    <p:nvPicPr>
                      <p:cNvPr id="32" name="Object 31">
                        <a:extLst>
                          <a:ext uri="{FF2B5EF4-FFF2-40B4-BE49-F238E27FC236}">
                            <a16:creationId xmlns:a16="http://schemas.microsoft.com/office/drawing/2014/main" id="{F060A9DC-21A1-43FA-93E8-0DFB00F1A547}"/>
                          </a:ext>
                        </a:extLst>
                      </p:cNvPr>
                      <p:cNvPicPr/>
                      <p:nvPr/>
                    </p:nvPicPr>
                    <p:blipFill>
                      <a:blip r:embed="rId25"/>
                      <a:stretch>
                        <a:fillRect/>
                      </a:stretch>
                    </p:blipFill>
                    <p:spPr>
                      <a:xfrm>
                        <a:off x="4405614" y="5053153"/>
                        <a:ext cx="199422" cy="163998"/>
                      </a:xfrm>
                      <a:prstGeom prst="rect">
                        <a:avLst/>
                      </a:prstGeom>
                    </p:spPr>
                  </p:pic>
                </p:oleObj>
              </mc:Fallback>
            </mc:AlternateContent>
          </a:graphicData>
        </a:graphic>
      </p:graphicFrame>
      <p:graphicFrame>
        <p:nvGraphicFramePr>
          <p:cNvPr id="29" name="Object 28">
            <a:extLst>
              <a:ext uri="{FF2B5EF4-FFF2-40B4-BE49-F238E27FC236}">
                <a16:creationId xmlns:a16="http://schemas.microsoft.com/office/drawing/2014/main" id="{4FD601E2-C157-4FE3-9781-F367CC94FBA9}"/>
              </a:ext>
            </a:extLst>
          </p:cNvPr>
          <p:cNvGraphicFramePr>
            <a:graphicFrameLocks noChangeAspect="1"/>
          </p:cNvGraphicFramePr>
          <p:nvPr>
            <p:extLst>
              <p:ext uri="{D42A27DB-BD31-4B8C-83A1-F6EECF244321}">
                <p14:modId xmlns:p14="http://schemas.microsoft.com/office/powerpoint/2010/main" val="1971890409"/>
              </p:ext>
            </p:extLst>
          </p:nvPr>
        </p:nvGraphicFramePr>
        <p:xfrm>
          <a:off x="5964603" y="5012889"/>
          <a:ext cx="125412" cy="198438"/>
        </p:xfrm>
        <a:graphic>
          <a:graphicData uri="http://schemas.openxmlformats.org/presentationml/2006/ole">
            <mc:AlternateContent xmlns:mc="http://schemas.openxmlformats.org/markup-compatibility/2006">
              <mc:Choice xmlns:v="urn:schemas-microsoft-com:vml" Requires="v">
                <p:oleObj name="Equation" r:id="rId26" imgW="152280" imgH="241200" progId="Equation.DSMT4">
                  <p:embed/>
                </p:oleObj>
              </mc:Choice>
              <mc:Fallback>
                <p:oleObj name="Equation" r:id="rId26" imgW="152280" imgH="241200" progId="Equation.DSMT4">
                  <p:embed/>
                  <p:pic>
                    <p:nvPicPr>
                      <p:cNvPr id="33" name="Object 32">
                        <a:extLst>
                          <a:ext uri="{FF2B5EF4-FFF2-40B4-BE49-F238E27FC236}">
                            <a16:creationId xmlns:a16="http://schemas.microsoft.com/office/drawing/2014/main" id="{A774E571-B816-4E9F-9592-DBC41DC5B1AE}"/>
                          </a:ext>
                        </a:extLst>
                      </p:cNvPr>
                      <p:cNvPicPr/>
                      <p:nvPr/>
                    </p:nvPicPr>
                    <p:blipFill>
                      <a:blip r:embed="rId27"/>
                      <a:stretch>
                        <a:fillRect/>
                      </a:stretch>
                    </p:blipFill>
                    <p:spPr>
                      <a:xfrm>
                        <a:off x="5964603" y="5012889"/>
                        <a:ext cx="125412" cy="198438"/>
                      </a:xfrm>
                      <a:prstGeom prst="rect">
                        <a:avLst/>
                      </a:prstGeom>
                    </p:spPr>
                  </p:pic>
                </p:oleObj>
              </mc:Fallback>
            </mc:AlternateContent>
          </a:graphicData>
        </a:graphic>
      </p:graphicFrame>
      <p:graphicFrame>
        <p:nvGraphicFramePr>
          <p:cNvPr id="30" name="Object 29">
            <a:extLst>
              <a:ext uri="{FF2B5EF4-FFF2-40B4-BE49-F238E27FC236}">
                <a16:creationId xmlns:a16="http://schemas.microsoft.com/office/drawing/2014/main" id="{7B5181DE-8564-4ACF-A4D3-0682A365E1CF}"/>
              </a:ext>
            </a:extLst>
          </p:cNvPr>
          <p:cNvGraphicFramePr>
            <a:graphicFrameLocks noChangeAspect="1"/>
          </p:cNvGraphicFramePr>
          <p:nvPr>
            <p:extLst>
              <p:ext uri="{D42A27DB-BD31-4B8C-83A1-F6EECF244321}">
                <p14:modId xmlns:p14="http://schemas.microsoft.com/office/powerpoint/2010/main" val="389985761"/>
              </p:ext>
            </p:extLst>
          </p:nvPr>
        </p:nvGraphicFramePr>
        <p:xfrm>
          <a:off x="7181524" y="5037713"/>
          <a:ext cx="314615" cy="180398"/>
        </p:xfrm>
        <a:graphic>
          <a:graphicData uri="http://schemas.openxmlformats.org/presentationml/2006/ole">
            <mc:AlternateContent xmlns:mc="http://schemas.openxmlformats.org/markup-compatibility/2006">
              <mc:Choice xmlns:v="urn:schemas-microsoft-com:vml" Requires="v">
                <p:oleObj name="Equation" r:id="rId28" imgW="419040" imgH="241200" progId="Equation.DSMT4">
                  <p:embed/>
                </p:oleObj>
              </mc:Choice>
              <mc:Fallback>
                <p:oleObj name="Equation" r:id="rId28" imgW="419040" imgH="241200" progId="Equation.DSMT4">
                  <p:embed/>
                  <p:pic>
                    <p:nvPicPr>
                      <p:cNvPr id="34" name="Object 33">
                        <a:extLst>
                          <a:ext uri="{FF2B5EF4-FFF2-40B4-BE49-F238E27FC236}">
                            <a16:creationId xmlns:a16="http://schemas.microsoft.com/office/drawing/2014/main" id="{2B30CE57-0336-42E0-BF5A-F39EEAB7F6DF}"/>
                          </a:ext>
                        </a:extLst>
                      </p:cNvPr>
                      <p:cNvPicPr/>
                      <p:nvPr/>
                    </p:nvPicPr>
                    <p:blipFill>
                      <a:blip r:embed="rId29"/>
                      <a:stretch>
                        <a:fillRect/>
                      </a:stretch>
                    </p:blipFill>
                    <p:spPr>
                      <a:xfrm>
                        <a:off x="7181524" y="5037713"/>
                        <a:ext cx="314615" cy="180398"/>
                      </a:xfrm>
                      <a:prstGeom prst="rect">
                        <a:avLst/>
                      </a:prstGeom>
                    </p:spPr>
                  </p:pic>
                </p:oleObj>
              </mc:Fallback>
            </mc:AlternateContent>
          </a:graphicData>
        </a:graphic>
      </p:graphicFrame>
      <p:graphicFrame>
        <p:nvGraphicFramePr>
          <p:cNvPr id="31" name="Object 30">
            <a:extLst>
              <a:ext uri="{FF2B5EF4-FFF2-40B4-BE49-F238E27FC236}">
                <a16:creationId xmlns:a16="http://schemas.microsoft.com/office/drawing/2014/main" id="{C29FFCAA-AAD0-4F85-A23A-23C3C90DA499}"/>
              </a:ext>
            </a:extLst>
          </p:cNvPr>
          <p:cNvGraphicFramePr>
            <a:graphicFrameLocks noChangeAspect="1"/>
          </p:cNvGraphicFramePr>
          <p:nvPr>
            <p:extLst>
              <p:ext uri="{D42A27DB-BD31-4B8C-83A1-F6EECF244321}">
                <p14:modId xmlns:p14="http://schemas.microsoft.com/office/powerpoint/2010/main" val="497336169"/>
              </p:ext>
            </p:extLst>
          </p:nvPr>
        </p:nvGraphicFramePr>
        <p:xfrm>
          <a:off x="1285875" y="5434013"/>
          <a:ext cx="1012825" cy="200025"/>
        </p:xfrm>
        <a:graphic>
          <a:graphicData uri="http://schemas.openxmlformats.org/presentationml/2006/ole">
            <mc:AlternateContent xmlns:mc="http://schemas.openxmlformats.org/markup-compatibility/2006">
              <mc:Choice xmlns:v="urn:schemas-microsoft-com:vml" Requires="v">
                <p:oleObj name="Equation" r:id="rId30" imgW="1663560" imgH="330120" progId="Equation.DSMT4">
                  <p:embed/>
                </p:oleObj>
              </mc:Choice>
              <mc:Fallback>
                <p:oleObj name="Equation" r:id="rId30" imgW="1663560" imgH="330120" progId="Equation.DSMT4">
                  <p:embed/>
                  <p:pic>
                    <p:nvPicPr>
                      <p:cNvPr id="35" name="Object 34">
                        <a:extLst>
                          <a:ext uri="{FF2B5EF4-FFF2-40B4-BE49-F238E27FC236}">
                            <a16:creationId xmlns:a16="http://schemas.microsoft.com/office/drawing/2014/main" id="{A610EAEB-518B-4831-BCD0-57022E054944}"/>
                          </a:ext>
                        </a:extLst>
                      </p:cNvPr>
                      <p:cNvPicPr/>
                      <p:nvPr/>
                    </p:nvPicPr>
                    <p:blipFill>
                      <a:blip r:embed="rId31"/>
                      <a:stretch>
                        <a:fillRect/>
                      </a:stretch>
                    </p:blipFill>
                    <p:spPr>
                      <a:xfrm>
                        <a:off x="1285875" y="5434013"/>
                        <a:ext cx="1012825" cy="200025"/>
                      </a:xfrm>
                      <a:prstGeom prst="rect">
                        <a:avLst/>
                      </a:prstGeom>
                    </p:spPr>
                  </p:pic>
                </p:oleObj>
              </mc:Fallback>
            </mc:AlternateContent>
          </a:graphicData>
        </a:graphic>
      </p:graphicFrame>
      <p:graphicFrame>
        <p:nvGraphicFramePr>
          <p:cNvPr id="32" name="Object 31">
            <a:extLst>
              <a:ext uri="{FF2B5EF4-FFF2-40B4-BE49-F238E27FC236}">
                <a16:creationId xmlns:a16="http://schemas.microsoft.com/office/drawing/2014/main" id="{4D2533CB-3978-4BA6-8147-40452E4F6F08}"/>
              </a:ext>
            </a:extLst>
          </p:cNvPr>
          <p:cNvGraphicFramePr>
            <a:graphicFrameLocks noChangeAspect="1"/>
          </p:cNvGraphicFramePr>
          <p:nvPr>
            <p:extLst>
              <p:ext uri="{D42A27DB-BD31-4B8C-83A1-F6EECF244321}">
                <p14:modId xmlns:p14="http://schemas.microsoft.com/office/powerpoint/2010/main" val="2321498504"/>
              </p:ext>
            </p:extLst>
          </p:nvPr>
        </p:nvGraphicFramePr>
        <p:xfrm>
          <a:off x="3055332" y="5438290"/>
          <a:ext cx="199508" cy="164812"/>
        </p:xfrm>
        <a:graphic>
          <a:graphicData uri="http://schemas.openxmlformats.org/presentationml/2006/ole">
            <mc:AlternateContent xmlns:mc="http://schemas.openxmlformats.org/markup-compatibility/2006">
              <mc:Choice xmlns:v="urn:schemas-microsoft-com:vml" Requires="v">
                <p:oleObj name="Equation" r:id="rId32" imgW="291960" imgH="241200" progId="Equation.DSMT4">
                  <p:embed/>
                </p:oleObj>
              </mc:Choice>
              <mc:Fallback>
                <p:oleObj name="Equation" r:id="rId32" imgW="291960" imgH="241200" progId="Equation.DSMT4">
                  <p:embed/>
                  <p:pic>
                    <p:nvPicPr>
                      <p:cNvPr id="36" name="Object 35">
                        <a:extLst>
                          <a:ext uri="{FF2B5EF4-FFF2-40B4-BE49-F238E27FC236}">
                            <a16:creationId xmlns:a16="http://schemas.microsoft.com/office/drawing/2014/main" id="{89F14DD1-E72C-4AAB-B8AD-48BE5F6878E3}"/>
                          </a:ext>
                        </a:extLst>
                      </p:cNvPr>
                      <p:cNvPicPr/>
                      <p:nvPr/>
                    </p:nvPicPr>
                    <p:blipFill>
                      <a:blip r:embed="rId33"/>
                      <a:stretch>
                        <a:fillRect/>
                      </a:stretch>
                    </p:blipFill>
                    <p:spPr>
                      <a:xfrm>
                        <a:off x="3055332" y="5438290"/>
                        <a:ext cx="199508" cy="164812"/>
                      </a:xfrm>
                      <a:prstGeom prst="rect">
                        <a:avLst/>
                      </a:prstGeom>
                    </p:spPr>
                  </p:pic>
                </p:oleObj>
              </mc:Fallback>
            </mc:AlternateContent>
          </a:graphicData>
        </a:graphic>
      </p:graphicFrame>
      <p:graphicFrame>
        <p:nvGraphicFramePr>
          <p:cNvPr id="33" name="Object 32">
            <a:extLst>
              <a:ext uri="{FF2B5EF4-FFF2-40B4-BE49-F238E27FC236}">
                <a16:creationId xmlns:a16="http://schemas.microsoft.com/office/drawing/2014/main" id="{D3739DEC-8285-4FB2-82A0-81423503861F}"/>
              </a:ext>
            </a:extLst>
          </p:cNvPr>
          <p:cNvGraphicFramePr>
            <a:graphicFrameLocks noChangeAspect="1"/>
          </p:cNvGraphicFramePr>
          <p:nvPr>
            <p:extLst>
              <p:ext uri="{D42A27DB-BD31-4B8C-83A1-F6EECF244321}">
                <p14:modId xmlns:p14="http://schemas.microsoft.com/office/powerpoint/2010/main" val="1195758823"/>
              </p:ext>
            </p:extLst>
          </p:nvPr>
        </p:nvGraphicFramePr>
        <p:xfrm>
          <a:off x="4414044" y="5406436"/>
          <a:ext cx="182562" cy="165100"/>
        </p:xfrm>
        <a:graphic>
          <a:graphicData uri="http://schemas.openxmlformats.org/presentationml/2006/ole">
            <mc:AlternateContent xmlns:mc="http://schemas.openxmlformats.org/markup-compatibility/2006">
              <mc:Choice xmlns:v="urn:schemas-microsoft-com:vml" Requires="v">
                <p:oleObj name="Equation" r:id="rId34" imgW="266400" imgH="241200" progId="Equation.DSMT4">
                  <p:embed/>
                </p:oleObj>
              </mc:Choice>
              <mc:Fallback>
                <p:oleObj name="Equation" r:id="rId34" imgW="266400" imgH="241200" progId="Equation.DSMT4">
                  <p:embed/>
                  <p:pic>
                    <p:nvPicPr>
                      <p:cNvPr id="37" name="Object 36">
                        <a:extLst>
                          <a:ext uri="{FF2B5EF4-FFF2-40B4-BE49-F238E27FC236}">
                            <a16:creationId xmlns:a16="http://schemas.microsoft.com/office/drawing/2014/main" id="{55041083-C166-420A-88E9-C02227CB50A8}"/>
                          </a:ext>
                        </a:extLst>
                      </p:cNvPr>
                      <p:cNvPicPr/>
                      <p:nvPr/>
                    </p:nvPicPr>
                    <p:blipFill>
                      <a:blip r:embed="rId35"/>
                      <a:stretch>
                        <a:fillRect/>
                      </a:stretch>
                    </p:blipFill>
                    <p:spPr>
                      <a:xfrm>
                        <a:off x="4414044" y="5406436"/>
                        <a:ext cx="182562" cy="165100"/>
                      </a:xfrm>
                      <a:prstGeom prst="rect">
                        <a:avLst/>
                      </a:prstGeom>
                    </p:spPr>
                  </p:pic>
                </p:oleObj>
              </mc:Fallback>
            </mc:AlternateContent>
          </a:graphicData>
        </a:graphic>
      </p:graphicFrame>
      <p:graphicFrame>
        <p:nvGraphicFramePr>
          <p:cNvPr id="34" name="Object 33">
            <a:extLst>
              <a:ext uri="{FF2B5EF4-FFF2-40B4-BE49-F238E27FC236}">
                <a16:creationId xmlns:a16="http://schemas.microsoft.com/office/drawing/2014/main" id="{4914AD9B-701B-4EA9-B1F2-AA32DDF4242E}"/>
              </a:ext>
            </a:extLst>
          </p:cNvPr>
          <p:cNvGraphicFramePr>
            <a:graphicFrameLocks noChangeAspect="1"/>
          </p:cNvGraphicFramePr>
          <p:nvPr>
            <p:extLst>
              <p:ext uri="{D42A27DB-BD31-4B8C-83A1-F6EECF244321}">
                <p14:modId xmlns:p14="http://schemas.microsoft.com/office/powerpoint/2010/main" val="696065328"/>
              </p:ext>
            </p:extLst>
          </p:nvPr>
        </p:nvGraphicFramePr>
        <p:xfrm>
          <a:off x="5957104" y="5421477"/>
          <a:ext cx="136525" cy="198438"/>
        </p:xfrm>
        <a:graphic>
          <a:graphicData uri="http://schemas.openxmlformats.org/presentationml/2006/ole">
            <mc:AlternateContent xmlns:mc="http://schemas.openxmlformats.org/markup-compatibility/2006">
              <mc:Choice xmlns:v="urn:schemas-microsoft-com:vml" Requires="v">
                <p:oleObj name="Equation" r:id="rId36" imgW="164880" imgH="241200" progId="Equation.DSMT4">
                  <p:embed/>
                </p:oleObj>
              </mc:Choice>
              <mc:Fallback>
                <p:oleObj name="Equation" r:id="rId36" imgW="164880" imgH="241200" progId="Equation.DSMT4">
                  <p:embed/>
                  <p:pic>
                    <p:nvPicPr>
                      <p:cNvPr id="38" name="Object 37">
                        <a:extLst>
                          <a:ext uri="{FF2B5EF4-FFF2-40B4-BE49-F238E27FC236}">
                            <a16:creationId xmlns:a16="http://schemas.microsoft.com/office/drawing/2014/main" id="{F21A3EE4-23B6-4A14-B71D-9808E3CF00CA}"/>
                          </a:ext>
                        </a:extLst>
                      </p:cNvPr>
                      <p:cNvPicPr/>
                      <p:nvPr/>
                    </p:nvPicPr>
                    <p:blipFill>
                      <a:blip r:embed="rId37"/>
                      <a:stretch>
                        <a:fillRect/>
                      </a:stretch>
                    </p:blipFill>
                    <p:spPr>
                      <a:xfrm>
                        <a:off x="5957104" y="5421477"/>
                        <a:ext cx="136525" cy="198438"/>
                      </a:xfrm>
                      <a:prstGeom prst="rect">
                        <a:avLst/>
                      </a:prstGeom>
                    </p:spPr>
                  </p:pic>
                </p:oleObj>
              </mc:Fallback>
            </mc:AlternateContent>
          </a:graphicData>
        </a:graphic>
      </p:graphicFrame>
      <p:graphicFrame>
        <p:nvGraphicFramePr>
          <p:cNvPr id="35" name="Object 34">
            <a:extLst>
              <a:ext uri="{FF2B5EF4-FFF2-40B4-BE49-F238E27FC236}">
                <a16:creationId xmlns:a16="http://schemas.microsoft.com/office/drawing/2014/main" id="{059DB48E-0EF8-4CCF-ACDB-590803B9C7FB}"/>
              </a:ext>
            </a:extLst>
          </p:cNvPr>
          <p:cNvGraphicFramePr>
            <a:graphicFrameLocks noChangeAspect="1"/>
          </p:cNvGraphicFramePr>
          <p:nvPr>
            <p:extLst>
              <p:ext uri="{D42A27DB-BD31-4B8C-83A1-F6EECF244321}">
                <p14:modId xmlns:p14="http://schemas.microsoft.com/office/powerpoint/2010/main" val="1106339812"/>
              </p:ext>
            </p:extLst>
          </p:nvPr>
        </p:nvGraphicFramePr>
        <p:xfrm>
          <a:off x="7268586" y="5422320"/>
          <a:ext cx="225651" cy="194528"/>
        </p:xfrm>
        <a:graphic>
          <a:graphicData uri="http://schemas.openxmlformats.org/presentationml/2006/ole">
            <mc:AlternateContent xmlns:mc="http://schemas.openxmlformats.org/markup-compatibility/2006">
              <mc:Choice xmlns:v="urn:schemas-microsoft-com:vml" Requires="v">
                <p:oleObj name="Equation" r:id="rId38" imgW="279360" imgH="241200" progId="Equation.DSMT4">
                  <p:embed/>
                </p:oleObj>
              </mc:Choice>
              <mc:Fallback>
                <p:oleObj name="Equation" r:id="rId38" imgW="279360" imgH="241200" progId="Equation.DSMT4">
                  <p:embed/>
                  <p:pic>
                    <p:nvPicPr>
                      <p:cNvPr id="39" name="Object 38">
                        <a:extLst>
                          <a:ext uri="{FF2B5EF4-FFF2-40B4-BE49-F238E27FC236}">
                            <a16:creationId xmlns:a16="http://schemas.microsoft.com/office/drawing/2014/main" id="{9D5D9BD3-526F-4D9D-9D45-7A218DDCF016}"/>
                          </a:ext>
                        </a:extLst>
                      </p:cNvPr>
                      <p:cNvPicPr/>
                      <p:nvPr/>
                    </p:nvPicPr>
                    <p:blipFill>
                      <a:blip r:embed="rId39"/>
                      <a:stretch>
                        <a:fillRect/>
                      </a:stretch>
                    </p:blipFill>
                    <p:spPr>
                      <a:xfrm>
                        <a:off x="7268586" y="5422320"/>
                        <a:ext cx="225651" cy="194528"/>
                      </a:xfrm>
                      <a:prstGeom prst="rect">
                        <a:avLst/>
                      </a:prstGeom>
                    </p:spPr>
                  </p:pic>
                </p:oleObj>
              </mc:Fallback>
            </mc:AlternateContent>
          </a:graphicData>
        </a:graphic>
      </p:graphicFrame>
      <p:graphicFrame>
        <p:nvGraphicFramePr>
          <p:cNvPr id="36" name="Object 35">
            <a:extLst>
              <a:ext uri="{FF2B5EF4-FFF2-40B4-BE49-F238E27FC236}">
                <a16:creationId xmlns:a16="http://schemas.microsoft.com/office/drawing/2014/main" id="{0E8B0DDF-0DDF-4825-B8E2-C8A5853CECB7}"/>
              </a:ext>
            </a:extLst>
          </p:cNvPr>
          <p:cNvGraphicFramePr>
            <a:graphicFrameLocks noChangeAspect="1"/>
          </p:cNvGraphicFramePr>
          <p:nvPr>
            <p:extLst>
              <p:ext uri="{D42A27DB-BD31-4B8C-83A1-F6EECF244321}">
                <p14:modId xmlns:p14="http://schemas.microsoft.com/office/powerpoint/2010/main" val="2306434610"/>
              </p:ext>
            </p:extLst>
          </p:nvPr>
        </p:nvGraphicFramePr>
        <p:xfrm>
          <a:off x="1279525" y="5792533"/>
          <a:ext cx="1025525" cy="204788"/>
        </p:xfrm>
        <a:graphic>
          <a:graphicData uri="http://schemas.openxmlformats.org/presentationml/2006/ole">
            <mc:AlternateContent xmlns:mc="http://schemas.openxmlformats.org/markup-compatibility/2006">
              <mc:Choice xmlns:v="urn:schemas-microsoft-com:vml" Requires="v">
                <p:oleObj name="Equation" r:id="rId40" imgW="1650960" imgH="330120" progId="Equation.DSMT4">
                  <p:embed/>
                </p:oleObj>
              </mc:Choice>
              <mc:Fallback>
                <p:oleObj name="Equation" r:id="rId40" imgW="1650960" imgH="330120" progId="Equation.DSMT4">
                  <p:embed/>
                  <p:pic>
                    <p:nvPicPr>
                      <p:cNvPr id="40" name="Object 39">
                        <a:extLst>
                          <a:ext uri="{FF2B5EF4-FFF2-40B4-BE49-F238E27FC236}">
                            <a16:creationId xmlns:a16="http://schemas.microsoft.com/office/drawing/2014/main" id="{2A4F0F3D-6ED3-4BAA-BF40-0D2471F8FDF0}"/>
                          </a:ext>
                        </a:extLst>
                      </p:cNvPr>
                      <p:cNvPicPr/>
                      <p:nvPr/>
                    </p:nvPicPr>
                    <p:blipFill>
                      <a:blip r:embed="rId41"/>
                      <a:stretch>
                        <a:fillRect/>
                      </a:stretch>
                    </p:blipFill>
                    <p:spPr>
                      <a:xfrm>
                        <a:off x="1279525" y="5792533"/>
                        <a:ext cx="1025525" cy="204788"/>
                      </a:xfrm>
                      <a:prstGeom prst="rect">
                        <a:avLst/>
                      </a:prstGeom>
                    </p:spPr>
                  </p:pic>
                </p:oleObj>
              </mc:Fallback>
            </mc:AlternateContent>
          </a:graphicData>
        </a:graphic>
      </p:graphicFrame>
      <p:graphicFrame>
        <p:nvGraphicFramePr>
          <p:cNvPr id="37" name="Object 36">
            <a:extLst>
              <a:ext uri="{FF2B5EF4-FFF2-40B4-BE49-F238E27FC236}">
                <a16:creationId xmlns:a16="http://schemas.microsoft.com/office/drawing/2014/main" id="{B8888CB3-2330-4DF1-9AFC-D1DA25BC8204}"/>
              </a:ext>
            </a:extLst>
          </p:cNvPr>
          <p:cNvGraphicFramePr>
            <a:graphicFrameLocks noChangeAspect="1"/>
          </p:cNvGraphicFramePr>
          <p:nvPr>
            <p:extLst>
              <p:ext uri="{D42A27DB-BD31-4B8C-83A1-F6EECF244321}">
                <p14:modId xmlns:p14="http://schemas.microsoft.com/office/powerpoint/2010/main" val="3590693762"/>
              </p:ext>
            </p:extLst>
          </p:nvPr>
        </p:nvGraphicFramePr>
        <p:xfrm>
          <a:off x="3093065" y="5810641"/>
          <a:ext cx="124042" cy="181293"/>
        </p:xfrm>
        <a:graphic>
          <a:graphicData uri="http://schemas.openxmlformats.org/presentationml/2006/ole">
            <mc:AlternateContent xmlns:mc="http://schemas.openxmlformats.org/markup-compatibility/2006">
              <mc:Choice xmlns:v="urn:schemas-microsoft-com:vml" Requires="v">
                <p:oleObj name="Equation" r:id="rId42" imgW="164880" imgH="241200" progId="Equation.DSMT4">
                  <p:embed/>
                </p:oleObj>
              </mc:Choice>
              <mc:Fallback>
                <p:oleObj name="Equation" r:id="rId42" imgW="164880" imgH="241200" progId="Equation.DSMT4">
                  <p:embed/>
                  <p:pic>
                    <p:nvPicPr>
                      <p:cNvPr id="41" name="Object 40">
                        <a:extLst>
                          <a:ext uri="{FF2B5EF4-FFF2-40B4-BE49-F238E27FC236}">
                            <a16:creationId xmlns:a16="http://schemas.microsoft.com/office/drawing/2014/main" id="{84E7AD9E-E469-4EDF-B1CC-CF08559DDE5D}"/>
                          </a:ext>
                        </a:extLst>
                      </p:cNvPr>
                      <p:cNvPicPr/>
                      <p:nvPr/>
                    </p:nvPicPr>
                    <p:blipFill>
                      <a:blip r:embed="rId43"/>
                      <a:stretch>
                        <a:fillRect/>
                      </a:stretch>
                    </p:blipFill>
                    <p:spPr>
                      <a:xfrm>
                        <a:off x="3093065" y="5810641"/>
                        <a:ext cx="124042" cy="181293"/>
                      </a:xfrm>
                      <a:prstGeom prst="rect">
                        <a:avLst/>
                      </a:prstGeom>
                    </p:spPr>
                  </p:pic>
                </p:oleObj>
              </mc:Fallback>
            </mc:AlternateContent>
          </a:graphicData>
        </a:graphic>
      </p:graphicFrame>
      <p:graphicFrame>
        <p:nvGraphicFramePr>
          <p:cNvPr id="38" name="Object 37">
            <a:extLst>
              <a:ext uri="{FF2B5EF4-FFF2-40B4-BE49-F238E27FC236}">
                <a16:creationId xmlns:a16="http://schemas.microsoft.com/office/drawing/2014/main" id="{5C1A33F5-4869-4E3F-AE2F-B602ACDC22B4}"/>
              </a:ext>
            </a:extLst>
          </p:cNvPr>
          <p:cNvGraphicFramePr>
            <a:graphicFrameLocks noChangeAspect="1"/>
          </p:cNvGraphicFramePr>
          <p:nvPr>
            <p:extLst>
              <p:ext uri="{D42A27DB-BD31-4B8C-83A1-F6EECF244321}">
                <p14:modId xmlns:p14="http://schemas.microsoft.com/office/powerpoint/2010/main" val="532174003"/>
              </p:ext>
            </p:extLst>
          </p:nvPr>
        </p:nvGraphicFramePr>
        <p:xfrm>
          <a:off x="4418964" y="5801800"/>
          <a:ext cx="196103" cy="175730"/>
        </p:xfrm>
        <a:graphic>
          <a:graphicData uri="http://schemas.openxmlformats.org/presentationml/2006/ole">
            <mc:AlternateContent xmlns:mc="http://schemas.openxmlformats.org/markup-compatibility/2006">
              <mc:Choice xmlns:v="urn:schemas-microsoft-com:vml" Requires="v">
                <p:oleObj name="Equation" r:id="rId44" imgW="266400" imgH="241200" progId="Equation.DSMT4">
                  <p:embed/>
                </p:oleObj>
              </mc:Choice>
              <mc:Fallback>
                <p:oleObj name="Equation" r:id="rId44" imgW="266400" imgH="241200" progId="Equation.DSMT4">
                  <p:embed/>
                  <p:pic>
                    <p:nvPicPr>
                      <p:cNvPr id="42" name="Object 41">
                        <a:extLst>
                          <a:ext uri="{FF2B5EF4-FFF2-40B4-BE49-F238E27FC236}">
                            <a16:creationId xmlns:a16="http://schemas.microsoft.com/office/drawing/2014/main" id="{51509B9F-C241-4B88-B25E-269EECC5D041}"/>
                          </a:ext>
                        </a:extLst>
                      </p:cNvPr>
                      <p:cNvPicPr/>
                      <p:nvPr/>
                    </p:nvPicPr>
                    <p:blipFill>
                      <a:blip r:embed="rId45"/>
                      <a:stretch>
                        <a:fillRect/>
                      </a:stretch>
                    </p:blipFill>
                    <p:spPr>
                      <a:xfrm>
                        <a:off x="4418964" y="5801800"/>
                        <a:ext cx="196103" cy="175730"/>
                      </a:xfrm>
                      <a:prstGeom prst="rect">
                        <a:avLst/>
                      </a:prstGeom>
                    </p:spPr>
                  </p:pic>
                </p:oleObj>
              </mc:Fallback>
            </mc:AlternateContent>
          </a:graphicData>
        </a:graphic>
      </p:graphicFrame>
      <p:graphicFrame>
        <p:nvGraphicFramePr>
          <p:cNvPr id="39" name="Object 38">
            <a:extLst>
              <a:ext uri="{FF2B5EF4-FFF2-40B4-BE49-F238E27FC236}">
                <a16:creationId xmlns:a16="http://schemas.microsoft.com/office/drawing/2014/main" id="{50A15BF4-7AB2-463F-8092-962193FC484F}"/>
              </a:ext>
            </a:extLst>
          </p:cNvPr>
          <p:cNvGraphicFramePr>
            <a:graphicFrameLocks noChangeAspect="1"/>
          </p:cNvGraphicFramePr>
          <p:nvPr>
            <p:extLst>
              <p:ext uri="{D42A27DB-BD31-4B8C-83A1-F6EECF244321}">
                <p14:modId xmlns:p14="http://schemas.microsoft.com/office/powerpoint/2010/main" val="657719998"/>
              </p:ext>
            </p:extLst>
          </p:nvPr>
        </p:nvGraphicFramePr>
        <p:xfrm>
          <a:off x="5905500" y="5807075"/>
          <a:ext cx="214313" cy="184150"/>
        </p:xfrm>
        <a:graphic>
          <a:graphicData uri="http://schemas.openxmlformats.org/presentationml/2006/ole">
            <mc:AlternateContent xmlns:mc="http://schemas.openxmlformats.org/markup-compatibility/2006">
              <mc:Choice xmlns:v="urn:schemas-microsoft-com:vml" Requires="v">
                <p:oleObj name="Equation" r:id="rId46" imgW="279360" imgH="241200" progId="Equation.DSMT4">
                  <p:embed/>
                </p:oleObj>
              </mc:Choice>
              <mc:Fallback>
                <p:oleObj name="Equation" r:id="rId46" imgW="279360" imgH="241200" progId="Equation.DSMT4">
                  <p:embed/>
                  <p:pic>
                    <p:nvPicPr>
                      <p:cNvPr id="43" name="Object 42">
                        <a:extLst>
                          <a:ext uri="{FF2B5EF4-FFF2-40B4-BE49-F238E27FC236}">
                            <a16:creationId xmlns:a16="http://schemas.microsoft.com/office/drawing/2014/main" id="{B90DAC6B-81FF-4472-802D-ECB480E5EA6E}"/>
                          </a:ext>
                        </a:extLst>
                      </p:cNvPr>
                      <p:cNvPicPr/>
                      <p:nvPr/>
                    </p:nvPicPr>
                    <p:blipFill>
                      <a:blip r:embed="rId47"/>
                      <a:stretch>
                        <a:fillRect/>
                      </a:stretch>
                    </p:blipFill>
                    <p:spPr>
                      <a:xfrm>
                        <a:off x="5905500" y="5807075"/>
                        <a:ext cx="214313" cy="184150"/>
                      </a:xfrm>
                      <a:prstGeom prst="rect">
                        <a:avLst/>
                      </a:prstGeom>
                    </p:spPr>
                  </p:pic>
                </p:oleObj>
              </mc:Fallback>
            </mc:AlternateContent>
          </a:graphicData>
        </a:graphic>
      </p:graphicFrame>
      <p:graphicFrame>
        <p:nvGraphicFramePr>
          <p:cNvPr id="40" name="Object 39">
            <a:extLst>
              <a:ext uri="{FF2B5EF4-FFF2-40B4-BE49-F238E27FC236}">
                <a16:creationId xmlns:a16="http://schemas.microsoft.com/office/drawing/2014/main" id="{AE3350E5-2F1C-4EF1-9D72-690AA3EE0C21}"/>
              </a:ext>
            </a:extLst>
          </p:cNvPr>
          <p:cNvGraphicFramePr>
            <a:graphicFrameLocks noChangeAspect="1"/>
          </p:cNvGraphicFramePr>
          <p:nvPr>
            <p:extLst>
              <p:ext uri="{D42A27DB-BD31-4B8C-83A1-F6EECF244321}">
                <p14:modId xmlns:p14="http://schemas.microsoft.com/office/powerpoint/2010/main" val="2319712879"/>
              </p:ext>
            </p:extLst>
          </p:nvPr>
        </p:nvGraphicFramePr>
        <p:xfrm>
          <a:off x="7245350" y="5811838"/>
          <a:ext cx="246063" cy="193675"/>
        </p:xfrm>
        <a:graphic>
          <a:graphicData uri="http://schemas.openxmlformats.org/presentationml/2006/ole">
            <mc:AlternateContent xmlns:mc="http://schemas.openxmlformats.org/markup-compatibility/2006">
              <mc:Choice xmlns:v="urn:schemas-microsoft-com:vml" Requires="v">
                <p:oleObj name="Equation" r:id="rId48" imgW="304560" imgH="241200" progId="Equation.DSMT4">
                  <p:embed/>
                </p:oleObj>
              </mc:Choice>
              <mc:Fallback>
                <p:oleObj name="Equation" r:id="rId48" imgW="304560" imgH="241200" progId="Equation.DSMT4">
                  <p:embed/>
                  <p:pic>
                    <p:nvPicPr>
                      <p:cNvPr id="44" name="Object 43">
                        <a:extLst>
                          <a:ext uri="{FF2B5EF4-FFF2-40B4-BE49-F238E27FC236}">
                            <a16:creationId xmlns:a16="http://schemas.microsoft.com/office/drawing/2014/main" id="{4D84CEE1-F045-4823-B4B5-3E332D4955A7}"/>
                          </a:ext>
                        </a:extLst>
                      </p:cNvPr>
                      <p:cNvPicPr/>
                      <p:nvPr/>
                    </p:nvPicPr>
                    <p:blipFill>
                      <a:blip r:embed="rId49"/>
                      <a:stretch>
                        <a:fillRect/>
                      </a:stretch>
                    </p:blipFill>
                    <p:spPr>
                      <a:xfrm>
                        <a:off x="7245350" y="5811838"/>
                        <a:ext cx="246063" cy="193675"/>
                      </a:xfrm>
                      <a:prstGeom prst="rect">
                        <a:avLst/>
                      </a:prstGeom>
                    </p:spPr>
                  </p:pic>
                </p:oleObj>
              </mc:Fallback>
            </mc:AlternateContent>
          </a:graphicData>
        </a:graphic>
      </p:graphicFrame>
      <p:graphicFrame>
        <p:nvGraphicFramePr>
          <p:cNvPr id="41" name="Object 40">
            <a:extLst>
              <a:ext uri="{FF2B5EF4-FFF2-40B4-BE49-F238E27FC236}">
                <a16:creationId xmlns:a16="http://schemas.microsoft.com/office/drawing/2014/main" id="{35FBED0A-DC1C-41D9-95EC-3A8E46B64283}"/>
              </a:ext>
            </a:extLst>
          </p:cNvPr>
          <p:cNvGraphicFramePr>
            <a:graphicFrameLocks noChangeAspect="1"/>
          </p:cNvGraphicFramePr>
          <p:nvPr>
            <p:extLst>
              <p:ext uri="{D42A27DB-BD31-4B8C-83A1-F6EECF244321}">
                <p14:modId xmlns:p14="http://schemas.microsoft.com/office/powerpoint/2010/main" val="1893401263"/>
              </p:ext>
            </p:extLst>
          </p:nvPr>
        </p:nvGraphicFramePr>
        <p:xfrm>
          <a:off x="1279525" y="6178653"/>
          <a:ext cx="926210" cy="162493"/>
        </p:xfrm>
        <a:graphic>
          <a:graphicData uri="http://schemas.openxmlformats.org/presentationml/2006/ole">
            <mc:AlternateContent xmlns:mc="http://schemas.openxmlformats.org/markup-compatibility/2006">
              <mc:Choice xmlns:v="urn:schemas-microsoft-com:vml" Requires="v">
                <p:oleObj name="Equation" r:id="rId50" imgW="1447560" imgH="253800" progId="Equation.DSMT4">
                  <p:embed/>
                </p:oleObj>
              </mc:Choice>
              <mc:Fallback>
                <p:oleObj name="Equation" r:id="rId50" imgW="1447560" imgH="253800" progId="Equation.DSMT4">
                  <p:embed/>
                  <p:pic>
                    <p:nvPicPr>
                      <p:cNvPr id="45" name="Object 44">
                        <a:extLst>
                          <a:ext uri="{FF2B5EF4-FFF2-40B4-BE49-F238E27FC236}">
                            <a16:creationId xmlns:a16="http://schemas.microsoft.com/office/drawing/2014/main" id="{D7827FA5-7492-4F8B-B726-DFA94A72F631}"/>
                          </a:ext>
                        </a:extLst>
                      </p:cNvPr>
                      <p:cNvPicPr/>
                      <p:nvPr/>
                    </p:nvPicPr>
                    <p:blipFill>
                      <a:blip r:embed="rId51"/>
                      <a:stretch>
                        <a:fillRect/>
                      </a:stretch>
                    </p:blipFill>
                    <p:spPr>
                      <a:xfrm>
                        <a:off x="1279525" y="6178653"/>
                        <a:ext cx="926210" cy="162493"/>
                      </a:xfrm>
                      <a:prstGeom prst="rect">
                        <a:avLst/>
                      </a:prstGeom>
                    </p:spPr>
                  </p:pic>
                </p:oleObj>
              </mc:Fallback>
            </mc:AlternateContent>
          </a:graphicData>
        </a:graphic>
      </p:graphicFrame>
      <p:graphicFrame>
        <p:nvGraphicFramePr>
          <p:cNvPr id="42" name="Object 41">
            <a:extLst>
              <a:ext uri="{FF2B5EF4-FFF2-40B4-BE49-F238E27FC236}">
                <a16:creationId xmlns:a16="http://schemas.microsoft.com/office/drawing/2014/main" id="{54BAA6BE-B76E-4FFD-A7A2-222DB3F223EE}"/>
              </a:ext>
            </a:extLst>
          </p:cNvPr>
          <p:cNvGraphicFramePr>
            <a:graphicFrameLocks noChangeAspect="1"/>
          </p:cNvGraphicFramePr>
          <p:nvPr>
            <p:extLst>
              <p:ext uri="{D42A27DB-BD31-4B8C-83A1-F6EECF244321}">
                <p14:modId xmlns:p14="http://schemas.microsoft.com/office/powerpoint/2010/main" val="565462345"/>
              </p:ext>
            </p:extLst>
          </p:nvPr>
        </p:nvGraphicFramePr>
        <p:xfrm>
          <a:off x="2957868" y="6144301"/>
          <a:ext cx="286251" cy="164812"/>
        </p:xfrm>
        <a:graphic>
          <a:graphicData uri="http://schemas.openxmlformats.org/presentationml/2006/ole">
            <mc:AlternateContent xmlns:mc="http://schemas.openxmlformats.org/markup-compatibility/2006">
              <mc:Choice xmlns:v="urn:schemas-microsoft-com:vml" Requires="v">
                <p:oleObj name="Equation" r:id="rId52" imgW="419040" imgH="241200" progId="Equation.DSMT4">
                  <p:embed/>
                </p:oleObj>
              </mc:Choice>
              <mc:Fallback>
                <p:oleObj name="Equation" r:id="rId52" imgW="419040" imgH="241200" progId="Equation.DSMT4">
                  <p:embed/>
                  <p:pic>
                    <p:nvPicPr>
                      <p:cNvPr id="46" name="Object 45">
                        <a:extLst>
                          <a:ext uri="{FF2B5EF4-FFF2-40B4-BE49-F238E27FC236}">
                            <a16:creationId xmlns:a16="http://schemas.microsoft.com/office/drawing/2014/main" id="{DFCEA5F0-1A7C-4C77-BC5B-F64F3CB21C43}"/>
                          </a:ext>
                        </a:extLst>
                      </p:cNvPr>
                      <p:cNvPicPr/>
                      <p:nvPr/>
                    </p:nvPicPr>
                    <p:blipFill>
                      <a:blip r:embed="rId53"/>
                      <a:stretch>
                        <a:fillRect/>
                      </a:stretch>
                    </p:blipFill>
                    <p:spPr>
                      <a:xfrm>
                        <a:off x="2957868" y="6144301"/>
                        <a:ext cx="286251" cy="164812"/>
                      </a:xfrm>
                      <a:prstGeom prst="rect">
                        <a:avLst/>
                      </a:prstGeom>
                    </p:spPr>
                  </p:pic>
                </p:oleObj>
              </mc:Fallback>
            </mc:AlternateContent>
          </a:graphicData>
        </a:graphic>
      </p:graphicFrame>
      <p:graphicFrame>
        <p:nvGraphicFramePr>
          <p:cNvPr id="43" name="Object 42">
            <a:extLst>
              <a:ext uri="{FF2B5EF4-FFF2-40B4-BE49-F238E27FC236}">
                <a16:creationId xmlns:a16="http://schemas.microsoft.com/office/drawing/2014/main" id="{E909FEDA-B4C2-41C5-8DDE-F7F5D61A41B6}"/>
              </a:ext>
            </a:extLst>
          </p:cNvPr>
          <p:cNvGraphicFramePr>
            <a:graphicFrameLocks noChangeAspect="1"/>
          </p:cNvGraphicFramePr>
          <p:nvPr>
            <p:extLst>
              <p:ext uri="{D42A27DB-BD31-4B8C-83A1-F6EECF244321}">
                <p14:modId xmlns:p14="http://schemas.microsoft.com/office/powerpoint/2010/main" val="185421537"/>
              </p:ext>
            </p:extLst>
          </p:nvPr>
        </p:nvGraphicFramePr>
        <p:xfrm>
          <a:off x="4399744" y="6155164"/>
          <a:ext cx="202574" cy="174951"/>
        </p:xfrm>
        <a:graphic>
          <a:graphicData uri="http://schemas.openxmlformats.org/presentationml/2006/ole">
            <mc:AlternateContent xmlns:mc="http://schemas.openxmlformats.org/markup-compatibility/2006">
              <mc:Choice xmlns:v="urn:schemas-microsoft-com:vml" Requires="v">
                <p:oleObj name="Equation" r:id="rId54" imgW="279360" imgH="241200" progId="Equation.DSMT4">
                  <p:embed/>
                </p:oleObj>
              </mc:Choice>
              <mc:Fallback>
                <p:oleObj name="Equation" r:id="rId54" imgW="279360" imgH="241200" progId="Equation.DSMT4">
                  <p:embed/>
                  <p:pic>
                    <p:nvPicPr>
                      <p:cNvPr id="47" name="Object 46">
                        <a:extLst>
                          <a:ext uri="{FF2B5EF4-FFF2-40B4-BE49-F238E27FC236}">
                            <a16:creationId xmlns:a16="http://schemas.microsoft.com/office/drawing/2014/main" id="{4002275D-C98E-41EB-9B49-2C4D37AD895C}"/>
                          </a:ext>
                        </a:extLst>
                      </p:cNvPr>
                      <p:cNvPicPr/>
                      <p:nvPr/>
                    </p:nvPicPr>
                    <p:blipFill>
                      <a:blip r:embed="rId55"/>
                      <a:stretch>
                        <a:fillRect/>
                      </a:stretch>
                    </p:blipFill>
                    <p:spPr>
                      <a:xfrm>
                        <a:off x="4399744" y="6155164"/>
                        <a:ext cx="202574" cy="174951"/>
                      </a:xfrm>
                      <a:prstGeom prst="rect">
                        <a:avLst/>
                      </a:prstGeom>
                    </p:spPr>
                  </p:pic>
                </p:oleObj>
              </mc:Fallback>
            </mc:AlternateContent>
          </a:graphicData>
        </a:graphic>
      </p:graphicFrame>
      <p:graphicFrame>
        <p:nvGraphicFramePr>
          <p:cNvPr id="44" name="Object 43">
            <a:extLst>
              <a:ext uri="{FF2B5EF4-FFF2-40B4-BE49-F238E27FC236}">
                <a16:creationId xmlns:a16="http://schemas.microsoft.com/office/drawing/2014/main" id="{80DCEF57-6656-4C4C-8C42-C154F73B5169}"/>
              </a:ext>
            </a:extLst>
          </p:cNvPr>
          <p:cNvGraphicFramePr>
            <a:graphicFrameLocks noChangeAspect="1"/>
          </p:cNvGraphicFramePr>
          <p:nvPr>
            <p:extLst>
              <p:ext uri="{D42A27DB-BD31-4B8C-83A1-F6EECF244321}">
                <p14:modId xmlns:p14="http://schemas.microsoft.com/office/powerpoint/2010/main" val="3613607199"/>
              </p:ext>
            </p:extLst>
          </p:nvPr>
        </p:nvGraphicFramePr>
        <p:xfrm>
          <a:off x="5899408" y="6145861"/>
          <a:ext cx="244493" cy="193557"/>
        </p:xfrm>
        <a:graphic>
          <a:graphicData uri="http://schemas.openxmlformats.org/presentationml/2006/ole">
            <mc:AlternateContent xmlns:mc="http://schemas.openxmlformats.org/markup-compatibility/2006">
              <mc:Choice xmlns:v="urn:schemas-microsoft-com:vml" Requires="v">
                <p:oleObj name="Equation" r:id="rId56" imgW="304560" imgH="241200" progId="Equation.DSMT4">
                  <p:embed/>
                </p:oleObj>
              </mc:Choice>
              <mc:Fallback>
                <p:oleObj name="Equation" r:id="rId56" imgW="304560" imgH="241200" progId="Equation.DSMT4">
                  <p:embed/>
                  <p:pic>
                    <p:nvPicPr>
                      <p:cNvPr id="48" name="Object 47">
                        <a:extLst>
                          <a:ext uri="{FF2B5EF4-FFF2-40B4-BE49-F238E27FC236}">
                            <a16:creationId xmlns:a16="http://schemas.microsoft.com/office/drawing/2014/main" id="{C6B6C9A7-F5CE-4461-83D1-DB3CDA455BF7}"/>
                          </a:ext>
                        </a:extLst>
                      </p:cNvPr>
                      <p:cNvPicPr/>
                      <p:nvPr/>
                    </p:nvPicPr>
                    <p:blipFill>
                      <a:blip r:embed="rId57"/>
                      <a:stretch>
                        <a:fillRect/>
                      </a:stretch>
                    </p:blipFill>
                    <p:spPr>
                      <a:xfrm>
                        <a:off x="5899408" y="6145861"/>
                        <a:ext cx="244493" cy="193557"/>
                      </a:xfrm>
                      <a:prstGeom prst="rect">
                        <a:avLst/>
                      </a:prstGeom>
                    </p:spPr>
                  </p:pic>
                </p:oleObj>
              </mc:Fallback>
            </mc:AlternateContent>
          </a:graphicData>
        </a:graphic>
      </p:graphicFrame>
      <p:graphicFrame>
        <p:nvGraphicFramePr>
          <p:cNvPr id="45" name="Object 44">
            <a:extLst>
              <a:ext uri="{FF2B5EF4-FFF2-40B4-BE49-F238E27FC236}">
                <a16:creationId xmlns:a16="http://schemas.microsoft.com/office/drawing/2014/main" id="{00B77B5B-5D92-4B34-B79B-784DDC078EE4}"/>
              </a:ext>
            </a:extLst>
          </p:cNvPr>
          <p:cNvGraphicFramePr>
            <a:graphicFrameLocks noChangeAspect="1"/>
          </p:cNvGraphicFramePr>
          <p:nvPr>
            <p:extLst>
              <p:ext uri="{D42A27DB-BD31-4B8C-83A1-F6EECF244321}">
                <p14:modId xmlns:p14="http://schemas.microsoft.com/office/powerpoint/2010/main" val="985393393"/>
              </p:ext>
            </p:extLst>
          </p:nvPr>
        </p:nvGraphicFramePr>
        <p:xfrm>
          <a:off x="7181524" y="6166416"/>
          <a:ext cx="314325" cy="180975"/>
        </p:xfrm>
        <a:graphic>
          <a:graphicData uri="http://schemas.openxmlformats.org/presentationml/2006/ole">
            <mc:AlternateContent xmlns:mc="http://schemas.openxmlformats.org/markup-compatibility/2006">
              <mc:Choice xmlns:v="urn:schemas-microsoft-com:vml" Requires="v">
                <p:oleObj name="Equation" r:id="rId58" imgW="419040" imgH="241200" progId="Equation.DSMT4">
                  <p:embed/>
                </p:oleObj>
              </mc:Choice>
              <mc:Fallback>
                <p:oleObj name="Equation" r:id="rId58" imgW="419040" imgH="241200" progId="Equation.DSMT4">
                  <p:embed/>
                  <p:pic>
                    <p:nvPicPr>
                      <p:cNvPr id="49" name="Object 48">
                        <a:extLst>
                          <a:ext uri="{FF2B5EF4-FFF2-40B4-BE49-F238E27FC236}">
                            <a16:creationId xmlns:a16="http://schemas.microsoft.com/office/drawing/2014/main" id="{8DD65A32-BD01-4D0E-91C9-99EB41052F18}"/>
                          </a:ext>
                        </a:extLst>
                      </p:cNvPr>
                      <p:cNvPicPr/>
                      <p:nvPr/>
                    </p:nvPicPr>
                    <p:blipFill>
                      <a:blip r:embed="rId59"/>
                      <a:stretch>
                        <a:fillRect/>
                      </a:stretch>
                    </p:blipFill>
                    <p:spPr>
                      <a:xfrm>
                        <a:off x="7181524" y="6166416"/>
                        <a:ext cx="314325" cy="180975"/>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41</a:t>
            </a:fld>
            <a:endParaRPr lang="en-US"/>
          </a:p>
        </p:txBody>
      </p:sp>
    </p:spTree>
    <p:extLst>
      <p:ext uri="{BB962C8B-B14F-4D97-AF65-F5344CB8AC3E}">
        <p14:creationId xmlns:p14="http://schemas.microsoft.com/office/powerpoint/2010/main" val="25171789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6E343-EDD2-4D44-9B6A-16C5B91EAA6C}"/>
              </a:ext>
            </a:extLst>
          </p:cNvPr>
          <p:cNvSpPr>
            <a:spLocks noGrp="1"/>
          </p:cNvSpPr>
          <p:nvPr>
            <p:ph type="title"/>
          </p:nvPr>
        </p:nvSpPr>
        <p:spPr>
          <a:xfrm>
            <a:off x="342900" y="192490"/>
            <a:ext cx="6957786" cy="903231"/>
          </a:xfrm>
        </p:spPr>
        <p:txBody>
          <a:bodyPr>
            <a:normAutofit/>
          </a:bodyPr>
          <a:lstStyle/>
          <a:p>
            <a:r>
              <a:rPr lang="en-US" sz="3600" dirty="0"/>
              <a:t>Relative Frequencies</a:t>
            </a:r>
          </a:p>
        </p:txBody>
      </p:sp>
      <p:sp>
        <p:nvSpPr>
          <p:cNvPr id="3" name="Content Placeholder 2">
            <a:extLst>
              <a:ext uri="{FF2B5EF4-FFF2-40B4-BE49-F238E27FC236}">
                <a16:creationId xmlns:a16="http://schemas.microsoft.com/office/drawing/2014/main" id="{2D604E62-4422-43E4-BB89-B0760E51B189}"/>
              </a:ext>
            </a:extLst>
          </p:cNvPr>
          <p:cNvSpPr>
            <a:spLocks noGrp="1"/>
          </p:cNvSpPr>
          <p:nvPr>
            <p:ph sz="quarter" idx="11"/>
          </p:nvPr>
        </p:nvSpPr>
        <p:spPr>
          <a:xfrm>
            <a:off x="8662566" y="49890"/>
            <a:ext cx="441078" cy="1234261"/>
          </a:xfrm>
        </p:spPr>
        <p:txBody>
          <a:bodyPr vert="vert" rIns="0"/>
          <a:lstStyle/>
          <a:p>
            <a:r>
              <a:rPr lang="en-US" b="1" dirty="0"/>
              <a:t>L</a:t>
            </a:r>
            <a:r>
              <a:rPr lang="en-US" sz="100" b="1" dirty="0"/>
              <a:t> </a:t>
            </a:r>
            <a:r>
              <a:rPr lang="en-US" b="1" dirty="0"/>
              <a:t>O 5.6</a:t>
            </a:r>
            <a:endParaRPr lang="en-IN" b="1" dirty="0"/>
          </a:p>
        </p:txBody>
      </p:sp>
      <p:sp>
        <p:nvSpPr>
          <p:cNvPr id="4" name="Content Placeholder 3">
            <a:extLst>
              <a:ext uri="{FF2B5EF4-FFF2-40B4-BE49-F238E27FC236}">
                <a16:creationId xmlns:a16="http://schemas.microsoft.com/office/drawing/2014/main" id="{2D44DAE7-8522-4912-BB81-F06314DAD155}"/>
              </a:ext>
            </a:extLst>
          </p:cNvPr>
          <p:cNvSpPr>
            <a:spLocks noGrp="1"/>
          </p:cNvSpPr>
          <p:nvPr>
            <p:ph sz="quarter" idx="14"/>
          </p:nvPr>
        </p:nvSpPr>
        <p:spPr>
          <a:xfrm>
            <a:off x="342900" y="1255490"/>
            <a:ext cx="7625443" cy="442681"/>
          </a:xfrm>
        </p:spPr>
        <p:txBody>
          <a:bodyPr/>
          <a:lstStyle/>
          <a:p>
            <a:r>
              <a:rPr lang="en-US" dirty="0"/>
              <a:t>To facilitate certain kinds of probability calculations, we</a:t>
            </a:r>
          </a:p>
        </p:txBody>
      </p:sp>
      <p:sp>
        <p:nvSpPr>
          <p:cNvPr id="5" name="Content Placeholder 4">
            <a:extLst>
              <a:ext uri="{FF2B5EF4-FFF2-40B4-BE49-F238E27FC236}">
                <a16:creationId xmlns:a16="http://schemas.microsoft.com/office/drawing/2014/main" id="{2B1BCB76-CF9F-417D-93CC-DEF5DA68D6F5}"/>
              </a:ext>
            </a:extLst>
          </p:cNvPr>
          <p:cNvSpPr>
            <a:spLocks noGrp="1"/>
          </p:cNvSpPr>
          <p:nvPr>
            <p:ph sz="quarter" idx="15"/>
          </p:nvPr>
        </p:nvSpPr>
        <p:spPr>
          <a:xfrm>
            <a:off x="342901" y="1754316"/>
            <a:ext cx="3706586" cy="437342"/>
          </a:xfrm>
        </p:spPr>
        <p:txBody>
          <a:bodyPr tIns="0"/>
          <a:lstStyle/>
          <a:p>
            <a:r>
              <a:rPr lang="en-US" dirty="0"/>
              <a:t>divide each cell frequency</a:t>
            </a:r>
          </a:p>
        </p:txBody>
      </p:sp>
      <p:graphicFrame>
        <p:nvGraphicFramePr>
          <p:cNvPr id="18" name="Object 17">
            <a:extLst>
              <a:ext uri="{FF2B5EF4-FFF2-40B4-BE49-F238E27FC236}">
                <a16:creationId xmlns:a16="http://schemas.microsoft.com/office/drawing/2014/main" id="{1B7FBE92-03D7-425F-B45D-D959EAD56D4F}"/>
              </a:ext>
            </a:extLst>
          </p:cNvPr>
          <p:cNvGraphicFramePr>
            <a:graphicFrameLocks noChangeAspect="1"/>
          </p:cNvGraphicFramePr>
          <p:nvPr>
            <p:extLst>
              <p:ext uri="{D42A27DB-BD31-4B8C-83A1-F6EECF244321}">
                <p14:modId xmlns:p14="http://schemas.microsoft.com/office/powerpoint/2010/main" val="1754509484"/>
              </p:ext>
            </p:extLst>
          </p:nvPr>
        </p:nvGraphicFramePr>
        <p:xfrm>
          <a:off x="4086715" y="1798701"/>
          <a:ext cx="293370" cy="391160"/>
        </p:xfrm>
        <a:graphic>
          <a:graphicData uri="http://schemas.openxmlformats.org/presentationml/2006/ole">
            <mc:AlternateContent xmlns:mc="http://schemas.openxmlformats.org/markup-compatibility/2006">
              <mc:Choice xmlns:v="urn:schemas-microsoft-com:vml" Requires="v">
                <p:oleObj name="Equation" r:id="rId3" imgW="266400" imgH="355320" progId="Equation.DSMT4">
                  <p:embed/>
                </p:oleObj>
              </mc:Choice>
              <mc:Fallback>
                <p:oleObj name="Equation" r:id="rId3" imgW="266400" imgH="355320" progId="Equation.DSMT4">
                  <p:embed/>
                  <p:pic>
                    <p:nvPicPr>
                      <p:cNvPr id="12" name="Object 11">
                        <a:extLst>
                          <a:ext uri="{FF2B5EF4-FFF2-40B4-BE49-F238E27FC236}">
                            <a16:creationId xmlns:a16="http://schemas.microsoft.com/office/drawing/2014/main" id="{7DA1AF86-550F-4FF0-8421-25FAC611EBDB}"/>
                          </a:ext>
                        </a:extLst>
                      </p:cNvPr>
                      <p:cNvPicPr/>
                      <p:nvPr/>
                    </p:nvPicPr>
                    <p:blipFill>
                      <a:blip r:embed="rId4"/>
                      <a:stretch>
                        <a:fillRect/>
                      </a:stretch>
                    </p:blipFill>
                    <p:spPr>
                      <a:xfrm>
                        <a:off x="4086715" y="1798701"/>
                        <a:ext cx="293370" cy="39116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1B4BA16D-A6C6-41A3-9F4A-CF6B3CDB0275}"/>
              </a:ext>
            </a:extLst>
          </p:cNvPr>
          <p:cNvSpPr>
            <a:spLocks noGrp="1"/>
          </p:cNvSpPr>
          <p:nvPr>
            <p:ph sz="quarter" idx="16"/>
          </p:nvPr>
        </p:nvSpPr>
        <p:spPr>
          <a:xfrm>
            <a:off x="4438144" y="1765101"/>
            <a:ext cx="3496156" cy="424760"/>
          </a:xfrm>
        </p:spPr>
        <p:txBody>
          <a:bodyPr lIns="0" tIns="0" rIns="0" bIns="0"/>
          <a:lstStyle/>
          <a:p>
            <a:r>
              <a:rPr lang="en-US" dirty="0"/>
              <a:t>by the total sample size</a:t>
            </a:r>
          </a:p>
        </p:txBody>
      </p:sp>
      <p:sp>
        <p:nvSpPr>
          <p:cNvPr id="7" name="Content Placeholder 6">
            <a:extLst>
              <a:ext uri="{FF2B5EF4-FFF2-40B4-BE49-F238E27FC236}">
                <a16:creationId xmlns:a16="http://schemas.microsoft.com/office/drawing/2014/main" id="{140207BA-F629-4076-AC82-5742E6291351}"/>
              </a:ext>
            </a:extLst>
          </p:cNvPr>
          <p:cNvSpPr>
            <a:spLocks noGrp="1"/>
          </p:cNvSpPr>
          <p:nvPr>
            <p:ph sz="quarter" idx="17"/>
          </p:nvPr>
        </p:nvSpPr>
        <p:spPr>
          <a:xfrm>
            <a:off x="342900" y="2254818"/>
            <a:ext cx="5841999" cy="401293"/>
          </a:xfrm>
        </p:spPr>
        <p:txBody>
          <a:bodyPr tIns="0"/>
          <a:lstStyle/>
          <a:p>
            <a:r>
              <a:rPr lang="en-US" dirty="0"/>
              <a:t>(</a:t>
            </a:r>
            <a:r>
              <a:rPr lang="en-US" i="1" dirty="0"/>
              <a:t>n </a:t>
            </a:r>
            <a:r>
              <a:rPr lang="en-US" dirty="0"/>
              <a:t>= 360) to get the </a:t>
            </a:r>
            <a:r>
              <a:rPr lang="en-US" b="1" dirty="0"/>
              <a:t>relative frequencies</a:t>
            </a:r>
            <a:r>
              <a:rPr lang="en-US" dirty="0"/>
              <a:t>.</a:t>
            </a:r>
          </a:p>
        </p:txBody>
      </p:sp>
      <p:sp>
        <p:nvSpPr>
          <p:cNvPr id="8" name="Content Placeholder 7">
            <a:extLst>
              <a:ext uri="{FF2B5EF4-FFF2-40B4-BE49-F238E27FC236}">
                <a16:creationId xmlns:a16="http://schemas.microsoft.com/office/drawing/2014/main" id="{580D7D37-ADEA-49A5-8418-A16C6B34382A}"/>
              </a:ext>
            </a:extLst>
          </p:cNvPr>
          <p:cNvSpPr>
            <a:spLocks noGrp="1"/>
          </p:cNvSpPr>
          <p:nvPr>
            <p:ph sz="quarter" idx="18"/>
          </p:nvPr>
        </p:nvSpPr>
        <p:spPr>
          <a:xfrm>
            <a:off x="342899" y="2844346"/>
            <a:ext cx="5028249" cy="348797"/>
          </a:xfrm>
        </p:spPr>
        <p:txBody>
          <a:bodyPr tIns="0"/>
          <a:lstStyle/>
          <a:p>
            <a:pPr marL="292608" indent="-292608">
              <a:buFont typeface="Arial" panose="020B0604020202020204" pitchFamily="34" charset="0"/>
              <a:buChar char="•"/>
            </a:pPr>
            <a:r>
              <a:rPr lang="en-US" dirty="0"/>
              <a:t>The upper left-hand cell becomes</a:t>
            </a:r>
          </a:p>
        </p:txBody>
      </p:sp>
      <p:graphicFrame>
        <p:nvGraphicFramePr>
          <p:cNvPr id="19" name="Object 18">
            <a:extLst>
              <a:ext uri="{FF2B5EF4-FFF2-40B4-BE49-F238E27FC236}">
                <a16:creationId xmlns:a16="http://schemas.microsoft.com/office/drawing/2014/main" id="{9D7E91D1-7C20-4DD7-9543-E8654F44A26B}"/>
              </a:ext>
            </a:extLst>
          </p:cNvPr>
          <p:cNvGraphicFramePr>
            <a:graphicFrameLocks noChangeAspect="1"/>
          </p:cNvGraphicFramePr>
          <p:nvPr>
            <p:extLst>
              <p:ext uri="{D42A27DB-BD31-4B8C-83A1-F6EECF244321}">
                <p14:modId xmlns:p14="http://schemas.microsoft.com/office/powerpoint/2010/main" val="1865373642"/>
              </p:ext>
            </p:extLst>
          </p:nvPr>
        </p:nvGraphicFramePr>
        <p:xfrm>
          <a:off x="5371148" y="2881773"/>
          <a:ext cx="2228215" cy="307340"/>
        </p:xfrm>
        <a:graphic>
          <a:graphicData uri="http://schemas.openxmlformats.org/presentationml/2006/ole">
            <mc:AlternateContent xmlns:mc="http://schemas.openxmlformats.org/markup-compatibility/2006">
              <mc:Choice xmlns:v="urn:schemas-microsoft-com:vml" Requires="v">
                <p:oleObj name="Equation" r:id="rId5" imgW="1841400" imgH="253800" progId="Equation.DSMT4">
                  <p:embed/>
                </p:oleObj>
              </mc:Choice>
              <mc:Fallback>
                <p:oleObj name="Equation" r:id="rId5" imgW="1841400" imgH="253800" progId="Equation.DSMT4">
                  <p:embed/>
                  <p:pic>
                    <p:nvPicPr>
                      <p:cNvPr id="0" name=""/>
                      <p:cNvPicPr/>
                      <p:nvPr/>
                    </p:nvPicPr>
                    <p:blipFill>
                      <a:blip r:embed="rId6"/>
                      <a:stretch>
                        <a:fillRect/>
                      </a:stretch>
                    </p:blipFill>
                    <p:spPr>
                      <a:xfrm>
                        <a:off x="5371148" y="2881773"/>
                        <a:ext cx="2228215" cy="307340"/>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56BC1BC8-9A95-422B-960D-6AB53879F3B9}"/>
              </a:ext>
            </a:extLst>
          </p:cNvPr>
          <p:cNvSpPr>
            <a:spLocks noGrp="1"/>
          </p:cNvSpPr>
          <p:nvPr>
            <p:ph sz="quarter" idx="20"/>
          </p:nvPr>
        </p:nvSpPr>
        <p:spPr>
          <a:xfrm>
            <a:off x="342901" y="3269294"/>
            <a:ext cx="8191500" cy="741098"/>
          </a:xfrm>
        </p:spPr>
        <p:txBody>
          <a:bodyPr tIns="0"/>
          <a:lstStyle/>
          <a:p>
            <a:pPr marL="292608"/>
            <a:r>
              <a:rPr lang="en-US" dirty="0"/>
              <a:t>Each cell is a </a:t>
            </a:r>
            <a:r>
              <a:rPr lang="en-US" b="1" dirty="0"/>
              <a:t>joint</a:t>
            </a:r>
            <a:r>
              <a:rPr lang="en-US" i="1" dirty="0"/>
              <a:t> </a:t>
            </a:r>
            <a:r>
              <a:rPr lang="en-US" dirty="0"/>
              <a:t>probability. The cells sum to 1.0000 because these are all the possible event combinations.</a:t>
            </a:r>
          </a:p>
        </p:txBody>
      </p:sp>
      <p:graphicFrame>
        <p:nvGraphicFramePr>
          <p:cNvPr id="20" name="Table 2">
            <a:extLst>
              <a:ext uri="{FF2B5EF4-FFF2-40B4-BE49-F238E27FC236}">
                <a16:creationId xmlns:a16="http://schemas.microsoft.com/office/drawing/2014/main" id="{830C8254-6B72-4933-AF97-6DBE383DA9B3}"/>
              </a:ext>
            </a:extLst>
          </p:cNvPr>
          <p:cNvGraphicFramePr>
            <a:graphicFrameLocks noGrp="1"/>
          </p:cNvGraphicFramePr>
          <p:nvPr>
            <p:extLst>
              <p:ext uri="{D42A27DB-BD31-4B8C-83A1-F6EECF244321}">
                <p14:modId xmlns:p14="http://schemas.microsoft.com/office/powerpoint/2010/main" val="2157948767"/>
              </p:ext>
            </p:extLst>
          </p:nvPr>
        </p:nvGraphicFramePr>
        <p:xfrm>
          <a:off x="1141450" y="4213356"/>
          <a:ext cx="6792850" cy="1986868"/>
        </p:xfrm>
        <a:graphic>
          <a:graphicData uri="http://schemas.openxmlformats.org/drawingml/2006/table">
            <a:tbl>
              <a:tblPr firstRow="1" bandRow="1">
                <a:tableStyleId>{5C22544A-7EE6-4342-B048-85BDC9FD1C3A}</a:tableStyleId>
              </a:tblPr>
              <a:tblGrid>
                <a:gridCol w="1358570">
                  <a:extLst>
                    <a:ext uri="{9D8B030D-6E8A-4147-A177-3AD203B41FA5}">
                      <a16:colId xmlns:a16="http://schemas.microsoft.com/office/drawing/2014/main" val="324305631"/>
                    </a:ext>
                  </a:extLst>
                </a:gridCol>
                <a:gridCol w="1358570">
                  <a:extLst>
                    <a:ext uri="{9D8B030D-6E8A-4147-A177-3AD203B41FA5}">
                      <a16:colId xmlns:a16="http://schemas.microsoft.com/office/drawing/2014/main" val="2272418738"/>
                    </a:ext>
                  </a:extLst>
                </a:gridCol>
                <a:gridCol w="1358570">
                  <a:extLst>
                    <a:ext uri="{9D8B030D-6E8A-4147-A177-3AD203B41FA5}">
                      <a16:colId xmlns:a16="http://schemas.microsoft.com/office/drawing/2014/main" val="4260791188"/>
                    </a:ext>
                  </a:extLst>
                </a:gridCol>
                <a:gridCol w="1358570">
                  <a:extLst>
                    <a:ext uri="{9D8B030D-6E8A-4147-A177-3AD203B41FA5}">
                      <a16:colId xmlns:a16="http://schemas.microsoft.com/office/drawing/2014/main" val="2376186420"/>
                    </a:ext>
                  </a:extLst>
                </a:gridCol>
                <a:gridCol w="1358570">
                  <a:extLst>
                    <a:ext uri="{9D8B030D-6E8A-4147-A177-3AD203B41FA5}">
                      <a16:colId xmlns:a16="http://schemas.microsoft.com/office/drawing/2014/main" val="417053685"/>
                    </a:ext>
                  </a:extLst>
                </a:gridCol>
              </a:tblGrid>
              <a:tr h="462868">
                <a:tc>
                  <a:txBody>
                    <a:bodyPr/>
                    <a:lstStyle/>
                    <a:p>
                      <a:endParaRPr lang="en-US" sz="1900"/>
                    </a:p>
                  </a:txBody>
                  <a:tcPr marL="78639" marR="78639"/>
                </a:tc>
                <a:tc>
                  <a:txBody>
                    <a:bodyPr/>
                    <a:lstStyle/>
                    <a:p>
                      <a:endParaRPr lang="en-US" sz="1900"/>
                    </a:p>
                  </a:txBody>
                  <a:tcPr marL="78639" marR="78639"/>
                </a:tc>
                <a:tc>
                  <a:txBody>
                    <a:bodyPr/>
                    <a:lstStyle/>
                    <a:p>
                      <a:endParaRPr lang="en-US" sz="1900"/>
                    </a:p>
                  </a:txBody>
                  <a:tcPr marL="78639" marR="78639"/>
                </a:tc>
                <a:tc>
                  <a:txBody>
                    <a:bodyPr/>
                    <a:lstStyle/>
                    <a:p>
                      <a:endParaRPr lang="en-US" sz="1900"/>
                    </a:p>
                  </a:txBody>
                  <a:tcPr marL="78639" marR="78639"/>
                </a:tc>
                <a:tc>
                  <a:txBody>
                    <a:bodyPr/>
                    <a:lstStyle/>
                    <a:p>
                      <a:endParaRPr lang="en-US" sz="1900" dirty="0"/>
                    </a:p>
                  </a:txBody>
                  <a:tcPr marL="78639" marR="78639"/>
                </a:tc>
                <a:extLst>
                  <a:ext uri="{0D108BD9-81ED-4DB2-BD59-A6C34878D82A}">
                    <a16:rowId xmlns:a16="http://schemas.microsoft.com/office/drawing/2014/main" val="76313354"/>
                  </a:ext>
                </a:extLst>
              </a:tr>
              <a:tr h="376429">
                <a:tc>
                  <a:txBody>
                    <a:bodyPr/>
                    <a:lstStyle/>
                    <a:p>
                      <a:endParaRPr lang="en-US" sz="1900"/>
                    </a:p>
                  </a:txBody>
                  <a:tcPr marL="78639" marR="78639"/>
                </a:tc>
                <a:tc>
                  <a:txBody>
                    <a:bodyPr/>
                    <a:lstStyle/>
                    <a:p>
                      <a:endParaRPr lang="en-US" sz="1900" dirty="0"/>
                    </a:p>
                  </a:txBody>
                  <a:tcPr marL="78639" marR="78639"/>
                </a:tc>
                <a:tc>
                  <a:txBody>
                    <a:bodyPr/>
                    <a:lstStyle/>
                    <a:p>
                      <a:endParaRPr lang="en-US" sz="1900"/>
                    </a:p>
                  </a:txBody>
                  <a:tcPr marL="78639" marR="78639"/>
                </a:tc>
                <a:tc>
                  <a:txBody>
                    <a:bodyPr/>
                    <a:lstStyle/>
                    <a:p>
                      <a:endParaRPr lang="en-US" sz="1900" dirty="0"/>
                    </a:p>
                  </a:txBody>
                  <a:tcPr marL="78639" marR="78639"/>
                </a:tc>
                <a:tc>
                  <a:txBody>
                    <a:bodyPr/>
                    <a:lstStyle/>
                    <a:p>
                      <a:endParaRPr lang="en-US" sz="1900"/>
                    </a:p>
                  </a:txBody>
                  <a:tcPr marL="78639" marR="78639"/>
                </a:tc>
                <a:extLst>
                  <a:ext uri="{0D108BD9-81ED-4DB2-BD59-A6C34878D82A}">
                    <a16:rowId xmlns:a16="http://schemas.microsoft.com/office/drawing/2014/main" val="144127595"/>
                  </a:ext>
                </a:extLst>
              </a:tr>
              <a:tr h="376429">
                <a:tc>
                  <a:txBody>
                    <a:bodyPr/>
                    <a:lstStyle/>
                    <a:p>
                      <a:endParaRPr lang="en-US" sz="1900"/>
                    </a:p>
                  </a:txBody>
                  <a:tcPr marL="78639" marR="78639"/>
                </a:tc>
                <a:tc>
                  <a:txBody>
                    <a:bodyPr/>
                    <a:lstStyle/>
                    <a:p>
                      <a:endParaRPr lang="en-US" sz="1900"/>
                    </a:p>
                  </a:txBody>
                  <a:tcPr marL="78639" marR="78639"/>
                </a:tc>
                <a:tc>
                  <a:txBody>
                    <a:bodyPr/>
                    <a:lstStyle/>
                    <a:p>
                      <a:endParaRPr lang="en-US" sz="1900"/>
                    </a:p>
                  </a:txBody>
                  <a:tcPr marL="78639" marR="78639"/>
                </a:tc>
                <a:tc>
                  <a:txBody>
                    <a:bodyPr/>
                    <a:lstStyle/>
                    <a:p>
                      <a:endParaRPr lang="en-US" sz="1900"/>
                    </a:p>
                  </a:txBody>
                  <a:tcPr marL="78639" marR="78639"/>
                </a:tc>
                <a:tc>
                  <a:txBody>
                    <a:bodyPr/>
                    <a:lstStyle/>
                    <a:p>
                      <a:endParaRPr lang="en-US" sz="1900" dirty="0"/>
                    </a:p>
                  </a:txBody>
                  <a:tcPr marL="78639" marR="78639"/>
                </a:tc>
                <a:extLst>
                  <a:ext uri="{0D108BD9-81ED-4DB2-BD59-A6C34878D82A}">
                    <a16:rowId xmlns:a16="http://schemas.microsoft.com/office/drawing/2014/main" val="1196434217"/>
                  </a:ext>
                </a:extLst>
              </a:tr>
              <a:tr h="376429">
                <a:tc>
                  <a:txBody>
                    <a:bodyPr/>
                    <a:lstStyle/>
                    <a:p>
                      <a:endParaRPr lang="en-US" sz="1900"/>
                    </a:p>
                  </a:txBody>
                  <a:tcPr marL="78639" marR="78639"/>
                </a:tc>
                <a:tc>
                  <a:txBody>
                    <a:bodyPr/>
                    <a:lstStyle/>
                    <a:p>
                      <a:endParaRPr lang="en-US" sz="1900"/>
                    </a:p>
                  </a:txBody>
                  <a:tcPr marL="78639" marR="78639"/>
                </a:tc>
                <a:tc>
                  <a:txBody>
                    <a:bodyPr/>
                    <a:lstStyle/>
                    <a:p>
                      <a:endParaRPr lang="en-US" sz="1900"/>
                    </a:p>
                  </a:txBody>
                  <a:tcPr marL="78639" marR="78639"/>
                </a:tc>
                <a:tc>
                  <a:txBody>
                    <a:bodyPr/>
                    <a:lstStyle/>
                    <a:p>
                      <a:endParaRPr lang="en-US" sz="1900"/>
                    </a:p>
                  </a:txBody>
                  <a:tcPr marL="78639" marR="78639"/>
                </a:tc>
                <a:tc>
                  <a:txBody>
                    <a:bodyPr/>
                    <a:lstStyle/>
                    <a:p>
                      <a:endParaRPr lang="en-US" sz="1900" dirty="0"/>
                    </a:p>
                  </a:txBody>
                  <a:tcPr marL="78639" marR="78639"/>
                </a:tc>
                <a:extLst>
                  <a:ext uri="{0D108BD9-81ED-4DB2-BD59-A6C34878D82A}">
                    <a16:rowId xmlns:a16="http://schemas.microsoft.com/office/drawing/2014/main" val="3781906333"/>
                  </a:ext>
                </a:extLst>
              </a:tr>
              <a:tr h="376429">
                <a:tc>
                  <a:txBody>
                    <a:bodyPr/>
                    <a:lstStyle/>
                    <a:p>
                      <a:endParaRPr lang="en-US" sz="1900" dirty="0"/>
                    </a:p>
                  </a:txBody>
                  <a:tcPr marL="78639" marR="78639"/>
                </a:tc>
                <a:tc>
                  <a:txBody>
                    <a:bodyPr/>
                    <a:lstStyle/>
                    <a:p>
                      <a:endParaRPr lang="en-US" sz="1900" dirty="0"/>
                    </a:p>
                  </a:txBody>
                  <a:tcPr marL="78639" marR="78639"/>
                </a:tc>
                <a:tc>
                  <a:txBody>
                    <a:bodyPr/>
                    <a:lstStyle/>
                    <a:p>
                      <a:endParaRPr lang="en-US" sz="1900" dirty="0"/>
                    </a:p>
                  </a:txBody>
                  <a:tcPr marL="78639" marR="78639"/>
                </a:tc>
                <a:tc>
                  <a:txBody>
                    <a:bodyPr/>
                    <a:lstStyle/>
                    <a:p>
                      <a:endParaRPr lang="en-US" sz="1900"/>
                    </a:p>
                  </a:txBody>
                  <a:tcPr marL="78639" marR="78639"/>
                </a:tc>
                <a:tc>
                  <a:txBody>
                    <a:bodyPr/>
                    <a:lstStyle/>
                    <a:p>
                      <a:endParaRPr lang="en-US" sz="1900" dirty="0"/>
                    </a:p>
                  </a:txBody>
                  <a:tcPr marL="78639" marR="78639"/>
                </a:tc>
                <a:extLst>
                  <a:ext uri="{0D108BD9-81ED-4DB2-BD59-A6C34878D82A}">
                    <a16:rowId xmlns:a16="http://schemas.microsoft.com/office/drawing/2014/main" val="3996250397"/>
                  </a:ext>
                </a:extLst>
              </a:tr>
            </a:tbl>
          </a:graphicData>
        </a:graphic>
      </p:graphicFrame>
      <p:graphicFrame>
        <p:nvGraphicFramePr>
          <p:cNvPr id="11" name="Object 10">
            <a:extLst>
              <a:ext uri="{FF2B5EF4-FFF2-40B4-BE49-F238E27FC236}">
                <a16:creationId xmlns:a16="http://schemas.microsoft.com/office/drawing/2014/main" id="{EBCECA1A-0068-68E7-B5D5-627EEFDC91AF}"/>
              </a:ext>
            </a:extLst>
          </p:cNvPr>
          <p:cNvGraphicFramePr>
            <a:graphicFrameLocks noChangeAspect="1"/>
          </p:cNvGraphicFramePr>
          <p:nvPr>
            <p:extLst>
              <p:ext uri="{D42A27DB-BD31-4B8C-83A1-F6EECF244321}">
                <p14:modId xmlns:p14="http://schemas.microsoft.com/office/powerpoint/2010/main" val="1630336259"/>
              </p:ext>
            </p:extLst>
          </p:nvPr>
        </p:nvGraphicFramePr>
        <p:xfrm>
          <a:off x="1224950" y="4380142"/>
          <a:ext cx="1090227" cy="190042"/>
        </p:xfrm>
        <a:graphic>
          <a:graphicData uri="http://schemas.openxmlformats.org/presentationml/2006/ole">
            <mc:AlternateContent xmlns:mc="http://schemas.openxmlformats.org/markup-compatibility/2006">
              <mc:Choice xmlns:v="urn:schemas-microsoft-com:vml" Requires="v">
                <p:oleObj name="Equation" r:id="rId7" imgW="1676160" imgH="291960" progId="Equation.DSMT4">
                  <p:embed/>
                </p:oleObj>
              </mc:Choice>
              <mc:Fallback>
                <p:oleObj name="Equation" r:id="rId7" imgW="1676160" imgH="291960" progId="Equation.DSMT4">
                  <p:embed/>
                  <p:pic>
                    <p:nvPicPr>
                      <p:cNvPr id="12" name="Object 11">
                        <a:extLst>
                          <a:ext uri="{FF2B5EF4-FFF2-40B4-BE49-F238E27FC236}">
                            <a16:creationId xmlns:a16="http://schemas.microsoft.com/office/drawing/2014/main" id="{EB484F4A-1E22-7043-58CA-10A00FF08435}"/>
                          </a:ext>
                        </a:extLst>
                      </p:cNvPr>
                      <p:cNvPicPr/>
                      <p:nvPr/>
                    </p:nvPicPr>
                    <p:blipFill>
                      <a:blip r:embed="rId8"/>
                      <a:stretch>
                        <a:fillRect/>
                      </a:stretch>
                    </p:blipFill>
                    <p:spPr>
                      <a:xfrm>
                        <a:off x="1224950" y="4380142"/>
                        <a:ext cx="1090227" cy="190042"/>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88C398B3-D0E0-29AD-4B5E-928CDED5B059}"/>
              </a:ext>
            </a:extLst>
          </p:cNvPr>
          <p:cNvGraphicFramePr>
            <a:graphicFrameLocks noChangeAspect="1"/>
          </p:cNvGraphicFramePr>
          <p:nvPr>
            <p:extLst>
              <p:ext uri="{D42A27DB-BD31-4B8C-83A1-F6EECF244321}">
                <p14:modId xmlns:p14="http://schemas.microsoft.com/office/powerpoint/2010/main" val="534593843"/>
              </p:ext>
            </p:extLst>
          </p:nvPr>
        </p:nvGraphicFramePr>
        <p:xfrm>
          <a:off x="2654300" y="4260850"/>
          <a:ext cx="1050925" cy="354013"/>
        </p:xfrm>
        <a:graphic>
          <a:graphicData uri="http://schemas.openxmlformats.org/presentationml/2006/ole">
            <mc:AlternateContent xmlns:mc="http://schemas.openxmlformats.org/markup-compatibility/2006">
              <mc:Choice xmlns:v="urn:schemas-microsoft-com:vml" Requires="v">
                <p:oleObj name="Equation" r:id="rId9" imgW="1955520" imgH="660240" progId="Equation.DSMT4">
                  <p:embed/>
                </p:oleObj>
              </mc:Choice>
              <mc:Fallback>
                <p:oleObj name="Equation" r:id="rId9" imgW="1955520" imgH="660240" progId="Equation.DSMT4">
                  <p:embed/>
                  <p:pic>
                    <p:nvPicPr>
                      <p:cNvPr id="15" name="Object 14">
                        <a:extLst>
                          <a:ext uri="{FF2B5EF4-FFF2-40B4-BE49-F238E27FC236}">
                            <a16:creationId xmlns:a16="http://schemas.microsoft.com/office/drawing/2014/main" id="{F23A19DF-591D-DA85-E10A-8FD23955DBA1}"/>
                          </a:ext>
                        </a:extLst>
                      </p:cNvPr>
                      <p:cNvPicPr/>
                      <p:nvPr/>
                    </p:nvPicPr>
                    <p:blipFill>
                      <a:blip r:embed="rId10"/>
                      <a:stretch>
                        <a:fillRect/>
                      </a:stretch>
                    </p:blipFill>
                    <p:spPr>
                      <a:xfrm>
                        <a:off x="2654300" y="4260850"/>
                        <a:ext cx="1050925" cy="354013"/>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AE14F12A-15EE-31C9-E9A7-010BEF15BA03}"/>
              </a:ext>
            </a:extLst>
          </p:cNvPr>
          <p:cNvGraphicFramePr>
            <a:graphicFrameLocks noChangeAspect="1"/>
          </p:cNvGraphicFramePr>
          <p:nvPr>
            <p:extLst>
              <p:ext uri="{D42A27DB-BD31-4B8C-83A1-F6EECF244321}">
                <p14:modId xmlns:p14="http://schemas.microsoft.com/office/powerpoint/2010/main" val="2155236578"/>
              </p:ext>
            </p:extLst>
          </p:nvPr>
        </p:nvGraphicFramePr>
        <p:xfrm>
          <a:off x="4071938" y="4260850"/>
          <a:ext cx="1049337" cy="354013"/>
        </p:xfrm>
        <a:graphic>
          <a:graphicData uri="http://schemas.openxmlformats.org/presentationml/2006/ole">
            <mc:AlternateContent xmlns:mc="http://schemas.openxmlformats.org/markup-compatibility/2006">
              <mc:Choice xmlns:v="urn:schemas-microsoft-com:vml" Requires="v">
                <p:oleObj name="Equation" r:id="rId11" imgW="1955520" imgH="660240" progId="Equation.DSMT4">
                  <p:embed/>
                </p:oleObj>
              </mc:Choice>
              <mc:Fallback>
                <p:oleObj name="Equation" r:id="rId11" imgW="1955520" imgH="660240" progId="Equation.DSMT4">
                  <p:embed/>
                  <p:pic>
                    <p:nvPicPr>
                      <p:cNvPr id="24" name="Object 23">
                        <a:extLst>
                          <a:ext uri="{FF2B5EF4-FFF2-40B4-BE49-F238E27FC236}">
                            <a16:creationId xmlns:a16="http://schemas.microsoft.com/office/drawing/2014/main" id="{F84C0626-1294-BF35-6ECA-D02DAE6DDF40}"/>
                          </a:ext>
                        </a:extLst>
                      </p:cNvPr>
                      <p:cNvPicPr/>
                      <p:nvPr/>
                    </p:nvPicPr>
                    <p:blipFill>
                      <a:blip r:embed="rId12"/>
                      <a:stretch>
                        <a:fillRect/>
                      </a:stretch>
                    </p:blipFill>
                    <p:spPr>
                      <a:xfrm>
                        <a:off x="4071938" y="4260850"/>
                        <a:ext cx="1049337" cy="354013"/>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D14AF9F8-3B8D-FACB-7A3A-1A06BEBF6DC3}"/>
              </a:ext>
            </a:extLst>
          </p:cNvPr>
          <p:cNvGraphicFramePr>
            <a:graphicFrameLocks noChangeAspect="1"/>
          </p:cNvGraphicFramePr>
          <p:nvPr>
            <p:extLst>
              <p:ext uri="{D42A27DB-BD31-4B8C-83A1-F6EECF244321}">
                <p14:modId xmlns:p14="http://schemas.microsoft.com/office/powerpoint/2010/main" val="1250735583"/>
              </p:ext>
            </p:extLst>
          </p:nvPr>
        </p:nvGraphicFramePr>
        <p:xfrm>
          <a:off x="5443538" y="4243388"/>
          <a:ext cx="1050925" cy="368300"/>
        </p:xfrm>
        <a:graphic>
          <a:graphicData uri="http://schemas.openxmlformats.org/presentationml/2006/ole">
            <mc:AlternateContent xmlns:mc="http://schemas.openxmlformats.org/markup-compatibility/2006">
              <mc:Choice xmlns:v="urn:schemas-microsoft-com:vml" Requires="v">
                <p:oleObj name="Equation" r:id="rId13" imgW="1955520" imgH="685800" progId="Equation.DSMT4">
                  <p:embed/>
                </p:oleObj>
              </mc:Choice>
              <mc:Fallback>
                <p:oleObj name="Equation" r:id="rId13" imgW="1955520" imgH="685800" progId="Equation.DSMT4">
                  <p:embed/>
                  <p:pic>
                    <p:nvPicPr>
                      <p:cNvPr id="46" name="Object 45">
                        <a:extLst>
                          <a:ext uri="{FF2B5EF4-FFF2-40B4-BE49-F238E27FC236}">
                            <a16:creationId xmlns:a16="http://schemas.microsoft.com/office/drawing/2014/main" id="{6AED317A-2637-D880-6BDC-24F82BBC4CD6}"/>
                          </a:ext>
                        </a:extLst>
                      </p:cNvPr>
                      <p:cNvPicPr/>
                      <p:nvPr/>
                    </p:nvPicPr>
                    <p:blipFill>
                      <a:blip r:embed="rId14"/>
                      <a:stretch>
                        <a:fillRect/>
                      </a:stretch>
                    </p:blipFill>
                    <p:spPr>
                      <a:xfrm>
                        <a:off x="5443538" y="4243388"/>
                        <a:ext cx="1050925" cy="368300"/>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F7456527-D87D-A99A-7A85-B6D328621581}"/>
              </a:ext>
            </a:extLst>
          </p:cNvPr>
          <p:cNvGraphicFramePr>
            <a:graphicFrameLocks noChangeAspect="1"/>
          </p:cNvGraphicFramePr>
          <p:nvPr>
            <p:extLst>
              <p:ext uri="{D42A27DB-BD31-4B8C-83A1-F6EECF244321}">
                <p14:modId xmlns:p14="http://schemas.microsoft.com/office/powerpoint/2010/main" val="3450079209"/>
              </p:ext>
            </p:extLst>
          </p:nvPr>
        </p:nvGraphicFramePr>
        <p:xfrm>
          <a:off x="7004925" y="4375097"/>
          <a:ext cx="776413" cy="157535"/>
        </p:xfrm>
        <a:graphic>
          <a:graphicData uri="http://schemas.openxmlformats.org/presentationml/2006/ole">
            <mc:AlternateContent xmlns:mc="http://schemas.openxmlformats.org/markup-compatibility/2006">
              <mc:Choice xmlns:v="urn:schemas-microsoft-com:vml" Requires="v">
                <p:oleObj name="Equation" r:id="rId15" imgW="1193760" imgH="241200" progId="Equation.DSMT4">
                  <p:embed/>
                </p:oleObj>
              </mc:Choice>
              <mc:Fallback>
                <p:oleObj name="Equation" r:id="rId15" imgW="1193760" imgH="241200" progId="Equation.DSMT4">
                  <p:embed/>
                  <p:pic>
                    <p:nvPicPr>
                      <p:cNvPr id="47" name="Object 46">
                        <a:extLst>
                          <a:ext uri="{FF2B5EF4-FFF2-40B4-BE49-F238E27FC236}">
                            <a16:creationId xmlns:a16="http://schemas.microsoft.com/office/drawing/2014/main" id="{48AB8123-CE41-C7A6-7E4D-3DA6349370F4}"/>
                          </a:ext>
                        </a:extLst>
                      </p:cNvPr>
                      <p:cNvPicPr/>
                      <p:nvPr/>
                    </p:nvPicPr>
                    <p:blipFill>
                      <a:blip r:embed="rId16"/>
                      <a:stretch>
                        <a:fillRect/>
                      </a:stretch>
                    </p:blipFill>
                    <p:spPr>
                      <a:xfrm>
                        <a:off x="7004925" y="4375097"/>
                        <a:ext cx="776413" cy="157535"/>
                      </a:xfrm>
                      <a:prstGeom prst="rect">
                        <a:avLst/>
                      </a:prstGeom>
                    </p:spPr>
                  </p:pic>
                </p:oleObj>
              </mc:Fallback>
            </mc:AlternateContent>
          </a:graphicData>
        </a:graphic>
      </p:graphicFrame>
      <p:graphicFrame>
        <p:nvGraphicFramePr>
          <p:cNvPr id="26" name="Object 25">
            <a:extLst>
              <a:ext uri="{FF2B5EF4-FFF2-40B4-BE49-F238E27FC236}">
                <a16:creationId xmlns:a16="http://schemas.microsoft.com/office/drawing/2014/main" id="{536A61A7-5798-4448-AA51-547D951AF90E}"/>
              </a:ext>
            </a:extLst>
          </p:cNvPr>
          <p:cNvGraphicFramePr>
            <a:graphicFrameLocks noChangeAspect="1"/>
          </p:cNvGraphicFramePr>
          <p:nvPr>
            <p:extLst>
              <p:ext uri="{D42A27DB-BD31-4B8C-83A1-F6EECF244321}">
                <p14:modId xmlns:p14="http://schemas.microsoft.com/office/powerpoint/2010/main" val="3738101459"/>
              </p:ext>
            </p:extLst>
          </p:nvPr>
        </p:nvGraphicFramePr>
        <p:xfrm>
          <a:off x="1209921" y="4778522"/>
          <a:ext cx="1147270" cy="233068"/>
        </p:xfrm>
        <a:graphic>
          <a:graphicData uri="http://schemas.openxmlformats.org/presentationml/2006/ole">
            <mc:AlternateContent xmlns:mc="http://schemas.openxmlformats.org/markup-compatibility/2006">
              <mc:Choice xmlns:v="urn:schemas-microsoft-com:vml" Requires="v">
                <p:oleObj name="Equation" r:id="rId17" imgW="1625400" imgH="330120" progId="Equation.DSMT4">
                  <p:embed/>
                </p:oleObj>
              </mc:Choice>
              <mc:Fallback>
                <p:oleObj name="Equation" r:id="rId17" imgW="1625400" imgH="330120" progId="Equation.DSMT4">
                  <p:embed/>
                  <p:pic>
                    <p:nvPicPr>
                      <p:cNvPr id="26" name="Object 25">
                        <a:extLst>
                          <a:ext uri="{FF2B5EF4-FFF2-40B4-BE49-F238E27FC236}">
                            <a16:creationId xmlns:a16="http://schemas.microsoft.com/office/drawing/2014/main" id="{FAE3AC13-E221-4B7A-A1EC-E2C8C463E7CB}"/>
                          </a:ext>
                        </a:extLst>
                      </p:cNvPr>
                      <p:cNvPicPr/>
                      <p:nvPr/>
                    </p:nvPicPr>
                    <p:blipFill>
                      <a:blip r:embed="rId18"/>
                      <a:stretch>
                        <a:fillRect/>
                      </a:stretch>
                    </p:blipFill>
                    <p:spPr>
                      <a:xfrm>
                        <a:off x="1209921" y="4778522"/>
                        <a:ext cx="1147270" cy="233068"/>
                      </a:xfrm>
                      <a:prstGeom prst="rect">
                        <a:avLst/>
                      </a:prstGeom>
                    </p:spPr>
                  </p:pic>
                </p:oleObj>
              </mc:Fallback>
            </mc:AlternateContent>
          </a:graphicData>
        </a:graphic>
      </p:graphicFrame>
      <p:graphicFrame>
        <p:nvGraphicFramePr>
          <p:cNvPr id="27" name="Object 26">
            <a:extLst>
              <a:ext uri="{FF2B5EF4-FFF2-40B4-BE49-F238E27FC236}">
                <a16:creationId xmlns:a16="http://schemas.microsoft.com/office/drawing/2014/main" id="{636334E4-3413-4E46-AE58-95BA220CFD1A}"/>
              </a:ext>
            </a:extLst>
          </p:cNvPr>
          <p:cNvGraphicFramePr>
            <a:graphicFrameLocks noChangeAspect="1"/>
          </p:cNvGraphicFramePr>
          <p:nvPr>
            <p:extLst>
              <p:ext uri="{D42A27DB-BD31-4B8C-83A1-F6EECF244321}">
                <p14:modId xmlns:p14="http://schemas.microsoft.com/office/powerpoint/2010/main" val="2795924153"/>
              </p:ext>
            </p:extLst>
          </p:nvPr>
        </p:nvGraphicFramePr>
        <p:xfrm>
          <a:off x="2914125" y="4792484"/>
          <a:ext cx="453488" cy="186094"/>
        </p:xfrm>
        <a:graphic>
          <a:graphicData uri="http://schemas.openxmlformats.org/presentationml/2006/ole">
            <mc:AlternateContent xmlns:mc="http://schemas.openxmlformats.org/markup-compatibility/2006">
              <mc:Choice xmlns:v="urn:schemas-microsoft-com:vml" Requires="v">
                <p:oleObj name="Equation" r:id="rId19" imgW="583920" imgH="241200" progId="Equation.DSMT4">
                  <p:embed/>
                </p:oleObj>
              </mc:Choice>
              <mc:Fallback>
                <p:oleObj name="Equation" r:id="rId19" imgW="583920" imgH="241200" progId="Equation.DSMT4">
                  <p:embed/>
                  <p:pic>
                    <p:nvPicPr>
                      <p:cNvPr id="27" name="Object 26">
                        <a:extLst>
                          <a:ext uri="{FF2B5EF4-FFF2-40B4-BE49-F238E27FC236}">
                            <a16:creationId xmlns:a16="http://schemas.microsoft.com/office/drawing/2014/main" id="{F4B328B0-FDCC-40F7-AB07-A94A04DD6596}"/>
                          </a:ext>
                        </a:extLst>
                      </p:cNvPr>
                      <p:cNvPicPr/>
                      <p:nvPr/>
                    </p:nvPicPr>
                    <p:blipFill>
                      <a:blip r:embed="rId20"/>
                      <a:stretch>
                        <a:fillRect/>
                      </a:stretch>
                    </p:blipFill>
                    <p:spPr>
                      <a:xfrm>
                        <a:off x="2914125" y="4792484"/>
                        <a:ext cx="453488" cy="186094"/>
                      </a:xfrm>
                      <a:prstGeom prst="rect">
                        <a:avLst/>
                      </a:prstGeom>
                    </p:spPr>
                  </p:pic>
                </p:oleObj>
              </mc:Fallback>
            </mc:AlternateContent>
          </a:graphicData>
        </a:graphic>
      </p:graphicFrame>
      <p:graphicFrame>
        <p:nvGraphicFramePr>
          <p:cNvPr id="28" name="Object 27">
            <a:extLst>
              <a:ext uri="{FF2B5EF4-FFF2-40B4-BE49-F238E27FC236}">
                <a16:creationId xmlns:a16="http://schemas.microsoft.com/office/drawing/2014/main" id="{38CD85C7-19C4-45A6-9AED-C072BCE51154}"/>
              </a:ext>
            </a:extLst>
          </p:cNvPr>
          <p:cNvGraphicFramePr>
            <a:graphicFrameLocks noChangeAspect="1"/>
          </p:cNvGraphicFramePr>
          <p:nvPr>
            <p:extLst>
              <p:ext uri="{D42A27DB-BD31-4B8C-83A1-F6EECF244321}">
                <p14:modId xmlns:p14="http://schemas.microsoft.com/office/powerpoint/2010/main" val="1920616508"/>
              </p:ext>
            </p:extLst>
          </p:nvPr>
        </p:nvGraphicFramePr>
        <p:xfrm>
          <a:off x="4365797" y="4771223"/>
          <a:ext cx="448919" cy="180620"/>
        </p:xfrm>
        <a:graphic>
          <a:graphicData uri="http://schemas.openxmlformats.org/presentationml/2006/ole">
            <mc:AlternateContent xmlns:mc="http://schemas.openxmlformats.org/markup-compatibility/2006">
              <mc:Choice xmlns:v="urn:schemas-microsoft-com:vml" Requires="v">
                <p:oleObj name="Equation" r:id="rId21" imgW="596880" imgH="241200" progId="Equation.DSMT4">
                  <p:embed/>
                </p:oleObj>
              </mc:Choice>
              <mc:Fallback>
                <p:oleObj name="Equation" r:id="rId21" imgW="596880" imgH="241200" progId="Equation.DSMT4">
                  <p:embed/>
                  <p:pic>
                    <p:nvPicPr>
                      <p:cNvPr id="28" name="Object 27">
                        <a:extLst>
                          <a:ext uri="{FF2B5EF4-FFF2-40B4-BE49-F238E27FC236}">
                            <a16:creationId xmlns:a16="http://schemas.microsoft.com/office/drawing/2014/main" id="{83085104-03A6-4D57-9992-CBD95BEB7374}"/>
                          </a:ext>
                        </a:extLst>
                      </p:cNvPr>
                      <p:cNvPicPr/>
                      <p:nvPr/>
                    </p:nvPicPr>
                    <p:blipFill>
                      <a:blip r:embed="rId22"/>
                      <a:stretch>
                        <a:fillRect/>
                      </a:stretch>
                    </p:blipFill>
                    <p:spPr>
                      <a:xfrm>
                        <a:off x="4365797" y="4771223"/>
                        <a:ext cx="448919" cy="180620"/>
                      </a:xfrm>
                      <a:prstGeom prst="rect">
                        <a:avLst/>
                      </a:prstGeom>
                    </p:spPr>
                  </p:pic>
                </p:oleObj>
              </mc:Fallback>
            </mc:AlternateContent>
          </a:graphicData>
        </a:graphic>
      </p:graphicFrame>
      <p:graphicFrame>
        <p:nvGraphicFramePr>
          <p:cNvPr id="29" name="Object 28">
            <a:extLst>
              <a:ext uri="{FF2B5EF4-FFF2-40B4-BE49-F238E27FC236}">
                <a16:creationId xmlns:a16="http://schemas.microsoft.com/office/drawing/2014/main" id="{D390F105-B40F-4B02-8AE6-06CF8A9D5F12}"/>
              </a:ext>
            </a:extLst>
          </p:cNvPr>
          <p:cNvGraphicFramePr>
            <a:graphicFrameLocks noChangeAspect="1"/>
          </p:cNvGraphicFramePr>
          <p:nvPr>
            <p:extLst>
              <p:ext uri="{D42A27DB-BD31-4B8C-83A1-F6EECF244321}">
                <p14:modId xmlns:p14="http://schemas.microsoft.com/office/powerpoint/2010/main" val="248380805"/>
              </p:ext>
            </p:extLst>
          </p:nvPr>
        </p:nvGraphicFramePr>
        <p:xfrm>
          <a:off x="5720390" y="4758063"/>
          <a:ext cx="457533" cy="185086"/>
        </p:xfrm>
        <a:graphic>
          <a:graphicData uri="http://schemas.openxmlformats.org/presentationml/2006/ole">
            <mc:AlternateContent xmlns:mc="http://schemas.openxmlformats.org/markup-compatibility/2006">
              <mc:Choice xmlns:v="urn:schemas-microsoft-com:vml" Requires="v">
                <p:oleObj name="Equation" r:id="rId23" imgW="596880" imgH="241200" progId="Equation.DSMT4">
                  <p:embed/>
                </p:oleObj>
              </mc:Choice>
              <mc:Fallback>
                <p:oleObj name="Equation" r:id="rId23" imgW="596880" imgH="241200" progId="Equation.DSMT4">
                  <p:embed/>
                  <p:pic>
                    <p:nvPicPr>
                      <p:cNvPr id="29" name="Object 28">
                        <a:extLst>
                          <a:ext uri="{FF2B5EF4-FFF2-40B4-BE49-F238E27FC236}">
                            <a16:creationId xmlns:a16="http://schemas.microsoft.com/office/drawing/2014/main" id="{4FD601E2-C157-4FE3-9781-F367CC94FBA9}"/>
                          </a:ext>
                        </a:extLst>
                      </p:cNvPr>
                      <p:cNvPicPr/>
                      <p:nvPr/>
                    </p:nvPicPr>
                    <p:blipFill>
                      <a:blip r:embed="rId24"/>
                      <a:stretch>
                        <a:fillRect/>
                      </a:stretch>
                    </p:blipFill>
                    <p:spPr>
                      <a:xfrm>
                        <a:off x="5720390" y="4758063"/>
                        <a:ext cx="457533" cy="185086"/>
                      </a:xfrm>
                      <a:prstGeom prst="rect">
                        <a:avLst/>
                      </a:prstGeom>
                    </p:spPr>
                  </p:pic>
                </p:oleObj>
              </mc:Fallback>
            </mc:AlternateContent>
          </a:graphicData>
        </a:graphic>
      </p:graphicFrame>
      <p:graphicFrame>
        <p:nvGraphicFramePr>
          <p:cNvPr id="30" name="Object 29">
            <a:extLst>
              <a:ext uri="{FF2B5EF4-FFF2-40B4-BE49-F238E27FC236}">
                <a16:creationId xmlns:a16="http://schemas.microsoft.com/office/drawing/2014/main" id="{0458B02D-5FD1-453B-9779-848B4FDBA51A}"/>
              </a:ext>
            </a:extLst>
          </p:cNvPr>
          <p:cNvGraphicFramePr>
            <a:graphicFrameLocks noChangeAspect="1"/>
          </p:cNvGraphicFramePr>
          <p:nvPr>
            <p:extLst>
              <p:ext uri="{D42A27DB-BD31-4B8C-83A1-F6EECF244321}">
                <p14:modId xmlns:p14="http://schemas.microsoft.com/office/powerpoint/2010/main" val="282768959"/>
              </p:ext>
            </p:extLst>
          </p:nvPr>
        </p:nvGraphicFramePr>
        <p:xfrm>
          <a:off x="7157940" y="4783325"/>
          <a:ext cx="473849" cy="188538"/>
        </p:xfrm>
        <a:graphic>
          <a:graphicData uri="http://schemas.openxmlformats.org/presentationml/2006/ole">
            <mc:AlternateContent xmlns:mc="http://schemas.openxmlformats.org/markup-compatibility/2006">
              <mc:Choice xmlns:v="urn:schemas-microsoft-com:vml" Requires="v">
                <p:oleObj name="Equation" r:id="rId25" imgW="596880" imgH="241200" progId="Equation.DSMT4">
                  <p:embed/>
                </p:oleObj>
              </mc:Choice>
              <mc:Fallback>
                <p:oleObj name="Equation" r:id="rId25" imgW="596880" imgH="241200" progId="Equation.DSMT4">
                  <p:embed/>
                  <p:pic>
                    <p:nvPicPr>
                      <p:cNvPr id="30" name="Object 29">
                        <a:extLst>
                          <a:ext uri="{FF2B5EF4-FFF2-40B4-BE49-F238E27FC236}">
                            <a16:creationId xmlns:a16="http://schemas.microsoft.com/office/drawing/2014/main" id="{7B5181DE-8564-4ACF-A4D3-0682A365E1CF}"/>
                          </a:ext>
                        </a:extLst>
                      </p:cNvPr>
                      <p:cNvPicPr/>
                      <p:nvPr/>
                    </p:nvPicPr>
                    <p:blipFill>
                      <a:blip r:embed="rId26"/>
                      <a:stretch>
                        <a:fillRect/>
                      </a:stretch>
                    </p:blipFill>
                    <p:spPr>
                      <a:xfrm>
                        <a:off x="7157940" y="4783325"/>
                        <a:ext cx="473849" cy="188538"/>
                      </a:xfrm>
                      <a:prstGeom prst="rect">
                        <a:avLst/>
                      </a:prstGeom>
                    </p:spPr>
                  </p:pic>
                </p:oleObj>
              </mc:Fallback>
            </mc:AlternateContent>
          </a:graphicData>
        </a:graphic>
      </p:graphicFrame>
      <p:graphicFrame>
        <p:nvGraphicFramePr>
          <p:cNvPr id="31" name="Object 30">
            <a:extLst>
              <a:ext uri="{FF2B5EF4-FFF2-40B4-BE49-F238E27FC236}">
                <a16:creationId xmlns:a16="http://schemas.microsoft.com/office/drawing/2014/main" id="{DD2E1B94-5338-44E0-822A-66FF9B9C1B87}"/>
              </a:ext>
            </a:extLst>
          </p:cNvPr>
          <p:cNvGraphicFramePr>
            <a:graphicFrameLocks noChangeAspect="1"/>
          </p:cNvGraphicFramePr>
          <p:nvPr>
            <p:extLst>
              <p:ext uri="{D42A27DB-BD31-4B8C-83A1-F6EECF244321}">
                <p14:modId xmlns:p14="http://schemas.microsoft.com/office/powerpoint/2010/main" val="550247707"/>
              </p:ext>
            </p:extLst>
          </p:nvPr>
        </p:nvGraphicFramePr>
        <p:xfrm>
          <a:off x="1215942" y="5159852"/>
          <a:ext cx="1152690" cy="227647"/>
        </p:xfrm>
        <a:graphic>
          <a:graphicData uri="http://schemas.openxmlformats.org/presentationml/2006/ole">
            <mc:AlternateContent xmlns:mc="http://schemas.openxmlformats.org/markup-compatibility/2006">
              <mc:Choice xmlns:v="urn:schemas-microsoft-com:vml" Requires="v">
                <p:oleObj name="Equation" r:id="rId27" imgW="1663560" imgH="330120" progId="Equation.DSMT4">
                  <p:embed/>
                </p:oleObj>
              </mc:Choice>
              <mc:Fallback>
                <p:oleObj name="Equation" r:id="rId27" imgW="1663560" imgH="330120" progId="Equation.DSMT4">
                  <p:embed/>
                  <p:pic>
                    <p:nvPicPr>
                      <p:cNvPr id="31" name="Object 30">
                        <a:extLst>
                          <a:ext uri="{FF2B5EF4-FFF2-40B4-BE49-F238E27FC236}">
                            <a16:creationId xmlns:a16="http://schemas.microsoft.com/office/drawing/2014/main" id="{C29FFCAA-AAD0-4F85-A23A-23C3C90DA499}"/>
                          </a:ext>
                        </a:extLst>
                      </p:cNvPr>
                      <p:cNvPicPr/>
                      <p:nvPr/>
                    </p:nvPicPr>
                    <p:blipFill>
                      <a:blip r:embed="rId28"/>
                      <a:stretch>
                        <a:fillRect/>
                      </a:stretch>
                    </p:blipFill>
                    <p:spPr>
                      <a:xfrm>
                        <a:off x="1215942" y="5159852"/>
                        <a:ext cx="1152690" cy="227647"/>
                      </a:xfrm>
                      <a:prstGeom prst="rect">
                        <a:avLst/>
                      </a:prstGeom>
                    </p:spPr>
                  </p:pic>
                </p:oleObj>
              </mc:Fallback>
            </mc:AlternateContent>
          </a:graphicData>
        </a:graphic>
      </p:graphicFrame>
      <p:graphicFrame>
        <p:nvGraphicFramePr>
          <p:cNvPr id="32" name="Object 31">
            <a:extLst>
              <a:ext uri="{FF2B5EF4-FFF2-40B4-BE49-F238E27FC236}">
                <a16:creationId xmlns:a16="http://schemas.microsoft.com/office/drawing/2014/main" id="{1BAF31B8-0F99-47F5-A860-25DAF4335BC4}"/>
              </a:ext>
            </a:extLst>
          </p:cNvPr>
          <p:cNvGraphicFramePr>
            <a:graphicFrameLocks noChangeAspect="1"/>
          </p:cNvGraphicFramePr>
          <p:nvPr>
            <p:extLst>
              <p:ext uri="{D42A27DB-BD31-4B8C-83A1-F6EECF244321}">
                <p14:modId xmlns:p14="http://schemas.microsoft.com/office/powerpoint/2010/main" val="3140999497"/>
              </p:ext>
            </p:extLst>
          </p:nvPr>
        </p:nvGraphicFramePr>
        <p:xfrm>
          <a:off x="2924798" y="5165438"/>
          <a:ext cx="460717" cy="187900"/>
        </p:xfrm>
        <a:graphic>
          <a:graphicData uri="http://schemas.openxmlformats.org/presentationml/2006/ole">
            <mc:AlternateContent xmlns:mc="http://schemas.openxmlformats.org/markup-compatibility/2006">
              <mc:Choice xmlns:v="urn:schemas-microsoft-com:vml" Requires="v">
                <p:oleObj name="Equation" r:id="rId29" imgW="596880" imgH="241200" progId="Equation.DSMT4">
                  <p:embed/>
                </p:oleObj>
              </mc:Choice>
              <mc:Fallback>
                <p:oleObj name="Equation" r:id="rId29" imgW="596880" imgH="241200" progId="Equation.DSMT4">
                  <p:embed/>
                  <p:pic>
                    <p:nvPicPr>
                      <p:cNvPr id="32" name="Object 31">
                        <a:extLst>
                          <a:ext uri="{FF2B5EF4-FFF2-40B4-BE49-F238E27FC236}">
                            <a16:creationId xmlns:a16="http://schemas.microsoft.com/office/drawing/2014/main" id="{4D2533CB-3978-4BA6-8147-40452E4F6F08}"/>
                          </a:ext>
                        </a:extLst>
                      </p:cNvPr>
                      <p:cNvPicPr/>
                      <p:nvPr/>
                    </p:nvPicPr>
                    <p:blipFill>
                      <a:blip r:embed="rId30"/>
                      <a:stretch>
                        <a:fillRect/>
                      </a:stretch>
                    </p:blipFill>
                    <p:spPr>
                      <a:xfrm>
                        <a:off x="2924798" y="5165438"/>
                        <a:ext cx="460717" cy="187900"/>
                      </a:xfrm>
                      <a:prstGeom prst="rect">
                        <a:avLst/>
                      </a:prstGeom>
                    </p:spPr>
                  </p:pic>
                </p:oleObj>
              </mc:Fallback>
            </mc:AlternateContent>
          </a:graphicData>
        </a:graphic>
      </p:graphicFrame>
      <p:graphicFrame>
        <p:nvGraphicFramePr>
          <p:cNvPr id="33" name="Object 32">
            <a:extLst>
              <a:ext uri="{FF2B5EF4-FFF2-40B4-BE49-F238E27FC236}">
                <a16:creationId xmlns:a16="http://schemas.microsoft.com/office/drawing/2014/main" id="{100B6E1A-EB9B-4278-B320-A5CAF5250DB6}"/>
              </a:ext>
            </a:extLst>
          </p:cNvPr>
          <p:cNvGraphicFramePr>
            <a:graphicFrameLocks noChangeAspect="1"/>
          </p:cNvGraphicFramePr>
          <p:nvPr>
            <p:extLst>
              <p:ext uri="{D42A27DB-BD31-4B8C-83A1-F6EECF244321}">
                <p14:modId xmlns:p14="http://schemas.microsoft.com/office/powerpoint/2010/main" val="751763236"/>
              </p:ext>
            </p:extLst>
          </p:nvPr>
        </p:nvGraphicFramePr>
        <p:xfrm>
          <a:off x="4368691" y="5125266"/>
          <a:ext cx="456950" cy="184198"/>
        </p:xfrm>
        <a:graphic>
          <a:graphicData uri="http://schemas.openxmlformats.org/presentationml/2006/ole">
            <mc:AlternateContent xmlns:mc="http://schemas.openxmlformats.org/markup-compatibility/2006">
              <mc:Choice xmlns:v="urn:schemas-microsoft-com:vml" Requires="v">
                <p:oleObj name="Equation" r:id="rId31" imgW="596880" imgH="241200" progId="Equation.DSMT4">
                  <p:embed/>
                </p:oleObj>
              </mc:Choice>
              <mc:Fallback>
                <p:oleObj name="Equation" r:id="rId31" imgW="596880" imgH="241200" progId="Equation.DSMT4">
                  <p:embed/>
                  <p:pic>
                    <p:nvPicPr>
                      <p:cNvPr id="33" name="Object 32">
                        <a:extLst>
                          <a:ext uri="{FF2B5EF4-FFF2-40B4-BE49-F238E27FC236}">
                            <a16:creationId xmlns:a16="http://schemas.microsoft.com/office/drawing/2014/main" id="{D3739DEC-8285-4FB2-82A0-81423503861F}"/>
                          </a:ext>
                        </a:extLst>
                      </p:cNvPr>
                      <p:cNvPicPr/>
                      <p:nvPr/>
                    </p:nvPicPr>
                    <p:blipFill>
                      <a:blip r:embed="rId32"/>
                      <a:stretch>
                        <a:fillRect/>
                      </a:stretch>
                    </p:blipFill>
                    <p:spPr>
                      <a:xfrm>
                        <a:off x="4368691" y="5125266"/>
                        <a:ext cx="456950" cy="184198"/>
                      </a:xfrm>
                      <a:prstGeom prst="rect">
                        <a:avLst/>
                      </a:prstGeom>
                    </p:spPr>
                  </p:pic>
                </p:oleObj>
              </mc:Fallback>
            </mc:AlternateContent>
          </a:graphicData>
        </a:graphic>
      </p:graphicFrame>
      <p:graphicFrame>
        <p:nvGraphicFramePr>
          <p:cNvPr id="34" name="Object 33">
            <a:extLst>
              <a:ext uri="{FF2B5EF4-FFF2-40B4-BE49-F238E27FC236}">
                <a16:creationId xmlns:a16="http://schemas.microsoft.com/office/drawing/2014/main" id="{D21D6B81-685E-41AC-A2D6-64F9C4676E03}"/>
              </a:ext>
            </a:extLst>
          </p:cNvPr>
          <p:cNvGraphicFramePr>
            <a:graphicFrameLocks noChangeAspect="1"/>
          </p:cNvGraphicFramePr>
          <p:nvPr>
            <p:extLst>
              <p:ext uri="{D42A27DB-BD31-4B8C-83A1-F6EECF244321}">
                <p14:modId xmlns:p14="http://schemas.microsoft.com/office/powerpoint/2010/main" val="4293092466"/>
              </p:ext>
            </p:extLst>
          </p:nvPr>
        </p:nvGraphicFramePr>
        <p:xfrm>
          <a:off x="5711977" y="5154780"/>
          <a:ext cx="472922" cy="190694"/>
        </p:xfrm>
        <a:graphic>
          <a:graphicData uri="http://schemas.openxmlformats.org/presentationml/2006/ole">
            <mc:AlternateContent xmlns:mc="http://schemas.openxmlformats.org/markup-compatibility/2006">
              <mc:Choice xmlns:v="urn:schemas-microsoft-com:vml" Requires="v">
                <p:oleObj name="Equation" r:id="rId33" imgW="596880" imgH="241200" progId="Equation.DSMT4">
                  <p:embed/>
                </p:oleObj>
              </mc:Choice>
              <mc:Fallback>
                <p:oleObj name="Equation" r:id="rId33" imgW="596880" imgH="241200" progId="Equation.DSMT4">
                  <p:embed/>
                  <p:pic>
                    <p:nvPicPr>
                      <p:cNvPr id="34" name="Object 33">
                        <a:extLst>
                          <a:ext uri="{FF2B5EF4-FFF2-40B4-BE49-F238E27FC236}">
                            <a16:creationId xmlns:a16="http://schemas.microsoft.com/office/drawing/2014/main" id="{4914AD9B-701B-4EA9-B1F2-AA32DDF4242E}"/>
                          </a:ext>
                        </a:extLst>
                      </p:cNvPr>
                      <p:cNvPicPr/>
                      <p:nvPr/>
                    </p:nvPicPr>
                    <p:blipFill>
                      <a:blip r:embed="rId34"/>
                      <a:stretch>
                        <a:fillRect/>
                      </a:stretch>
                    </p:blipFill>
                    <p:spPr>
                      <a:xfrm>
                        <a:off x="5711977" y="5154780"/>
                        <a:ext cx="472922" cy="190694"/>
                      </a:xfrm>
                      <a:prstGeom prst="rect">
                        <a:avLst/>
                      </a:prstGeom>
                    </p:spPr>
                  </p:pic>
                </p:oleObj>
              </mc:Fallback>
            </mc:AlternateContent>
          </a:graphicData>
        </a:graphic>
      </p:graphicFrame>
      <p:graphicFrame>
        <p:nvGraphicFramePr>
          <p:cNvPr id="35" name="Object 34">
            <a:extLst>
              <a:ext uri="{FF2B5EF4-FFF2-40B4-BE49-F238E27FC236}">
                <a16:creationId xmlns:a16="http://schemas.microsoft.com/office/drawing/2014/main" id="{77BE83A3-5EB9-460E-B1B4-9616E8BCF7EC}"/>
              </a:ext>
            </a:extLst>
          </p:cNvPr>
          <p:cNvGraphicFramePr>
            <a:graphicFrameLocks noChangeAspect="1"/>
          </p:cNvGraphicFramePr>
          <p:nvPr>
            <p:extLst>
              <p:ext uri="{D42A27DB-BD31-4B8C-83A1-F6EECF244321}">
                <p14:modId xmlns:p14="http://schemas.microsoft.com/office/powerpoint/2010/main" val="1242214503"/>
              </p:ext>
            </p:extLst>
          </p:nvPr>
        </p:nvGraphicFramePr>
        <p:xfrm>
          <a:off x="7158028" y="5142779"/>
          <a:ext cx="470208" cy="189599"/>
        </p:xfrm>
        <a:graphic>
          <a:graphicData uri="http://schemas.openxmlformats.org/presentationml/2006/ole">
            <mc:AlternateContent xmlns:mc="http://schemas.openxmlformats.org/markup-compatibility/2006">
              <mc:Choice xmlns:v="urn:schemas-microsoft-com:vml" Requires="v">
                <p:oleObj name="Equation" r:id="rId35" imgW="596880" imgH="241200" progId="Equation.DSMT4">
                  <p:embed/>
                </p:oleObj>
              </mc:Choice>
              <mc:Fallback>
                <p:oleObj name="Equation" r:id="rId35" imgW="596880" imgH="241200" progId="Equation.DSMT4">
                  <p:embed/>
                  <p:pic>
                    <p:nvPicPr>
                      <p:cNvPr id="35" name="Object 34">
                        <a:extLst>
                          <a:ext uri="{FF2B5EF4-FFF2-40B4-BE49-F238E27FC236}">
                            <a16:creationId xmlns:a16="http://schemas.microsoft.com/office/drawing/2014/main" id="{059DB48E-0EF8-4CCF-ACDB-590803B9C7FB}"/>
                          </a:ext>
                        </a:extLst>
                      </p:cNvPr>
                      <p:cNvPicPr/>
                      <p:nvPr/>
                    </p:nvPicPr>
                    <p:blipFill>
                      <a:blip r:embed="rId36"/>
                      <a:stretch>
                        <a:fillRect/>
                      </a:stretch>
                    </p:blipFill>
                    <p:spPr>
                      <a:xfrm>
                        <a:off x="7158028" y="5142779"/>
                        <a:ext cx="470208" cy="189599"/>
                      </a:xfrm>
                      <a:prstGeom prst="rect">
                        <a:avLst/>
                      </a:prstGeom>
                    </p:spPr>
                  </p:pic>
                </p:oleObj>
              </mc:Fallback>
            </mc:AlternateContent>
          </a:graphicData>
        </a:graphic>
      </p:graphicFrame>
      <p:graphicFrame>
        <p:nvGraphicFramePr>
          <p:cNvPr id="36" name="Object 35">
            <a:extLst>
              <a:ext uri="{FF2B5EF4-FFF2-40B4-BE49-F238E27FC236}">
                <a16:creationId xmlns:a16="http://schemas.microsoft.com/office/drawing/2014/main" id="{0CB1292B-BC38-468B-8075-1BA1AED45F41}"/>
              </a:ext>
            </a:extLst>
          </p:cNvPr>
          <p:cNvGraphicFramePr>
            <a:graphicFrameLocks noChangeAspect="1"/>
          </p:cNvGraphicFramePr>
          <p:nvPr>
            <p:extLst>
              <p:ext uri="{D42A27DB-BD31-4B8C-83A1-F6EECF244321}">
                <p14:modId xmlns:p14="http://schemas.microsoft.com/office/powerpoint/2010/main" val="1253000808"/>
              </p:ext>
            </p:extLst>
          </p:nvPr>
        </p:nvGraphicFramePr>
        <p:xfrm>
          <a:off x="1212850" y="5527675"/>
          <a:ext cx="1158875" cy="233363"/>
        </p:xfrm>
        <a:graphic>
          <a:graphicData uri="http://schemas.openxmlformats.org/presentationml/2006/ole">
            <mc:AlternateContent xmlns:mc="http://schemas.openxmlformats.org/markup-compatibility/2006">
              <mc:Choice xmlns:v="urn:schemas-microsoft-com:vml" Requires="v">
                <p:oleObj name="Equation" r:id="rId37" imgW="1638000" imgH="330120" progId="Equation.DSMT4">
                  <p:embed/>
                </p:oleObj>
              </mc:Choice>
              <mc:Fallback>
                <p:oleObj name="Equation" r:id="rId37" imgW="1638000" imgH="330120" progId="Equation.DSMT4">
                  <p:embed/>
                  <p:pic>
                    <p:nvPicPr>
                      <p:cNvPr id="36" name="Object 35">
                        <a:extLst>
                          <a:ext uri="{FF2B5EF4-FFF2-40B4-BE49-F238E27FC236}">
                            <a16:creationId xmlns:a16="http://schemas.microsoft.com/office/drawing/2014/main" id="{0E8B0DDF-0DDF-4825-B8E2-C8A5853CECB7}"/>
                          </a:ext>
                        </a:extLst>
                      </p:cNvPr>
                      <p:cNvPicPr/>
                      <p:nvPr/>
                    </p:nvPicPr>
                    <p:blipFill>
                      <a:blip r:embed="rId38"/>
                      <a:stretch>
                        <a:fillRect/>
                      </a:stretch>
                    </p:blipFill>
                    <p:spPr>
                      <a:xfrm>
                        <a:off x="1212850" y="5527675"/>
                        <a:ext cx="1158875" cy="233363"/>
                      </a:xfrm>
                      <a:prstGeom prst="rect">
                        <a:avLst/>
                      </a:prstGeom>
                    </p:spPr>
                  </p:pic>
                </p:oleObj>
              </mc:Fallback>
            </mc:AlternateContent>
          </a:graphicData>
        </a:graphic>
      </p:graphicFrame>
      <p:graphicFrame>
        <p:nvGraphicFramePr>
          <p:cNvPr id="37" name="Object 36">
            <a:extLst>
              <a:ext uri="{FF2B5EF4-FFF2-40B4-BE49-F238E27FC236}">
                <a16:creationId xmlns:a16="http://schemas.microsoft.com/office/drawing/2014/main" id="{28C862AA-D59D-4AD2-A2F1-4EE5398A53DB}"/>
              </a:ext>
            </a:extLst>
          </p:cNvPr>
          <p:cNvGraphicFramePr>
            <a:graphicFrameLocks noChangeAspect="1"/>
          </p:cNvGraphicFramePr>
          <p:nvPr>
            <p:extLst>
              <p:ext uri="{D42A27DB-BD31-4B8C-83A1-F6EECF244321}">
                <p14:modId xmlns:p14="http://schemas.microsoft.com/office/powerpoint/2010/main" val="1793157265"/>
              </p:ext>
            </p:extLst>
          </p:nvPr>
        </p:nvGraphicFramePr>
        <p:xfrm>
          <a:off x="2924391" y="5548081"/>
          <a:ext cx="461531" cy="184613"/>
        </p:xfrm>
        <a:graphic>
          <a:graphicData uri="http://schemas.openxmlformats.org/presentationml/2006/ole">
            <mc:AlternateContent xmlns:mc="http://schemas.openxmlformats.org/markup-compatibility/2006">
              <mc:Choice xmlns:v="urn:schemas-microsoft-com:vml" Requires="v">
                <p:oleObj name="Equation" r:id="rId39" imgW="596880" imgH="241200" progId="Equation.DSMT4">
                  <p:embed/>
                </p:oleObj>
              </mc:Choice>
              <mc:Fallback>
                <p:oleObj name="Equation" r:id="rId39" imgW="596880" imgH="241200" progId="Equation.DSMT4">
                  <p:embed/>
                  <p:pic>
                    <p:nvPicPr>
                      <p:cNvPr id="37" name="Object 36">
                        <a:extLst>
                          <a:ext uri="{FF2B5EF4-FFF2-40B4-BE49-F238E27FC236}">
                            <a16:creationId xmlns:a16="http://schemas.microsoft.com/office/drawing/2014/main" id="{B8888CB3-2330-4DF1-9AFC-D1DA25BC8204}"/>
                          </a:ext>
                        </a:extLst>
                      </p:cNvPr>
                      <p:cNvPicPr/>
                      <p:nvPr/>
                    </p:nvPicPr>
                    <p:blipFill>
                      <a:blip r:embed="rId40"/>
                      <a:stretch>
                        <a:fillRect/>
                      </a:stretch>
                    </p:blipFill>
                    <p:spPr>
                      <a:xfrm>
                        <a:off x="2924391" y="5548081"/>
                        <a:ext cx="461531" cy="184613"/>
                      </a:xfrm>
                      <a:prstGeom prst="rect">
                        <a:avLst/>
                      </a:prstGeom>
                    </p:spPr>
                  </p:pic>
                </p:oleObj>
              </mc:Fallback>
            </mc:AlternateContent>
          </a:graphicData>
        </a:graphic>
      </p:graphicFrame>
      <p:graphicFrame>
        <p:nvGraphicFramePr>
          <p:cNvPr id="38" name="Object 37">
            <a:extLst>
              <a:ext uri="{FF2B5EF4-FFF2-40B4-BE49-F238E27FC236}">
                <a16:creationId xmlns:a16="http://schemas.microsoft.com/office/drawing/2014/main" id="{23233F6B-2B0C-47C0-978F-49C3E4AA3DD0}"/>
              </a:ext>
            </a:extLst>
          </p:cNvPr>
          <p:cNvGraphicFramePr>
            <a:graphicFrameLocks noChangeAspect="1"/>
          </p:cNvGraphicFramePr>
          <p:nvPr>
            <p:extLst>
              <p:ext uri="{D42A27DB-BD31-4B8C-83A1-F6EECF244321}">
                <p14:modId xmlns:p14="http://schemas.microsoft.com/office/powerpoint/2010/main" val="2161421246"/>
              </p:ext>
            </p:extLst>
          </p:nvPr>
        </p:nvGraphicFramePr>
        <p:xfrm>
          <a:off x="4364038" y="5538788"/>
          <a:ext cx="452437" cy="180975"/>
        </p:xfrm>
        <a:graphic>
          <a:graphicData uri="http://schemas.openxmlformats.org/presentationml/2006/ole">
            <mc:AlternateContent xmlns:mc="http://schemas.openxmlformats.org/markup-compatibility/2006">
              <mc:Choice xmlns:v="urn:schemas-microsoft-com:vml" Requires="v">
                <p:oleObj name="Equation" r:id="rId41" imgW="596880" imgH="241200" progId="Equation.DSMT4">
                  <p:embed/>
                </p:oleObj>
              </mc:Choice>
              <mc:Fallback>
                <p:oleObj name="Equation" r:id="rId41" imgW="596880" imgH="241200" progId="Equation.DSMT4">
                  <p:embed/>
                  <p:pic>
                    <p:nvPicPr>
                      <p:cNvPr id="38" name="Object 37">
                        <a:extLst>
                          <a:ext uri="{FF2B5EF4-FFF2-40B4-BE49-F238E27FC236}">
                            <a16:creationId xmlns:a16="http://schemas.microsoft.com/office/drawing/2014/main" id="{5C1A33F5-4869-4E3F-AE2F-B602ACDC22B4}"/>
                          </a:ext>
                        </a:extLst>
                      </p:cNvPr>
                      <p:cNvPicPr/>
                      <p:nvPr/>
                    </p:nvPicPr>
                    <p:blipFill>
                      <a:blip r:embed="rId42"/>
                      <a:stretch>
                        <a:fillRect/>
                      </a:stretch>
                    </p:blipFill>
                    <p:spPr>
                      <a:xfrm>
                        <a:off x="4364038" y="5538788"/>
                        <a:ext cx="452437" cy="180975"/>
                      </a:xfrm>
                      <a:prstGeom prst="rect">
                        <a:avLst/>
                      </a:prstGeom>
                    </p:spPr>
                  </p:pic>
                </p:oleObj>
              </mc:Fallback>
            </mc:AlternateContent>
          </a:graphicData>
        </a:graphic>
      </p:graphicFrame>
      <p:graphicFrame>
        <p:nvGraphicFramePr>
          <p:cNvPr id="39" name="Object 38">
            <a:extLst>
              <a:ext uri="{FF2B5EF4-FFF2-40B4-BE49-F238E27FC236}">
                <a16:creationId xmlns:a16="http://schemas.microsoft.com/office/drawing/2014/main" id="{3D19475D-DE3A-4303-A230-54EFC035017A}"/>
              </a:ext>
            </a:extLst>
          </p:cNvPr>
          <p:cNvGraphicFramePr>
            <a:graphicFrameLocks noChangeAspect="1"/>
          </p:cNvGraphicFramePr>
          <p:nvPr>
            <p:extLst>
              <p:ext uri="{D42A27DB-BD31-4B8C-83A1-F6EECF244321}">
                <p14:modId xmlns:p14="http://schemas.microsoft.com/office/powerpoint/2010/main" val="2205589972"/>
              </p:ext>
            </p:extLst>
          </p:nvPr>
        </p:nvGraphicFramePr>
        <p:xfrm>
          <a:off x="5723418" y="5517286"/>
          <a:ext cx="457227" cy="182892"/>
        </p:xfrm>
        <a:graphic>
          <a:graphicData uri="http://schemas.openxmlformats.org/presentationml/2006/ole">
            <mc:AlternateContent xmlns:mc="http://schemas.openxmlformats.org/markup-compatibility/2006">
              <mc:Choice xmlns:v="urn:schemas-microsoft-com:vml" Requires="v">
                <p:oleObj name="Equation" r:id="rId43" imgW="596880" imgH="241200" progId="Equation.DSMT4">
                  <p:embed/>
                </p:oleObj>
              </mc:Choice>
              <mc:Fallback>
                <p:oleObj name="Equation" r:id="rId43" imgW="596880" imgH="241200" progId="Equation.DSMT4">
                  <p:embed/>
                  <p:pic>
                    <p:nvPicPr>
                      <p:cNvPr id="39" name="Object 38">
                        <a:extLst>
                          <a:ext uri="{FF2B5EF4-FFF2-40B4-BE49-F238E27FC236}">
                            <a16:creationId xmlns:a16="http://schemas.microsoft.com/office/drawing/2014/main" id="{50A15BF4-7AB2-463F-8092-962193FC484F}"/>
                          </a:ext>
                        </a:extLst>
                      </p:cNvPr>
                      <p:cNvPicPr/>
                      <p:nvPr/>
                    </p:nvPicPr>
                    <p:blipFill>
                      <a:blip r:embed="rId44"/>
                      <a:stretch>
                        <a:fillRect/>
                      </a:stretch>
                    </p:blipFill>
                    <p:spPr>
                      <a:xfrm>
                        <a:off x="5723418" y="5517286"/>
                        <a:ext cx="457227" cy="182892"/>
                      </a:xfrm>
                      <a:prstGeom prst="rect">
                        <a:avLst/>
                      </a:prstGeom>
                    </p:spPr>
                  </p:pic>
                </p:oleObj>
              </mc:Fallback>
            </mc:AlternateContent>
          </a:graphicData>
        </a:graphic>
      </p:graphicFrame>
      <p:graphicFrame>
        <p:nvGraphicFramePr>
          <p:cNvPr id="40" name="Object 39">
            <a:extLst>
              <a:ext uri="{FF2B5EF4-FFF2-40B4-BE49-F238E27FC236}">
                <a16:creationId xmlns:a16="http://schemas.microsoft.com/office/drawing/2014/main" id="{72F76B55-7AA4-4F1F-A716-14732AEEE98C}"/>
              </a:ext>
            </a:extLst>
          </p:cNvPr>
          <p:cNvGraphicFramePr>
            <a:graphicFrameLocks noChangeAspect="1"/>
          </p:cNvGraphicFramePr>
          <p:nvPr>
            <p:extLst>
              <p:ext uri="{D42A27DB-BD31-4B8C-83A1-F6EECF244321}">
                <p14:modId xmlns:p14="http://schemas.microsoft.com/office/powerpoint/2010/main" val="2284476119"/>
              </p:ext>
            </p:extLst>
          </p:nvPr>
        </p:nvGraphicFramePr>
        <p:xfrm>
          <a:off x="7121414" y="5536287"/>
          <a:ext cx="496887" cy="198437"/>
        </p:xfrm>
        <a:graphic>
          <a:graphicData uri="http://schemas.openxmlformats.org/presentationml/2006/ole">
            <mc:AlternateContent xmlns:mc="http://schemas.openxmlformats.org/markup-compatibility/2006">
              <mc:Choice xmlns:v="urn:schemas-microsoft-com:vml" Requires="v">
                <p:oleObj name="Equation" r:id="rId45" imgW="596880" imgH="241200" progId="Equation.DSMT4">
                  <p:embed/>
                </p:oleObj>
              </mc:Choice>
              <mc:Fallback>
                <p:oleObj name="Equation" r:id="rId45" imgW="596880" imgH="241200" progId="Equation.DSMT4">
                  <p:embed/>
                  <p:pic>
                    <p:nvPicPr>
                      <p:cNvPr id="40" name="Object 39">
                        <a:extLst>
                          <a:ext uri="{FF2B5EF4-FFF2-40B4-BE49-F238E27FC236}">
                            <a16:creationId xmlns:a16="http://schemas.microsoft.com/office/drawing/2014/main" id="{AE3350E5-2F1C-4EF1-9D72-690AA3EE0C21}"/>
                          </a:ext>
                        </a:extLst>
                      </p:cNvPr>
                      <p:cNvPicPr/>
                      <p:nvPr/>
                    </p:nvPicPr>
                    <p:blipFill>
                      <a:blip r:embed="rId46"/>
                      <a:stretch>
                        <a:fillRect/>
                      </a:stretch>
                    </p:blipFill>
                    <p:spPr>
                      <a:xfrm>
                        <a:off x="7121414" y="5536287"/>
                        <a:ext cx="496887" cy="198437"/>
                      </a:xfrm>
                      <a:prstGeom prst="rect">
                        <a:avLst/>
                      </a:prstGeom>
                    </p:spPr>
                  </p:pic>
                </p:oleObj>
              </mc:Fallback>
            </mc:AlternateContent>
          </a:graphicData>
        </a:graphic>
      </p:graphicFrame>
      <p:graphicFrame>
        <p:nvGraphicFramePr>
          <p:cNvPr id="41" name="Object 40">
            <a:extLst>
              <a:ext uri="{FF2B5EF4-FFF2-40B4-BE49-F238E27FC236}">
                <a16:creationId xmlns:a16="http://schemas.microsoft.com/office/drawing/2014/main" id="{D1D20512-3BFC-43E9-B568-78453637FC5B}"/>
              </a:ext>
            </a:extLst>
          </p:cNvPr>
          <p:cNvGraphicFramePr>
            <a:graphicFrameLocks noChangeAspect="1"/>
          </p:cNvGraphicFramePr>
          <p:nvPr>
            <p:extLst>
              <p:ext uri="{D42A27DB-BD31-4B8C-83A1-F6EECF244321}">
                <p14:modId xmlns:p14="http://schemas.microsoft.com/office/powerpoint/2010/main" val="1311702719"/>
              </p:ext>
            </p:extLst>
          </p:nvPr>
        </p:nvGraphicFramePr>
        <p:xfrm>
          <a:off x="1240964" y="5848928"/>
          <a:ext cx="1054114" cy="184933"/>
        </p:xfrm>
        <a:graphic>
          <a:graphicData uri="http://schemas.openxmlformats.org/presentationml/2006/ole">
            <mc:AlternateContent xmlns:mc="http://schemas.openxmlformats.org/markup-compatibility/2006">
              <mc:Choice xmlns:v="urn:schemas-microsoft-com:vml" Requires="v">
                <p:oleObj name="Equation" r:id="rId47" imgW="1447560" imgH="253800" progId="Equation.DSMT4">
                  <p:embed/>
                </p:oleObj>
              </mc:Choice>
              <mc:Fallback>
                <p:oleObj name="Equation" r:id="rId47" imgW="1447560" imgH="253800" progId="Equation.DSMT4">
                  <p:embed/>
                  <p:pic>
                    <p:nvPicPr>
                      <p:cNvPr id="41" name="Object 40">
                        <a:extLst>
                          <a:ext uri="{FF2B5EF4-FFF2-40B4-BE49-F238E27FC236}">
                            <a16:creationId xmlns:a16="http://schemas.microsoft.com/office/drawing/2014/main" id="{35FBED0A-DC1C-41D9-95EC-3A8E46B64283}"/>
                          </a:ext>
                        </a:extLst>
                      </p:cNvPr>
                      <p:cNvPicPr/>
                      <p:nvPr/>
                    </p:nvPicPr>
                    <p:blipFill>
                      <a:blip r:embed="rId48"/>
                      <a:stretch>
                        <a:fillRect/>
                      </a:stretch>
                    </p:blipFill>
                    <p:spPr>
                      <a:xfrm>
                        <a:off x="1240964" y="5848928"/>
                        <a:ext cx="1054114" cy="184933"/>
                      </a:xfrm>
                      <a:prstGeom prst="rect">
                        <a:avLst/>
                      </a:prstGeom>
                    </p:spPr>
                  </p:pic>
                </p:oleObj>
              </mc:Fallback>
            </mc:AlternateContent>
          </a:graphicData>
        </a:graphic>
      </p:graphicFrame>
      <p:graphicFrame>
        <p:nvGraphicFramePr>
          <p:cNvPr id="42" name="Object 41">
            <a:extLst>
              <a:ext uri="{FF2B5EF4-FFF2-40B4-BE49-F238E27FC236}">
                <a16:creationId xmlns:a16="http://schemas.microsoft.com/office/drawing/2014/main" id="{1056A9B2-FB7F-4202-992A-8C429CE44C3F}"/>
              </a:ext>
            </a:extLst>
          </p:cNvPr>
          <p:cNvGraphicFramePr>
            <a:graphicFrameLocks noChangeAspect="1"/>
          </p:cNvGraphicFramePr>
          <p:nvPr>
            <p:extLst>
              <p:ext uri="{D42A27DB-BD31-4B8C-83A1-F6EECF244321}">
                <p14:modId xmlns:p14="http://schemas.microsoft.com/office/powerpoint/2010/main" val="331316466"/>
              </p:ext>
            </p:extLst>
          </p:nvPr>
        </p:nvGraphicFramePr>
        <p:xfrm>
          <a:off x="2898775" y="5872163"/>
          <a:ext cx="463550" cy="187325"/>
        </p:xfrm>
        <a:graphic>
          <a:graphicData uri="http://schemas.openxmlformats.org/presentationml/2006/ole">
            <mc:AlternateContent xmlns:mc="http://schemas.openxmlformats.org/markup-compatibility/2006">
              <mc:Choice xmlns:v="urn:schemas-microsoft-com:vml" Requires="v">
                <p:oleObj name="Equation" r:id="rId49" imgW="596880" imgH="241200" progId="Equation.DSMT4">
                  <p:embed/>
                </p:oleObj>
              </mc:Choice>
              <mc:Fallback>
                <p:oleObj name="Equation" r:id="rId49" imgW="596880" imgH="241200" progId="Equation.DSMT4">
                  <p:embed/>
                  <p:pic>
                    <p:nvPicPr>
                      <p:cNvPr id="42" name="Object 41">
                        <a:extLst>
                          <a:ext uri="{FF2B5EF4-FFF2-40B4-BE49-F238E27FC236}">
                            <a16:creationId xmlns:a16="http://schemas.microsoft.com/office/drawing/2014/main" id="{54BAA6BE-B76E-4FFD-A7A2-222DB3F223EE}"/>
                          </a:ext>
                        </a:extLst>
                      </p:cNvPr>
                      <p:cNvPicPr/>
                      <p:nvPr/>
                    </p:nvPicPr>
                    <p:blipFill>
                      <a:blip r:embed="rId50"/>
                      <a:stretch>
                        <a:fillRect/>
                      </a:stretch>
                    </p:blipFill>
                    <p:spPr>
                      <a:xfrm>
                        <a:off x="2898775" y="5872163"/>
                        <a:ext cx="463550" cy="187325"/>
                      </a:xfrm>
                      <a:prstGeom prst="rect">
                        <a:avLst/>
                      </a:prstGeom>
                    </p:spPr>
                  </p:pic>
                </p:oleObj>
              </mc:Fallback>
            </mc:AlternateContent>
          </a:graphicData>
        </a:graphic>
      </p:graphicFrame>
      <p:graphicFrame>
        <p:nvGraphicFramePr>
          <p:cNvPr id="43" name="Object 42">
            <a:extLst>
              <a:ext uri="{FF2B5EF4-FFF2-40B4-BE49-F238E27FC236}">
                <a16:creationId xmlns:a16="http://schemas.microsoft.com/office/drawing/2014/main" id="{9294FA50-0EDC-4BBE-8A2A-883134FF4100}"/>
              </a:ext>
            </a:extLst>
          </p:cNvPr>
          <p:cNvGraphicFramePr>
            <a:graphicFrameLocks noChangeAspect="1"/>
          </p:cNvGraphicFramePr>
          <p:nvPr>
            <p:extLst>
              <p:ext uri="{D42A27DB-BD31-4B8C-83A1-F6EECF244321}">
                <p14:modId xmlns:p14="http://schemas.microsoft.com/office/powerpoint/2010/main" val="2715732084"/>
              </p:ext>
            </p:extLst>
          </p:nvPr>
        </p:nvGraphicFramePr>
        <p:xfrm>
          <a:off x="4375410" y="5892310"/>
          <a:ext cx="443512" cy="178780"/>
        </p:xfrm>
        <a:graphic>
          <a:graphicData uri="http://schemas.openxmlformats.org/presentationml/2006/ole">
            <mc:AlternateContent xmlns:mc="http://schemas.openxmlformats.org/markup-compatibility/2006">
              <mc:Choice xmlns:v="urn:schemas-microsoft-com:vml" Requires="v">
                <p:oleObj name="Equation" r:id="rId51" imgW="596880" imgH="241200" progId="Equation.DSMT4">
                  <p:embed/>
                </p:oleObj>
              </mc:Choice>
              <mc:Fallback>
                <p:oleObj name="Equation" r:id="rId51" imgW="596880" imgH="241200" progId="Equation.DSMT4">
                  <p:embed/>
                  <p:pic>
                    <p:nvPicPr>
                      <p:cNvPr id="43" name="Object 42">
                        <a:extLst>
                          <a:ext uri="{FF2B5EF4-FFF2-40B4-BE49-F238E27FC236}">
                            <a16:creationId xmlns:a16="http://schemas.microsoft.com/office/drawing/2014/main" id="{E909FEDA-B4C2-41C5-8DDE-F7F5D61A41B6}"/>
                          </a:ext>
                        </a:extLst>
                      </p:cNvPr>
                      <p:cNvPicPr/>
                      <p:nvPr/>
                    </p:nvPicPr>
                    <p:blipFill>
                      <a:blip r:embed="rId52"/>
                      <a:stretch>
                        <a:fillRect/>
                      </a:stretch>
                    </p:blipFill>
                    <p:spPr>
                      <a:xfrm>
                        <a:off x="4375410" y="5892310"/>
                        <a:ext cx="443512" cy="178780"/>
                      </a:xfrm>
                      <a:prstGeom prst="rect">
                        <a:avLst/>
                      </a:prstGeom>
                    </p:spPr>
                  </p:pic>
                </p:oleObj>
              </mc:Fallback>
            </mc:AlternateContent>
          </a:graphicData>
        </a:graphic>
      </p:graphicFrame>
      <p:graphicFrame>
        <p:nvGraphicFramePr>
          <p:cNvPr id="44" name="Object 43">
            <a:extLst>
              <a:ext uri="{FF2B5EF4-FFF2-40B4-BE49-F238E27FC236}">
                <a16:creationId xmlns:a16="http://schemas.microsoft.com/office/drawing/2014/main" id="{B926D9E2-5BB5-42D5-9871-E8F46EB9DEC1}"/>
              </a:ext>
            </a:extLst>
          </p:cNvPr>
          <p:cNvGraphicFramePr>
            <a:graphicFrameLocks noChangeAspect="1"/>
          </p:cNvGraphicFramePr>
          <p:nvPr>
            <p:extLst>
              <p:ext uri="{D42A27DB-BD31-4B8C-83A1-F6EECF244321}">
                <p14:modId xmlns:p14="http://schemas.microsoft.com/office/powerpoint/2010/main" val="3401531221"/>
              </p:ext>
            </p:extLst>
          </p:nvPr>
        </p:nvGraphicFramePr>
        <p:xfrm>
          <a:off x="5730875" y="5891213"/>
          <a:ext cx="449263" cy="180975"/>
        </p:xfrm>
        <a:graphic>
          <a:graphicData uri="http://schemas.openxmlformats.org/presentationml/2006/ole">
            <mc:AlternateContent xmlns:mc="http://schemas.openxmlformats.org/markup-compatibility/2006">
              <mc:Choice xmlns:v="urn:schemas-microsoft-com:vml" Requires="v">
                <p:oleObj name="Equation" r:id="rId53" imgW="596880" imgH="241200" progId="Equation.DSMT4">
                  <p:embed/>
                </p:oleObj>
              </mc:Choice>
              <mc:Fallback>
                <p:oleObj name="Equation" r:id="rId53" imgW="596880" imgH="241200" progId="Equation.DSMT4">
                  <p:embed/>
                  <p:pic>
                    <p:nvPicPr>
                      <p:cNvPr id="44" name="Object 43">
                        <a:extLst>
                          <a:ext uri="{FF2B5EF4-FFF2-40B4-BE49-F238E27FC236}">
                            <a16:creationId xmlns:a16="http://schemas.microsoft.com/office/drawing/2014/main" id="{80DCEF57-6656-4C4C-8C42-C154F73B5169}"/>
                          </a:ext>
                        </a:extLst>
                      </p:cNvPr>
                      <p:cNvPicPr/>
                      <p:nvPr/>
                    </p:nvPicPr>
                    <p:blipFill>
                      <a:blip r:embed="rId54"/>
                      <a:stretch>
                        <a:fillRect/>
                      </a:stretch>
                    </p:blipFill>
                    <p:spPr>
                      <a:xfrm>
                        <a:off x="5730875" y="5891213"/>
                        <a:ext cx="449263" cy="180975"/>
                      </a:xfrm>
                      <a:prstGeom prst="rect">
                        <a:avLst/>
                      </a:prstGeom>
                    </p:spPr>
                  </p:pic>
                </p:oleObj>
              </mc:Fallback>
            </mc:AlternateContent>
          </a:graphicData>
        </a:graphic>
      </p:graphicFrame>
      <p:graphicFrame>
        <p:nvGraphicFramePr>
          <p:cNvPr id="45" name="Object 44">
            <a:extLst>
              <a:ext uri="{FF2B5EF4-FFF2-40B4-BE49-F238E27FC236}">
                <a16:creationId xmlns:a16="http://schemas.microsoft.com/office/drawing/2014/main" id="{9A3BDFBA-54DF-4309-810E-E08745E4E09E}"/>
              </a:ext>
            </a:extLst>
          </p:cNvPr>
          <p:cNvGraphicFramePr>
            <a:graphicFrameLocks noChangeAspect="1"/>
          </p:cNvGraphicFramePr>
          <p:nvPr>
            <p:extLst>
              <p:ext uri="{D42A27DB-BD31-4B8C-83A1-F6EECF244321}">
                <p14:modId xmlns:p14="http://schemas.microsoft.com/office/powerpoint/2010/main" val="2567347195"/>
              </p:ext>
            </p:extLst>
          </p:nvPr>
        </p:nvGraphicFramePr>
        <p:xfrm>
          <a:off x="7113818" y="5904059"/>
          <a:ext cx="560609" cy="190207"/>
        </p:xfrm>
        <a:graphic>
          <a:graphicData uri="http://schemas.openxmlformats.org/presentationml/2006/ole">
            <mc:AlternateContent xmlns:mc="http://schemas.openxmlformats.org/markup-compatibility/2006">
              <mc:Choice xmlns:v="urn:schemas-microsoft-com:vml" Requires="v">
                <p:oleObj name="Equation" r:id="rId55" imgW="711000" imgH="241200" progId="Equation.DSMT4">
                  <p:embed/>
                </p:oleObj>
              </mc:Choice>
              <mc:Fallback>
                <p:oleObj name="Equation" r:id="rId55" imgW="711000" imgH="241200" progId="Equation.DSMT4">
                  <p:embed/>
                  <p:pic>
                    <p:nvPicPr>
                      <p:cNvPr id="45" name="Object 44">
                        <a:extLst>
                          <a:ext uri="{FF2B5EF4-FFF2-40B4-BE49-F238E27FC236}">
                            <a16:creationId xmlns:a16="http://schemas.microsoft.com/office/drawing/2014/main" id="{00B77B5B-5D92-4B34-B79B-784DDC078EE4}"/>
                          </a:ext>
                        </a:extLst>
                      </p:cNvPr>
                      <p:cNvPicPr/>
                      <p:nvPr/>
                    </p:nvPicPr>
                    <p:blipFill>
                      <a:blip r:embed="rId56"/>
                      <a:stretch>
                        <a:fillRect/>
                      </a:stretch>
                    </p:blipFill>
                    <p:spPr>
                      <a:xfrm>
                        <a:off x="7113818" y="5904059"/>
                        <a:ext cx="560609" cy="190207"/>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0FACD39C-65FD-4F4C-BFC8-4581F0572C15}"/>
              </a:ext>
            </a:extLst>
          </p:cNvPr>
          <p:cNvSpPr>
            <a:spLocks noGrp="1"/>
          </p:cNvSpPr>
          <p:nvPr>
            <p:ph type="sldNum" sz="quarter" idx="10"/>
          </p:nvPr>
        </p:nvSpPr>
        <p:spPr/>
        <p:txBody>
          <a:bodyPr/>
          <a:lstStyle/>
          <a:p>
            <a:fld id="{68151E55-6873-49E2-B8D5-2F265E6F1973}" type="slidenum">
              <a:rPr lang="en-US" smtClean="0"/>
              <a:t>42</a:t>
            </a:fld>
            <a:endParaRPr lang="en-US"/>
          </a:p>
        </p:txBody>
      </p:sp>
    </p:spTree>
    <p:extLst>
      <p:ext uri="{BB962C8B-B14F-4D97-AF65-F5344CB8AC3E}">
        <p14:creationId xmlns:p14="http://schemas.microsoft.com/office/powerpoint/2010/main" val="10166291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015843" cy="903231"/>
          </a:xfrm>
        </p:spPr>
        <p:txBody>
          <a:bodyPr>
            <a:normAutofit/>
          </a:bodyPr>
          <a:lstStyle/>
          <a:p>
            <a:r>
              <a:rPr lang="en-US" sz="3600" dirty="0"/>
              <a:t>Tree Diagrams </a:t>
            </a:r>
            <a:r>
              <a:rPr lang="en-US" sz="1000" b="0" dirty="0"/>
              <a:t>1</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2768" y="54612"/>
            <a:ext cx="450875" cy="1263290"/>
          </a:xfrm>
        </p:spPr>
        <p:txBody>
          <a:bodyPr vert="vert" rIns="0"/>
          <a:lstStyle/>
          <a:p>
            <a:r>
              <a:rPr lang="en-US" b="1" dirty="0"/>
              <a:t>L</a:t>
            </a:r>
            <a:r>
              <a:rPr lang="en-US" sz="100" b="1" dirty="0"/>
              <a:t> </a:t>
            </a:r>
            <a:r>
              <a:rPr lang="en-US" b="1" dirty="0"/>
              <a:t>O 5.7</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3"/>
            <a:ext cx="8104414" cy="2177465"/>
          </a:xfrm>
        </p:spPr>
        <p:txBody>
          <a:bodyPr/>
          <a:lstStyle/>
          <a:p>
            <a:pPr marL="292608" indent="-292608">
              <a:buFont typeface="Arial" panose="020B0604020202020204" pitchFamily="34" charset="0"/>
              <a:buChar char="•"/>
            </a:pPr>
            <a:r>
              <a:rPr lang="en-US" dirty="0"/>
              <a:t>A </a:t>
            </a:r>
            <a:r>
              <a:rPr lang="en-US" b="1" dirty="0"/>
              <a:t>tree diagram </a:t>
            </a:r>
            <a:r>
              <a:rPr lang="en-US" dirty="0"/>
              <a:t>or </a:t>
            </a:r>
            <a:r>
              <a:rPr lang="en-US" i="1" dirty="0"/>
              <a:t>decision tree </a:t>
            </a:r>
            <a:r>
              <a:rPr lang="en-US" dirty="0"/>
              <a:t>helps to visualize all possible outcomes.</a:t>
            </a:r>
          </a:p>
          <a:p>
            <a:pPr marL="292608" indent="-292608">
              <a:buFont typeface="Arial" panose="020B0604020202020204" pitchFamily="34" charset="0"/>
              <a:buChar char="•"/>
            </a:pPr>
            <a:r>
              <a:rPr lang="en-US" dirty="0"/>
              <a:t>Start with a contingency table.</a:t>
            </a:r>
          </a:p>
          <a:p>
            <a:pPr marL="292608" indent="-292608">
              <a:buFont typeface="Arial" panose="020B0604020202020204" pitchFamily="34" charset="0"/>
              <a:buChar char="•"/>
            </a:pPr>
            <a:r>
              <a:rPr lang="en-US" dirty="0"/>
              <a:t>For example, this table gives expenses ratios by fund type for 21 bond funds and 23 stock funds.</a:t>
            </a:r>
          </a:p>
        </p:txBody>
      </p:sp>
      <p:graphicFrame>
        <p:nvGraphicFramePr>
          <p:cNvPr id="9" name="Table 2">
            <a:extLst>
              <a:ext uri="{FF2B5EF4-FFF2-40B4-BE49-F238E27FC236}">
                <a16:creationId xmlns:a16="http://schemas.microsoft.com/office/drawing/2014/main" id="{08310023-40BB-4556-A516-92098E9E469C}"/>
              </a:ext>
            </a:extLst>
          </p:cNvPr>
          <p:cNvGraphicFramePr>
            <a:graphicFrameLocks noGrp="1"/>
          </p:cNvGraphicFramePr>
          <p:nvPr>
            <p:extLst>
              <p:ext uri="{D42A27DB-BD31-4B8C-83A1-F6EECF244321}">
                <p14:modId xmlns:p14="http://schemas.microsoft.com/office/powerpoint/2010/main" val="4081161981"/>
              </p:ext>
            </p:extLst>
          </p:nvPr>
        </p:nvGraphicFramePr>
        <p:xfrm>
          <a:off x="1089989" y="3821405"/>
          <a:ext cx="6574968" cy="2177466"/>
        </p:xfrm>
        <a:graphic>
          <a:graphicData uri="http://schemas.openxmlformats.org/drawingml/2006/table">
            <a:tbl>
              <a:tblPr firstRow="1" bandRow="1">
                <a:tableStyleId>{5C22544A-7EE6-4342-B048-85BDC9FD1C3A}</a:tableStyleId>
              </a:tblPr>
              <a:tblGrid>
                <a:gridCol w="1643742">
                  <a:extLst>
                    <a:ext uri="{9D8B030D-6E8A-4147-A177-3AD203B41FA5}">
                      <a16:colId xmlns:a16="http://schemas.microsoft.com/office/drawing/2014/main" val="324305631"/>
                    </a:ext>
                  </a:extLst>
                </a:gridCol>
                <a:gridCol w="1643742">
                  <a:extLst>
                    <a:ext uri="{9D8B030D-6E8A-4147-A177-3AD203B41FA5}">
                      <a16:colId xmlns:a16="http://schemas.microsoft.com/office/drawing/2014/main" val="2272418738"/>
                    </a:ext>
                  </a:extLst>
                </a:gridCol>
                <a:gridCol w="1643742">
                  <a:extLst>
                    <a:ext uri="{9D8B030D-6E8A-4147-A177-3AD203B41FA5}">
                      <a16:colId xmlns:a16="http://schemas.microsoft.com/office/drawing/2014/main" val="4260791188"/>
                    </a:ext>
                  </a:extLst>
                </a:gridCol>
                <a:gridCol w="1643742">
                  <a:extLst>
                    <a:ext uri="{9D8B030D-6E8A-4147-A177-3AD203B41FA5}">
                      <a16:colId xmlns:a16="http://schemas.microsoft.com/office/drawing/2014/main" val="417053685"/>
                    </a:ext>
                  </a:extLst>
                </a:gridCol>
              </a:tblGrid>
              <a:tr h="507270">
                <a:tc>
                  <a:txBody>
                    <a:bodyPr/>
                    <a:lstStyle/>
                    <a:p>
                      <a:endParaRPr lang="en-US" sz="1900" dirty="0"/>
                    </a:p>
                  </a:txBody>
                  <a:tcPr marL="78639" marR="78639"/>
                </a:tc>
                <a:tc>
                  <a:txBody>
                    <a:bodyPr/>
                    <a:lstStyle/>
                    <a:p>
                      <a:endParaRPr lang="en-US" sz="1900"/>
                    </a:p>
                  </a:txBody>
                  <a:tcPr marL="78639" marR="78639"/>
                </a:tc>
                <a:tc>
                  <a:txBody>
                    <a:bodyPr/>
                    <a:lstStyle/>
                    <a:p>
                      <a:endParaRPr lang="en-US" sz="1900" dirty="0"/>
                    </a:p>
                  </a:txBody>
                  <a:tcPr marL="78639" marR="78639"/>
                </a:tc>
                <a:tc>
                  <a:txBody>
                    <a:bodyPr/>
                    <a:lstStyle/>
                    <a:p>
                      <a:endParaRPr lang="en-US" sz="1900" dirty="0"/>
                    </a:p>
                  </a:txBody>
                  <a:tcPr marL="78639" marR="78639"/>
                </a:tc>
                <a:extLst>
                  <a:ext uri="{0D108BD9-81ED-4DB2-BD59-A6C34878D82A}">
                    <a16:rowId xmlns:a16="http://schemas.microsoft.com/office/drawing/2014/main" val="76313354"/>
                  </a:ext>
                </a:extLst>
              </a:tr>
              <a:tr h="417549">
                <a:tc>
                  <a:txBody>
                    <a:bodyPr/>
                    <a:lstStyle/>
                    <a:p>
                      <a:endParaRPr lang="en-US" sz="1900"/>
                    </a:p>
                  </a:txBody>
                  <a:tcPr marL="78639" marR="78639"/>
                </a:tc>
                <a:tc>
                  <a:txBody>
                    <a:bodyPr/>
                    <a:lstStyle/>
                    <a:p>
                      <a:endParaRPr lang="en-US" sz="1900" dirty="0"/>
                    </a:p>
                  </a:txBody>
                  <a:tcPr marL="78639" marR="78639"/>
                </a:tc>
                <a:tc>
                  <a:txBody>
                    <a:bodyPr/>
                    <a:lstStyle/>
                    <a:p>
                      <a:endParaRPr lang="en-US" sz="1900"/>
                    </a:p>
                  </a:txBody>
                  <a:tcPr marL="78639" marR="78639"/>
                </a:tc>
                <a:tc>
                  <a:txBody>
                    <a:bodyPr/>
                    <a:lstStyle/>
                    <a:p>
                      <a:endParaRPr lang="en-US" sz="1900" dirty="0"/>
                    </a:p>
                  </a:txBody>
                  <a:tcPr marL="78639" marR="78639"/>
                </a:tc>
                <a:extLst>
                  <a:ext uri="{0D108BD9-81ED-4DB2-BD59-A6C34878D82A}">
                    <a16:rowId xmlns:a16="http://schemas.microsoft.com/office/drawing/2014/main" val="144127595"/>
                  </a:ext>
                </a:extLst>
              </a:tr>
              <a:tr h="417549">
                <a:tc>
                  <a:txBody>
                    <a:bodyPr/>
                    <a:lstStyle/>
                    <a:p>
                      <a:endParaRPr lang="en-US" sz="1900"/>
                    </a:p>
                  </a:txBody>
                  <a:tcPr marL="78639" marR="78639"/>
                </a:tc>
                <a:tc>
                  <a:txBody>
                    <a:bodyPr/>
                    <a:lstStyle/>
                    <a:p>
                      <a:endParaRPr lang="en-US" sz="1900"/>
                    </a:p>
                  </a:txBody>
                  <a:tcPr marL="78639" marR="78639"/>
                </a:tc>
                <a:tc>
                  <a:txBody>
                    <a:bodyPr/>
                    <a:lstStyle/>
                    <a:p>
                      <a:endParaRPr lang="en-US" sz="1900"/>
                    </a:p>
                  </a:txBody>
                  <a:tcPr marL="78639" marR="78639"/>
                </a:tc>
                <a:tc>
                  <a:txBody>
                    <a:bodyPr/>
                    <a:lstStyle/>
                    <a:p>
                      <a:endParaRPr lang="en-US" sz="1900" dirty="0"/>
                    </a:p>
                  </a:txBody>
                  <a:tcPr marL="78639" marR="78639"/>
                </a:tc>
                <a:extLst>
                  <a:ext uri="{0D108BD9-81ED-4DB2-BD59-A6C34878D82A}">
                    <a16:rowId xmlns:a16="http://schemas.microsoft.com/office/drawing/2014/main" val="1196434217"/>
                  </a:ext>
                </a:extLst>
              </a:tr>
              <a:tr h="417549">
                <a:tc>
                  <a:txBody>
                    <a:bodyPr/>
                    <a:lstStyle/>
                    <a:p>
                      <a:endParaRPr lang="en-US" sz="1900" dirty="0"/>
                    </a:p>
                  </a:txBody>
                  <a:tcPr marL="78639" marR="78639"/>
                </a:tc>
                <a:tc>
                  <a:txBody>
                    <a:bodyPr/>
                    <a:lstStyle/>
                    <a:p>
                      <a:endParaRPr lang="en-US" sz="1900" dirty="0"/>
                    </a:p>
                  </a:txBody>
                  <a:tcPr marL="78639" marR="78639"/>
                </a:tc>
                <a:tc>
                  <a:txBody>
                    <a:bodyPr/>
                    <a:lstStyle/>
                    <a:p>
                      <a:endParaRPr lang="en-US" sz="1900"/>
                    </a:p>
                  </a:txBody>
                  <a:tcPr marL="78639" marR="78639"/>
                </a:tc>
                <a:tc>
                  <a:txBody>
                    <a:bodyPr/>
                    <a:lstStyle/>
                    <a:p>
                      <a:endParaRPr lang="en-US" sz="1900" dirty="0"/>
                    </a:p>
                  </a:txBody>
                  <a:tcPr marL="78639" marR="78639"/>
                </a:tc>
                <a:extLst>
                  <a:ext uri="{0D108BD9-81ED-4DB2-BD59-A6C34878D82A}">
                    <a16:rowId xmlns:a16="http://schemas.microsoft.com/office/drawing/2014/main" val="3781906333"/>
                  </a:ext>
                </a:extLst>
              </a:tr>
              <a:tr h="417549">
                <a:tc>
                  <a:txBody>
                    <a:bodyPr/>
                    <a:lstStyle/>
                    <a:p>
                      <a:endParaRPr lang="en-US" sz="1900" dirty="0"/>
                    </a:p>
                  </a:txBody>
                  <a:tcPr marL="78639" marR="78639"/>
                </a:tc>
                <a:tc>
                  <a:txBody>
                    <a:bodyPr/>
                    <a:lstStyle/>
                    <a:p>
                      <a:endParaRPr lang="en-US" sz="1900" dirty="0"/>
                    </a:p>
                  </a:txBody>
                  <a:tcPr marL="78639" marR="78639"/>
                </a:tc>
                <a:tc>
                  <a:txBody>
                    <a:bodyPr/>
                    <a:lstStyle/>
                    <a:p>
                      <a:endParaRPr lang="en-US" sz="1900" dirty="0"/>
                    </a:p>
                  </a:txBody>
                  <a:tcPr marL="78639" marR="78639"/>
                </a:tc>
                <a:tc>
                  <a:txBody>
                    <a:bodyPr/>
                    <a:lstStyle/>
                    <a:p>
                      <a:endParaRPr lang="en-US" sz="1900" dirty="0"/>
                    </a:p>
                  </a:txBody>
                  <a:tcPr marL="78639" marR="78639"/>
                </a:tc>
                <a:extLst>
                  <a:ext uri="{0D108BD9-81ED-4DB2-BD59-A6C34878D82A}">
                    <a16:rowId xmlns:a16="http://schemas.microsoft.com/office/drawing/2014/main" val="3996250397"/>
                  </a:ext>
                </a:extLst>
              </a:tr>
            </a:tbl>
          </a:graphicData>
        </a:graphic>
      </p:graphicFrame>
      <p:graphicFrame>
        <p:nvGraphicFramePr>
          <p:cNvPr id="11" name="Object 10">
            <a:extLst>
              <a:ext uri="{FF2B5EF4-FFF2-40B4-BE49-F238E27FC236}">
                <a16:creationId xmlns:a16="http://schemas.microsoft.com/office/drawing/2014/main" id="{9A5FC37A-D44F-46BD-A09E-81BE502A9941}"/>
              </a:ext>
            </a:extLst>
          </p:cNvPr>
          <p:cNvGraphicFramePr>
            <a:graphicFrameLocks noChangeAspect="1"/>
          </p:cNvGraphicFramePr>
          <p:nvPr>
            <p:extLst>
              <p:ext uri="{D42A27DB-BD31-4B8C-83A1-F6EECF244321}">
                <p14:modId xmlns:p14="http://schemas.microsoft.com/office/powerpoint/2010/main" val="2934746176"/>
              </p:ext>
            </p:extLst>
          </p:nvPr>
        </p:nvGraphicFramePr>
        <p:xfrm>
          <a:off x="1222375" y="4002088"/>
          <a:ext cx="1392238" cy="255587"/>
        </p:xfrm>
        <a:graphic>
          <a:graphicData uri="http://schemas.openxmlformats.org/presentationml/2006/ole">
            <mc:AlternateContent xmlns:mc="http://schemas.openxmlformats.org/markup-compatibility/2006">
              <mc:Choice xmlns:v="urn:schemas-microsoft-com:vml" Requires="v">
                <p:oleObj name="Equation" r:id="rId2" imgW="1587240" imgH="291960" progId="Equation.DSMT4">
                  <p:embed/>
                </p:oleObj>
              </mc:Choice>
              <mc:Fallback>
                <p:oleObj name="Equation" r:id="rId2" imgW="1587240" imgH="291960" progId="Equation.DSMT4">
                  <p:embed/>
                  <p:pic>
                    <p:nvPicPr>
                      <p:cNvPr id="22" name="Object 21">
                        <a:extLst>
                          <a:ext uri="{FF2B5EF4-FFF2-40B4-BE49-F238E27FC236}">
                            <a16:creationId xmlns:a16="http://schemas.microsoft.com/office/drawing/2014/main" id="{0C83110F-152E-4380-8121-05BB56E77A8B}"/>
                          </a:ext>
                        </a:extLst>
                      </p:cNvPr>
                      <p:cNvPicPr/>
                      <p:nvPr/>
                    </p:nvPicPr>
                    <p:blipFill>
                      <a:blip r:embed="rId3"/>
                      <a:stretch>
                        <a:fillRect/>
                      </a:stretch>
                    </p:blipFill>
                    <p:spPr>
                      <a:xfrm>
                        <a:off x="1222375" y="4002088"/>
                        <a:ext cx="1392238" cy="255587"/>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B321E1BD-A1EE-4EBC-8B67-EEC2752C7500}"/>
              </a:ext>
            </a:extLst>
          </p:cNvPr>
          <p:cNvGraphicFramePr>
            <a:graphicFrameLocks noChangeAspect="1"/>
          </p:cNvGraphicFramePr>
          <p:nvPr>
            <p:extLst>
              <p:ext uri="{D42A27DB-BD31-4B8C-83A1-F6EECF244321}">
                <p14:modId xmlns:p14="http://schemas.microsoft.com/office/powerpoint/2010/main" val="433895259"/>
              </p:ext>
            </p:extLst>
          </p:nvPr>
        </p:nvGraphicFramePr>
        <p:xfrm>
          <a:off x="2986088" y="3841750"/>
          <a:ext cx="1168400" cy="468313"/>
        </p:xfrm>
        <a:graphic>
          <a:graphicData uri="http://schemas.openxmlformats.org/presentationml/2006/ole">
            <mc:AlternateContent xmlns:mc="http://schemas.openxmlformats.org/markup-compatibility/2006">
              <mc:Choice xmlns:v="urn:schemas-microsoft-com:vml" Requires="v">
                <p:oleObj name="Equation" r:id="rId4" imgW="1714320" imgH="685800" progId="Equation.DSMT4">
                  <p:embed/>
                </p:oleObj>
              </mc:Choice>
              <mc:Fallback>
                <p:oleObj name="Equation" r:id="rId4" imgW="1714320" imgH="685800" progId="Equation.DSMT4">
                  <p:embed/>
                  <p:pic>
                    <p:nvPicPr>
                      <p:cNvPr id="21" name="Object 20">
                        <a:extLst>
                          <a:ext uri="{FF2B5EF4-FFF2-40B4-BE49-F238E27FC236}">
                            <a16:creationId xmlns:a16="http://schemas.microsoft.com/office/drawing/2014/main" id="{966973BC-56FF-4211-96C9-F7D74AA3B032}"/>
                          </a:ext>
                        </a:extLst>
                      </p:cNvPr>
                      <p:cNvPicPr/>
                      <p:nvPr/>
                    </p:nvPicPr>
                    <p:blipFill>
                      <a:blip r:embed="rId5"/>
                      <a:stretch>
                        <a:fillRect/>
                      </a:stretch>
                    </p:blipFill>
                    <p:spPr>
                      <a:xfrm>
                        <a:off x="2986088" y="3841750"/>
                        <a:ext cx="1168400" cy="468313"/>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A05E052A-FFA5-4F89-8BBF-6C9065744D54}"/>
              </a:ext>
            </a:extLst>
          </p:cNvPr>
          <p:cNvGraphicFramePr>
            <a:graphicFrameLocks noChangeAspect="1"/>
          </p:cNvGraphicFramePr>
          <p:nvPr>
            <p:extLst>
              <p:ext uri="{D42A27DB-BD31-4B8C-83A1-F6EECF244321}">
                <p14:modId xmlns:p14="http://schemas.microsoft.com/office/powerpoint/2010/main" val="3384257828"/>
              </p:ext>
            </p:extLst>
          </p:nvPr>
        </p:nvGraphicFramePr>
        <p:xfrm>
          <a:off x="4651375" y="3844925"/>
          <a:ext cx="1152525" cy="461963"/>
        </p:xfrm>
        <a:graphic>
          <a:graphicData uri="http://schemas.openxmlformats.org/presentationml/2006/ole">
            <mc:AlternateContent xmlns:mc="http://schemas.openxmlformats.org/markup-compatibility/2006">
              <mc:Choice xmlns:v="urn:schemas-microsoft-com:vml" Requires="v">
                <p:oleObj name="Equation" r:id="rId6" imgW="1714320" imgH="685800" progId="Equation.DSMT4">
                  <p:embed/>
                </p:oleObj>
              </mc:Choice>
              <mc:Fallback>
                <p:oleObj name="Equation" r:id="rId6" imgW="1714320" imgH="685800" progId="Equation.DSMT4">
                  <p:embed/>
                  <p:pic>
                    <p:nvPicPr>
                      <p:cNvPr id="23" name="Object 22">
                        <a:extLst>
                          <a:ext uri="{FF2B5EF4-FFF2-40B4-BE49-F238E27FC236}">
                            <a16:creationId xmlns:a16="http://schemas.microsoft.com/office/drawing/2014/main" id="{6E0F395D-B39E-43FD-843C-3211C9C2EDAB}"/>
                          </a:ext>
                        </a:extLst>
                      </p:cNvPr>
                      <p:cNvPicPr/>
                      <p:nvPr/>
                    </p:nvPicPr>
                    <p:blipFill>
                      <a:blip r:embed="rId7"/>
                      <a:stretch>
                        <a:fillRect/>
                      </a:stretch>
                    </p:blipFill>
                    <p:spPr>
                      <a:xfrm>
                        <a:off x="4651375" y="3844925"/>
                        <a:ext cx="1152525" cy="461963"/>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CEAABBA1-6B19-4733-B0AE-2670B12183D1}"/>
              </a:ext>
            </a:extLst>
          </p:cNvPr>
          <p:cNvGraphicFramePr>
            <a:graphicFrameLocks noChangeAspect="1"/>
          </p:cNvGraphicFramePr>
          <p:nvPr>
            <p:extLst>
              <p:ext uri="{D42A27DB-BD31-4B8C-83A1-F6EECF244321}">
                <p14:modId xmlns:p14="http://schemas.microsoft.com/office/powerpoint/2010/main" val="1022068537"/>
              </p:ext>
            </p:extLst>
          </p:nvPr>
        </p:nvGraphicFramePr>
        <p:xfrm>
          <a:off x="6251575" y="4000500"/>
          <a:ext cx="1049338" cy="211138"/>
        </p:xfrm>
        <a:graphic>
          <a:graphicData uri="http://schemas.openxmlformats.org/presentationml/2006/ole">
            <mc:AlternateContent xmlns:mc="http://schemas.openxmlformats.org/markup-compatibility/2006">
              <mc:Choice xmlns:v="urn:schemas-microsoft-com:vml" Requires="v">
                <p:oleObj name="Equation" r:id="rId8" imgW="1193760" imgH="241200" progId="Equation.DSMT4">
                  <p:embed/>
                </p:oleObj>
              </mc:Choice>
              <mc:Fallback>
                <p:oleObj name="Equation" r:id="rId8" imgW="1193760" imgH="241200" progId="Equation.DSMT4">
                  <p:embed/>
                  <p:pic>
                    <p:nvPicPr>
                      <p:cNvPr id="25" name="Object 24">
                        <a:extLst>
                          <a:ext uri="{FF2B5EF4-FFF2-40B4-BE49-F238E27FC236}">
                            <a16:creationId xmlns:a16="http://schemas.microsoft.com/office/drawing/2014/main" id="{5AED1034-6C1B-4DAB-B4CD-7A62F889AA8E}"/>
                          </a:ext>
                        </a:extLst>
                      </p:cNvPr>
                      <p:cNvPicPr/>
                      <p:nvPr/>
                    </p:nvPicPr>
                    <p:blipFill>
                      <a:blip r:embed="rId9"/>
                      <a:stretch>
                        <a:fillRect/>
                      </a:stretch>
                    </p:blipFill>
                    <p:spPr>
                      <a:xfrm>
                        <a:off x="6251575" y="4000500"/>
                        <a:ext cx="1049338" cy="211138"/>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F1BC59D4-24A6-4293-B104-B9C751982246}"/>
              </a:ext>
            </a:extLst>
          </p:cNvPr>
          <p:cNvGraphicFramePr>
            <a:graphicFrameLocks noChangeAspect="1"/>
          </p:cNvGraphicFramePr>
          <p:nvPr>
            <p:extLst>
              <p:ext uri="{D42A27DB-BD31-4B8C-83A1-F6EECF244321}">
                <p14:modId xmlns:p14="http://schemas.microsoft.com/office/powerpoint/2010/main" val="2437144753"/>
              </p:ext>
            </p:extLst>
          </p:nvPr>
        </p:nvGraphicFramePr>
        <p:xfrm>
          <a:off x="1581150" y="4408488"/>
          <a:ext cx="854075" cy="276225"/>
        </p:xfrm>
        <a:graphic>
          <a:graphicData uri="http://schemas.openxmlformats.org/presentationml/2006/ole">
            <mc:AlternateContent xmlns:mc="http://schemas.openxmlformats.org/markup-compatibility/2006">
              <mc:Choice xmlns:v="urn:schemas-microsoft-com:vml" Requires="v">
                <p:oleObj name="Equation" r:id="rId10" imgW="939600" imgH="304560" progId="Equation.DSMT4">
                  <p:embed/>
                </p:oleObj>
              </mc:Choice>
              <mc:Fallback>
                <p:oleObj name="Equation" r:id="rId10" imgW="939600" imgH="304560" progId="Equation.DSMT4">
                  <p:embed/>
                  <p:pic>
                    <p:nvPicPr>
                      <p:cNvPr id="26" name="Object 25">
                        <a:extLst>
                          <a:ext uri="{FF2B5EF4-FFF2-40B4-BE49-F238E27FC236}">
                            <a16:creationId xmlns:a16="http://schemas.microsoft.com/office/drawing/2014/main" id="{536A61A7-5798-4448-AA51-547D951AF90E}"/>
                          </a:ext>
                        </a:extLst>
                      </p:cNvPr>
                      <p:cNvPicPr/>
                      <p:nvPr/>
                    </p:nvPicPr>
                    <p:blipFill>
                      <a:blip r:embed="rId11"/>
                      <a:stretch>
                        <a:fillRect/>
                      </a:stretch>
                    </p:blipFill>
                    <p:spPr>
                      <a:xfrm>
                        <a:off x="1581150" y="4408488"/>
                        <a:ext cx="854075" cy="276225"/>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13E90049-6FC2-4B1C-86D5-9AA27E5E6777}"/>
              </a:ext>
            </a:extLst>
          </p:cNvPr>
          <p:cNvGraphicFramePr>
            <a:graphicFrameLocks noChangeAspect="1"/>
          </p:cNvGraphicFramePr>
          <p:nvPr>
            <p:extLst>
              <p:ext uri="{D42A27DB-BD31-4B8C-83A1-F6EECF244321}">
                <p14:modId xmlns:p14="http://schemas.microsoft.com/office/powerpoint/2010/main" val="1765140134"/>
              </p:ext>
            </p:extLst>
          </p:nvPr>
        </p:nvGraphicFramePr>
        <p:xfrm>
          <a:off x="3314833" y="4461540"/>
          <a:ext cx="202085" cy="190426"/>
        </p:xfrm>
        <a:graphic>
          <a:graphicData uri="http://schemas.openxmlformats.org/presentationml/2006/ole">
            <mc:AlternateContent xmlns:mc="http://schemas.openxmlformats.org/markup-compatibility/2006">
              <mc:Choice xmlns:v="urn:schemas-microsoft-com:vml" Requires="v">
                <p:oleObj name="Equation" r:id="rId12" imgW="241200" imgH="228600" progId="Equation.DSMT4">
                  <p:embed/>
                </p:oleObj>
              </mc:Choice>
              <mc:Fallback>
                <p:oleObj name="Equation" r:id="rId12" imgW="241200" imgH="228600" progId="Equation.DSMT4">
                  <p:embed/>
                  <p:pic>
                    <p:nvPicPr>
                      <p:cNvPr id="27" name="Object 26">
                        <a:extLst>
                          <a:ext uri="{FF2B5EF4-FFF2-40B4-BE49-F238E27FC236}">
                            <a16:creationId xmlns:a16="http://schemas.microsoft.com/office/drawing/2014/main" id="{636334E4-3413-4E46-AE58-95BA220CFD1A}"/>
                          </a:ext>
                        </a:extLst>
                      </p:cNvPr>
                      <p:cNvPicPr/>
                      <p:nvPr/>
                    </p:nvPicPr>
                    <p:blipFill>
                      <a:blip r:embed="rId13"/>
                      <a:stretch>
                        <a:fillRect/>
                      </a:stretch>
                    </p:blipFill>
                    <p:spPr>
                      <a:xfrm>
                        <a:off x="3314833" y="4461540"/>
                        <a:ext cx="202085" cy="190426"/>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C214E5F7-01FC-41FD-9E26-0353A2396EFB}"/>
              </a:ext>
            </a:extLst>
          </p:cNvPr>
          <p:cNvGraphicFramePr>
            <a:graphicFrameLocks noChangeAspect="1"/>
          </p:cNvGraphicFramePr>
          <p:nvPr>
            <p:extLst>
              <p:ext uri="{D42A27DB-BD31-4B8C-83A1-F6EECF244321}">
                <p14:modId xmlns:p14="http://schemas.microsoft.com/office/powerpoint/2010/main" val="90761810"/>
              </p:ext>
            </p:extLst>
          </p:nvPr>
        </p:nvGraphicFramePr>
        <p:xfrm>
          <a:off x="5074235" y="4425244"/>
          <a:ext cx="153402" cy="239399"/>
        </p:xfrm>
        <a:graphic>
          <a:graphicData uri="http://schemas.openxmlformats.org/presentationml/2006/ole">
            <mc:AlternateContent xmlns:mc="http://schemas.openxmlformats.org/markup-compatibility/2006">
              <mc:Choice xmlns:v="urn:schemas-microsoft-com:vml" Requires="v">
                <p:oleObj name="Equation" r:id="rId14" imgW="152280" imgH="241200" progId="Equation.DSMT4">
                  <p:embed/>
                </p:oleObj>
              </mc:Choice>
              <mc:Fallback>
                <p:oleObj name="Equation" r:id="rId14" imgW="152280" imgH="241200" progId="Equation.DSMT4">
                  <p:embed/>
                  <p:pic>
                    <p:nvPicPr>
                      <p:cNvPr id="28" name="Object 27">
                        <a:extLst>
                          <a:ext uri="{FF2B5EF4-FFF2-40B4-BE49-F238E27FC236}">
                            <a16:creationId xmlns:a16="http://schemas.microsoft.com/office/drawing/2014/main" id="{38CD85C7-19C4-45A6-9AED-C072BCE51154}"/>
                          </a:ext>
                        </a:extLst>
                      </p:cNvPr>
                      <p:cNvPicPr/>
                      <p:nvPr/>
                    </p:nvPicPr>
                    <p:blipFill>
                      <a:blip r:embed="rId15"/>
                      <a:stretch>
                        <a:fillRect/>
                      </a:stretch>
                    </p:blipFill>
                    <p:spPr>
                      <a:xfrm>
                        <a:off x="5074235" y="4425244"/>
                        <a:ext cx="153402" cy="239399"/>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0375FA4D-19E6-4D5D-A298-AF381162A784}"/>
              </a:ext>
            </a:extLst>
          </p:cNvPr>
          <p:cNvGraphicFramePr>
            <a:graphicFrameLocks noChangeAspect="1"/>
          </p:cNvGraphicFramePr>
          <p:nvPr>
            <p:extLst>
              <p:ext uri="{D42A27DB-BD31-4B8C-83A1-F6EECF244321}">
                <p14:modId xmlns:p14="http://schemas.microsoft.com/office/powerpoint/2010/main" val="2927892306"/>
              </p:ext>
            </p:extLst>
          </p:nvPr>
        </p:nvGraphicFramePr>
        <p:xfrm>
          <a:off x="6684840" y="4434895"/>
          <a:ext cx="234797" cy="197822"/>
        </p:xfrm>
        <a:graphic>
          <a:graphicData uri="http://schemas.openxmlformats.org/presentationml/2006/ole">
            <mc:AlternateContent xmlns:mc="http://schemas.openxmlformats.org/markup-compatibility/2006">
              <mc:Choice xmlns:v="urn:schemas-microsoft-com:vml" Requires="v">
                <p:oleObj name="Equation" r:id="rId16" imgW="266400" imgH="228600" progId="Equation.DSMT4">
                  <p:embed/>
                </p:oleObj>
              </mc:Choice>
              <mc:Fallback>
                <p:oleObj name="Equation" r:id="rId16" imgW="266400" imgH="228600" progId="Equation.DSMT4">
                  <p:embed/>
                  <p:pic>
                    <p:nvPicPr>
                      <p:cNvPr id="30" name="Object 29">
                        <a:extLst>
                          <a:ext uri="{FF2B5EF4-FFF2-40B4-BE49-F238E27FC236}">
                            <a16:creationId xmlns:a16="http://schemas.microsoft.com/office/drawing/2014/main" id="{0458B02D-5FD1-453B-9779-848B4FDBA51A}"/>
                          </a:ext>
                        </a:extLst>
                      </p:cNvPr>
                      <p:cNvPicPr/>
                      <p:nvPr/>
                    </p:nvPicPr>
                    <p:blipFill>
                      <a:blip r:embed="rId17"/>
                      <a:stretch>
                        <a:fillRect/>
                      </a:stretch>
                    </p:blipFill>
                    <p:spPr>
                      <a:xfrm>
                        <a:off x="6684840" y="4434895"/>
                        <a:ext cx="234797" cy="197822"/>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C96A0B42-0A53-42F8-B3EC-8E7ACCF5AAD2}"/>
              </a:ext>
            </a:extLst>
          </p:cNvPr>
          <p:cNvGraphicFramePr>
            <a:graphicFrameLocks noChangeAspect="1"/>
          </p:cNvGraphicFramePr>
          <p:nvPr>
            <p:extLst>
              <p:ext uri="{D42A27DB-BD31-4B8C-83A1-F6EECF244321}">
                <p14:modId xmlns:p14="http://schemas.microsoft.com/office/powerpoint/2010/main" val="2125865963"/>
              </p:ext>
            </p:extLst>
          </p:nvPr>
        </p:nvGraphicFramePr>
        <p:xfrm>
          <a:off x="1277938" y="4832350"/>
          <a:ext cx="1265237" cy="273050"/>
        </p:xfrm>
        <a:graphic>
          <a:graphicData uri="http://schemas.openxmlformats.org/presentationml/2006/ole">
            <mc:AlternateContent xmlns:mc="http://schemas.openxmlformats.org/markup-compatibility/2006">
              <mc:Choice xmlns:v="urn:schemas-microsoft-com:vml" Requires="v">
                <p:oleObj name="Equation" r:id="rId18" imgW="1422360" imgH="304560" progId="Equation.DSMT4">
                  <p:embed/>
                </p:oleObj>
              </mc:Choice>
              <mc:Fallback>
                <p:oleObj name="Equation" r:id="rId18" imgW="1422360" imgH="304560" progId="Equation.DSMT4">
                  <p:embed/>
                  <p:pic>
                    <p:nvPicPr>
                      <p:cNvPr id="31" name="Object 30">
                        <a:extLst>
                          <a:ext uri="{FF2B5EF4-FFF2-40B4-BE49-F238E27FC236}">
                            <a16:creationId xmlns:a16="http://schemas.microsoft.com/office/drawing/2014/main" id="{DD2E1B94-5338-44E0-822A-66FF9B9C1B87}"/>
                          </a:ext>
                        </a:extLst>
                      </p:cNvPr>
                      <p:cNvPicPr/>
                      <p:nvPr/>
                    </p:nvPicPr>
                    <p:blipFill>
                      <a:blip r:embed="rId19"/>
                      <a:stretch>
                        <a:fillRect/>
                      </a:stretch>
                    </p:blipFill>
                    <p:spPr>
                      <a:xfrm>
                        <a:off x="1277938" y="4832350"/>
                        <a:ext cx="1265237" cy="273050"/>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819E437D-B006-4DE6-9CB6-DDCC15C4E5F8}"/>
              </a:ext>
            </a:extLst>
          </p:cNvPr>
          <p:cNvGraphicFramePr>
            <a:graphicFrameLocks noChangeAspect="1"/>
          </p:cNvGraphicFramePr>
          <p:nvPr>
            <p:extLst>
              <p:ext uri="{D42A27DB-BD31-4B8C-83A1-F6EECF244321}">
                <p14:modId xmlns:p14="http://schemas.microsoft.com/office/powerpoint/2010/main" val="387767611"/>
              </p:ext>
            </p:extLst>
          </p:nvPr>
        </p:nvGraphicFramePr>
        <p:xfrm>
          <a:off x="3377491" y="4818330"/>
          <a:ext cx="165022" cy="241723"/>
        </p:xfrm>
        <a:graphic>
          <a:graphicData uri="http://schemas.openxmlformats.org/presentationml/2006/ole">
            <mc:AlternateContent xmlns:mc="http://schemas.openxmlformats.org/markup-compatibility/2006">
              <mc:Choice xmlns:v="urn:schemas-microsoft-com:vml" Requires="v">
                <p:oleObj name="Equation" r:id="rId20" imgW="164880" imgH="241200" progId="Equation.DSMT4">
                  <p:embed/>
                </p:oleObj>
              </mc:Choice>
              <mc:Fallback>
                <p:oleObj name="Equation" r:id="rId20" imgW="164880" imgH="241200" progId="Equation.DSMT4">
                  <p:embed/>
                  <p:pic>
                    <p:nvPicPr>
                      <p:cNvPr id="32" name="Object 31">
                        <a:extLst>
                          <a:ext uri="{FF2B5EF4-FFF2-40B4-BE49-F238E27FC236}">
                            <a16:creationId xmlns:a16="http://schemas.microsoft.com/office/drawing/2014/main" id="{1BAF31B8-0F99-47F5-A860-25DAF4335BC4}"/>
                          </a:ext>
                        </a:extLst>
                      </p:cNvPr>
                      <p:cNvPicPr/>
                      <p:nvPr/>
                    </p:nvPicPr>
                    <p:blipFill>
                      <a:blip r:embed="rId21"/>
                      <a:stretch>
                        <a:fillRect/>
                      </a:stretch>
                    </p:blipFill>
                    <p:spPr>
                      <a:xfrm>
                        <a:off x="3377491" y="4818330"/>
                        <a:ext cx="165022" cy="241723"/>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5805AE08-24FC-4A23-AE8F-FADE4B61383B}"/>
              </a:ext>
            </a:extLst>
          </p:cNvPr>
          <p:cNvGraphicFramePr>
            <a:graphicFrameLocks noChangeAspect="1"/>
          </p:cNvGraphicFramePr>
          <p:nvPr>
            <p:extLst>
              <p:ext uri="{D42A27DB-BD31-4B8C-83A1-F6EECF244321}">
                <p14:modId xmlns:p14="http://schemas.microsoft.com/office/powerpoint/2010/main" val="2407197222"/>
              </p:ext>
            </p:extLst>
          </p:nvPr>
        </p:nvGraphicFramePr>
        <p:xfrm>
          <a:off x="5062616" y="4838487"/>
          <a:ext cx="165021" cy="241723"/>
        </p:xfrm>
        <a:graphic>
          <a:graphicData uri="http://schemas.openxmlformats.org/presentationml/2006/ole">
            <mc:AlternateContent xmlns:mc="http://schemas.openxmlformats.org/markup-compatibility/2006">
              <mc:Choice xmlns:v="urn:schemas-microsoft-com:vml" Requires="v">
                <p:oleObj name="Equation" r:id="rId22" imgW="164880" imgH="241200" progId="Equation.DSMT4">
                  <p:embed/>
                </p:oleObj>
              </mc:Choice>
              <mc:Fallback>
                <p:oleObj name="Equation" r:id="rId22" imgW="164880" imgH="241200" progId="Equation.DSMT4">
                  <p:embed/>
                  <p:pic>
                    <p:nvPicPr>
                      <p:cNvPr id="33" name="Object 32">
                        <a:extLst>
                          <a:ext uri="{FF2B5EF4-FFF2-40B4-BE49-F238E27FC236}">
                            <a16:creationId xmlns:a16="http://schemas.microsoft.com/office/drawing/2014/main" id="{100B6E1A-EB9B-4278-B320-A5CAF5250DB6}"/>
                          </a:ext>
                        </a:extLst>
                      </p:cNvPr>
                      <p:cNvPicPr/>
                      <p:nvPr/>
                    </p:nvPicPr>
                    <p:blipFill>
                      <a:blip r:embed="rId23"/>
                      <a:stretch>
                        <a:fillRect/>
                      </a:stretch>
                    </p:blipFill>
                    <p:spPr>
                      <a:xfrm>
                        <a:off x="5062616" y="4838487"/>
                        <a:ext cx="165021" cy="241723"/>
                      </a:xfrm>
                      <a:prstGeom prst="rect">
                        <a:avLst/>
                      </a:prstGeom>
                    </p:spPr>
                  </p:pic>
                </p:oleObj>
              </mc:Fallback>
            </mc:AlternateContent>
          </a:graphicData>
        </a:graphic>
      </p:graphicFrame>
      <p:graphicFrame>
        <p:nvGraphicFramePr>
          <p:cNvPr id="26" name="Object 25">
            <a:extLst>
              <a:ext uri="{FF2B5EF4-FFF2-40B4-BE49-F238E27FC236}">
                <a16:creationId xmlns:a16="http://schemas.microsoft.com/office/drawing/2014/main" id="{D98AA402-3A85-4A35-A241-FF6A82F07871}"/>
              </a:ext>
            </a:extLst>
          </p:cNvPr>
          <p:cNvGraphicFramePr>
            <a:graphicFrameLocks noChangeAspect="1"/>
          </p:cNvGraphicFramePr>
          <p:nvPr>
            <p:extLst>
              <p:ext uri="{D42A27DB-BD31-4B8C-83A1-F6EECF244321}">
                <p14:modId xmlns:p14="http://schemas.microsoft.com/office/powerpoint/2010/main" val="2200611802"/>
              </p:ext>
            </p:extLst>
          </p:nvPr>
        </p:nvGraphicFramePr>
        <p:xfrm>
          <a:off x="6684601" y="4853966"/>
          <a:ext cx="232950" cy="210766"/>
        </p:xfrm>
        <a:graphic>
          <a:graphicData uri="http://schemas.openxmlformats.org/presentationml/2006/ole">
            <mc:AlternateContent xmlns:mc="http://schemas.openxmlformats.org/markup-compatibility/2006">
              <mc:Choice xmlns:v="urn:schemas-microsoft-com:vml" Requires="v">
                <p:oleObj name="Equation" r:id="rId24" imgW="266400" imgH="241200" progId="Equation.DSMT4">
                  <p:embed/>
                </p:oleObj>
              </mc:Choice>
              <mc:Fallback>
                <p:oleObj name="Equation" r:id="rId24" imgW="266400" imgH="241200" progId="Equation.DSMT4">
                  <p:embed/>
                  <p:pic>
                    <p:nvPicPr>
                      <p:cNvPr id="35" name="Object 34">
                        <a:extLst>
                          <a:ext uri="{FF2B5EF4-FFF2-40B4-BE49-F238E27FC236}">
                            <a16:creationId xmlns:a16="http://schemas.microsoft.com/office/drawing/2014/main" id="{77BE83A3-5EB9-460E-B1B4-9616E8BCF7EC}"/>
                          </a:ext>
                        </a:extLst>
                      </p:cNvPr>
                      <p:cNvPicPr/>
                      <p:nvPr/>
                    </p:nvPicPr>
                    <p:blipFill>
                      <a:blip r:embed="rId25"/>
                      <a:stretch>
                        <a:fillRect/>
                      </a:stretch>
                    </p:blipFill>
                    <p:spPr>
                      <a:xfrm>
                        <a:off x="6684601" y="4853966"/>
                        <a:ext cx="232950" cy="210766"/>
                      </a:xfrm>
                      <a:prstGeom prst="rect">
                        <a:avLst/>
                      </a:prstGeom>
                    </p:spPr>
                  </p:pic>
                </p:oleObj>
              </mc:Fallback>
            </mc:AlternateContent>
          </a:graphicData>
        </a:graphic>
      </p:graphicFrame>
      <p:graphicFrame>
        <p:nvGraphicFramePr>
          <p:cNvPr id="27" name="Object 26">
            <a:extLst>
              <a:ext uri="{FF2B5EF4-FFF2-40B4-BE49-F238E27FC236}">
                <a16:creationId xmlns:a16="http://schemas.microsoft.com/office/drawing/2014/main" id="{697CB50F-B104-4CB9-8863-3B8E704240BC}"/>
              </a:ext>
            </a:extLst>
          </p:cNvPr>
          <p:cNvGraphicFramePr>
            <a:graphicFrameLocks noChangeAspect="1"/>
          </p:cNvGraphicFramePr>
          <p:nvPr>
            <p:extLst>
              <p:ext uri="{D42A27DB-BD31-4B8C-83A1-F6EECF244321}">
                <p14:modId xmlns:p14="http://schemas.microsoft.com/office/powerpoint/2010/main" val="3377478901"/>
              </p:ext>
            </p:extLst>
          </p:nvPr>
        </p:nvGraphicFramePr>
        <p:xfrm>
          <a:off x="1600200" y="5221288"/>
          <a:ext cx="960438" cy="276225"/>
        </p:xfrm>
        <a:graphic>
          <a:graphicData uri="http://schemas.openxmlformats.org/presentationml/2006/ole">
            <mc:AlternateContent xmlns:mc="http://schemas.openxmlformats.org/markup-compatibility/2006">
              <mc:Choice xmlns:v="urn:schemas-microsoft-com:vml" Requires="v">
                <p:oleObj name="Equation" r:id="rId26" imgW="1054080" imgH="304560" progId="Equation.DSMT4">
                  <p:embed/>
                </p:oleObj>
              </mc:Choice>
              <mc:Fallback>
                <p:oleObj name="Equation" r:id="rId26" imgW="1054080" imgH="304560" progId="Equation.DSMT4">
                  <p:embed/>
                  <p:pic>
                    <p:nvPicPr>
                      <p:cNvPr id="36" name="Object 35">
                        <a:extLst>
                          <a:ext uri="{FF2B5EF4-FFF2-40B4-BE49-F238E27FC236}">
                            <a16:creationId xmlns:a16="http://schemas.microsoft.com/office/drawing/2014/main" id="{0CB1292B-BC38-468B-8075-1BA1AED45F41}"/>
                          </a:ext>
                        </a:extLst>
                      </p:cNvPr>
                      <p:cNvPicPr/>
                      <p:nvPr/>
                    </p:nvPicPr>
                    <p:blipFill>
                      <a:blip r:embed="rId27"/>
                      <a:stretch>
                        <a:fillRect/>
                      </a:stretch>
                    </p:blipFill>
                    <p:spPr>
                      <a:xfrm>
                        <a:off x="1600200" y="5221288"/>
                        <a:ext cx="960438" cy="276225"/>
                      </a:xfrm>
                      <a:prstGeom prst="rect">
                        <a:avLst/>
                      </a:prstGeom>
                    </p:spPr>
                  </p:pic>
                </p:oleObj>
              </mc:Fallback>
            </mc:AlternateContent>
          </a:graphicData>
        </a:graphic>
      </p:graphicFrame>
      <p:graphicFrame>
        <p:nvGraphicFramePr>
          <p:cNvPr id="28" name="Object 27">
            <a:extLst>
              <a:ext uri="{FF2B5EF4-FFF2-40B4-BE49-F238E27FC236}">
                <a16:creationId xmlns:a16="http://schemas.microsoft.com/office/drawing/2014/main" id="{A8452EB6-7C0B-45BC-8F8D-343DE720261E}"/>
              </a:ext>
            </a:extLst>
          </p:cNvPr>
          <p:cNvGraphicFramePr>
            <a:graphicFrameLocks noChangeAspect="1"/>
          </p:cNvGraphicFramePr>
          <p:nvPr>
            <p:extLst>
              <p:ext uri="{D42A27DB-BD31-4B8C-83A1-F6EECF244321}">
                <p14:modId xmlns:p14="http://schemas.microsoft.com/office/powerpoint/2010/main" val="2987384842"/>
              </p:ext>
            </p:extLst>
          </p:nvPr>
        </p:nvGraphicFramePr>
        <p:xfrm>
          <a:off x="3381658" y="5273341"/>
          <a:ext cx="156688" cy="244693"/>
        </p:xfrm>
        <a:graphic>
          <a:graphicData uri="http://schemas.openxmlformats.org/presentationml/2006/ole">
            <mc:AlternateContent xmlns:mc="http://schemas.openxmlformats.org/markup-compatibility/2006">
              <mc:Choice xmlns:v="urn:schemas-microsoft-com:vml" Requires="v">
                <p:oleObj name="Equation" r:id="rId28" imgW="152280" imgH="241200" progId="Equation.DSMT4">
                  <p:embed/>
                </p:oleObj>
              </mc:Choice>
              <mc:Fallback>
                <p:oleObj name="Equation" r:id="rId28" imgW="152280" imgH="241200" progId="Equation.DSMT4">
                  <p:embed/>
                  <p:pic>
                    <p:nvPicPr>
                      <p:cNvPr id="37" name="Object 36">
                        <a:extLst>
                          <a:ext uri="{FF2B5EF4-FFF2-40B4-BE49-F238E27FC236}">
                            <a16:creationId xmlns:a16="http://schemas.microsoft.com/office/drawing/2014/main" id="{28C862AA-D59D-4AD2-A2F1-4EE5398A53DB}"/>
                          </a:ext>
                        </a:extLst>
                      </p:cNvPr>
                      <p:cNvPicPr/>
                      <p:nvPr/>
                    </p:nvPicPr>
                    <p:blipFill>
                      <a:blip r:embed="rId29"/>
                      <a:stretch>
                        <a:fillRect/>
                      </a:stretch>
                    </p:blipFill>
                    <p:spPr>
                      <a:xfrm>
                        <a:off x="3381658" y="5273341"/>
                        <a:ext cx="156688" cy="244693"/>
                      </a:xfrm>
                      <a:prstGeom prst="rect">
                        <a:avLst/>
                      </a:prstGeom>
                    </p:spPr>
                  </p:pic>
                </p:oleObj>
              </mc:Fallback>
            </mc:AlternateContent>
          </a:graphicData>
        </a:graphic>
      </p:graphicFrame>
      <p:graphicFrame>
        <p:nvGraphicFramePr>
          <p:cNvPr id="29" name="Object 28">
            <a:extLst>
              <a:ext uri="{FF2B5EF4-FFF2-40B4-BE49-F238E27FC236}">
                <a16:creationId xmlns:a16="http://schemas.microsoft.com/office/drawing/2014/main" id="{E14B3486-00B7-4612-9D17-FD96605BB2E5}"/>
              </a:ext>
            </a:extLst>
          </p:cNvPr>
          <p:cNvGraphicFramePr>
            <a:graphicFrameLocks noChangeAspect="1"/>
          </p:cNvGraphicFramePr>
          <p:nvPr>
            <p:extLst>
              <p:ext uri="{D42A27DB-BD31-4B8C-83A1-F6EECF244321}">
                <p14:modId xmlns:p14="http://schemas.microsoft.com/office/powerpoint/2010/main" val="3916321808"/>
              </p:ext>
            </p:extLst>
          </p:nvPr>
        </p:nvGraphicFramePr>
        <p:xfrm>
          <a:off x="5000097" y="5270345"/>
          <a:ext cx="225401" cy="209858"/>
        </p:xfrm>
        <a:graphic>
          <a:graphicData uri="http://schemas.openxmlformats.org/presentationml/2006/ole">
            <mc:AlternateContent xmlns:mc="http://schemas.openxmlformats.org/markup-compatibility/2006">
              <mc:Choice xmlns:v="urn:schemas-microsoft-com:vml" Requires="v">
                <p:oleObj name="Equation" r:id="rId30" imgW="241200" imgH="228600" progId="Equation.DSMT4">
                  <p:embed/>
                </p:oleObj>
              </mc:Choice>
              <mc:Fallback>
                <p:oleObj name="Equation" r:id="rId30" imgW="241200" imgH="228600" progId="Equation.DSMT4">
                  <p:embed/>
                  <p:pic>
                    <p:nvPicPr>
                      <p:cNvPr id="38" name="Object 37">
                        <a:extLst>
                          <a:ext uri="{FF2B5EF4-FFF2-40B4-BE49-F238E27FC236}">
                            <a16:creationId xmlns:a16="http://schemas.microsoft.com/office/drawing/2014/main" id="{23233F6B-2B0C-47C0-978F-49C3E4AA3DD0}"/>
                          </a:ext>
                        </a:extLst>
                      </p:cNvPr>
                      <p:cNvPicPr/>
                      <p:nvPr/>
                    </p:nvPicPr>
                    <p:blipFill>
                      <a:blip r:embed="rId31"/>
                      <a:stretch>
                        <a:fillRect/>
                      </a:stretch>
                    </p:blipFill>
                    <p:spPr>
                      <a:xfrm>
                        <a:off x="5000097" y="5270345"/>
                        <a:ext cx="225401" cy="209858"/>
                      </a:xfrm>
                      <a:prstGeom prst="rect">
                        <a:avLst/>
                      </a:prstGeom>
                    </p:spPr>
                  </p:pic>
                </p:oleObj>
              </mc:Fallback>
            </mc:AlternateContent>
          </a:graphicData>
        </a:graphic>
      </p:graphicFrame>
      <p:graphicFrame>
        <p:nvGraphicFramePr>
          <p:cNvPr id="31" name="Object 30">
            <a:extLst>
              <a:ext uri="{FF2B5EF4-FFF2-40B4-BE49-F238E27FC236}">
                <a16:creationId xmlns:a16="http://schemas.microsoft.com/office/drawing/2014/main" id="{AC8719B2-3C32-4AAA-BD68-A57947701BA0}"/>
              </a:ext>
            </a:extLst>
          </p:cNvPr>
          <p:cNvGraphicFramePr>
            <a:graphicFrameLocks noChangeAspect="1"/>
          </p:cNvGraphicFramePr>
          <p:nvPr>
            <p:extLst>
              <p:ext uri="{D42A27DB-BD31-4B8C-83A1-F6EECF244321}">
                <p14:modId xmlns:p14="http://schemas.microsoft.com/office/powerpoint/2010/main" val="4090295959"/>
              </p:ext>
            </p:extLst>
          </p:nvPr>
        </p:nvGraphicFramePr>
        <p:xfrm>
          <a:off x="6671660" y="5266196"/>
          <a:ext cx="258835" cy="218159"/>
        </p:xfrm>
        <a:graphic>
          <a:graphicData uri="http://schemas.openxmlformats.org/presentationml/2006/ole">
            <mc:AlternateContent xmlns:mc="http://schemas.openxmlformats.org/markup-compatibility/2006">
              <mc:Choice xmlns:v="urn:schemas-microsoft-com:vml" Requires="v">
                <p:oleObj name="Equation" r:id="rId32" imgW="266400" imgH="228600" progId="Equation.DSMT4">
                  <p:embed/>
                </p:oleObj>
              </mc:Choice>
              <mc:Fallback>
                <p:oleObj name="Equation" r:id="rId32" imgW="266400" imgH="228600" progId="Equation.DSMT4">
                  <p:embed/>
                  <p:pic>
                    <p:nvPicPr>
                      <p:cNvPr id="40" name="Object 39">
                        <a:extLst>
                          <a:ext uri="{FF2B5EF4-FFF2-40B4-BE49-F238E27FC236}">
                            <a16:creationId xmlns:a16="http://schemas.microsoft.com/office/drawing/2014/main" id="{72F76B55-7AA4-4F1F-A716-14732AEEE98C}"/>
                          </a:ext>
                        </a:extLst>
                      </p:cNvPr>
                      <p:cNvPicPr/>
                      <p:nvPr/>
                    </p:nvPicPr>
                    <p:blipFill>
                      <a:blip r:embed="rId33"/>
                      <a:stretch>
                        <a:fillRect/>
                      </a:stretch>
                    </p:blipFill>
                    <p:spPr>
                      <a:xfrm>
                        <a:off x="6671660" y="5266196"/>
                        <a:ext cx="258835" cy="218159"/>
                      </a:xfrm>
                      <a:prstGeom prst="rect">
                        <a:avLst/>
                      </a:prstGeom>
                    </p:spPr>
                  </p:pic>
                </p:oleObj>
              </mc:Fallback>
            </mc:AlternateContent>
          </a:graphicData>
        </a:graphic>
      </p:graphicFrame>
      <p:graphicFrame>
        <p:nvGraphicFramePr>
          <p:cNvPr id="32" name="Object 31">
            <a:extLst>
              <a:ext uri="{FF2B5EF4-FFF2-40B4-BE49-F238E27FC236}">
                <a16:creationId xmlns:a16="http://schemas.microsoft.com/office/drawing/2014/main" id="{13CECBB6-380C-4C6B-9B57-1079E7AE304B}"/>
              </a:ext>
            </a:extLst>
          </p:cNvPr>
          <p:cNvGraphicFramePr>
            <a:graphicFrameLocks noChangeAspect="1"/>
          </p:cNvGraphicFramePr>
          <p:nvPr>
            <p:extLst>
              <p:ext uri="{D42A27DB-BD31-4B8C-83A1-F6EECF244321}">
                <p14:modId xmlns:p14="http://schemas.microsoft.com/office/powerpoint/2010/main" val="344353018"/>
              </p:ext>
            </p:extLst>
          </p:nvPr>
        </p:nvGraphicFramePr>
        <p:xfrm>
          <a:off x="1174772" y="5620286"/>
          <a:ext cx="1356064" cy="237906"/>
        </p:xfrm>
        <a:graphic>
          <a:graphicData uri="http://schemas.openxmlformats.org/presentationml/2006/ole">
            <mc:AlternateContent xmlns:mc="http://schemas.openxmlformats.org/markup-compatibility/2006">
              <mc:Choice xmlns:v="urn:schemas-microsoft-com:vml" Requires="v">
                <p:oleObj name="Equation" r:id="rId34" imgW="1447560" imgH="253800" progId="Equation.DSMT4">
                  <p:embed/>
                </p:oleObj>
              </mc:Choice>
              <mc:Fallback>
                <p:oleObj name="Equation" r:id="rId34" imgW="1447560" imgH="253800" progId="Equation.DSMT4">
                  <p:embed/>
                  <p:pic>
                    <p:nvPicPr>
                      <p:cNvPr id="41" name="Object 40">
                        <a:extLst>
                          <a:ext uri="{FF2B5EF4-FFF2-40B4-BE49-F238E27FC236}">
                            <a16:creationId xmlns:a16="http://schemas.microsoft.com/office/drawing/2014/main" id="{D1D20512-3BFC-43E9-B568-78453637FC5B}"/>
                          </a:ext>
                        </a:extLst>
                      </p:cNvPr>
                      <p:cNvPicPr/>
                      <p:nvPr/>
                    </p:nvPicPr>
                    <p:blipFill>
                      <a:blip r:embed="rId35"/>
                      <a:stretch>
                        <a:fillRect/>
                      </a:stretch>
                    </p:blipFill>
                    <p:spPr>
                      <a:xfrm>
                        <a:off x="1174772" y="5620286"/>
                        <a:ext cx="1356064" cy="237906"/>
                      </a:xfrm>
                      <a:prstGeom prst="rect">
                        <a:avLst/>
                      </a:prstGeom>
                    </p:spPr>
                  </p:pic>
                </p:oleObj>
              </mc:Fallback>
            </mc:AlternateContent>
          </a:graphicData>
        </a:graphic>
      </p:graphicFrame>
      <p:graphicFrame>
        <p:nvGraphicFramePr>
          <p:cNvPr id="33" name="Object 32">
            <a:extLst>
              <a:ext uri="{FF2B5EF4-FFF2-40B4-BE49-F238E27FC236}">
                <a16:creationId xmlns:a16="http://schemas.microsoft.com/office/drawing/2014/main" id="{AE98497F-CFD5-4BCB-A853-1D2E57C0954F}"/>
              </a:ext>
            </a:extLst>
          </p:cNvPr>
          <p:cNvGraphicFramePr>
            <a:graphicFrameLocks noChangeAspect="1"/>
          </p:cNvGraphicFramePr>
          <p:nvPr>
            <p:extLst>
              <p:ext uri="{D42A27DB-BD31-4B8C-83A1-F6EECF244321}">
                <p14:modId xmlns:p14="http://schemas.microsoft.com/office/powerpoint/2010/main" val="2975334574"/>
              </p:ext>
            </p:extLst>
          </p:nvPr>
        </p:nvGraphicFramePr>
        <p:xfrm>
          <a:off x="3288794" y="5709864"/>
          <a:ext cx="233176" cy="190426"/>
        </p:xfrm>
        <a:graphic>
          <a:graphicData uri="http://schemas.openxmlformats.org/presentationml/2006/ole">
            <mc:AlternateContent xmlns:mc="http://schemas.openxmlformats.org/markup-compatibility/2006">
              <mc:Choice xmlns:v="urn:schemas-microsoft-com:vml" Requires="v">
                <p:oleObj name="Equation" r:id="rId36" imgW="279360" imgH="228600" progId="Equation.DSMT4">
                  <p:embed/>
                </p:oleObj>
              </mc:Choice>
              <mc:Fallback>
                <p:oleObj name="Equation" r:id="rId36" imgW="279360" imgH="228600" progId="Equation.DSMT4">
                  <p:embed/>
                  <p:pic>
                    <p:nvPicPr>
                      <p:cNvPr id="42" name="Object 41">
                        <a:extLst>
                          <a:ext uri="{FF2B5EF4-FFF2-40B4-BE49-F238E27FC236}">
                            <a16:creationId xmlns:a16="http://schemas.microsoft.com/office/drawing/2014/main" id="{1056A9B2-FB7F-4202-992A-8C429CE44C3F}"/>
                          </a:ext>
                        </a:extLst>
                      </p:cNvPr>
                      <p:cNvPicPr/>
                      <p:nvPr/>
                    </p:nvPicPr>
                    <p:blipFill>
                      <a:blip r:embed="rId37"/>
                      <a:stretch>
                        <a:fillRect/>
                      </a:stretch>
                    </p:blipFill>
                    <p:spPr>
                      <a:xfrm>
                        <a:off x="3288794" y="5709864"/>
                        <a:ext cx="233176" cy="190426"/>
                      </a:xfrm>
                      <a:prstGeom prst="rect">
                        <a:avLst/>
                      </a:prstGeom>
                    </p:spPr>
                  </p:pic>
                </p:oleObj>
              </mc:Fallback>
            </mc:AlternateContent>
          </a:graphicData>
        </a:graphic>
      </p:graphicFrame>
      <p:graphicFrame>
        <p:nvGraphicFramePr>
          <p:cNvPr id="34" name="Object 33">
            <a:extLst>
              <a:ext uri="{FF2B5EF4-FFF2-40B4-BE49-F238E27FC236}">
                <a16:creationId xmlns:a16="http://schemas.microsoft.com/office/drawing/2014/main" id="{BB3B6485-A23D-464D-8C1A-5D26BE698E55}"/>
              </a:ext>
            </a:extLst>
          </p:cNvPr>
          <p:cNvGraphicFramePr>
            <a:graphicFrameLocks noChangeAspect="1"/>
          </p:cNvGraphicFramePr>
          <p:nvPr>
            <p:extLst>
              <p:ext uri="{D42A27DB-BD31-4B8C-83A1-F6EECF244321}">
                <p14:modId xmlns:p14="http://schemas.microsoft.com/office/powerpoint/2010/main" val="37486401"/>
              </p:ext>
            </p:extLst>
          </p:nvPr>
        </p:nvGraphicFramePr>
        <p:xfrm>
          <a:off x="5004753" y="5685165"/>
          <a:ext cx="254775" cy="210290"/>
        </p:xfrm>
        <a:graphic>
          <a:graphicData uri="http://schemas.openxmlformats.org/presentationml/2006/ole">
            <mc:AlternateContent xmlns:mc="http://schemas.openxmlformats.org/markup-compatibility/2006">
              <mc:Choice xmlns:v="urn:schemas-microsoft-com:vml" Requires="v">
                <p:oleObj name="Equation" r:id="rId38" imgW="291960" imgH="241200" progId="Equation.DSMT4">
                  <p:embed/>
                </p:oleObj>
              </mc:Choice>
              <mc:Fallback>
                <p:oleObj name="Equation" r:id="rId38" imgW="291960" imgH="241200" progId="Equation.DSMT4">
                  <p:embed/>
                  <p:pic>
                    <p:nvPicPr>
                      <p:cNvPr id="43" name="Object 42">
                        <a:extLst>
                          <a:ext uri="{FF2B5EF4-FFF2-40B4-BE49-F238E27FC236}">
                            <a16:creationId xmlns:a16="http://schemas.microsoft.com/office/drawing/2014/main" id="{9294FA50-0EDC-4BBE-8A2A-883134FF4100}"/>
                          </a:ext>
                        </a:extLst>
                      </p:cNvPr>
                      <p:cNvPicPr/>
                      <p:nvPr/>
                    </p:nvPicPr>
                    <p:blipFill>
                      <a:blip r:embed="rId39"/>
                      <a:stretch>
                        <a:fillRect/>
                      </a:stretch>
                    </p:blipFill>
                    <p:spPr>
                      <a:xfrm>
                        <a:off x="5004753" y="5685165"/>
                        <a:ext cx="254775" cy="210290"/>
                      </a:xfrm>
                      <a:prstGeom prst="rect">
                        <a:avLst/>
                      </a:prstGeom>
                    </p:spPr>
                  </p:pic>
                </p:oleObj>
              </mc:Fallback>
            </mc:AlternateContent>
          </a:graphicData>
        </a:graphic>
      </p:graphicFrame>
      <p:graphicFrame>
        <p:nvGraphicFramePr>
          <p:cNvPr id="36" name="Object 35">
            <a:extLst>
              <a:ext uri="{FF2B5EF4-FFF2-40B4-BE49-F238E27FC236}">
                <a16:creationId xmlns:a16="http://schemas.microsoft.com/office/drawing/2014/main" id="{27E6D3D3-C8DB-48F4-897A-18EDB1BB0FDF}"/>
              </a:ext>
            </a:extLst>
          </p:cNvPr>
          <p:cNvGraphicFramePr>
            <a:graphicFrameLocks noChangeAspect="1"/>
          </p:cNvGraphicFramePr>
          <p:nvPr>
            <p:extLst>
              <p:ext uri="{D42A27DB-BD31-4B8C-83A1-F6EECF244321}">
                <p14:modId xmlns:p14="http://schemas.microsoft.com/office/powerpoint/2010/main" val="994054383"/>
              </p:ext>
            </p:extLst>
          </p:nvPr>
        </p:nvGraphicFramePr>
        <p:xfrm>
          <a:off x="6640377" y="5690030"/>
          <a:ext cx="268151" cy="209858"/>
        </p:xfrm>
        <a:graphic>
          <a:graphicData uri="http://schemas.openxmlformats.org/presentationml/2006/ole">
            <mc:AlternateContent xmlns:mc="http://schemas.openxmlformats.org/markup-compatibility/2006">
              <mc:Choice xmlns:v="urn:schemas-microsoft-com:vml" Requires="v">
                <p:oleObj name="Equation" r:id="rId40" imgW="291960" imgH="228600" progId="Equation.DSMT4">
                  <p:embed/>
                </p:oleObj>
              </mc:Choice>
              <mc:Fallback>
                <p:oleObj name="Equation" r:id="rId40" imgW="291960" imgH="228600" progId="Equation.DSMT4">
                  <p:embed/>
                  <p:pic>
                    <p:nvPicPr>
                      <p:cNvPr id="45" name="Object 44">
                        <a:extLst>
                          <a:ext uri="{FF2B5EF4-FFF2-40B4-BE49-F238E27FC236}">
                            <a16:creationId xmlns:a16="http://schemas.microsoft.com/office/drawing/2014/main" id="{9A3BDFBA-54DF-4309-810E-E08745E4E09E}"/>
                          </a:ext>
                        </a:extLst>
                      </p:cNvPr>
                      <p:cNvPicPr/>
                      <p:nvPr/>
                    </p:nvPicPr>
                    <p:blipFill>
                      <a:blip r:embed="rId41"/>
                      <a:stretch>
                        <a:fillRect/>
                      </a:stretch>
                    </p:blipFill>
                    <p:spPr>
                      <a:xfrm>
                        <a:off x="6640377" y="5690030"/>
                        <a:ext cx="268151" cy="209858"/>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43</a:t>
            </a:fld>
            <a:endParaRPr lang="en-US"/>
          </a:p>
        </p:txBody>
      </p:sp>
    </p:spTree>
    <p:extLst>
      <p:ext uri="{BB962C8B-B14F-4D97-AF65-F5344CB8AC3E}">
        <p14:creationId xmlns:p14="http://schemas.microsoft.com/office/powerpoint/2010/main" val="22199820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015843" cy="903231"/>
          </a:xfrm>
        </p:spPr>
        <p:txBody>
          <a:bodyPr>
            <a:normAutofit/>
          </a:bodyPr>
          <a:lstStyle/>
          <a:p>
            <a:r>
              <a:rPr lang="en-US" sz="3600" dirty="0"/>
              <a:t>Tree Diagrams </a:t>
            </a:r>
            <a:r>
              <a:rPr lang="en-US" sz="1000" b="0" dirty="0"/>
              <a:t>2</a:t>
            </a:r>
            <a:endParaRPr lang="en-US" sz="1000" dirty="0"/>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2768" y="54612"/>
            <a:ext cx="450875" cy="1263290"/>
          </a:xfrm>
        </p:spPr>
        <p:txBody>
          <a:bodyPr vert="vert" rIns="0"/>
          <a:lstStyle/>
          <a:p>
            <a:r>
              <a:rPr lang="en-US" b="1" dirty="0"/>
              <a:t>L</a:t>
            </a:r>
            <a:r>
              <a:rPr lang="en-US" sz="100" b="1" dirty="0"/>
              <a:t> </a:t>
            </a:r>
            <a:r>
              <a:rPr lang="en-US" b="1" dirty="0"/>
              <a:t>O 5.7</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4"/>
            <a:ext cx="8104414" cy="1764510"/>
          </a:xfrm>
        </p:spPr>
        <p:txBody>
          <a:bodyPr/>
          <a:lstStyle/>
          <a:p>
            <a:pPr marL="292608" indent="-292608">
              <a:buFont typeface="Arial" panose="020B0604020202020204" pitchFamily="34" charset="0"/>
              <a:buChar char="•"/>
            </a:pPr>
            <a:r>
              <a:rPr lang="en-US" dirty="0"/>
              <a:t>The tree diagrams shows all events along with their marginal, condition, and joint probabilities.</a:t>
            </a:r>
          </a:p>
          <a:p>
            <a:pPr marL="292608" indent="-292608">
              <a:buFont typeface="Arial" panose="020B0604020202020204" pitchFamily="34" charset="0"/>
              <a:buChar char="•"/>
            </a:pPr>
            <a:r>
              <a:rPr lang="en-US" dirty="0"/>
              <a:t>To label the tree, we need to compute the conditional probabilities.</a:t>
            </a:r>
          </a:p>
        </p:txBody>
      </p:sp>
      <p:graphicFrame>
        <p:nvGraphicFramePr>
          <p:cNvPr id="8" name="Table 2">
            <a:extLst>
              <a:ext uri="{FF2B5EF4-FFF2-40B4-BE49-F238E27FC236}">
                <a16:creationId xmlns:a16="http://schemas.microsoft.com/office/drawing/2014/main" id="{C0327422-CA91-44BB-B904-35AC4B6FA040}"/>
              </a:ext>
            </a:extLst>
          </p:cNvPr>
          <p:cNvGraphicFramePr>
            <a:graphicFrameLocks noGrp="1"/>
          </p:cNvGraphicFramePr>
          <p:nvPr>
            <p:extLst>
              <p:ext uri="{D42A27DB-BD31-4B8C-83A1-F6EECF244321}">
                <p14:modId xmlns:p14="http://schemas.microsoft.com/office/powerpoint/2010/main" val="1523732407"/>
              </p:ext>
            </p:extLst>
          </p:nvPr>
        </p:nvGraphicFramePr>
        <p:xfrm>
          <a:off x="899883" y="3352800"/>
          <a:ext cx="7364176" cy="2254185"/>
        </p:xfrm>
        <a:graphic>
          <a:graphicData uri="http://schemas.openxmlformats.org/drawingml/2006/table">
            <a:tbl>
              <a:tblPr firstRow="1" bandRow="1">
                <a:tableStyleId>{5C22544A-7EE6-4342-B048-85BDC9FD1C3A}</a:tableStyleId>
              </a:tblPr>
              <a:tblGrid>
                <a:gridCol w="1723686">
                  <a:extLst>
                    <a:ext uri="{9D8B030D-6E8A-4147-A177-3AD203B41FA5}">
                      <a16:colId xmlns:a16="http://schemas.microsoft.com/office/drawing/2014/main" val="324305631"/>
                    </a:ext>
                  </a:extLst>
                </a:gridCol>
                <a:gridCol w="2935400">
                  <a:extLst>
                    <a:ext uri="{9D8B030D-6E8A-4147-A177-3AD203B41FA5}">
                      <a16:colId xmlns:a16="http://schemas.microsoft.com/office/drawing/2014/main" val="2272418738"/>
                    </a:ext>
                  </a:extLst>
                </a:gridCol>
                <a:gridCol w="2705090">
                  <a:extLst>
                    <a:ext uri="{9D8B030D-6E8A-4147-A177-3AD203B41FA5}">
                      <a16:colId xmlns:a16="http://schemas.microsoft.com/office/drawing/2014/main" val="4260791188"/>
                    </a:ext>
                  </a:extLst>
                </a:gridCol>
              </a:tblGrid>
              <a:tr h="583989">
                <a:tc>
                  <a:txBody>
                    <a:bodyPr/>
                    <a:lstStyle/>
                    <a:p>
                      <a:endParaRPr lang="en-US" sz="1900" dirty="0"/>
                    </a:p>
                  </a:txBody>
                  <a:tcPr marL="78639" marR="78639"/>
                </a:tc>
                <a:tc>
                  <a:txBody>
                    <a:bodyPr/>
                    <a:lstStyle/>
                    <a:p>
                      <a:endParaRPr lang="en-US" sz="1900"/>
                    </a:p>
                  </a:txBody>
                  <a:tcPr marL="78639" marR="78639"/>
                </a:tc>
                <a:tc>
                  <a:txBody>
                    <a:bodyPr/>
                    <a:lstStyle/>
                    <a:p>
                      <a:endParaRPr lang="en-US" sz="1900"/>
                    </a:p>
                  </a:txBody>
                  <a:tcPr marL="78639" marR="78639"/>
                </a:tc>
                <a:extLst>
                  <a:ext uri="{0D108BD9-81ED-4DB2-BD59-A6C34878D82A}">
                    <a16:rowId xmlns:a16="http://schemas.microsoft.com/office/drawing/2014/main" val="76313354"/>
                  </a:ext>
                </a:extLst>
              </a:tr>
              <a:tr h="417549">
                <a:tc>
                  <a:txBody>
                    <a:bodyPr/>
                    <a:lstStyle/>
                    <a:p>
                      <a:endParaRPr lang="en-US" sz="1900" dirty="0"/>
                    </a:p>
                  </a:txBody>
                  <a:tcPr marL="78639" marR="78639"/>
                </a:tc>
                <a:tc>
                  <a:txBody>
                    <a:bodyPr/>
                    <a:lstStyle/>
                    <a:p>
                      <a:endParaRPr lang="en-US" sz="1900" dirty="0"/>
                    </a:p>
                  </a:txBody>
                  <a:tcPr marL="78639" marR="78639"/>
                </a:tc>
                <a:tc>
                  <a:txBody>
                    <a:bodyPr/>
                    <a:lstStyle/>
                    <a:p>
                      <a:endParaRPr lang="en-US" sz="1900"/>
                    </a:p>
                  </a:txBody>
                  <a:tcPr marL="78639" marR="78639"/>
                </a:tc>
                <a:extLst>
                  <a:ext uri="{0D108BD9-81ED-4DB2-BD59-A6C34878D82A}">
                    <a16:rowId xmlns:a16="http://schemas.microsoft.com/office/drawing/2014/main" val="144127595"/>
                  </a:ext>
                </a:extLst>
              </a:tr>
              <a:tr h="417549">
                <a:tc>
                  <a:txBody>
                    <a:bodyPr/>
                    <a:lstStyle/>
                    <a:p>
                      <a:endParaRPr lang="en-US" sz="1900"/>
                    </a:p>
                  </a:txBody>
                  <a:tcPr marL="78639" marR="78639"/>
                </a:tc>
                <a:tc>
                  <a:txBody>
                    <a:bodyPr/>
                    <a:lstStyle/>
                    <a:p>
                      <a:endParaRPr lang="en-US" sz="1900"/>
                    </a:p>
                  </a:txBody>
                  <a:tcPr marL="78639" marR="78639"/>
                </a:tc>
                <a:tc>
                  <a:txBody>
                    <a:bodyPr/>
                    <a:lstStyle/>
                    <a:p>
                      <a:endParaRPr lang="en-US" sz="1900"/>
                    </a:p>
                  </a:txBody>
                  <a:tcPr marL="78639" marR="78639"/>
                </a:tc>
                <a:extLst>
                  <a:ext uri="{0D108BD9-81ED-4DB2-BD59-A6C34878D82A}">
                    <a16:rowId xmlns:a16="http://schemas.microsoft.com/office/drawing/2014/main" val="1196434217"/>
                  </a:ext>
                </a:extLst>
              </a:tr>
              <a:tr h="417549">
                <a:tc>
                  <a:txBody>
                    <a:bodyPr/>
                    <a:lstStyle/>
                    <a:p>
                      <a:endParaRPr lang="en-US" sz="1900"/>
                    </a:p>
                  </a:txBody>
                  <a:tcPr marL="78639" marR="78639"/>
                </a:tc>
                <a:tc>
                  <a:txBody>
                    <a:bodyPr/>
                    <a:lstStyle/>
                    <a:p>
                      <a:endParaRPr lang="en-US" sz="1900"/>
                    </a:p>
                  </a:txBody>
                  <a:tcPr marL="78639" marR="78639"/>
                </a:tc>
                <a:tc>
                  <a:txBody>
                    <a:bodyPr/>
                    <a:lstStyle/>
                    <a:p>
                      <a:endParaRPr lang="en-US" sz="1900"/>
                    </a:p>
                  </a:txBody>
                  <a:tcPr marL="78639" marR="78639"/>
                </a:tc>
                <a:extLst>
                  <a:ext uri="{0D108BD9-81ED-4DB2-BD59-A6C34878D82A}">
                    <a16:rowId xmlns:a16="http://schemas.microsoft.com/office/drawing/2014/main" val="3781906333"/>
                  </a:ext>
                </a:extLst>
              </a:tr>
              <a:tr h="417549">
                <a:tc>
                  <a:txBody>
                    <a:bodyPr/>
                    <a:lstStyle/>
                    <a:p>
                      <a:endParaRPr lang="en-US" sz="1900" dirty="0"/>
                    </a:p>
                  </a:txBody>
                  <a:tcPr marL="78639" marR="78639"/>
                </a:tc>
                <a:tc>
                  <a:txBody>
                    <a:bodyPr/>
                    <a:lstStyle/>
                    <a:p>
                      <a:endParaRPr lang="en-US" sz="1900" dirty="0"/>
                    </a:p>
                  </a:txBody>
                  <a:tcPr marL="78639" marR="78639"/>
                </a:tc>
                <a:tc>
                  <a:txBody>
                    <a:bodyPr/>
                    <a:lstStyle/>
                    <a:p>
                      <a:endParaRPr lang="en-US" sz="1900" dirty="0"/>
                    </a:p>
                  </a:txBody>
                  <a:tcPr marL="78639" marR="78639"/>
                </a:tc>
                <a:extLst>
                  <a:ext uri="{0D108BD9-81ED-4DB2-BD59-A6C34878D82A}">
                    <a16:rowId xmlns:a16="http://schemas.microsoft.com/office/drawing/2014/main" val="3996250397"/>
                  </a:ext>
                </a:extLst>
              </a:tr>
            </a:tbl>
          </a:graphicData>
        </a:graphic>
      </p:graphicFrame>
      <p:graphicFrame>
        <p:nvGraphicFramePr>
          <p:cNvPr id="5" name="Object 4">
            <a:extLst>
              <a:ext uri="{FF2B5EF4-FFF2-40B4-BE49-F238E27FC236}">
                <a16:creationId xmlns:a16="http://schemas.microsoft.com/office/drawing/2014/main" id="{AEA5293A-D10C-C603-5308-17825CE04422}"/>
              </a:ext>
            </a:extLst>
          </p:cNvPr>
          <p:cNvGraphicFramePr>
            <a:graphicFrameLocks noChangeAspect="1"/>
          </p:cNvGraphicFramePr>
          <p:nvPr>
            <p:extLst>
              <p:ext uri="{D42A27DB-BD31-4B8C-83A1-F6EECF244321}">
                <p14:modId xmlns:p14="http://schemas.microsoft.com/office/powerpoint/2010/main" val="3237258236"/>
              </p:ext>
            </p:extLst>
          </p:nvPr>
        </p:nvGraphicFramePr>
        <p:xfrm>
          <a:off x="1127125" y="3563938"/>
          <a:ext cx="1392238" cy="255587"/>
        </p:xfrm>
        <a:graphic>
          <a:graphicData uri="http://schemas.openxmlformats.org/presentationml/2006/ole">
            <mc:AlternateContent xmlns:mc="http://schemas.openxmlformats.org/markup-compatibility/2006">
              <mc:Choice xmlns:v="urn:schemas-microsoft-com:vml" Requires="v">
                <p:oleObj name="Equation" r:id="rId2" imgW="1587240" imgH="291960" progId="Equation.DSMT4">
                  <p:embed/>
                </p:oleObj>
              </mc:Choice>
              <mc:Fallback>
                <p:oleObj name="Equation" r:id="rId2" imgW="1587240" imgH="291960" progId="Equation.DSMT4">
                  <p:embed/>
                  <p:pic>
                    <p:nvPicPr>
                      <p:cNvPr id="11" name="Object 10">
                        <a:extLst>
                          <a:ext uri="{FF2B5EF4-FFF2-40B4-BE49-F238E27FC236}">
                            <a16:creationId xmlns:a16="http://schemas.microsoft.com/office/drawing/2014/main" id="{9A5FC37A-D44F-46BD-A09E-81BE502A9941}"/>
                          </a:ext>
                        </a:extLst>
                      </p:cNvPr>
                      <p:cNvPicPr/>
                      <p:nvPr/>
                    </p:nvPicPr>
                    <p:blipFill>
                      <a:blip r:embed="rId3"/>
                      <a:stretch>
                        <a:fillRect/>
                      </a:stretch>
                    </p:blipFill>
                    <p:spPr>
                      <a:xfrm>
                        <a:off x="1127125" y="3563938"/>
                        <a:ext cx="1392238" cy="255587"/>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EECF0079-9873-780E-AC94-E0AB2DEC04F6}"/>
              </a:ext>
            </a:extLst>
          </p:cNvPr>
          <p:cNvGraphicFramePr>
            <a:graphicFrameLocks noChangeAspect="1"/>
          </p:cNvGraphicFramePr>
          <p:nvPr>
            <p:extLst>
              <p:ext uri="{D42A27DB-BD31-4B8C-83A1-F6EECF244321}">
                <p14:modId xmlns:p14="http://schemas.microsoft.com/office/powerpoint/2010/main" val="2486663859"/>
              </p:ext>
            </p:extLst>
          </p:nvPr>
        </p:nvGraphicFramePr>
        <p:xfrm>
          <a:off x="3651250" y="3424238"/>
          <a:ext cx="1166813" cy="468312"/>
        </p:xfrm>
        <a:graphic>
          <a:graphicData uri="http://schemas.openxmlformats.org/presentationml/2006/ole">
            <mc:AlternateContent xmlns:mc="http://schemas.openxmlformats.org/markup-compatibility/2006">
              <mc:Choice xmlns:v="urn:schemas-microsoft-com:vml" Requires="v">
                <p:oleObj name="Equation" r:id="rId4" imgW="1714320" imgH="685800" progId="Equation.DSMT4">
                  <p:embed/>
                </p:oleObj>
              </mc:Choice>
              <mc:Fallback>
                <p:oleObj name="Equation" r:id="rId4" imgW="1714320" imgH="685800" progId="Equation.DSMT4">
                  <p:embed/>
                  <p:pic>
                    <p:nvPicPr>
                      <p:cNvPr id="10" name="Object 9">
                        <a:extLst>
                          <a:ext uri="{FF2B5EF4-FFF2-40B4-BE49-F238E27FC236}">
                            <a16:creationId xmlns:a16="http://schemas.microsoft.com/office/drawing/2014/main" id="{B321E1BD-A1EE-4EBC-8B67-EEC2752C7500}"/>
                          </a:ext>
                        </a:extLst>
                      </p:cNvPr>
                      <p:cNvPicPr/>
                      <p:nvPr/>
                    </p:nvPicPr>
                    <p:blipFill>
                      <a:blip r:embed="rId5"/>
                      <a:stretch>
                        <a:fillRect/>
                      </a:stretch>
                    </p:blipFill>
                    <p:spPr>
                      <a:xfrm>
                        <a:off x="3651250" y="3424238"/>
                        <a:ext cx="1166813" cy="468312"/>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334A2B8A-A9F7-C127-A778-A50CFA64D226}"/>
              </a:ext>
            </a:extLst>
          </p:cNvPr>
          <p:cNvGraphicFramePr>
            <a:graphicFrameLocks noChangeAspect="1"/>
          </p:cNvGraphicFramePr>
          <p:nvPr>
            <p:extLst>
              <p:ext uri="{D42A27DB-BD31-4B8C-83A1-F6EECF244321}">
                <p14:modId xmlns:p14="http://schemas.microsoft.com/office/powerpoint/2010/main" val="784116798"/>
              </p:ext>
            </p:extLst>
          </p:nvPr>
        </p:nvGraphicFramePr>
        <p:xfrm>
          <a:off x="6292850" y="3394075"/>
          <a:ext cx="1185863" cy="477838"/>
        </p:xfrm>
        <a:graphic>
          <a:graphicData uri="http://schemas.openxmlformats.org/presentationml/2006/ole">
            <mc:AlternateContent xmlns:mc="http://schemas.openxmlformats.org/markup-compatibility/2006">
              <mc:Choice xmlns:v="urn:schemas-microsoft-com:vml" Requires="v">
                <p:oleObj name="Equation" r:id="rId6" imgW="1714320" imgH="685800" progId="Equation.DSMT4">
                  <p:embed/>
                </p:oleObj>
              </mc:Choice>
              <mc:Fallback>
                <p:oleObj name="Equation" r:id="rId6" imgW="1714320" imgH="685800" progId="Equation.DSMT4">
                  <p:embed/>
                  <p:pic>
                    <p:nvPicPr>
                      <p:cNvPr id="12" name="Object 11">
                        <a:extLst>
                          <a:ext uri="{FF2B5EF4-FFF2-40B4-BE49-F238E27FC236}">
                            <a16:creationId xmlns:a16="http://schemas.microsoft.com/office/drawing/2014/main" id="{A05E052A-FFA5-4F89-8BBF-6C9065744D54}"/>
                          </a:ext>
                        </a:extLst>
                      </p:cNvPr>
                      <p:cNvPicPr/>
                      <p:nvPr/>
                    </p:nvPicPr>
                    <p:blipFill>
                      <a:blip r:embed="rId7"/>
                      <a:stretch>
                        <a:fillRect/>
                      </a:stretch>
                    </p:blipFill>
                    <p:spPr>
                      <a:xfrm>
                        <a:off x="6292850" y="3394075"/>
                        <a:ext cx="1185863" cy="477838"/>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9EF8C236-7E40-4013-94CF-BB7FCD000971}"/>
              </a:ext>
            </a:extLst>
          </p:cNvPr>
          <p:cNvGraphicFramePr>
            <a:graphicFrameLocks noChangeAspect="1"/>
          </p:cNvGraphicFramePr>
          <p:nvPr>
            <p:extLst>
              <p:ext uri="{D42A27DB-BD31-4B8C-83A1-F6EECF244321}">
                <p14:modId xmlns:p14="http://schemas.microsoft.com/office/powerpoint/2010/main" val="1930943650"/>
              </p:ext>
            </p:extLst>
          </p:nvPr>
        </p:nvGraphicFramePr>
        <p:xfrm>
          <a:off x="1522413" y="4014788"/>
          <a:ext cx="854075" cy="277812"/>
        </p:xfrm>
        <a:graphic>
          <a:graphicData uri="http://schemas.openxmlformats.org/presentationml/2006/ole">
            <mc:AlternateContent xmlns:mc="http://schemas.openxmlformats.org/markup-compatibility/2006">
              <mc:Choice xmlns:v="urn:schemas-microsoft-com:vml" Requires="v">
                <p:oleObj name="Equation" r:id="rId8" imgW="939600" imgH="304560" progId="Equation.DSMT4">
                  <p:embed/>
                </p:oleObj>
              </mc:Choice>
              <mc:Fallback>
                <p:oleObj name="Equation" r:id="rId8" imgW="939600" imgH="304560" progId="Equation.DSMT4">
                  <p:embed/>
                  <p:pic>
                    <p:nvPicPr>
                      <p:cNvPr id="16" name="Object 15">
                        <a:extLst>
                          <a:ext uri="{FF2B5EF4-FFF2-40B4-BE49-F238E27FC236}">
                            <a16:creationId xmlns:a16="http://schemas.microsoft.com/office/drawing/2014/main" id="{F1BC59D4-24A6-4293-B104-B9C751982246}"/>
                          </a:ext>
                        </a:extLst>
                      </p:cNvPr>
                      <p:cNvPicPr/>
                      <p:nvPr/>
                    </p:nvPicPr>
                    <p:blipFill>
                      <a:blip r:embed="rId9"/>
                      <a:stretch>
                        <a:fillRect/>
                      </a:stretch>
                    </p:blipFill>
                    <p:spPr>
                      <a:xfrm>
                        <a:off x="1522413" y="4014788"/>
                        <a:ext cx="854075" cy="277812"/>
                      </a:xfrm>
                      <a:prstGeom prst="rect">
                        <a:avLst/>
                      </a:prstGeom>
                    </p:spPr>
                  </p:pic>
                </p:oleObj>
              </mc:Fallback>
            </mc:AlternateContent>
          </a:graphicData>
        </a:graphic>
      </p:graphicFrame>
      <p:graphicFrame>
        <p:nvGraphicFramePr>
          <p:cNvPr id="31" name="Object 30">
            <a:extLst>
              <a:ext uri="{FF2B5EF4-FFF2-40B4-BE49-F238E27FC236}">
                <a16:creationId xmlns:a16="http://schemas.microsoft.com/office/drawing/2014/main" id="{8E7BE259-CC85-4F03-B46A-6A4D397D3775}"/>
              </a:ext>
            </a:extLst>
          </p:cNvPr>
          <p:cNvGraphicFramePr>
            <a:graphicFrameLocks noChangeAspect="1"/>
          </p:cNvGraphicFramePr>
          <p:nvPr>
            <p:extLst>
              <p:ext uri="{D42A27DB-BD31-4B8C-83A1-F6EECF244321}">
                <p14:modId xmlns:p14="http://schemas.microsoft.com/office/powerpoint/2010/main" val="2796064707"/>
              </p:ext>
            </p:extLst>
          </p:nvPr>
        </p:nvGraphicFramePr>
        <p:xfrm>
          <a:off x="2962275" y="4035425"/>
          <a:ext cx="2466975" cy="250825"/>
        </p:xfrm>
        <a:graphic>
          <a:graphicData uri="http://schemas.openxmlformats.org/presentationml/2006/ole">
            <mc:AlternateContent xmlns:mc="http://schemas.openxmlformats.org/markup-compatibility/2006">
              <mc:Choice xmlns:v="urn:schemas-microsoft-com:vml" Requires="v">
                <p:oleObj name="Equation" r:id="rId10" imgW="2984400" imgH="304560" progId="Equation.DSMT4">
                  <p:embed/>
                </p:oleObj>
              </mc:Choice>
              <mc:Fallback>
                <p:oleObj name="Equation" r:id="rId10" imgW="2984400" imgH="304560" progId="Equation.DSMT4">
                  <p:embed/>
                  <p:pic>
                    <p:nvPicPr>
                      <p:cNvPr id="0" name=""/>
                      <p:cNvPicPr/>
                      <p:nvPr/>
                    </p:nvPicPr>
                    <p:blipFill>
                      <a:blip r:embed="rId11"/>
                      <a:stretch>
                        <a:fillRect/>
                      </a:stretch>
                    </p:blipFill>
                    <p:spPr>
                      <a:xfrm>
                        <a:off x="2962275" y="4035425"/>
                        <a:ext cx="2466975" cy="250825"/>
                      </a:xfrm>
                      <a:prstGeom prst="rect">
                        <a:avLst/>
                      </a:prstGeom>
                    </p:spPr>
                  </p:pic>
                </p:oleObj>
              </mc:Fallback>
            </mc:AlternateContent>
          </a:graphicData>
        </a:graphic>
      </p:graphicFrame>
      <p:graphicFrame>
        <p:nvGraphicFramePr>
          <p:cNvPr id="32" name="Object 31">
            <a:extLst>
              <a:ext uri="{FF2B5EF4-FFF2-40B4-BE49-F238E27FC236}">
                <a16:creationId xmlns:a16="http://schemas.microsoft.com/office/drawing/2014/main" id="{2E6252E5-59FF-4C05-8202-2C0EF166D52D}"/>
              </a:ext>
            </a:extLst>
          </p:cNvPr>
          <p:cNvGraphicFramePr>
            <a:graphicFrameLocks noChangeAspect="1"/>
          </p:cNvGraphicFramePr>
          <p:nvPr>
            <p:extLst>
              <p:ext uri="{D42A27DB-BD31-4B8C-83A1-F6EECF244321}">
                <p14:modId xmlns:p14="http://schemas.microsoft.com/office/powerpoint/2010/main" val="3054754626"/>
              </p:ext>
            </p:extLst>
          </p:nvPr>
        </p:nvGraphicFramePr>
        <p:xfrm>
          <a:off x="5732463" y="4043363"/>
          <a:ext cx="2392362" cy="250825"/>
        </p:xfrm>
        <a:graphic>
          <a:graphicData uri="http://schemas.openxmlformats.org/presentationml/2006/ole">
            <mc:AlternateContent xmlns:mc="http://schemas.openxmlformats.org/markup-compatibility/2006">
              <mc:Choice xmlns:v="urn:schemas-microsoft-com:vml" Requires="v">
                <p:oleObj name="Equation" r:id="rId12" imgW="2895480" imgH="304560" progId="Equation.DSMT4">
                  <p:embed/>
                </p:oleObj>
              </mc:Choice>
              <mc:Fallback>
                <p:oleObj name="Equation" r:id="rId12" imgW="2895480" imgH="304560" progId="Equation.DSMT4">
                  <p:embed/>
                  <p:pic>
                    <p:nvPicPr>
                      <p:cNvPr id="31" name="Object 30">
                        <a:extLst>
                          <a:ext uri="{FF2B5EF4-FFF2-40B4-BE49-F238E27FC236}">
                            <a16:creationId xmlns:a16="http://schemas.microsoft.com/office/drawing/2014/main" id="{8E7BE259-CC85-4F03-B46A-6A4D397D3775}"/>
                          </a:ext>
                        </a:extLst>
                      </p:cNvPr>
                      <p:cNvPicPr/>
                      <p:nvPr/>
                    </p:nvPicPr>
                    <p:blipFill>
                      <a:blip r:embed="rId13"/>
                      <a:stretch>
                        <a:fillRect/>
                      </a:stretch>
                    </p:blipFill>
                    <p:spPr>
                      <a:xfrm>
                        <a:off x="5732463" y="4043363"/>
                        <a:ext cx="2392362" cy="250825"/>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D93D64C1-D5C6-4AD2-82DA-AFF74B4C306B}"/>
              </a:ext>
            </a:extLst>
          </p:cNvPr>
          <p:cNvGraphicFramePr>
            <a:graphicFrameLocks noChangeAspect="1"/>
          </p:cNvGraphicFramePr>
          <p:nvPr>
            <p:extLst>
              <p:ext uri="{D42A27DB-BD31-4B8C-83A1-F6EECF244321}">
                <p14:modId xmlns:p14="http://schemas.microsoft.com/office/powerpoint/2010/main" val="4277414687"/>
              </p:ext>
            </p:extLst>
          </p:nvPr>
        </p:nvGraphicFramePr>
        <p:xfrm>
          <a:off x="1219200" y="4440238"/>
          <a:ext cx="1266825" cy="271462"/>
        </p:xfrm>
        <a:graphic>
          <a:graphicData uri="http://schemas.openxmlformats.org/presentationml/2006/ole">
            <mc:AlternateContent xmlns:mc="http://schemas.openxmlformats.org/markup-compatibility/2006">
              <mc:Choice xmlns:v="urn:schemas-microsoft-com:vml" Requires="v">
                <p:oleObj name="Equation" r:id="rId14" imgW="1422360" imgH="304560" progId="Equation.DSMT4">
                  <p:embed/>
                </p:oleObj>
              </mc:Choice>
              <mc:Fallback>
                <p:oleObj name="Equation" r:id="rId14" imgW="1422360" imgH="304560" progId="Equation.DSMT4">
                  <p:embed/>
                  <p:pic>
                    <p:nvPicPr>
                      <p:cNvPr id="22" name="Object 21">
                        <a:extLst>
                          <a:ext uri="{FF2B5EF4-FFF2-40B4-BE49-F238E27FC236}">
                            <a16:creationId xmlns:a16="http://schemas.microsoft.com/office/drawing/2014/main" id="{C96A0B42-0A53-42F8-B3EC-8E7ACCF5AAD2}"/>
                          </a:ext>
                        </a:extLst>
                      </p:cNvPr>
                      <p:cNvPicPr/>
                      <p:nvPr/>
                    </p:nvPicPr>
                    <p:blipFill>
                      <a:blip r:embed="rId15"/>
                      <a:stretch>
                        <a:fillRect/>
                      </a:stretch>
                    </p:blipFill>
                    <p:spPr>
                      <a:xfrm>
                        <a:off x="1219200" y="4440238"/>
                        <a:ext cx="1266825" cy="271462"/>
                      </a:xfrm>
                      <a:prstGeom prst="rect">
                        <a:avLst/>
                      </a:prstGeom>
                    </p:spPr>
                  </p:pic>
                </p:oleObj>
              </mc:Fallback>
            </mc:AlternateContent>
          </a:graphicData>
        </a:graphic>
      </p:graphicFrame>
      <p:graphicFrame>
        <p:nvGraphicFramePr>
          <p:cNvPr id="33" name="Object 32">
            <a:extLst>
              <a:ext uri="{FF2B5EF4-FFF2-40B4-BE49-F238E27FC236}">
                <a16:creationId xmlns:a16="http://schemas.microsoft.com/office/drawing/2014/main" id="{85FA68AC-F8CD-4A9B-B8BD-C9F4E17D7957}"/>
              </a:ext>
            </a:extLst>
          </p:cNvPr>
          <p:cNvGraphicFramePr>
            <a:graphicFrameLocks noChangeAspect="1"/>
          </p:cNvGraphicFramePr>
          <p:nvPr>
            <p:extLst>
              <p:ext uri="{D42A27DB-BD31-4B8C-83A1-F6EECF244321}">
                <p14:modId xmlns:p14="http://schemas.microsoft.com/office/powerpoint/2010/main" val="3035048731"/>
              </p:ext>
            </p:extLst>
          </p:nvPr>
        </p:nvGraphicFramePr>
        <p:xfrm>
          <a:off x="2973388" y="4448175"/>
          <a:ext cx="2487612" cy="252413"/>
        </p:xfrm>
        <a:graphic>
          <a:graphicData uri="http://schemas.openxmlformats.org/presentationml/2006/ole">
            <mc:AlternateContent xmlns:mc="http://schemas.openxmlformats.org/markup-compatibility/2006">
              <mc:Choice xmlns:v="urn:schemas-microsoft-com:vml" Requires="v">
                <p:oleObj name="Equation" r:id="rId16" imgW="3009600" imgH="304560" progId="Equation.DSMT4">
                  <p:embed/>
                </p:oleObj>
              </mc:Choice>
              <mc:Fallback>
                <p:oleObj name="Equation" r:id="rId16" imgW="3009600" imgH="304560" progId="Equation.DSMT4">
                  <p:embed/>
                  <p:pic>
                    <p:nvPicPr>
                      <p:cNvPr id="31" name="Object 30">
                        <a:extLst>
                          <a:ext uri="{FF2B5EF4-FFF2-40B4-BE49-F238E27FC236}">
                            <a16:creationId xmlns:a16="http://schemas.microsoft.com/office/drawing/2014/main" id="{8E7BE259-CC85-4F03-B46A-6A4D397D3775}"/>
                          </a:ext>
                        </a:extLst>
                      </p:cNvPr>
                      <p:cNvPicPr/>
                      <p:nvPr/>
                    </p:nvPicPr>
                    <p:blipFill>
                      <a:blip r:embed="rId17"/>
                      <a:stretch>
                        <a:fillRect/>
                      </a:stretch>
                    </p:blipFill>
                    <p:spPr>
                      <a:xfrm>
                        <a:off x="2973388" y="4448175"/>
                        <a:ext cx="2487612" cy="252413"/>
                      </a:xfrm>
                      <a:prstGeom prst="rect">
                        <a:avLst/>
                      </a:prstGeom>
                    </p:spPr>
                  </p:pic>
                </p:oleObj>
              </mc:Fallback>
            </mc:AlternateContent>
          </a:graphicData>
        </a:graphic>
      </p:graphicFrame>
      <p:graphicFrame>
        <p:nvGraphicFramePr>
          <p:cNvPr id="34" name="Object 33">
            <a:extLst>
              <a:ext uri="{FF2B5EF4-FFF2-40B4-BE49-F238E27FC236}">
                <a16:creationId xmlns:a16="http://schemas.microsoft.com/office/drawing/2014/main" id="{3678B237-79DB-44A7-8449-78359AB86A5C}"/>
              </a:ext>
            </a:extLst>
          </p:cNvPr>
          <p:cNvGraphicFramePr>
            <a:graphicFrameLocks noChangeAspect="1"/>
          </p:cNvGraphicFramePr>
          <p:nvPr>
            <p:extLst>
              <p:ext uri="{D42A27DB-BD31-4B8C-83A1-F6EECF244321}">
                <p14:modId xmlns:p14="http://schemas.microsoft.com/office/powerpoint/2010/main" val="3089600196"/>
              </p:ext>
            </p:extLst>
          </p:nvPr>
        </p:nvGraphicFramePr>
        <p:xfrm>
          <a:off x="5691188" y="4471988"/>
          <a:ext cx="2476500" cy="250825"/>
        </p:xfrm>
        <a:graphic>
          <a:graphicData uri="http://schemas.openxmlformats.org/presentationml/2006/ole">
            <mc:AlternateContent xmlns:mc="http://schemas.openxmlformats.org/markup-compatibility/2006">
              <mc:Choice xmlns:v="urn:schemas-microsoft-com:vml" Requires="v">
                <p:oleObj name="Equation" r:id="rId18" imgW="2997000" imgH="304560" progId="Equation.DSMT4">
                  <p:embed/>
                </p:oleObj>
              </mc:Choice>
              <mc:Fallback>
                <p:oleObj name="Equation" r:id="rId18" imgW="2997000" imgH="304560" progId="Equation.DSMT4">
                  <p:embed/>
                  <p:pic>
                    <p:nvPicPr>
                      <p:cNvPr id="32" name="Object 31">
                        <a:extLst>
                          <a:ext uri="{FF2B5EF4-FFF2-40B4-BE49-F238E27FC236}">
                            <a16:creationId xmlns:a16="http://schemas.microsoft.com/office/drawing/2014/main" id="{2E6252E5-59FF-4C05-8202-2C0EF166D52D}"/>
                          </a:ext>
                        </a:extLst>
                      </p:cNvPr>
                      <p:cNvPicPr/>
                      <p:nvPr/>
                    </p:nvPicPr>
                    <p:blipFill>
                      <a:blip r:embed="rId19"/>
                      <a:stretch>
                        <a:fillRect/>
                      </a:stretch>
                    </p:blipFill>
                    <p:spPr>
                      <a:xfrm>
                        <a:off x="5691188" y="4471988"/>
                        <a:ext cx="2476500" cy="250825"/>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BD02A2F2-38F4-43BD-8BC4-3840B65BFD4B}"/>
              </a:ext>
            </a:extLst>
          </p:cNvPr>
          <p:cNvGraphicFramePr>
            <a:graphicFrameLocks noChangeAspect="1"/>
          </p:cNvGraphicFramePr>
          <p:nvPr>
            <p:extLst>
              <p:ext uri="{D42A27DB-BD31-4B8C-83A1-F6EECF244321}">
                <p14:modId xmlns:p14="http://schemas.microsoft.com/office/powerpoint/2010/main" val="3011455236"/>
              </p:ext>
            </p:extLst>
          </p:nvPr>
        </p:nvGraphicFramePr>
        <p:xfrm>
          <a:off x="1541463" y="4829175"/>
          <a:ext cx="960437" cy="276225"/>
        </p:xfrm>
        <a:graphic>
          <a:graphicData uri="http://schemas.openxmlformats.org/presentationml/2006/ole">
            <mc:AlternateContent xmlns:mc="http://schemas.openxmlformats.org/markup-compatibility/2006">
              <mc:Choice xmlns:v="urn:schemas-microsoft-com:vml" Requires="v">
                <p:oleObj name="Equation" r:id="rId20" imgW="1054080" imgH="304560" progId="Equation.DSMT4">
                  <p:embed/>
                </p:oleObj>
              </mc:Choice>
              <mc:Fallback>
                <p:oleObj name="Equation" r:id="rId20" imgW="1054080" imgH="304560" progId="Equation.DSMT4">
                  <p:embed/>
                  <p:pic>
                    <p:nvPicPr>
                      <p:cNvPr id="27" name="Object 26">
                        <a:extLst>
                          <a:ext uri="{FF2B5EF4-FFF2-40B4-BE49-F238E27FC236}">
                            <a16:creationId xmlns:a16="http://schemas.microsoft.com/office/drawing/2014/main" id="{697CB50F-B104-4CB9-8863-3B8E704240BC}"/>
                          </a:ext>
                        </a:extLst>
                      </p:cNvPr>
                      <p:cNvPicPr/>
                      <p:nvPr/>
                    </p:nvPicPr>
                    <p:blipFill>
                      <a:blip r:embed="rId21"/>
                      <a:stretch>
                        <a:fillRect/>
                      </a:stretch>
                    </p:blipFill>
                    <p:spPr>
                      <a:xfrm>
                        <a:off x="1541463" y="4829175"/>
                        <a:ext cx="960437" cy="276225"/>
                      </a:xfrm>
                      <a:prstGeom prst="rect">
                        <a:avLst/>
                      </a:prstGeom>
                    </p:spPr>
                  </p:pic>
                </p:oleObj>
              </mc:Fallback>
            </mc:AlternateContent>
          </a:graphicData>
        </a:graphic>
      </p:graphicFrame>
      <p:graphicFrame>
        <p:nvGraphicFramePr>
          <p:cNvPr id="35" name="Object 34">
            <a:extLst>
              <a:ext uri="{FF2B5EF4-FFF2-40B4-BE49-F238E27FC236}">
                <a16:creationId xmlns:a16="http://schemas.microsoft.com/office/drawing/2014/main" id="{204A0FB6-EDEF-4AD3-89D6-5D2AAD76A1A0}"/>
              </a:ext>
            </a:extLst>
          </p:cNvPr>
          <p:cNvGraphicFramePr>
            <a:graphicFrameLocks noChangeAspect="1"/>
          </p:cNvGraphicFramePr>
          <p:nvPr>
            <p:extLst>
              <p:ext uri="{D42A27DB-BD31-4B8C-83A1-F6EECF244321}">
                <p14:modId xmlns:p14="http://schemas.microsoft.com/office/powerpoint/2010/main" val="2356650461"/>
              </p:ext>
            </p:extLst>
          </p:nvPr>
        </p:nvGraphicFramePr>
        <p:xfrm>
          <a:off x="2955925" y="4857750"/>
          <a:ext cx="2454275" cy="250825"/>
        </p:xfrm>
        <a:graphic>
          <a:graphicData uri="http://schemas.openxmlformats.org/presentationml/2006/ole">
            <mc:AlternateContent xmlns:mc="http://schemas.openxmlformats.org/markup-compatibility/2006">
              <mc:Choice xmlns:v="urn:schemas-microsoft-com:vml" Requires="v">
                <p:oleObj name="Equation" r:id="rId22" imgW="2971800" imgH="304560" progId="Equation.DSMT4">
                  <p:embed/>
                </p:oleObj>
              </mc:Choice>
              <mc:Fallback>
                <p:oleObj name="Equation" r:id="rId22" imgW="2971800" imgH="304560" progId="Equation.DSMT4">
                  <p:embed/>
                  <p:pic>
                    <p:nvPicPr>
                      <p:cNvPr id="33" name="Object 32">
                        <a:extLst>
                          <a:ext uri="{FF2B5EF4-FFF2-40B4-BE49-F238E27FC236}">
                            <a16:creationId xmlns:a16="http://schemas.microsoft.com/office/drawing/2014/main" id="{85FA68AC-F8CD-4A9B-B8BD-C9F4E17D7957}"/>
                          </a:ext>
                        </a:extLst>
                      </p:cNvPr>
                      <p:cNvPicPr/>
                      <p:nvPr/>
                    </p:nvPicPr>
                    <p:blipFill>
                      <a:blip r:embed="rId23"/>
                      <a:stretch>
                        <a:fillRect/>
                      </a:stretch>
                    </p:blipFill>
                    <p:spPr>
                      <a:xfrm>
                        <a:off x="2955925" y="4857750"/>
                        <a:ext cx="2454275" cy="250825"/>
                      </a:xfrm>
                      <a:prstGeom prst="rect">
                        <a:avLst/>
                      </a:prstGeom>
                    </p:spPr>
                  </p:pic>
                </p:oleObj>
              </mc:Fallback>
            </mc:AlternateContent>
          </a:graphicData>
        </a:graphic>
      </p:graphicFrame>
      <p:graphicFrame>
        <p:nvGraphicFramePr>
          <p:cNvPr id="36" name="Object 35">
            <a:extLst>
              <a:ext uri="{FF2B5EF4-FFF2-40B4-BE49-F238E27FC236}">
                <a16:creationId xmlns:a16="http://schemas.microsoft.com/office/drawing/2014/main" id="{AA6C3C88-348B-488E-A8AD-D3A9A7D52D0E}"/>
              </a:ext>
            </a:extLst>
          </p:cNvPr>
          <p:cNvGraphicFramePr>
            <a:graphicFrameLocks noChangeAspect="1"/>
          </p:cNvGraphicFramePr>
          <p:nvPr>
            <p:extLst>
              <p:ext uri="{D42A27DB-BD31-4B8C-83A1-F6EECF244321}">
                <p14:modId xmlns:p14="http://schemas.microsoft.com/office/powerpoint/2010/main" val="1754274936"/>
              </p:ext>
            </p:extLst>
          </p:nvPr>
        </p:nvGraphicFramePr>
        <p:xfrm>
          <a:off x="5670550" y="4857750"/>
          <a:ext cx="2517775" cy="250825"/>
        </p:xfrm>
        <a:graphic>
          <a:graphicData uri="http://schemas.openxmlformats.org/presentationml/2006/ole">
            <mc:AlternateContent xmlns:mc="http://schemas.openxmlformats.org/markup-compatibility/2006">
              <mc:Choice xmlns:v="urn:schemas-microsoft-com:vml" Requires="v">
                <p:oleObj name="Equation" r:id="rId24" imgW="3047760" imgH="304560" progId="Equation.DSMT4">
                  <p:embed/>
                </p:oleObj>
              </mc:Choice>
              <mc:Fallback>
                <p:oleObj name="Equation" r:id="rId24" imgW="3047760" imgH="304560" progId="Equation.DSMT4">
                  <p:embed/>
                  <p:pic>
                    <p:nvPicPr>
                      <p:cNvPr id="34" name="Object 33">
                        <a:extLst>
                          <a:ext uri="{FF2B5EF4-FFF2-40B4-BE49-F238E27FC236}">
                            <a16:creationId xmlns:a16="http://schemas.microsoft.com/office/drawing/2014/main" id="{3678B237-79DB-44A7-8449-78359AB86A5C}"/>
                          </a:ext>
                        </a:extLst>
                      </p:cNvPr>
                      <p:cNvPicPr/>
                      <p:nvPr/>
                    </p:nvPicPr>
                    <p:blipFill>
                      <a:blip r:embed="rId25"/>
                      <a:stretch>
                        <a:fillRect/>
                      </a:stretch>
                    </p:blipFill>
                    <p:spPr>
                      <a:xfrm>
                        <a:off x="5670550" y="4857750"/>
                        <a:ext cx="2517775" cy="250825"/>
                      </a:xfrm>
                      <a:prstGeom prst="rect">
                        <a:avLst/>
                      </a:prstGeom>
                    </p:spPr>
                  </p:pic>
                </p:oleObj>
              </mc:Fallback>
            </mc:AlternateContent>
          </a:graphicData>
        </a:graphic>
      </p:graphicFrame>
      <p:graphicFrame>
        <p:nvGraphicFramePr>
          <p:cNvPr id="27" name="Object 26">
            <a:extLst>
              <a:ext uri="{FF2B5EF4-FFF2-40B4-BE49-F238E27FC236}">
                <a16:creationId xmlns:a16="http://schemas.microsoft.com/office/drawing/2014/main" id="{68E14BA5-25B9-483C-9FB3-8CB24D26B100}"/>
              </a:ext>
            </a:extLst>
          </p:cNvPr>
          <p:cNvGraphicFramePr>
            <a:graphicFrameLocks noChangeAspect="1"/>
          </p:cNvGraphicFramePr>
          <p:nvPr>
            <p:extLst>
              <p:ext uri="{D42A27DB-BD31-4B8C-83A1-F6EECF244321}">
                <p14:modId xmlns:p14="http://schemas.microsoft.com/office/powerpoint/2010/main" val="1651440708"/>
              </p:ext>
            </p:extLst>
          </p:nvPr>
        </p:nvGraphicFramePr>
        <p:xfrm>
          <a:off x="1116712" y="5228400"/>
          <a:ext cx="1356064" cy="237906"/>
        </p:xfrm>
        <a:graphic>
          <a:graphicData uri="http://schemas.openxmlformats.org/presentationml/2006/ole">
            <mc:AlternateContent xmlns:mc="http://schemas.openxmlformats.org/markup-compatibility/2006">
              <mc:Choice xmlns:v="urn:schemas-microsoft-com:vml" Requires="v">
                <p:oleObj name="Equation" r:id="rId26" imgW="1447560" imgH="253800" progId="Equation.DSMT4">
                  <p:embed/>
                </p:oleObj>
              </mc:Choice>
              <mc:Fallback>
                <p:oleObj name="Equation" r:id="rId26" imgW="1447560" imgH="253800" progId="Equation.DSMT4">
                  <p:embed/>
                  <p:pic>
                    <p:nvPicPr>
                      <p:cNvPr id="32" name="Object 31">
                        <a:extLst>
                          <a:ext uri="{FF2B5EF4-FFF2-40B4-BE49-F238E27FC236}">
                            <a16:creationId xmlns:a16="http://schemas.microsoft.com/office/drawing/2014/main" id="{13CECBB6-380C-4C6B-9B57-1079E7AE304B}"/>
                          </a:ext>
                        </a:extLst>
                      </p:cNvPr>
                      <p:cNvPicPr/>
                      <p:nvPr/>
                    </p:nvPicPr>
                    <p:blipFill>
                      <a:blip r:embed="rId27"/>
                      <a:stretch>
                        <a:fillRect/>
                      </a:stretch>
                    </p:blipFill>
                    <p:spPr>
                      <a:xfrm>
                        <a:off x="1116712" y="5228400"/>
                        <a:ext cx="1356064" cy="237906"/>
                      </a:xfrm>
                      <a:prstGeom prst="rect">
                        <a:avLst/>
                      </a:prstGeom>
                    </p:spPr>
                  </p:pic>
                </p:oleObj>
              </mc:Fallback>
            </mc:AlternateContent>
          </a:graphicData>
        </a:graphic>
      </p:graphicFrame>
      <p:graphicFrame>
        <p:nvGraphicFramePr>
          <p:cNvPr id="37" name="Object 36">
            <a:extLst>
              <a:ext uri="{FF2B5EF4-FFF2-40B4-BE49-F238E27FC236}">
                <a16:creationId xmlns:a16="http://schemas.microsoft.com/office/drawing/2014/main" id="{55FC4067-4541-417B-97DB-4069CA55DF4D}"/>
              </a:ext>
            </a:extLst>
          </p:cNvPr>
          <p:cNvGraphicFramePr>
            <a:graphicFrameLocks noChangeAspect="1"/>
          </p:cNvGraphicFramePr>
          <p:nvPr>
            <p:extLst>
              <p:ext uri="{D42A27DB-BD31-4B8C-83A1-F6EECF244321}">
                <p14:modId xmlns:p14="http://schemas.microsoft.com/office/powerpoint/2010/main" val="4031048669"/>
              </p:ext>
            </p:extLst>
          </p:nvPr>
        </p:nvGraphicFramePr>
        <p:xfrm>
          <a:off x="4760544" y="5239368"/>
          <a:ext cx="646545" cy="219364"/>
        </p:xfrm>
        <a:graphic>
          <a:graphicData uri="http://schemas.openxmlformats.org/presentationml/2006/ole">
            <mc:AlternateContent xmlns:mc="http://schemas.openxmlformats.org/markup-compatibility/2006">
              <mc:Choice xmlns:v="urn:schemas-microsoft-com:vml" Requires="v">
                <p:oleObj name="Equation" r:id="rId28" imgW="711000" imgH="241200" progId="Equation.DSMT4">
                  <p:embed/>
                </p:oleObj>
              </mc:Choice>
              <mc:Fallback>
                <p:oleObj name="Equation" r:id="rId28" imgW="711000" imgH="241200" progId="Equation.DSMT4">
                  <p:embed/>
                  <p:pic>
                    <p:nvPicPr>
                      <p:cNvPr id="0" name=""/>
                      <p:cNvPicPr/>
                      <p:nvPr/>
                    </p:nvPicPr>
                    <p:blipFill>
                      <a:blip r:embed="rId29"/>
                      <a:stretch>
                        <a:fillRect/>
                      </a:stretch>
                    </p:blipFill>
                    <p:spPr>
                      <a:xfrm>
                        <a:off x="4760544" y="5239368"/>
                        <a:ext cx="646545" cy="219364"/>
                      </a:xfrm>
                      <a:prstGeom prst="rect">
                        <a:avLst/>
                      </a:prstGeom>
                    </p:spPr>
                  </p:pic>
                </p:oleObj>
              </mc:Fallback>
            </mc:AlternateContent>
          </a:graphicData>
        </a:graphic>
      </p:graphicFrame>
      <p:graphicFrame>
        <p:nvGraphicFramePr>
          <p:cNvPr id="38" name="Object 37">
            <a:extLst>
              <a:ext uri="{FF2B5EF4-FFF2-40B4-BE49-F238E27FC236}">
                <a16:creationId xmlns:a16="http://schemas.microsoft.com/office/drawing/2014/main" id="{ADDE21C0-F321-4926-AE6C-F50F0963F06C}"/>
              </a:ext>
            </a:extLst>
          </p:cNvPr>
          <p:cNvGraphicFramePr>
            <a:graphicFrameLocks noChangeAspect="1"/>
          </p:cNvGraphicFramePr>
          <p:nvPr>
            <p:extLst>
              <p:ext uri="{D42A27DB-BD31-4B8C-83A1-F6EECF244321}">
                <p14:modId xmlns:p14="http://schemas.microsoft.com/office/powerpoint/2010/main" val="889486704"/>
              </p:ext>
            </p:extLst>
          </p:nvPr>
        </p:nvGraphicFramePr>
        <p:xfrm>
          <a:off x="7511360" y="5256596"/>
          <a:ext cx="587768" cy="199422"/>
        </p:xfrm>
        <a:graphic>
          <a:graphicData uri="http://schemas.openxmlformats.org/presentationml/2006/ole">
            <mc:AlternateContent xmlns:mc="http://schemas.openxmlformats.org/markup-compatibility/2006">
              <mc:Choice xmlns:v="urn:schemas-microsoft-com:vml" Requires="v">
                <p:oleObj name="Equation" r:id="rId28" imgW="711000" imgH="241200" progId="Equation.DSMT4">
                  <p:embed/>
                </p:oleObj>
              </mc:Choice>
              <mc:Fallback>
                <p:oleObj name="Equation" r:id="rId28" imgW="711000" imgH="241200" progId="Equation.DSMT4">
                  <p:embed/>
                  <p:pic>
                    <p:nvPicPr>
                      <p:cNvPr id="37" name="Object 36">
                        <a:extLst>
                          <a:ext uri="{FF2B5EF4-FFF2-40B4-BE49-F238E27FC236}">
                            <a16:creationId xmlns:a16="http://schemas.microsoft.com/office/drawing/2014/main" id="{55FC4067-4541-417B-97DB-4069CA55DF4D}"/>
                          </a:ext>
                        </a:extLst>
                      </p:cNvPr>
                      <p:cNvPicPr/>
                      <p:nvPr/>
                    </p:nvPicPr>
                    <p:blipFill>
                      <a:blip r:embed="rId30"/>
                      <a:stretch>
                        <a:fillRect/>
                      </a:stretch>
                    </p:blipFill>
                    <p:spPr>
                      <a:xfrm>
                        <a:off x="7511360" y="5256596"/>
                        <a:ext cx="587768" cy="199422"/>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44</a:t>
            </a:fld>
            <a:endParaRPr lang="en-US"/>
          </a:p>
        </p:txBody>
      </p:sp>
    </p:spTree>
    <p:extLst>
      <p:ext uri="{BB962C8B-B14F-4D97-AF65-F5344CB8AC3E}">
        <p14:creationId xmlns:p14="http://schemas.microsoft.com/office/powerpoint/2010/main" val="21041970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8019434" cy="903231"/>
          </a:xfrm>
        </p:spPr>
        <p:txBody>
          <a:bodyPr>
            <a:normAutofit/>
          </a:bodyPr>
          <a:lstStyle/>
          <a:p>
            <a:r>
              <a:rPr lang="en-US" sz="3600" dirty="0"/>
              <a:t>Tree Diagrams </a:t>
            </a:r>
            <a:r>
              <a:rPr lang="en-US" sz="1000" b="0" dirty="0"/>
              <a:t>3</a:t>
            </a:r>
            <a:endParaRPr lang="en-US" sz="1000" dirty="0"/>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2768" y="54612"/>
            <a:ext cx="450875" cy="1263290"/>
          </a:xfrm>
        </p:spPr>
        <p:txBody>
          <a:bodyPr vert="vert" rIns="0"/>
          <a:lstStyle/>
          <a:p>
            <a:r>
              <a:rPr lang="en-US" b="1" dirty="0"/>
              <a:t>L</a:t>
            </a:r>
            <a:r>
              <a:rPr lang="en-US" sz="100" b="1" dirty="0"/>
              <a:t> </a:t>
            </a:r>
            <a:r>
              <a:rPr lang="en-US" b="1" dirty="0"/>
              <a:t>O 5.7</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4"/>
            <a:ext cx="6176234" cy="407658"/>
          </a:xfrm>
        </p:spPr>
        <p:txBody>
          <a:bodyPr/>
          <a:lstStyle/>
          <a:p>
            <a:r>
              <a:rPr lang="en-IN" sz="2000" b="1" dirty="0"/>
              <a:t>Tree Diagram for Fund Type and Expense Ratios:</a:t>
            </a:r>
          </a:p>
        </p:txBody>
      </p:sp>
      <p:pic>
        <p:nvPicPr>
          <p:cNvPr id="9" name="Picture 8">
            <a:extLst>
              <a:ext uri="{FF2B5EF4-FFF2-40B4-BE49-F238E27FC236}">
                <a16:creationId xmlns:a16="http://schemas.microsoft.com/office/drawing/2014/main" id="{2ADBD828-30EF-4035-935B-E187C9440681}"/>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11632" y="1400067"/>
            <a:ext cx="302449" cy="265565"/>
          </a:xfrm>
          <a:prstGeom prst="rect">
            <a:avLst/>
          </a:prstGeom>
        </p:spPr>
      </p:pic>
      <p:sp>
        <p:nvSpPr>
          <p:cNvPr id="6" name="Content Placeholder 5">
            <a:extLst>
              <a:ext uri="{FF2B5EF4-FFF2-40B4-BE49-F238E27FC236}">
                <a16:creationId xmlns:a16="http://schemas.microsoft.com/office/drawing/2014/main" id="{418B8A2B-AA10-4ACF-B31A-3DD668F57653}"/>
              </a:ext>
            </a:extLst>
          </p:cNvPr>
          <p:cNvSpPr>
            <a:spLocks noGrp="1"/>
          </p:cNvSpPr>
          <p:nvPr>
            <p:ph sz="quarter" idx="16"/>
          </p:nvPr>
        </p:nvSpPr>
        <p:spPr>
          <a:xfrm>
            <a:off x="6941569" y="1354808"/>
            <a:ext cx="1412832" cy="356082"/>
          </a:xfrm>
        </p:spPr>
        <p:txBody>
          <a:bodyPr lIns="0" tIns="0"/>
          <a:lstStyle/>
          <a:p>
            <a:r>
              <a:rPr lang="en-US" sz="2000" b="1" dirty="0" err="1">
                <a:solidFill>
                  <a:srgbClr val="A9131A"/>
                </a:solidFill>
              </a:rPr>
              <a:t>BondFund</a:t>
            </a:r>
            <a:endParaRPr lang="en-US" sz="2000" b="1" dirty="0">
              <a:solidFill>
                <a:srgbClr val="A9131A"/>
              </a:solidFill>
            </a:endParaRPr>
          </a:p>
        </p:txBody>
      </p:sp>
      <p:pic>
        <p:nvPicPr>
          <p:cNvPr id="14" name="Picture 13" descr="Tree diagram showing the calculation of joint probabilities for fund types and expense ratios.">
            <a:extLst>
              <a:ext uri="{FF2B5EF4-FFF2-40B4-BE49-F238E27FC236}">
                <a16:creationId xmlns:a16="http://schemas.microsoft.com/office/drawing/2014/main" id="{445AC492-9FE9-4124-9BFB-E31B0FD9857E}"/>
              </a:ext>
            </a:extLst>
          </p:cNvPr>
          <p:cNvPicPr>
            <a:picLocks noChangeAspect="1"/>
          </p:cNvPicPr>
          <p:nvPr/>
        </p:nvPicPr>
        <p:blipFill>
          <a:blip r:embed="rId3"/>
          <a:stretch>
            <a:fillRect/>
          </a:stretch>
        </p:blipFill>
        <p:spPr>
          <a:xfrm>
            <a:off x="798249" y="1882151"/>
            <a:ext cx="7547502" cy="4285859"/>
          </a:xfrm>
          <a:prstGeom prst="rect">
            <a:avLst/>
          </a:prstGeom>
        </p:spPr>
      </p:pic>
      <p:sp>
        <p:nvSpPr>
          <p:cNvPr id="15" name="Text Placeholder 14">
            <a:extLst>
              <a:ext uri="{FF2B5EF4-FFF2-40B4-BE49-F238E27FC236}">
                <a16:creationId xmlns:a16="http://schemas.microsoft.com/office/drawing/2014/main" id="{C12026E4-4663-416D-9563-9FA6F5BD2013}"/>
              </a:ext>
            </a:extLst>
          </p:cNvPr>
          <p:cNvSpPr>
            <a:spLocks noGrp="1"/>
          </p:cNvSpPr>
          <p:nvPr>
            <p:ph type="body" sz="quarter" idx="12"/>
          </p:nvPr>
        </p:nvSpPr>
        <p:spPr>
          <a:xfrm>
            <a:off x="2971558" y="6324600"/>
            <a:ext cx="3200885" cy="190500"/>
          </a:xfrm>
        </p:spPr>
        <p:txBody>
          <a:bodyPr/>
          <a:lstStyle/>
          <a:p>
            <a:r>
              <a:rPr lang="en-US" sz="1200" dirty="0">
                <a:hlinkClick r:id="rId4" action="ppaction://hlinksldjump"/>
              </a:rPr>
              <a:t>Access the text alternative for slide images.</a:t>
            </a:r>
          </a:p>
        </p:txBody>
      </p:sp>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45</a:t>
            </a:fld>
            <a:endParaRPr lang="en-US"/>
          </a:p>
        </p:txBody>
      </p:sp>
    </p:spTree>
    <p:extLst>
      <p:ext uri="{BB962C8B-B14F-4D97-AF65-F5344CB8AC3E}">
        <p14:creationId xmlns:p14="http://schemas.microsoft.com/office/powerpoint/2010/main" val="14102960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930243" cy="903231"/>
          </a:xfrm>
        </p:spPr>
        <p:txBody>
          <a:bodyPr>
            <a:normAutofit/>
          </a:bodyPr>
          <a:lstStyle/>
          <a:p>
            <a:r>
              <a:rPr lang="en-US" sz="3600" dirty="0"/>
              <a:t>Bayes’ Theorem </a:t>
            </a:r>
            <a:r>
              <a:rPr lang="en-US" sz="1000" b="0" dirty="0"/>
              <a:t>1</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2768" y="54612"/>
            <a:ext cx="450875" cy="1263290"/>
          </a:xfrm>
        </p:spPr>
        <p:txBody>
          <a:bodyPr vert="vert" rIns="0"/>
          <a:lstStyle/>
          <a:p>
            <a:r>
              <a:rPr lang="en-US" b="1" dirty="0"/>
              <a:t>L</a:t>
            </a:r>
            <a:r>
              <a:rPr lang="en-US" sz="100" b="1" dirty="0"/>
              <a:t> </a:t>
            </a:r>
            <a:r>
              <a:rPr lang="en-US" b="1" dirty="0"/>
              <a:t>O 5.8</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3"/>
            <a:ext cx="8104414" cy="2209068"/>
          </a:xfrm>
        </p:spPr>
        <p:txBody>
          <a:bodyPr/>
          <a:lstStyle/>
          <a:p>
            <a:pPr marL="292608" indent="-292608">
              <a:spcBef>
                <a:spcPts val="500"/>
              </a:spcBef>
              <a:buFont typeface="Arial" panose="020B0604020202020204" pitchFamily="34" charset="0"/>
              <a:buChar char="•"/>
            </a:pPr>
            <a:r>
              <a:rPr lang="en-US" sz="2200" dirty="0"/>
              <a:t>An important theorem published by Thomas Bayes (1702 to 1761) provides a method of revising probabilities to reflect new information.</a:t>
            </a:r>
          </a:p>
          <a:p>
            <a:pPr marL="292608" indent="-292608">
              <a:spcBef>
                <a:spcPts val="500"/>
              </a:spcBef>
              <a:buFont typeface="Arial" panose="020B0604020202020204" pitchFamily="34" charset="0"/>
              <a:buChar char="•"/>
            </a:pPr>
            <a:r>
              <a:rPr lang="en-US" sz="2200" dirty="0"/>
              <a:t>The </a:t>
            </a:r>
            <a:r>
              <a:rPr lang="en-US" sz="2200" b="1" dirty="0"/>
              <a:t>prior </a:t>
            </a:r>
            <a:r>
              <a:rPr lang="en-US" sz="2200" dirty="0"/>
              <a:t>(unconditional) </a:t>
            </a:r>
            <a:r>
              <a:rPr lang="en-US" sz="2200" b="1" dirty="0"/>
              <a:t>probability </a:t>
            </a:r>
            <a:r>
              <a:rPr lang="en-US" sz="2200" dirty="0"/>
              <a:t>of an event </a:t>
            </a:r>
            <a:r>
              <a:rPr lang="en-US" sz="2200" i="1" dirty="0"/>
              <a:t>B </a:t>
            </a:r>
            <a:r>
              <a:rPr lang="en-US" sz="2200" dirty="0"/>
              <a:t>is revised after event </a:t>
            </a:r>
            <a:r>
              <a:rPr lang="en-US" sz="2200" i="1" dirty="0"/>
              <a:t>A </a:t>
            </a:r>
            <a:r>
              <a:rPr lang="en-US" sz="2200" dirty="0"/>
              <a:t>has occurred to yield a </a:t>
            </a:r>
            <a:r>
              <a:rPr lang="en-US" sz="2200" b="1" dirty="0"/>
              <a:t>posterior </a:t>
            </a:r>
            <a:r>
              <a:rPr lang="en-US" sz="2200" dirty="0"/>
              <a:t>(conditional) </a:t>
            </a:r>
            <a:r>
              <a:rPr lang="en-US" sz="2200" b="1" dirty="0"/>
              <a:t>probability</a:t>
            </a:r>
            <a:r>
              <a:rPr lang="en-US" sz="2200" dirty="0"/>
              <a:t>.</a:t>
            </a:r>
          </a:p>
        </p:txBody>
      </p:sp>
      <p:sp>
        <p:nvSpPr>
          <p:cNvPr id="5" name="Content Placeholder 4">
            <a:extLst>
              <a:ext uri="{FF2B5EF4-FFF2-40B4-BE49-F238E27FC236}">
                <a16:creationId xmlns:a16="http://schemas.microsoft.com/office/drawing/2014/main" id="{A398050F-BF5B-4A41-84E6-5894FE8AE34D}"/>
              </a:ext>
            </a:extLst>
          </p:cNvPr>
          <p:cNvSpPr>
            <a:spLocks noGrp="1"/>
          </p:cNvSpPr>
          <p:nvPr>
            <p:ph sz="quarter" idx="15"/>
          </p:nvPr>
        </p:nvSpPr>
        <p:spPr>
          <a:xfrm>
            <a:off x="342900" y="3711088"/>
            <a:ext cx="2593937" cy="369725"/>
          </a:xfrm>
        </p:spPr>
        <p:txBody>
          <a:bodyPr tIns="0"/>
          <a:lstStyle/>
          <a:p>
            <a:pPr marL="292608" indent="-292608">
              <a:buFont typeface="Arial" panose="020B0604020202020204" pitchFamily="34" charset="0"/>
              <a:buChar char="•"/>
            </a:pPr>
            <a:r>
              <a:rPr lang="en-US" sz="2200" dirty="0"/>
              <a:t>Bayes’ formula:</a:t>
            </a:r>
          </a:p>
        </p:txBody>
      </p:sp>
      <p:graphicFrame>
        <p:nvGraphicFramePr>
          <p:cNvPr id="13" name="Object 12">
            <a:extLst>
              <a:ext uri="{FF2B5EF4-FFF2-40B4-BE49-F238E27FC236}">
                <a16:creationId xmlns:a16="http://schemas.microsoft.com/office/drawing/2014/main" id="{6B12DE19-4E4E-4559-8B69-422ECE7F720A}"/>
              </a:ext>
            </a:extLst>
          </p:cNvPr>
          <p:cNvGraphicFramePr>
            <a:graphicFrameLocks noChangeAspect="1"/>
          </p:cNvGraphicFramePr>
          <p:nvPr>
            <p:extLst>
              <p:ext uri="{D42A27DB-BD31-4B8C-83A1-F6EECF244321}">
                <p14:modId xmlns:p14="http://schemas.microsoft.com/office/powerpoint/2010/main" val="2352166196"/>
              </p:ext>
            </p:extLst>
          </p:nvPr>
        </p:nvGraphicFramePr>
        <p:xfrm>
          <a:off x="2938463" y="3609975"/>
          <a:ext cx="2446337" cy="598488"/>
        </p:xfrm>
        <a:graphic>
          <a:graphicData uri="http://schemas.openxmlformats.org/presentationml/2006/ole">
            <mc:AlternateContent xmlns:mc="http://schemas.openxmlformats.org/markup-compatibility/2006">
              <mc:Choice xmlns:v="urn:schemas-microsoft-com:vml" Requires="v">
                <p:oleObj name="Equation" r:id="rId3" imgW="2743200" imgH="672840" progId="Equation.DSMT4">
                  <p:embed/>
                </p:oleObj>
              </mc:Choice>
              <mc:Fallback>
                <p:oleObj name="Equation" r:id="rId3" imgW="2743200" imgH="672840" progId="Equation.DSMT4">
                  <p:embed/>
                  <p:pic>
                    <p:nvPicPr>
                      <p:cNvPr id="0" name=""/>
                      <p:cNvPicPr/>
                      <p:nvPr/>
                    </p:nvPicPr>
                    <p:blipFill>
                      <a:blip r:embed="rId4"/>
                      <a:stretch>
                        <a:fillRect/>
                      </a:stretch>
                    </p:blipFill>
                    <p:spPr>
                      <a:xfrm>
                        <a:off x="2938463" y="3609975"/>
                        <a:ext cx="2446337" cy="598488"/>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418B8A2B-AA10-4ACF-B31A-3DD668F57653}"/>
              </a:ext>
            </a:extLst>
          </p:cNvPr>
          <p:cNvSpPr>
            <a:spLocks noGrp="1"/>
          </p:cNvSpPr>
          <p:nvPr>
            <p:ph sz="quarter" idx="16"/>
          </p:nvPr>
        </p:nvSpPr>
        <p:spPr>
          <a:xfrm>
            <a:off x="342900" y="4327984"/>
            <a:ext cx="2835729" cy="360136"/>
          </a:xfrm>
        </p:spPr>
        <p:txBody>
          <a:bodyPr tIns="0"/>
          <a:lstStyle/>
          <a:p>
            <a:pPr marL="292608" indent="-292608">
              <a:buFont typeface="Arial" panose="020B0604020202020204" pitchFamily="34" charset="0"/>
              <a:buChar char="•"/>
            </a:pPr>
            <a:r>
              <a:rPr lang="en-US" sz="2200" dirty="0"/>
              <a:t>In some situations,</a:t>
            </a:r>
          </a:p>
        </p:txBody>
      </p:sp>
      <p:graphicFrame>
        <p:nvGraphicFramePr>
          <p:cNvPr id="14" name="Object 13">
            <a:extLst>
              <a:ext uri="{FF2B5EF4-FFF2-40B4-BE49-F238E27FC236}">
                <a16:creationId xmlns:a16="http://schemas.microsoft.com/office/drawing/2014/main" id="{99A5A3D7-5F1D-486C-B679-1F39DC03406B}"/>
              </a:ext>
            </a:extLst>
          </p:cNvPr>
          <p:cNvGraphicFramePr>
            <a:graphicFrameLocks noChangeAspect="1"/>
          </p:cNvGraphicFramePr>
          <p:nvPr>
            <p:extLst>
              <p:ext uri="{D42A27DB-BD31-4B8C-83A1-F6EECF244321}">
                <p14:modId xmlns:p14="http://schemas.microsoft.com/office/powerpoint/2010/main" val="2416237948"/>
              </p:ext>
            </p:extLst>
          </p:nvPr>
        </p:nvGraphicFramePr>
        <p:xfrm>
          <a:off x="3221038" y="4359275"/>
          <a:ext cx="706437" cy="339725"/>
        </p:xfrm>
        <a:graphic>
          <a:graphicData uri="http://schemas.openxmlformats.org/presentationml/2006/ole">
            <mc:AlternateContent xmlns:mc="http://schemas.openxmlformats.org/markup-compatibility/2006">
              <mc:Choice xmlns:v="urn:schemas-microsoft-com:vml" Requires="v">
                <p:oleObj name="Equation" r:id="rId5" imgW="634680" imgH="304560" progId="Equation.DSMT4">
                  <p:embed/>
                </p:oleObj>
              </mc:Choice>
              <mc:Fallback>
                <p:oleObj name="Equation" r:id="rId5" imgW="634680" imgH="304560" progId="Equation.DSMT4">
                  <p:embed/>
                  <p:pic>
                    <p:nvPicPr>
                      <p:cNvPr id="0" name=""/>
                      <p:cNvPicPr/>
                      <p:nvPr/>
                    </p:nvPicPr>
                    <p:blipFill>
                      <a:blip r:embed="rId6"/>
                      <a:stretch>
                        <a:fillRect/>
                      </a:stretch>
                    </p:blipFill>
                    <p:spPr>
                      <a:xfrm>
                        <a:off x="3221038" y="4359275"/>
                        <a:ext cx="706437" cy="339725"/>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1EE49D72-B849-4B42-B202-28A31E7D786E}"/>
              </a:ext>
            </a:extLst>
          </p:cNvPr>
          <p:cNvSpPr>
            <a:spLocks noGrp="1"/>
          </p:cNvSpPr>
          <p:nvPr>
            <p:ph sz="quarter" idx="17"/>
          </p:nvPr>
        </p:nvSpPr>
        <p:spPr>
          <a:xfrm>
            <a:off x="3983718" y="4325262"/>
            <a:ext cx="3680278" cy="391886"/>
          </a:xfrm>
        </p:spPr>
        <p:txBody>
          <a:bodyPr lIns="0" tIns="0" rIns="0" bIns="0"/>
          <a:lstStyle/>
          <a:p>
            <a:r>
              <a:rPr lang="en-US" sz="2200" dirty="0"/>
              <a:t>is not given. The most useful</a:t>
            </a:r>
          </a:p>
        </p:txBody>
      </p:sp>
      <p:sp>
        <p:nvSpPr>
          <p:cNvPr id="8" name="Content Placeholder 7">
            <a:extLst>
              <a:ext uri="{FF2B5EF4-FFF2-40B4-BE49-F238E27FC236}">
                <a16:creationId xmlns:a16="http://schemas.microsoft.com/office/drawing/2014/main" id="{1BE84D20-D492-4C48-9E6E-0B4CC44C0824}"/>
              </a:ext>
            </a:extLst>
          </p:cNvPr>
          <p:cNvSpPr>
            <a:spLocks noGrp="1"/>
          </p:cNvSpPr>
          <p:nvPr>
            <p:ph sz="quarter" idx="18"/>
          </p:nvPr>
        </p:nvSpPr>
        <p:spPr>
          <a:xfrm>
            <a:off x="342901" y="4774749"/>
            <a:ext cx="6420756" cy="363312"/>
          </a:xfrm>
        </p:spPr>
        <p:txBody>
          <a:bodyPr tIns="0"/>
          <a:lstStyle/>
          <a:p>
            <a:pPr marL="292608"/>
            <a:r>
              <a:rPr lang="en-US" sz="2200" dirty="0"/>
              <a:t>and common form of </a:t>
            </a:r>
            <a:r>
              <a:rPr lang="en-US" sz="2200" b="1" dirty="0"/>
              <a:t>Bayes’ Theorem </a:t>
            </a:r>
            <a:r>
              <a:rPr lang="en-US" sz="2200" dirty="0"/>
              <a:t>replaces</a:t>
            </a:r>
          </a:p>
        </p:txBody>
      </p:sp>
      <p:graphicFrame>
        <p:nvGraphicFramePr>
          <p:cNvPr id="16" name="Object 15">
            <a:extLst>
              <a:ext uri="{FF2B5EF4-FFF2-40B4-BE49-F238E27FC236}">
                <a16:creationId xmlns:a16="http://schemas.microsoft.com/office/drawing/2014/main" id="{FDD0ECE8-BCD5-432A-AE6A-B95104B232DD}"/>
              </a:ext>
            </a:extLst>
          </p:cNvPr>
          <p:cNvGraphicFramePr>
            <a:graphicFrameLocks noChangeAspect="1"/>
          </p:cNvGraphicFramePr>
          <p:nvPr>
            <p:extLst>
              <p:ext uri="{D42A27DB-BD31-4B8C-83A1-F6EECF244321}">
                <p14:modId xmlns:p14="http://schemas.microsoft.com/office/powerpoint/2010/main" val="1754510753"/>
              </p:ext>
            </p:extLst>
          </p:nvPr>
        </p:nvGraphicFramePr>
        <p:xfrm>
          <a:off x="6821488" y="4797425"/>
          <a:ext cx="700087" cy="334963"/>
        </p:xfrm>
        <a:graphic>
          <a:graphicData uri="http://schemas.openxmlformats.org/presentationml/2006/ole">
            <mc:AlternateContent xmlns:mc="http://schemas.openxmlformats.org/markup-compatibility/2006">
              <mc:Choice xmlns:v="urn:schemas-microsoft-com:vml" Requires="v">
                <p:oleObj name="Equation" r:id="rId7" imgW="634680" imgH="304560" progId="Equation.DSMT4">
                  <p:embed/>
                </p:oleObj>
              </mc:Choice>
              <mc:Fallback>
                <p:oleObj name="Equation" r:id="rId7" imgW="634680" imgH="304560" progId="Equation.DSMT4">
                  <p:embed/>
                  <p:pic>
                    <p:nvPicPr>
                      <p:cNvPr id="0" name=""/>
                      <p:cNvPicPr/>
                      <p:nvPr/>
                    </p:nvPicPr>
                    <p:blipFill>
                      <a:blip r:embed="rId8"/>
                      <a:stretch>
                        <a:fillRect/>
                      </a:stretch>
                    </p:blipFill>
                    <p:spPr>
                      <a:xfrm>
                        <a:off x="6821488" y="4797425"/>
                        <a:ext cx="700087" cy="334963"/>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D2748588-F329-48E3-B8F8-614FBC3DFC90}"/>
              </a:ext>
            </a:extLst>
          </p:cNvPr>
          <p:cNvSpPr>
            <a:spLocks noGrp="1"/>
          </p:cNvSpPr>
          <p:nvPr>
            <p:ph sz="quarter" idx="19"/>
          </p:nvPr>
        </p:nvSpPr>
        <p:spPr>
          <a:xfrm>
            <a:off x="428625" y="5199332"/>
            <a:ext cx="3810000" cy="351980"/>
          </a:xfrm>
        </p:spPr>
        <p:txBody>
          <a:bodyPr lIns="0" tIns="0" rIns="0" bIns="0"/>
          <a:lstStyle/>
          <a:p>
            <a:pPr marL="292608"/>
            <a:r>
              <a:rPr lang="en-US" sz="2200" dirty="0"/>
              <a:t>with an expanded formula:</a:t>
            </a:r>
          </a:p>
        </p:txBody>
      </p:sp>
      <p:graphicFrame>
        <p:nvGraphicFramePr>
          <p:cNvPr id="18" name="Object 17">
            <a:extLst>
              <a:ext uri="{FF2B5EF4-FFF2-40B4-BE49-F238E27FC236}">
                <a16:creationId xmlns:a16="http://schemas.microsoft.com/office/drawing/2014/main" id="{561D6B22-F602-430B-AD4A-7C360D3B0075}"/>
              </a:ext>
            </a:extLst>
          </p:cNvPr>
          <p:cNvGraphicFramePr>
            <a:graphicFrameLocks noChangeAspect="1"/>
          </p:cNvGraphicFramePr>
          <p:nvPr>
            <p:extLst>
              <p:ext uri="{D42A27DB-BD31-4B8C-83A1-F6EECF244321}">
                <p14:modId xmlns:p14="http://schemas.microsoft.com/office/powerpoint/2010/main" val="1998588322"/>
              </p:ext>
            </p:extLst>
          </p:nvPr>
        </p:nvGraphicFramePr>
        <p:xfrm>
          <a:off x="1787525" y="5692775"/>
          <a:ext cx="5043488" cy="739775"/>
        </p:xfrm>
        <a:graphic>
          <a:graphicData uri="http://schemas.openxmlformats.org/presentationml/2006/ole">
            <mc:AlternateContent xmlns:mc="http://schemas.openxmlformats.org/markup-compatibility/2006">
              <mc:Choice xmlns:v="urn:schemas-microsoft-com:vml" Requires="v">
                <p:oleObj name="Equation" r:id="rId9" imgW="4584600" imgH="672840" progId="Equation.DSMT4">
                  <p:embed/>
                </p:oleObj>
              </mc:Choice>
              <mc:Fallback>
                <p:oleObj name="Equation" r:id="rId9" imgW="4584600" imgH="672840" progId="Equation.DSMT4">
                  <p:embed/>
                  <p:pic>
                    <p:nvPicPr>
                      <p:cNvPr id="0" name=""/>
                      <p:cNvPicPr/>
                      <p:nvPr/>
                    </p:nvPicPr>
                    <p:blipFill>
                      <a:blip r:embed="rId10"/>
                      <a:stretch>
                        <a:fillRect/>
                      </a:stretch>
                    </p:blipFill>
                    <p:spPr>
                      <a:xfrm>
                        <a:off x="1787525" y="5692775"/>
                        <a:ext cx="5043488" cy="739775"/>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46</a:t>
            </a:fld>
            <a:endParaRPr lang="en-US"/>
          </a:p>
        </p:txBody>
      </p:sp>
    </p:spTree>
    <p:extLst>
      <p:ext uri="{BB962C8B-B14F-4D97-AF65-F5344CB8AC3E}">
        <p14:creationId xmlns:p14="http://schemas.microsoft.com/office/powerpoint/2010/main" val="11342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728438" cy="903231"/>
          </a:xfrm>
        </p:spPr>
        <p:txBody>
          <a:bodyPr>
            <a:normAutofit/>
          </a:bodyPr>
          <a:lstStyle/>
          <a:p>
            <a:r>
              <a:rPr lang="en-US" sz="3600" dirty="0"/>
              <a:t>Bayes’ Theorem </a:t>
            </a:r>
            <a:r>
              <a:rPr lang="en-US" sz="1000" b="0" dirty="0"/>
              <a:t>2</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566150" y="78937"/>
            <a:ext cx="469900" cy="1130336"/>
          </a:xfrm>
        </p:spPr>
        <p:txBody>
          <a:bodyPr vert="vert" rIns="0"/>
          <a:lstStyle/>
          <a:p>
            <a:r>
              <a:rPr lang="en-US" b="1" dirty="0"/>
              <a:t>L</a:t>
            </a:r>
            <a:r>
              <a:rPr lang="en-US" sz="100" b="1" dirty="0"/>
              <a:t> </a:t>
            </a:r>
            <a:r>
              <a:rPr lang="en-US" b="1" dirty="0"/>
              <a:t>O 5.8</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209274"/>
            <a:ext cx="8062546" cy="812958"/>
          </a:xfrm>
        </p:spPr>
        <p:txBody>
          <a:bodyPr/>
          <a:lstStyle/>
          <a:p>
            <a:pPr marL="292608" indent="-292608">
              <a:spcBef>
                <a:spcPts val="500"/>
              </a:spcBef>
              <a:buFont typeface="Arial" panose="020B0604020202020204" pitchFamily="34" charset="0"/>
              <a:buChar char="•"/>
            </a:pPr>
            <a:r>
              <a:rPr lang="en-IN" dirty="0"/>
              <a:t>A generalization of Bayes’ Theorem allows event </a:t>
            </a:r>
            <a:r>
              <a:rPr lang="en-IN" i="1" dirty="0"/>
              <a:t>B</a:t>
            </a:r>
            <a:r>
              <a:rPr lang="en-IN" dirty="0"/>
              <a:t> to have as many mutually exclusive and collectively</a:t>
            </a:r>
            <a:endParaRPr lang="en-US" dirty="0"/>
          </a:p>
        </p:txBody>
      </p:sp>
      <p:sp>
        <p:nvSpPr>
          <p:cNvPr id="7" name="Content Placeholder 6">
            <a:extLst>
              <a:ext uri="{FF2B5EF4-FFF2-40B4-BE49-F238E27FC236}">
                <a16:creationId xmlns:a16="http://schemas.microsoft.com/office/drawing/2014/main" id="{0CC131D8-35D7-49FD-B23B-EBC9EDB724BB}"/>
              </a:ext>
            </a:extLst>
          </p:cNvPr>
          <p:cNvSpPr>
            <a:spLocks noGrp="1"/>
          </p:cNvSpPr>
          <p:nvPr>
            <p:ph sz="quarter" idx="15"/>
          </p:nvPr>
        </p:nvSpPr>
        <p:spPr>
          <a:xfrm>
            <a:off x="342900" y="2006999"/>
            <a:ext cx="5073162" cy="430783"/>
          </a:xfrm>
        </p:spPr>
        <p:txBody>
          <a:bodyPr/>
          <a:lstStyle/>
          <a:p>
            <a:pPr marL="290513"/>
            <a:r>
              <a:rPr lang="en-US" dirty="0"/>
              <a:t>exhaustive categories as we wish</a:t>
            </a:r>
          </a:p>
        </p:txBody>
      </p:sp>
      <p:graphicFrame>
        <p:nvGraphicFramePr>
          <p:cNvPr id="14" name="Object 13">
            <a:extLst>
              <a:ext uri="{FF2B5EF4-FFF2-40B4-BE49-F238E27FC236}">
                <a16:creationId xmlns:a16="http://schemas.microsoft.com/office/drawing/2014/main" id="{D8F88AC0-748D-459F-B49A-326AA7015E64}"/>
              </a:ext>
            </a:extLst>
          </p:cNvPr>
          <p:cNvGraphicFramePr>
            <a:graphicFrameLocks noChangeAspect="1"/>
          </p:cNvGraphicFramePr>
          <p:nvPr>
            <p:extLst>
              <p:ext uri="{D42A27DB-BD31-4B8C-83A1-F6EECF244321}">
                <p14:modId xmlns:p14="http://schemas.microsoft.com/office/powerpoint/2010/main" val="1290795714"/>
              </p:ext>
            </p:extLst>
          </p:nvPr>
        </p:nvGraphicFramePr>
        <p:xfrm>
          <a:off x="5322509" y="2047135"/>
          <a:ext cx="1751095" cy="402907"/>
        </p:xfrm>
        <a:graphic>
          <a:graphicData uri="http://schemas.openxmlformats.org/presentationml/2006/ole">
            <mc:AlternateContent xmlns:mc="http://schemas.openxmlformats.org/markup-compatibility/2006">
              <mc:Choice xmlns:v="urn:schemas-microsoft-com:vml" Requires="v">
                <p:oleObj name="Equation" r:id="rId3" imgW="1434960" imgH="330120" progId="Equation.DSMT4">
                  <p:embed/>
                </p:oleObj>
              </mc:Choice>
              <mc:Fallback>
                <p:oleObj name="Equation" r:id="rId3" imgW="1434960" imgH="330120" progId="Equation.DSMT4">
                  <p:embed/>
                  <p:pic>
                    <p:nvPicPr>
                      <p:cNvPr id="0" name=""/>
                      <p:cNvPicPr/>
                      <p:nvPr/>
                    </p:nvPicPr>
                    <p:blipFill>
                      <a:blip r:embed="rId4"/>
                      <a:stretch>
                        <a:fillRect/>
                      </a:stretch>
                    </p:blipFill>
                    <p:spPr>
                      <a:xfrm>
                        <a:off x="5322509" y="2047135"/>
                        <a:ext cx="1751095" cy="402907"/>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F41DEEFC-F851-4237-9A1A-DCAEA785A533}"/>
              </a:ext>
            </a:extLst>
          </p:cNvPr>
          <p:cNvSpPr>
            <a:spLocks noGrp="1"/>
          </p:cNvSpPr>
          <p:nvPr>
            <p:ph sz="quarter" idx="16"/>
          </p:nvPr>
        </p:nvSpPr>
        <p:spPr>
          <a:xfrm>
            <a:off x="7073604" y="1998871"/>
            <a:ext cx="997734" cy="430783"/>
          </a:xfrm>
        </p:spPr>
        <p:txBody>
          <a:bodyPr/>
          <a:lstStyle/>
          <a:p>
            <a:r>
              <a:rPr lang="en-US" dirty="0"/>
              <a:t>rather</a:t>
            </a:r>
          </a:p>
        </p:txBody>
      </p:sp>
      <p:sp>
        <p:nvSpPr>
          <p:cNvPr id="9" name="Content Placeholder 8">
            <a:extLst>
              <a:ext uri="{FF2B5EF4-FFF2-40B4-BE49-F238E27FC236}">
                <a16:creationId xmlns:a16="http://schemas.microsoft.com/office/drawing/2014/main" id="{3931523C-1324-4BDC-8897-46E5E587CFBB}"/>
              </a:ext>
            </a:extLst>
          </p:cNvPr>
          <p:cNvSpPr>
            <a:spLocks noGrp="1"/>
          </p:cNvSpPr>
          <p:nvPr>
            <p:ph sz="quarter" idx="17"/>
          </p:nvPr>
        </p:nvSpPr>
        <p:spPr>
          <a:xfrm>
            <a:off x="342900" y="2477871"/>
            <a:ext cx="6928338" cy="430783"/>
          </a:xfrm>
        </p:spPr>
        <p:txBody>
          <a:bodyPr/>
          <a:lstStyle/>
          <a:p>
            <a:pPr marL="290513"/>
            <a:r>
              <a:rPr lang="en-US" dirty="0"/>
              <a:t>than just the two dichotomous categories </a:t>
            </a:r>
            <a:r>
              <a:rPr lang="en-US" i="1" dirty="0"/>
              <a:t>B </a:t>
            </a:r>
            <a:r>
              <a:rPr lang="en-US" dirty="0"/>
              <a:t>and</a:t>
            </a:r>
          </a:p>
        </p:txBody>
      </p:sp>
      <p:graphicFrame>
        <p:nvGraphicFramePr>
          <p:cNvPr id="11" name="Object 10">
            <a:extLst>
              <a:ext uri="{FF2B5EF4-FFF2-40B4-BE49-F238E27FC236}">
                <a16:creationId xmlns:a16="http://schemas.microsoft.com/office/drawing/2014/main" id="{1C23B74F-81A6-4DD1-AE86-767C806243DE}"/>
              </a:ext>
            </a:extLst>
          </p:cNvPr>
          <p:cNvGraphicFramePr>
            <a:graphicFrameLocks noChangeAspect="1"/>
          </p:cNvGraphicFramePr>
          <p:nvPr>
            <p:extLst>
              <p:ext uri="{D42A27DB-BD31-4B8C-83A1-F6EECF244321}">
                <p14:modId xmlns:p14="http://schemas.microsoft.com/office/powerpoint/2010/main" val="2204409822"/>
              </p:ext>
            </p:extLst>
          </p:nvPr>
        </p:nvGraphicFramePr>
        <p:xfrm>
          <a:off x="7197984" y="2574435"/>
          <a:ext cx="473304" cy="321170"/>
        </p:xfrm>
        <a:graphic>
          <a:graphicData uri="http://schemas.openxmlformats.org/presentationml/2006/ole">
            <mc:AlternateContent xmlns:mc="http://schemas.openxmlformats.org/markup-compatibility/2006">
              <mc:Choice xmlns:v="urn:schemas-microsoft-com:vml" Requires="v">
                <p:oleObj name="Equation" r:id="rId5" imgW="355320" imgH="241200" progId="Equation.DSMT4">
                  <p:embed/>
                </p:oleObj>
              </mc:Choice>
              <mc:Fallback>
                <p:oleObj name="Equation" r:id="rId5" imgW="355320" imgH="241200" progId="Equation.DSMT4">
                  <p:embed/>
                  <p:pic>
                    <p:nvPicPr>
                      <p:cNvPr id="0" name=""/>
                      <p:cNvPicPr/>
                      <p:nvPr/>
                    </p:nvPicPr>
                    <p:blipFill>
                      <a:blip r:embed="rId6"/>
                      <a:stretch>
                        <a:fillRect/>
                      </a:stretch>
                    </p:blipFill>
                    <p:spPr>
                      <a:xfrm>
                        <a:off x="7197984" y="2574435"/>
                        <a:ext cx="473304" cy="321170"/>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F0598EE7-34A8-4686-AAC6-5A3554369DFF}"/>
              </a:ext>
            </a:extLst>
          </p:cNvPr>
          <p:cNvGraphicFramePr>
            <a:graphicFrameLocks noChangeAspect="1"/>
          </p:cNvGraphicFramePr>
          <p:nvPr>
            <p:extLst>
              <p:ext uri="{D42A27DB-BD31-4B8C-83A1-F6EECF244321}">
                <p14:modId xmlns:p14="http://schemas.microsoft.com/office/powerpoint/2010/main" val="79654891"/>
              </p:ext>
            </p:extLst>
          </p:nvPr>
        </p:nvGraphicFramePr>
        <p:xfrm>
          <a:off x="812800" y="3364293"/>
          <a:ext cx="7518400" cy="747713"/>
        </p:xfrm>
        <a:graphic>
          <a:graphicData uri="http://schemas.openxmlformats.org/presentationml/2006/ole">
            <mc:AlternateContent xmlns:mc="http://schemas.openxmlformats.org/markup-compatibility/2006">
              <mc:Choice xmlns:v="urn:schemas-microsoft-com:vml" Requires="v">
                <p:oleObj name="Equation" r:id="rId7" imgW="7149960" imgH="711000" progId="Equation.DSMT4">
                  <p:embed/>
                </p:oleObj>
              </mc:Choice>
              <mc:Fallback>
                <p:oleObj name="Equation" r:id="rId7" imgW="7149960" imgH="711000" progId="Equation.DSMT4">
                  <p:embed/>
                  <p:pic>
                    <p:nvPicPr>
                      <p:cNvPr id="0" name=""/>
                      <p:cNvPicPr/>
                      <p:nvPr/>
                    </p:nvPicPr>
                    <p:blipFill>
                      <a:blip r:embed="rId8"/>
                      <a:stretch>
                        <a:fillRect/>
                      </a:stretch>
                    </p:blipFill>
                    <p:spPr>
                      <a:xfrm>
                        <a:off x="812800" y="3364293"/>
                        <a:ext cx="7518400" cy="747713"/>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47</a:t>
            </a:fld>
            <a:endParaRPr lang="en-US"/>
          </a:p>
        </p:txBody>
      </p:sp>
    </p:spTree>
    <p:extLst>
      <p:ext uri="{BB962C8B-B14F-4D97-AF65-F5344CB8AC3E}">
        <p14:creationId xmlns:p14="http://schemas.microsoft.com/office/powerpoint/2010/main" val="6161923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746023" cy="903231"/>
          </a:xfrm>
        </p:spPr>
        <p:txBody>
          <a:bodyPr>
            <a:normAutofit/>
          </a:bodyPr>
          <a:lstStyle/>
          <a:p>
            <a:r>
              <a:rPr lang="en-US" sz="3600" dirty="0"/>
              <a:t>Bayes’ Theorem Example </a:t>
            </a:r>
            <a:r>
              <a:rPr lang="en-US" sz="1000" b="0" dirty="0"/>
              <a:t>1</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20858" y="78202"/>
            <a:ext cx="360484" cy="1131806"/>
          </a:xfrm>
        </p:spPr>
        <p:txBody>
          <a:bodyPr vert="vert" rIns="0"/>
          <a:lstStyle/>
          <a:p>
            <a:r>
              <a:rPr lang="en-US" b="1" dirty="0"/>
              <a:t>L</a:t>
            </a:r>
            <a:r>
              <a:rPr lang="en-US" sz="100" b="1" dirty="0"/>
              <a:t> </a:t>
            </a:r>
            <a:r>
              <a:rPr lang="en-US" b="1" dirty="0"/>
              <a:t>O 5.8</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74243"/>
            <a:ext cx="8458200" cy="2308522"/>
          </a:xfrm>
        </p:spPr>
        <p:txBody>
          <a:bodyPr/>
          <a:lstStyle/>
          <a:p>
            <a:pPr marL="292608" indent="-292608">
              <a:buFont typeface="Arial" panose="020B0604020202020204" pitchFamily="34" charset="0"/>
              <a:buChar char="•"/>
            </a:pPr>
            <a:r>
              <a:rPr lang="en-US" sz="2000" dirty="0"/>
              <a:t>Based on historical data, three hospital trauma centers have 50, 30, and 20 percent of the cases, respectively. The probability of a case resulting in a malpractice suit in each of the three hospitals is .001, .005, and .008, respectively. </a:t>
            </a:r>
            <a:r>
              <a:rPr lang="en-US" sz="2000" b="1" dirty="0"/>
              <a:t>If a malpractice suit is filed, what is the probability that it originated in hospital 1? </a:t>
            </a:r>
            <a:r>
              <a:rPr lang="en-US" sz="2000" dirty="0"/>
              <a:t>This problem is solved as follows. We define,</a:t>
            </a:r>
          </a:p>
          <a:p>
            <a:pPr marL="292608" indent="-292608">
              <a:buFont typeface="Arial" panose="020B0604020202020204" pitchFamily="34" charset="0"/>
              <a:buChar char="•"/>
            </a:pPr>
            <a:r>
              <a:rPr lang="en-US" sz="2000" dirty="0"/>
              <a:t>Event </a:t>
            </a:r>
            <a:r>
              <a:rPr lang="en-US" sz="2000" i="1" dirty="0"/>
              <a:t>A </a:t>
            </a:r>
            <a:r>
              <a:rPr lang="en-US" sz="2000" dirty="0"/>
              <a:t>= event that a malpractice suit is filed by a patient.</a:t>
            </a:r>
          </a:p>
        </p:txBody>
      </p:sp>
      <p:sp>
        <p:nvSpPr>
          <p:cNvPr id="14" name="Content Placeholder 13">
            <a:extLst>
              <a:ext uri="{FF2B5EF4-FFF2-40B4-BE49-F238E27FC236}">
                <a16:creationId xmlns:a16="http://schemas.microsoft.com/office/drawing/2014/main" id="{C6DF99C1-D9CC-4A09-81CC-2E3D0C0E94E4}"/>
              </a:ext>
            </a:extLst>
          </p:cNvPr>
          <p:cNvSpPr>
            <a:spLocks noGrp="1"/>
          </p:cNvSpPr>
          <p:nvPr>
            <p:ph sz="quarter" idx="17"/>
          </p:nvPr>
        </p:nvSpPr>
        <p:spPr>
          <a:xfrm>
            <a:off x="342900" y="3755192"/>
            <a:ext cx="1134723" cy="415815"/>
          </a:xfrm>
        </p:spPr>
        <p:txBody>
          <a:bodyPr/>
          <a:lstStyle/>
          <a:p>
            <a:pPr marL="292608" indent="-292608">
              <a:buFont typeface="Arial" panose="020B0604020202020204" pitchFamily="34" charset="0"/>
              <a:buChar char="•"/>
            </a:pPr>
            <a:r>
              <a:rPr lang="en-US" sz="2000" dirty="0"/>
              <a:t>Event</a:t>
            </a:r>
          </a:p>
        </p:txBody>
      </p:sp>
      <p:graphicFrame>
        <p:nvGraphicFramePr>
          <p:cNvPr id="27" name="Object 26">
            <a:extLst>
              <a:ext uri="{FF2B5EF4-FFF2-40B4-BE49-F238E27FC236}">
                <a16:creationId xmlns:a16="http://schemas.microsoft.com/office/drawing/2014/main" id="{1DB7884F-8AD4-41A8-8A35-08DC7CC6BF51}"/>
              </a:ext>
            </a:extLst>
          </p:cNvPr>
          <p:cNvGraphicFramePr>
            <a:graphicFrameLocks noChangeAspect="1"/>
          </p:cNvGraphicFramePr>
          <p:nvPr>
            <p:extLst>
              <p:ext uri="{D42A27DB-BD31-4B8C-83A1-F6EECF244321}">
                <p14:modId xmlns:p14="http://schemas.microsoft.com/office/powerpoint/2010/main" val="3583978880"/>
              </p:ext>
            </p:extLst>
          </p:nvPr>
        </p:nvGraphicFramePr>
        <p:xfrm>
          <a:off x="1473054" y="3799977"/>
          <a:ext cx="253609" cy="347043"/>
        </p:xfrm>
        <a:graphic>
          <a:graphicData uri="http://schemas.openxmlformats.org/presentationml/2006/ole">
            <mc:AlternateContent xmlns:mc="http://schemas.openxmlformats.org/markup-compatibility/2006">
              <mc:Choice xmlns:v="urn:schemas-microsoft-com:vml" Requires="v">
                <p:oleObj name="Equation" r:id="rId3" imgW="241200" imgH="330120" progId="Equation.DSMT4">
                  <p:embed/>
                </p:oleObj>
              </mc:Choice>
              <mc:Fallback>
                <p:oleObj name="Equation" r:id="rId3" imgW="241200" imgH="330120" progId="Equation.DSMT4">
                  <p:embed/>
                  <p:pic>
                    <p:nvPicPr>
                      <p:cNvPr id="0" name=""/>
                      <p:cNvPicPr/>
                      <p:nvPr/>
                    </p:nvPicPr>
                    <p:blipFill>
                      <a:blip r:embed="rId4"/>
                      <a:stretch>
                        <a:fillRect/>
                      </a:stretch>
                    </p:blipFill>
                    <p:spPr>
                      <a:xfrm>
                        <a:off x="1473054" y="3799977"/>
                        <a:ext cx="253609" cy="347043"/>
                      </a:xfrm>
                      <a:prstGeom prst="rect">
                        <a:avLst/>
                      </a:prstGeom>
                    </p:spPr>
                  </p:pic>
                </p:oleObj>
              </mc:Fallback>
            </mc:AlternateContent>
          </a:graphicData>
        </a:graphic>
      </p:graphicFrame>
      <p:sp>
        <p:nvSpPr>
          <p:cNvPr id="13" name="Content Placeholder 12">
            <a:extLst>
              <a:ext uri="{FF2B5EF4-FFF2-40B4-BE49-F238E27FC236}">
                <a16:creationId xmlns:a16="http://schemas.microsoft.com/office/drawing/2014/main" id="{293336FD-E6F5-4193-A1A6-44AB28384C32}"/>
              </a:ext>
            </a:extLst>
          </p:cNvPr>
          <p:cNvSpPr>
            <a:spLocks noGrp="1"/>
          </p:cNvSpPr>
          <p:nvPr>
            <p:ph sz="quarter" idx="16"/>
          </p:nvPr>
        </p:nvSpPr>
        <p:spPr>
          <a:xfrm>
            <a:off x="1770258" y="3739914"/>
            <a:ext cx="6140028" cy="382867"/>
          </a:xfrm>
        </p:spPr>
        <p:txBody>
          <a:bodyPr/>
          <a:lstStyle/>
          <a:p>
            <a:r>
              <a:rPr lang="en-US" sz="2000" dirty="0"/>
              <a:t>= event that the patient was treated at trauma center</a:t>
            </a:r>
          </a:p>
        </p:txBody>
      </p:sp>
      <p:graphicFrame>
        <p:nvGraphicFramePr>
          <p:cNvPr id="9" name="Object 8">
            <a:extLst>
              <a:ext uri="{FF2B5EF4-FFF2-40B4-BE49-F238E27FC236}">
                <a16:creationId xmlns:a16="http://schemas.microsoft.com/office/drawing/2014/main" id="{A16EDB8D-259E-4E75-9AAE-84F114C6D1DF}"/>
              </a:ext>
            </a:extLst>
          </p:cNvPr>
          <p:cNvGraphicFramePr>
            <a:graphicFrameLocks noChangeAspect="1"/>
          </p:cNvGraphicFramePr>
          <p:nvPr>
            <p:extLst>
              <p:ext uri="{D42A27DB-BD31-4B8C-83A1-F6EECF244321}">
                <p14:modId xmlns:p14="http://schemas.microsoft.com/office/powerpoint/2010/main" val="2527396197"/>
              </p:ext>
            </p:extLst>
          </p:nvPr>
        </p:nvGraphicFramePr>
        <p:xfrm>
          <a:off x="727075" y="4211638"/>
          <a:ext cx="1463675" cy="322262"/>
        </p:xfrm>
        <a:graphic>
          <a:graphicData uri="http://schemas.openxmlformats.org/presentationml/2006/ole">
            <mc:AlternateContent xmlns:mc="http://schemas.openxmlformats.org/markup-compatibility/2006">
              <mc:Choice xmlns:v="urn:schemas-microsoft-com:vml" Requires="v">
                <p:oleObj name="Equation" r:id="rId5" imgW="1384200" imgH="304560" progId="Equation.DSMT4">
                  <p:embed/>
                </p:oleObj>
              </mc:Choice>
              <mc:Fallback>
                <p:oleObj name="Equation" r:id="rId5" imgW="1384200" imgH="304560" progId="Equation.DSMT4">
                  <p:embed/>
                  <p:pic>
                    <p:nvPicPr>
                      <p:cNvPr id="0" name=""/>
                      <p:cNvPicPr/>
                      <p:nvPr/>
                    </p:nvPicPr>
                    <p:blipFill>
                      <a:blip r:embed="rId6"/>
                      <a:stretch>
                        <a:fillRect/>
                      </a:stretch>
                    </p:blipFill>
                    <p:spPr>
                      <a:xfrm>
                        <a:off x="727075" y="4211638"/>
                        <a:ext cx="1463675" cy="322262"/>
                      </a:xfrm>
                      <a:prstGeom prst="rect">
                        <a:avLst/>
                      </a:prstGeom>
                    </p:spPr>
                  </p:pic>
                </p:oleObj>
              </mc:Fallback>
            </mc:AlternateContent>
          </a:graphicData>
        </a:graphic>
      </p:graphicFrame>
      <p:graphicFrame>
        <p:nvGraphicFramePr>
          <p:cNvPr id="18" name="Table 18">
            <a:extLst>
              <a:ext uri="{FF2B5EF4-FFF2-40B4-BE49-F238E27FC236}">
                <a16:creationId xmlns:a16="http://schemas.microsoft.com/office/drawing/2014/main" id="{A15F89D2-D264-4C64-958E-FB77A2822E62}"/>
              </a:ext>
            </a:extLst>
          </p:cNvPr>
          <p:cNvGraphicFramePr>
            <a:graphicFrameLocks noGrp="1"/>
          </p:cNvGraphicFramePr>
          <p:nvPr>
            <p:extLst>
              <p:ext uri="{D42A27DB-BD31-4B8C-83A1-F6EECF244321}">
                <p14:modId xmlns:p14="http://schemas.microsoft.com/office/powerpoint/2010/main" val="139839207"/>
              </p:ext>
            </p:extLst>
          </p:nvPr>
        </p:nvGraphicFramePr>
        <p:xfrm>
          <a:off x="1465942" y="4803497"/>
          <a:ext cx="6444344" cy="1473200"/>
        </p:xfrm>
        <a:graphic>
          <a:graphicData uri="http://schemas.openxmlformats.org/drawingml/2006/table">
            <a:tbl>
              <a:tblPr firstRow="1" bandRow="1">
                <a:tableStyleId>{5C22544A-7EE6-4342-B048-85BDC9FD1C3A}</a:tableStyleId>
              </a:tblPr>
              <a:tblGrid>
                <a:gridCol w="1344962">
                  <a:extLst>
                    <a:ext uri="{9D8B030D-6E8A-4147-A177-3AD203B41FA5}">
                      <a16:colId xmlns:a16="http://schemas.microsoft.com/office/drawing/2014/main" val="509666275"/>
                    </a:ext>
                  </a:extLst>
                </a:gridCol>
                <a:gridCol w="2341668">
                  <a:extLst>
                    <a:ext uri="{9D8B030D-6E8A-4147-A177-3AD203B41FA5}">
                      <a16:colId xmlns:a16="http://schemas.microsoft.com/office/drawing/2014/main" val="2208471063"/>
                    </a:ext>
                  </a:extLst>
                </a:gridCol>
                <a:gridCol w="2757714">
                  <a:extLst>
                    <a:ext uri="{9D8B030D-6E8A-4147-A177-3AD203B41FA5}">
                      <a16:colId xmlns:a16="http://schemas.microsoft.com/office/drawing/2014/main" val="2501571205"/>
                    </a:ext>
                  </a:extLst>
                </a:gridCol>
              </a:tblGrid>
              <a:tr h="0">
                <a:tc>
                  <a:txBody>
                    <a:bodyPr/>
                    <a:lstStyle/>
                    <a:p>
                      <a:pPr algn="l" fontAlgn="t"/>
                      <a:endParaRPr lang="en-US" sz="1800" b="1" i="0" u="none" strike="noStrike" dirty="0">
                        <a:effectLst/>
                        <a:latin typeface="+mn-lt"/>
                        <a:cs typeface="Times New Roman" panose="02020603050405020304" pitchFamily="18" charset="0"/>
                      </a:endParaRPr>
                    </a:p>
                  </a:txBody>
                  <a:tcPr/>
                </a:tc>
                <a:tc>
                  <a:txBody>
                    <a:bodyPr/>
                    <a:lstStyle/>
                    <a:p>
                      <a:pPr algn="ctr" fontAlgn="t"/>
                      <a:endParaRPr lang="en-US" sz="1800" b="1" i="0" u="none" strike="noStrike" dirty="0">
                        <a:effectLst/>
                        <a:latin typeface="+mn-lt"/>
                        <a:cs typeface="Times New Roman" panose="02020603050405020304" pitchFamily="18" charset="0"/>
                      </a:endParaRPr>
                    </a:p>
                  </a:txBody>
                  <a:tcPr/>
                </a:tc>
                <a:tc>
                  <a:txBody>
                    <a:bodyPr/>
                    <a:lstStyle/>
                    <a:p>
                      <a:pPr algn="l" fontAlgn="t"/>
                      <a:endParaRPr lang="en-US" sz="1800" b="1" i="0" u="none" strike="noStrike" dirty="0">
                        <a:effectLst/>
                        <a:latin typeface="+mn-lt"/>
                        <a:cs typeface="Times New Roman" panose="02020603050405020304" pitchFamily="18" charset="0"/>
                      </a:endParaRPr>
                    </a:p>
                  </a:txBody>
                  <a:tcPr/>
                </a:tc>
                <a:extLst>
                  <a:ext uri="{0D108BD9-81ED-4DB2-BD59-A6C34878D82A}">
                    <a16:rowId xmlns:a16="http://schemas.microsoft.com/office/drawing/2014/main" val="2125803071"/>
                  </a:ext>
                </a:extLst>
              </a:tr>
              <a:tr h="345440">
                <a:tc>
                  <a:txBody>
                    <a:bodyPr/>
                    <a:lstStyle/>
                    <a:p>
                      <a:pPr algn="ctr" fontAlgn="t"/>
                      <a:endParaRPr lang="en-US" sz="1800" b="0" i="0" u="none" strike="noStrike" dirty="0">
                        <a:effectLst/>
                        <a:latin typeface="+mn-lt"/>
                        <a:cs typeface="Times New Roman" panose="02020603050405020304" pitchFamily="18" charset="0"/>
                      </a:endParaRPr>
                    </a:p>
                  </a:txBody>
                  <a:tcPr/>
                </a:tc>
                <a:tc>
                  <a:txBody>
                    <a:bodyPr/>
                    <a:lstStyle/>
                    <a:p>
                      <a:pPr algn="ctr" fontAlgn="t"/>
                      <a:endParaRPr lang="en-US" sz="1800" b="0" i="1" u="none" strike="noStrike" dirty="0">
                        <a:effectLst/>
                        <a:latin typeface="+mn-lt"/>
                        <a:cs typeface="Times New Roman" panose="02020603050405020304" pitchFamily="18" charset="0"/>
                      </a:endParaRPr>
                    </a:p>
                  </a:txBody>
                  <a:tcPr/>
                </a:tc>
                <a:tc>
                  <a:txBody>
                    <a:bodyPr/>
                    <a:lstStyle/>
                    <a:p>
                      <a:pPr algn="l" fontAlgn="t"/>
                      <a:endParaRPr lang="en-US" sz="1800" b="0" i="1" u="none" strike="noStrike" dirty="0">
                        <a:effectLst/>
                        <a:latin typeface="+mn-lt"/>
                        <a:cs typeface="Times New Roman" panose="02020603050405020304" pitchFamily="18" charset="0"/>
                      </a:endParaRPr>
                    </a:p>
                  </a:txBody>
                  <a:tcPr/>
                </a:tc>
                <a:extLst>
                  <a:ext uri="{0D108BD9-81ED-4DB2-BD59-A6C34878D82A}">
                    <a16:rowId xmlns:a16="http://schemas.microsoft.com/office/drawing/2014/main" val="2238317462"/>
                  </a:ext>
                </a:extLst>
              </a:tr>
              <a:tr h="370840">
                <a:tc>
                  <a:txBody>
                    <a:bodyPr/>
                    <a:lstStyle/>
                    <a:p>
                      <a:pPr algn="ctr" fontAlgn="t"/>
                      <a:endParaRPr lang="en-US" sz="1800" b="0" i="0" u="none" strike="noStrike" dirty="0">
                        <a:effectLst/>
                        <a:latin typeface="+mn-lt"/>
                        <a:cs typeface="Times New Roman" panose="02020603050405020304" pitchFamily="18" charset="0"/>
                      </a:endParaRPr>
                    </a:p>
                  </a:txBody>
                  <a:tcPr/>
                </a:tc>
                <a:tc>
                  <a:txBody>
                    <a:bodyPr/>
                    <a:lstStyle/>
                    <a:p>
                      <a:pPr algn="ctr" fontAlgn="t"/>
                      <a:endParaRPr lang="en-US" sz="1800" b="0" i="1" u="none" strike="noStrike" dirty="0">
                        <a:effectLst/>
                        <a:latin typeface="+mn-lt"/>
                        <a:cs typeface="Times New Roman" panose="02020603050405020304" pitchFamily="18" charset="0"/>
                      </a:endParaRPr>
                    </a:p>
                  </a:txBody>
                  <a:tcPr/>
                </a:tc>
                <a:tc>
                  <a:txBody>
                    <a:bodyPr/>
                    <a:lstStyle/>
                    <a:p>
                      <a:pPr algn="l" fontAlgn="t"/>
                      <a:endParaRPr lang="en-US" sz="1800" b="0" i="1" u="none" strike="noStrike" dirty="0">
                        <a:effectLst/>
                        <a:latin typeface="+mn-lt"/>
                        <a:cs typeface="Times New Roman" panose="02020603050405020304" pitchFamily="18" charset="0"/>
                      </a:endParaRPr>
                    </a:p>
                  </a:txBody>
                  <a:tcPr/>
                </a:tc>
                <a:extLst>
                  <a:ext uri="{0D108BD9-81ED-4DB2-BD59-A6C34878D82A}">
                    <a16:rowId xmlns:a16="http://schemas.microsoft.com/office/drawing/2014/main" val="679594914"/>
                  </a:ext>
                </a:extLst>
              </a:tr>
              <a:tr h="370840">
                <a:tc>
                  <a:txBody>
                    <a:bodyPr/>
                    <a:lstStyle/>
                    <a:p>
                      <a:pPr algn="ctr" fontAlgn="t"/>
                      <a:endParaRPr lang="en-US" sz="1800" b="0" i="0" u="none" strike="noStrike" dirty="0">
                        <a:effectLst/>
                        <a:latin typeface="+mn-lt"/>
                        <a:cs typeface="Times New Roman" panose="02020603050405020304" pitchFamily="18" charset="0"/>
                      </a:endParaRPr>
                    </a:p>
                  </a:txBody>
                  <a:tcPr/>
                </a:tc>
                <a:tc>
                  <a:txBody>
                    <a:bodyPr/>
                    <a:lstStyle/>
                    <a:p>
                      <a:pPr algn="ctr" fontAlgn="t"/>
                      <a:endParaRPr lang="en-US" sz="1800" b="0" i="1" u="none" strike="noStrike" dirty="0">
                        <a:effectLst/>
                        <a:latin typeface="+mn-lt"/>
                        <a:cs typeface="Times New Roman" panose="02020603050405020304" pitchFamily="18" charset="0"/>
                      </a:endParaRPr>
                    </a:p>
                  </a:txBody>
                  <a:tcPr/>
                </a:tc>
                <a:tc>
                  <a:txBody>
                    <a:bodyPr/>
                    <a:lstStyle/>
                    <a:p>
                      <a:pPr algn="l" fontAlgn="t"/>
                      <a:endParaRPr lang="en-US" sz="1800" b="0" i="1" u="none" strike="noStrike" dirty="0">
                        <a:effectLst/>
                        <a:latin typeface="+mn-lt"/>
                        <a:cs typeface="Times New Roman" panose="02020603050405020304" pitchFamily="18" charset="0"/>
                      </a:endParaRPr>
                    </a:p>
                  </a:txBody>
                  <a:tcPr/>
                </a:tc>
                <a:extLst>
                  <a:ext uri="{0D108BD9-81ED-4DB2-BD59-A6C34878D82A}">
                    <a16:rowId xmlns:a16="http://schemas.microsoft.com/office/drawing/2014/main" val="4211751218"/>
                  </a:ext>
                </a:extLst>
              </a:tr>
            </a:tbl>
          </a:graphicData>
        </a:graphic>
      </p:graphicFrame>
      <p:graphicFrame>
        <p:nvGraphicFramePr>
          <p:cNvPr id="5" name="Object 4">
            <a:extLst>
              <a:ext uri="{FF2B5EF4-FFF2-40B4-BE49-F238E27FC236}">
                <a16:creationId xmlns:a16="http://schemas.microsoft.com/office/drawing/2014/main" id="{E0ED3E56-17FE-4F70-A160-F6AEE5BAF0E0}"/>
              </a:ext>
            </a:extLst>
          </p:cNvPr>
          <p:cNvGraphicFramePr>
            <a:graphicFrameLocks noChangeAspect="1"/>
          </p:cNvGraphicFramePr>
          <p:nvPr>
            <p:extLst>
              <p:ext uri="{D42A27DB-BD31-4B8C-83A1-F6EECF244321}">
                <p14:modId xmlns:p14="http://schemas.microsoft.com/office/powerpoint/2010/main" val="3520373001"/>
              </p:ext>
            </p:extLst>
          </p:nvPr>
        </p:nvGraphicFramePr>
        <p:xfrm>
          <a:off x="1655763" y="4876800"/>
          <a:ext cx="965200" cy="292100"/>
        </p:xfrm>
        <a:graphic>
          <a:graphicData uri="http://schemas.openxmlformats.org/presentationml/2006/ole">
            <mc:AlternateContent xmlns:mc="http://schemas.openxmlformats.org/markup-compatibility/2006">
              <mc:Choice xmlns:v="urn:schemas-microsoft-com:vml" Requires="v">
                <p:oleObj name="Equation" r:id="rId7" imgW="965160" imgH="291960" progId="Equation.DSMT4">
                  <p:embed/>
                </p:oleObj>
              </mc:Choice>
              <mc:Fallback>
                <p:oleObj name="Equation" r:id="rId7" imgW="965160" imgH="291960" progId="Equation.DSMT4">
                  <p:embed/>
                  <p:pic>
                    <p:nvPicPr>
                      <p:cNvPr id="0" name=""/>
                      <p:cNvPicPr/>
                      <p:nvPr/>
                    </p:nvPicPr>
                    <p:blipFill>
                      <a:blip r:embed="rId8"/>
                      <a:stretch>
                        <a:fillRect/>
                      </a:stretch>
                    </p:blipFill>
                    <p:spPr>
                      <a:xfrm>
                        <a:off x="1655763" y="4876800"/>
                        <a:ext cx="965200" cy="2921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F93493F7-A35D-495E-A7BF-0F411753F6DB}"/>
              </a:ext>
            </a:extLst>
          </p:cNvPr>
          <p:cNvGraphicFramePr>
            <a:graphicFrameLocks noChangeAspect="1"/>
          </p:cNvGraphicFramePr>
          <p:nvPr>
            <p:extLst>
              <p:ext uri="{D42A27DB-BD31-4B8C-83A1-F6EECF244321}">
                <p14:modId xmlns:p14="http://schemas.microsoft.com/office/powerpoint/2010/main" val="2595164413"/>
              </p:ext>
            </p:extLst>
          </p:nvPr>
        </p:nvGraphicFramePr>
        <p:xfrm>
          <a:off x="3328307" y="4835247"/>
          <a:ext cx="1066800" cy="292100"/>
        </p:xfrm>
        <a:graphic>
          <a:graphicData uri="http://schemas.openxmlformats.org/presentationml/2006/ole">
            <mc:AlternateContent xmlns:mc="http://schemas.openxmlformats.org/markup-compatibility/2006">
              <mc:Choice xmlns:v="urn:schemas-microsoft-com:vml" Requires="v">
                <p:oleObj name="Equation" r:id="rId9" imgW="1066680" imgH="291960" progId="Equation.DSMT4">
                  <p:embed/>
                </p:oleObj>
              </mc:Choice>
              <mc:Fallback>
                <p:oleObj name="Equation" r:id="rId9" imgW="1066680" imgH="291960" progId="Equation.DSMT4">
                  <p:embed/>
                  <p:pic>
                    <p:nvPicPr>
                      <p:cNvPr id="0" name=""/>
                      <p:cNvPicPr/>
                      <p:nvPr/>
                    </p:nvPicPr>
                    <p:blipFill>
                      <a:blip r:embed="rId10"/>
                      <a:stretch>
                        <a:fillRect/>
                      </a:stretch>
                    </p:blipFill>
                    <p:spPr>
                      <a:xfrm>
                        <a:off x="3328307" y="4835247"/>
                        <a:ext cx="1066800" cy="2921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D74C39AF-AD7D-4D44-B03C-EA01E10CE1F9}"/>
              </a:ext>
            </a:extLst>
          </p:cNvPr>
          <p:cNvGraphicFramePr>
            <a:graphicFrameLocks noChangeAspect="1"/>
          </p:cNvGraphicFramePr>
          <p:nvPr>
            <p:extLst>
              <p:ext uri="{D42A27DB-BD31-4B8C-83A1-F6EECF244321}">
                <p14:modId xmlns:p14="http://schemas.microsoft.com/office/powerpoint/2010/main" val="1987996342"/>
              </p:ext>
            </p:extLst>
          </p:nvPr>
        </p:nvGraphicFramePr>
        <p:xfrm>
          <a:off x="5240338" y="4848225"/>
          <a:ext cx="2527300" cy="241300"/>
        </p:xfrm>
        <a:graphic>
          <a:graphicData uri="http://schemas.openxmlformats.org/presentationml/2006/ole">
            <mc:AlternateContent xmlns:mc="http://schemas.openxmlformats.org/markup-compatibility/2006">
              <mc:Choice xmlns:v="urn:schemas-microsoft-com:vml" Requires="v">
                <p:oleObj name="Equation" r:id="rId11" imgW="2527200" imgH="241200" progId="Equation.DSMT4">
                  <p:embed/>
                </p:oleObj>
              </mc:Choice>
              <mc:Fallback>
                <p:oleObj name="Equation" r:id="rId11" imgW="2527200" imgH="241200" progId="Equation.DSMT4">
                  <p:embed/>
                  <p:pic>
                    <p:nvPicPr>
                      <p:cNvPr id="0" name=""/>
                      <p:cNvPicPr/>
                      <p:nvPr/>
                    </p:nvPicPr>
                    <p:blipFill>
                      <a:blip r:embed="rId12"/>
                      <a:stretch>
                        <a:fillRect/>
                      </a:stretch>
                    </p:blipFill>
                    <p:spPr>
                      <a:xfrm>
                        <a:off x="5240338" y="4848225"/>
                        <a:ext cx="2527300" cy="24130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872A26A3-57F1-4652-811A-FC6A781F84F4}"/>
              </a:ext>
            </a:extLst>
          </p:cNvPr>
          <p:cNvGraphicFramePr>
            <a:graphicFrameLocks noChangeAspect="1"/>
          </p:cNvGraphicFramePr>
          <p:nvPr>
            <p:extLst>
              <p:ext uri="{D42A27DB-BD31-4B8C-83A1-F6EECF244321}">
                <p14:modId xmlns:p14="http://schemas.microsoft.com/office/powerpoint/2010/main" val="1809630899"/>
              </p:ext>
            </p:extLst>
          </p:nvPr>
        </p:nvGraphicFramePr>
        <p:xfrm>
          <a:off x="2086226" y="5255842"/>
          <a:ext cx="103909" cy="207818"/>
        </p:xfrm>
        <a:graphic>
          <a:graphicData uri="http://schemas.openxmlformats.org/presentationml/2006/ole">
            <mc:AlternateContent xmlns:mc="http://schemas.openxmlformats.org/markup-compatibility/2006">
              <mc:Choice xmlns:v="urn:schemas-microsoft-com:vml" Requires="v">
                <p:oleObj name="Equation" r:id="rId13" imgW="114120" imgH="228600" progId="Equation.DSMT4">
                  <p:embed/>
                </p:oleObj>
              </mc:Choice>
              <mc:Fallback>
                <p:oleObj name="Equation" r:id="rId13" imgW="114120" imgH="228600" progId="Equation.DSMT4">
                  <p:embed/>
                  <p:pic>
                    <p:nvPicPr>
                      <p:cNvPr id="0" name=""/>
                      <p:cNvPicPr/>
                      <p:nvPr/>
                    </p:nvPicPr>
                    <p:blipFill>
                      <a:blip r:embed="rId14"/>
                      <a:stretch>
                        <a:fillRect/>
                      </a:stretch>
                    </p:blipFill>
                    <p:spPr>
                      <a:xfrm>
                        <a:off x="2086226" y="5255842"/>
                        <a:ext cx="103909" cy="207818"/>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94F2ECEC-420E-4FD3-9ED8-6A238DE9BD2A}"/>
              </a:ext>
            </a:extLst>
          </p:cNvPr>
          <p:cNvGraphicFramePr>
            <a:graphicFrameLocks noChangeAspect="1"/>
          </p:cNvGraphicFramePr>
          <p:nvPr>
            <p:extLst>
              <p:ext uri="{D42A27DB-BD31-4B8C-83A1-F6EECF244321}">
                <p14:modId xmlns:p14="http://schemas.microsoft.com/office/powerpoint/2010/main" val="1646550624"/>
              </p:ext>
            </p:extLst>
          </p:nvPr>
        </p:nvGraphicFramePr>
        <p:xfrm>
          <a:off x="3382963" y="5176838"/>
          <a:ext cx="1236662" cy="346075"/>
        </p:xfrm>
        <a:graphic>
          <a:graphicData uri="http://schemas.openxmlformats.org/presentationml/2006/ole">
            <mc:AlternateContent xmlns:mc="http://schemas.openxmlformats.org/markup-compatibility/2006">
              <mc:Choice xmlns:v="urn:schemas-microsoft-com:vml" Requires="v">
                <p:oleObj name="Equation" r:id="rId15" imgW="1358640" imgH="380880" progId="Equation.DSMT4">
                  <p:embed/>
                </p:oleObj>
              </mc:Choice>
              <mc:Fallback>
                <p:oleObj name="Equation" r:id="rId15" imgW="1358640" imgH="380880" progId="Equation.DSMT4">
                  <p:embed/>
                  <p:pic>
                    <p:nvPicPr>
                      <p:cNvPr id="0" name=""/>
                      <p:cNvPicPr/>
                      <p:nvPr/>
                    </p:nvPicPr>
                    <p:blipFill>
                      <a:blip r:embed="rId16"/>
                      <a:stretch>
                        <a:fillRect/>
                      </a:stretch>
                    </p:blipFill>
                    <p:spPr>
                      <a:xfrm>
                        <a:off x="3382963" y="5176838"/>
                        <a:ext cx="1236662" cy="346075"/>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B306487E-5FCC-4B7D-B957-2097394FFD80}"/>
              </a:ext>
            </a:extLst>
          </p:cNvPr>
          <p:cNvGraphicFramePr>
            <a:graphicFrameLocks noChangeAspect="1"/>
          </p:cNvGraphicFramePr>
          <p:nvPr>
            <p:extLst>
              <p:ext uri="{D42A27DB-BD31-4B8C-83A1-F6EECF244321}">
                <p14:modId xmlns:p14="http://schemas.microsoft.com/office/powerpoint/2010/main" val="2821597233"/>
              </p:ext>
            </p:extLst>
          </p:nvPr>
        </p:nvGraphicFramePr>
        <p:xfrm>
          <a:off x="5657850" y="5208588"/>
          <a:ext cx="1638300" cy="300037"/>
        </p:xfrm>
        <a:graphic>
          <a:graphicData uri="http://schemas.openxmlformats.org/presentationml/2006/ole">
            <mc:AlternateContent xmlns:mc="http://schemas.openxmlformats.org/markup-compatibility/2006">
              <mc:Choice xmlns:v="urn:schemas-microsoft-com:vml" Requires="v">
                <p:oleObj name="Equation" r:id="rId17" imgW="1803240" imgH="330120" progId="Equation.DSMT4">
                  <p:embed/>
                </p:oleObj>
              </mc:Choice>
              <mc:Fallback>
                <p:oleObj name="Equation" r:id="rId17" imgW="1803240" imgH="330120" progId="Equation.DSMT4">
                  <p:embed/>
                  <p:pic>
                    <p:nvPicPr>
                      <p:cNvPr id="0" name=""/>
                      <p:cNvPicPr/>
                      <p:nvPr/>
                    </p:nvPicPr>
                    <p:blipFill>
                      <a:blip r:embed="rId18"/>
                      <a:stretch>
                        <a:fillRect/>
                      </a:stretch>
                    </p:blipFill>
                    <p:spPr>
                      <a:xfrm>
                        <a:off x="5657850" y="5208588"/>
                        <a:ext cx="1638300" cy="300037"/>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2EF996FD-684E-480F-A408-A03E3E4EEB69}"/>
              </a:ext>
            </a:extLst>
          </p:cNvPr>
          <p:cNvGraphicFramePr>
            <a:graphicFrameLocks noChangeAspect="1"/>
          </p:cNvGraphicFramePr>
          <p:nvPr>
            <p:extLst>
              <p:ext uri="{D42A27DB-BD31-4B8C-83A1-F6EECF244321}">
                <p14:modId xmlns:p14="http://schemas.microsoft.com/office/powerpoint/2010/main" val="979899522"/>
              </p:ext>
            </p:extLst>
          </p:nvPr>
        </p:nvGraphicFramePr>
        <p:xfrm>
          <a:off x="2080780" y="5617441"/>
          <a:ext cx="150091" cy="207818"/>
        </p:xfrm>
        <a:graphic>
          <a:graphicData uri="http://schemas.openxmlformats.org/presentationml/2006/ole">
            <mc:AlternateContent xmlns:mc="http://schemas.openxmlformats.org/markup-compatibility/2006">
              <mc:Choice xmlns:v="urn:schemas-microsoft-com:vml" Requires="v">
                <p:oleObj name="Equation" r:id="rId19" imgW="164880" imgH="228600" progId="Equation.DSMT4">
                  <p:embed/>
                </p:oleObj>
              </mc:Choice>
              <mc:Fallback>
                <p:oleObj name="Equation" r:id="rId19" imgW="164880" imgH="228600" progId="Equation.DSMT4">
                  <p:embed/>
                  <p:pic>
                    <p:nvPicPr>
                      <p:cNvPr id="8" name="Object 7">
                        <a:extLst>
                          <a:ext uri="{FF2B5EF4-FFF2-40B4-BE49-F238E27FC236}">
                            <a16:creationId xmlns:a16="http://schemas.microsoft.com/office/drawing/2014/main" id="{872A26A3-57F1-4652-811A-FC6A781F84F4}"/>
                          </a:ext>
                        </a:extLst>
                      </p:cNvPr>
                      <p:cNvPicPr/>
                      <p:nvPr/>
                    </p:nvPicPr>
                    <p:blipFill>
                      <a:blip r:embed="rId20"/>
                      <a:stretch>
                        <a:fillRect/>
                      </a:stretch>
                    </p:blipFill>
                    <p:spPr>
                      <a:xfrm>
                        <a:off x="2080780" y="5617441"/>
                        <a:ext cx="150091" cy="207818"/>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D669A646-48EB-41EC-9EE2-28629B308E34}"/>
              </a:ext>
            </a:extLst>
          </p:cNvPr>
          <p:cNvGraphicFramePr>
            <a:graphicFrameLocks noChangeAspect="1"/>
          </p:cNvGraphicFramePr>
          <p:nvPr>
            <p:extLst>
              <p:ext uri="{D42A27DB-BD31-4B8C-83A1-F6EECF244321}">
                <p14:modId xmlns:p14="http://schemas.microsoft.com/office/powerpoint/2010/main" val="2695319127"/>
              </p:ext>
            </p:extLst>
          </p:nvPr>
        </p:nvGraphicFramePr>
        <p:xfrm>
          <a:off x="3354388" y="5567363"/>
          <a:ext cx="1258887" cy="346075"/>
        </p:xfrm>
        <a:graphic>
          <a:graphicData uri="http://schemas.openxmlformats.org/presentationml/2006/ole">
            <mc:AlternateContent xmlns:mc="http://schemas.openxmlformats.org/markup-compatibility/2006">
              <mc:Choice xmlns:v="urn:schemas-microsoft-com:vml" Requires="v">
                <p:oleObj name="Equation" r:id="rId21" imgW="1384200" imgH="380880" progId="Equation.DSMT4">
                  <p:embed/>
                </p:oleObj>
              </mc:Choice>
              <mc:Fallback>
                <p:oleObj name="Equation" r:id="rId21" imgW="1384200" imgH="380880" progId="Equation.DSMT4">
                  <p:embed/>
                  <p:pic>
                    <p:nvPicPr>
                      <p:cNvPr id="20" name="Object 19">
                        <a:extLst>
                          <a:ext uri="{FF2B5EF4-FFF2-40B4-BE49-F238E27FC236}">
                            <a16:creationId xmlns:a16="http://schemas.microsoft.com/office/drawing/2014/main" id="{94F2ECEC-420E-4FD3-9ED8-6A238DE9BD2A}"/>
                          </a:ext>
                        </a:extLst>
                      </p:cNvPr>
                      <p:cNvPicPr/>
                      <p:nvPr/>
                    </p:nvPicPr>
                    <p:blipFill>
                      <a:blip r:embed="rId22"/>
                      <a:stretch>
                        <a:fillRect/>
                      </a:stretch>
                    </p:blipFill>
                    <p:spPr>
                      <a:xfrm>
                        <a:off x="3354388" y="5567363"/>
                        <a:ext cx="1258887" cy="346075"/>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03A6384C-C909-4386-AF05-210DF9B9D662}"/>
              </a:ext>
            </a:extLst>
          </p:cNvPr>
          <p:cNvGraphicFramePr>
            <a:graphicFrameLocks noChangeAspect="1"/>
          </p:cNvGraphicFramePr>
          <p:nvPr>
            <p:extLst>
              <p:ext uri="{D42A27DB-BD31-4B8C-83A1-F6EECF244321}">
                <p14:modId xmlns:p14="http://schemas.microsoft.com/office/powerpoint/2010/main" val="2897667138"/>
              </p:ext>
            </p:extLst>
          </p:nvPr>
        </p:nvGraphicFramePr>
        <p:xfrm>
          <a:off x="5629275" y="5565775"/>
          <a:ext cx="1674813" cy="298450"/>
        </p:xfrm>
        <a:graphic>
          <a:graphicData uri="http://schemas.openxmlformats.org/presentationml/2006/ole">
            <mc:AlternateContent xmlns:mc="http://schemas.openxmlformats.org/markup-compatibility/2006">
              <mc:Choice xmlns:v="urn:schemas-microsoft-com:vml" Requires="v">
                <p:oleObj name="Equation" r:id="rId23" imgW="1841400" imgH="330120" progId="Equation.DSMT4">
                  <p:embed/>
                </p:oleObj>
              </mc:Choice>
              <mc:Fallback>
                <p:oleObj name="Equation" r:id="rId23" imgW="1841400" imgH="330120" progId="Equation.DSMT4">
                  <p:embed/>
                  <p:pic>
                    <p:nvPicPr>
                      <p:cNvPr id="23" name="Object 22">
                        <a:extLst>
                          <a:ext uri="{FF2B5EF4-FFF2-40B4-BE49-F238E27FC236}">
                            <a16:creationId xmlns:a16="http://schemas.microsoft.com/office/drawing/2014/main" id="{B306487E-5FCC-4B7D-B957-2097394FFD80}"/>
                          </a:ext>
                        </a:extLst>
                      </p:cNvPr>
                      <p:cNvPicPr/>
                      <p:nvPr/>
                    </p:nvPicPr>
                    <p:blipFill>
                      <a:blip r:embed="rId24"/>
                      <a:stretch>
                        <a:fillRect/>
                      </a:stretch>
                    </p:blipFill>
                    <p:spPr>
                      <a:xfrm>
                        <a:off x="5629275" y="5565775"/>
                        <a:ext cx="1674813" cy="298450"/>
                      </a:xfrm>
                      <a:prstGeom prst="rect">
                        <a:avLst/>
                      </a:prstGeom>
                    </p:spPr>
                  </p:pic>
                </p:oleObj>
              </mc:Fallback>
            </mc:AlternateContent>
          </a:graphicData>
        </a:graphic>
      </p:graphicFrame>
      <p:graphicFrame>
        <p:nvGraphicFramePr>
          <p:cNvPr id="26" name="Object 25">
            <a:extLst>
              <a:ext uri="{FF2B5EF4-FFF2-40B4-BE49-F238E27FC236}">
                <a16:creationId xmlns:a16="http://schemas.microsoft.com/office/drawing/2014/main" id="{8DD8C635-ACFD-4061-86D5-7F13203BB3E3}"/>
              </a:ext>
            </a:extLst>
          </p:cNvPr>
          <p:cNvGraphicFramePr>
            <a:graphicFrameLocks noChangeAspect="1"/>
          </p:cNvGraphicFramePr>
          <p:nvPr>
            <p:extLst>
              <p:ext uri="{D42A27DB-BD31-4B8C-83A1-F6EECF244321}">
                <p14:modId xmlns:p14="http://schemas.microsoft.com/office/powerpoint/2010/main" val="1175321942"/>
              </p:ext>
            </p:extLst>
          </p:nvPr>
        </p:nvGraphicFramePr>
        <p:xfrm>
          <a:off x="2088323" y="5989493"/>
          <a:ext cx="138545" cy="219364"/>
        </p:xfrm>
        <a:graphic>
          <a:graphicData uri="http://schemas.openxmlformats.org/presentationml/2006/ole">
            <mc:AlternateContent xmlns:mc="http://schemas.openxmlformats.org/markup-compatibility/2006">
              <mc:Choice xmlns:v="urn:schemas-microsoft-com:vml" Requires="v">
                <p:oleObj name="Equation" r:id="rId25" imgW="152280" imgH="241200" progId="Equation.DSMT4">
                  <p:embed/>
                </p:oleObj>
              </mc:Choice>
              <mc:Fallback>
                <p:oleObj name="Equation" r:id="rId25" imgW="152280" imgH="241200" progId="Equation.DSMT4">
                  <p:embed/>
                  <p:pic>
                    <p:nvPicPr>
                      <p:cNvPr id="19" name="Object 18">
                        <a:extLst>
                          <a:ext uri="{FF2B5EF4-FFF2-40B4-BE49-F238E27FC236}">
                            <a16:creationId xmlns:a16="http://schemas.microsoft.com/office/drawing/2014/main" id="{2EF996FD-684E-480F-A408-A03E3E4EEB69}"/>
                          </a:ext>
                        </a:extLst>
                      </p:cNvPr>
                      <p:cNvPicPr/>
                      <p:nvPr/>
                    </p:nvPicPr>
                    <p:blipFill>
                      <a:blip r:embed="rId26"/>
                      <a:stretch>
                        <a:fillRect/>
                      </a:stretch>
                    </p:blipFill>
                    <p:spPr>
                      <a:xfrm>
                        <a:off x="2088323" y="5989493"/>
                        <a:ext cx="138545" cy="219364"/>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6B1D9C21-69BD-4795-BF0D-26448218D701}"/>
              </a:ext>
            </a:extLst>
          </p:cNvPr>
          <p:cNvGraphicFramePr>
            <a:graphicFrameLocks noChangeAspect="1"/>
          </p:cNvGraphicFramePr>
          <p:nvPr>
            <p:extLst>
              <p:ext uri="{D42A27DB-BD31-4B8C-83A1-F6EECF244321}">
                <p14:modId xmlns:p14="http://schemas.microsoft.com/office/powerpoint/2010/main" val="1505212293"/>
              </p:ext>
            </p:extLst>
          </p:nvPr>
        </p:nvGraphicFramePr>
        <p:xfrm>
          <a:off x="3352800" y="5922963"/>
          <a:ext cx="1246188" cy="346075"/>
        </p:xfrm>
        <a:graphic>
          <a:graphicData uri="http://schemas.openxmlformats.org/presentationml/2006/ole">
            <mc:AlternateContent xmlns:mc="http://schemas.openxmlformats.org/markup-compatibility/2006">
              <mc:Choice xmlns:v="urn:schemas-microsoft-com:vml" Requires="v">
                <p:oleObj name="Equation" r:id="rId27" imgW="1371600" imgH="380880" progId="Equation.DSMT4">
                  <p:embed/>
                </p:oleObj>
              </mc:Choice>
              <mc:Fallback>
                <p:oleObj name="Equation" r:id="rId27" imgW="1371600" imgH="380880" progId="Equation.DSMT4">
                  <p:embed/>
                  <p:pic>
                    <p:nvPicPr>
                      <p:cNvPr id="20" name="Object 19">
                        <a:extLst>
                          <a:ext uri="{FF2B5EF4-FFF2-40B4-BE49-F238E27FC236}">
                            <a16:creationId xmlns:a16="http://schemas.microsoft.com/office/drawing/2014/main" id="{94F2ECEC-420E-4FD3-9ED8-6A238DE9BD2A}"/>
                          </a:ext>
                        </a:extLst>
                      </p:cNvPr>
                      <p:cNvPicPr/>
                      <p:nvPr/>
                    </p:nvPicPr>
                    <p:blipFill>
                      <a:blip r:embed="rId28"/>
                      <a:stretch>
                        <a:fillRect/>
                      </a:stretch>
                    </p:blipFill>
                    <p:spPr>
                      <a:xfrm>
                        <a:off x="3352800" y="5922963"/>
                        <a:ext cx="1246188" cy="346075"/>
                      </a:xfrm>
                      <a:prstGeom prst="rect">
                        <a:avLst/>
                      </a:prstGeom>
                    </p:spPr>
                  </p:pic>
                </p:oleObj>
              </mc:Fallback>
            </mc:AlternateContent>
          </a:graphicData>
        </a:graphic>
      </p:graphicFrame>
      <p:graphicFrame>
        <p:nvGraphicFramePr>
          <p:cNvPr id="25" name="Object 24">
            <a:extLst>
              <a:ext uri="{FF2B5EF4-FFF2-40B4-BE49-F238E27FC236}">
                <a16:creationId xmlns:a16="http://schemas.microsoft.com/office/drawing/2014/main" id="{C0400C37-A141-4BA5-AC9E-6400DE3E1A1A}"/>
              </a:ext>
            </a:extLst>
          </p:cNvPr>
          <p:cNvGraphicFramePr>
            <a:graphicFrameLocks noChangeAspect="1"/>
          </p:cNvGraphicFramePr>
          <p:nvPr>
            <p:extLst>
              <p:ext uri="{D42A27DB-BD31-4B8C-83A1-F6EECF244321}">
                <p14:modId xmlns:p14="http://schemas.microsoft.com/office/powerpoint/2010/main" val="3782146814"/>
              </p:ext>
            </p:extLst>
          </p:nvPr>
        </p:nvGraphicFramePr>
        <p:xfrm>
          <a:off x="5635625" y="5956300"/>
          <a:ext cx="1662113" cy="300038"/>
        </p:xfrm>
        <a:graphic>
          <a:graphicData uri="http://schemas.openxmlformats.org/presentationml/2006/ole">
            <mc:AlternateContent xmlns:mc="http://schemas.openxmlformats.org/markup-compatibility/2006">
              <mc:Choice xmlns:v="urn:schemas-microsoft-com:vml" Requires="v">
                <p:oleObj name="Equation" r:id="rId29" imgW="1828800" imgH="330120" progId="Equation.DSMT4">
                  <p:embed/>
                </p:oleObj>
              </mc:Choice>
              <mc:Fallback>
                <p:oleObj name="Equation" r:id="rId29" imgW="1828800" imgH="330120" progId="Equation.DSMT4">
                  <p:embed/>
                  <p:pic>
                    <p:nvPicPr>
                      <p:cNvPr id="23" name="Object 22">
                        <a:extLst>
                          <a:ext uri="{FF2B5EF4-FFF2-40B4-BE49-F238E27FC236}">
                            <a16:creationId xmlns:a16="http://schemas.microsoft.com/office/drawing/2014/main" id="{B306487E-5FCC-4B7D-B957-2097394FFD80}"/>
                          </a:ext>
                        </a:extLst>
                      </p:cNvPr>
                      <p:cNvPicPr/>
                      <p:nvPr/>
                    </p:nvPicPr>
                    <p:blipFill>
                      <a:blip r:embed="rId30"/>
                      <a:stretch>
                        <a:fillRect/>
                      </a:stretch>
                    </p:blipFill>
                    <p:spPr>
                      <a:xfrm>
                        <a:off x="5635625" y="5956300"/>
                        <a:ext cx="1662113" cy="300038"/>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48</a:t>
            </a:fld>
            <a:endParaRPr lang="en-US"/>
          </a:p>
        </p:txBody>
      </p:sp>
    </p:spTree>
    <p:extLst>
      <p:ext uri="{BB962C8B-B14F-4D97-AF65-F5344CB8AC3E}">
        <p14:creationId xmlns:p14="http://schemas.microsoft.com/office/powerpoint/2010/main" val="37965117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798777" cy="903231"/>
          </a:xfrm>
        </p:spPr>
        <p:txBody>
          <a:bodyPr>
            <a:normAutofit/>
          </a:bodyPr>
          <a:lstStyle/>
          <a:p>
            <a:r>
              <a:rPr lang="en-US" sz="3600" dirty="0"/>
              <a:t>Bayes’ Theorem Example </a:t>
            </a:r>
            <a:r>
              <a:rPr lang="en-US" sz="1000" b="0" dirty="0"/>
              <a:t>2</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78127" y="73517"/>
            <a:ext cx="386862" cy="1141175"/>
          </a:xfrm>
        </p:spPr>
        <p:txBody>
          <a:bodyPr vert="vert" rIns="0"/>
          <a:lstStyle/>
          <a:p>
            <a:r>
              <a:rPr lang="en-US" b="1" dirty="0"/>
              <a:t>L</a:t>
            </a:r>
            <a:r>
              <a:rPr lang="en-US" sz="100" b="1" dirty="0"/>
              <a:t> </a:t>
            </a:r>
            <a:r>
              <a:rPr lang="en-US" b="1" dirty="0"/>
              <a:t>O 5.8</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47457"/>
            <a:ext cx="4387362" cy="441656"/>
          </a:xfrm>
        </p:spPr>
        <p:txBody>
          <a:bodyPr/>
          <a:lstStyle/>
          <a:p>
            <a:pPr marL="292608" indent="-292608">
              <a:spcBef>
                <a:spcPts val="500"/>
              </a:spcBef>
              <a:buFont typeface="Arial" panose="020B0604020202020204" pitchFamily="34" charset="0"/>
              <a:buChar char="•"/>
            </a:pPr>
            <a:r>
              <a:rPr lang="en-IN" sz="2000" dirty="0"/>
              <a:t>Applying formula 5.16, we can find</a:t>
            </a:r>
            <a:endParaRPr lang="en-US" sz="2000" dirty="0"/>
          </a:p>
        </p:txBody>
      </p:sp>
      <p:graphicFrame>
        <p:nvGraphicFramePr>
          <p:cNvPr id="10" name="Object 9">
            <a:extLst>
              <a:ext uri="{FF2B5EF4-FFF2-40B4-BE49-F238E27FC236}">
                <a16:creationId xmlns:a16="http://schemas.microsoft.com/office/drawing/2014/main" id="{91A7572A-E3D5-442C-AEB5-25F88872A04C}"/>
              </a:ext>
            </a:extLst>
          </p:cNvPr>
          <p:cNvGraphicFramePr>
            <a:graphicFrameLocks noChangeAspect="1"/>
          </p:cNvGraphicFramePr>
          <p:nvPr>
            <p:extLst>
              <p:ext uri="{D42A27DB-BD31-4B8C-83A1-F6EECF244321}">
                <p14:modId xmlns:p14="http://schemas.microsoft.com/office/powerpoint/2010/main" val="1244672867"/>
              </p:ext>
            </p:extLst>
          </p:nvPr>
        </p:nvGraphicFramePr>
        <p:xfrm>
          <a:off x="4705350" y="1404938"/>
          <a:ext cx="1003300" cy="330200"/>
        </p:xfrm>
        <a:graphic>
          <a:graphicData uri="http://schemas.openxmlformats.org/presentationml/2006/ole">
            <mc:AlternateContent xmlns:mc="http://schemas.openxmlformats.org/markup-compatibility/2006">
              <mc:Choice xmlns:v="urn:schemas-microsoft-com:vml" Requires="v">
                <p:oleObj name="Equation" r:id="rId3" imgW="1002960" imgH="330120" progId="Equation.DSMT4">
                  <p:embed/>
                </p:oleObj>
              </mc:Choice>
              <mc:Fallback>
                <p:oleObj name="Equation" r:id="rId3" imgW="1002960" imgH="330120" progId="Equation.DSMT4">
                  <p:embed/>
                  <p:pic>
                    <p:nvPicPr>
                      <p:cNvPr id="0" name=""/>
                      <p:cNvPicPr/>
                      <p:nvPr/>
                    </p:nvPicPr>
                    <p:blipFill>
                      <a:blip r:embed="rId4"/>
                      <a:stretch>
                        <a:fillRect/>
                      </a:stretch>
                    </p:blipFill>
                    <p:spPr>
                      <a:xfrm>
                        <a:off x="4705350" y="1404938"/>
                        <a:ext cx="1003300" cy="330200"/>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47A2D21D-548E-4291-8A2D-25064A4F8DB6}"/>
              </a:ext>
            </a:extLst>
          </p:cNvPr>
          <p:cNvSpPr>
            <a:spLocks noGrp="1"/>
          </p:cNvSpPr>
          <p:nvPr>
            <p:ph sz="quarter" idx="17"/>
          </p:nvPr>
        </p:nvSpPr>
        <p:spPr>
          <a:xfrm>
            <a:off x="5721839" y="1347457"/>
            <a:ext cx="1450731" cy="414091"/>
          </a:xfrm>
        </p:spPr>
        <p:txBody>
          <a:bodyPr/>
          <a:lstStyle/>
          <a:p>
            <a:r>
              <a:rPr lang="en-US" sz="2000" dirty="0"/>
              <a:t>as follows:</a:t>
            </a:r>
          </a:p>
        </p:txBody>
      </p:sp>
      <p:graphicFrame>
        <p:nvGraphicFramePr>
          <p:cNvPr id="16" name="Object 15">
            <a:extLst>
              <a:ext uri="{FF2B5EF4-FFF2-40B4-BE49-F238E27FC236}">
                <a16:creationId xmlns:a16="http://schemas.microsoft.com/office/drawing/2014/main" id="{1985AA18-B5FB-446B-B547-D449C5F092DC}"/>
              </a:ext>
            </a:extLst>
          </p:cNvPr>
          <p:cNvGraphicFramePr>
            <a:graphicFrameLocks noChangeAspect="1"/>
          </p:cNvGraphicFramePr>
          <p:nvPr>
            <p:extLst>
              <p:ext uri="{D42A27DB-BD31-4B8C-83A1-F6EECF244321}">
                <p14:modId xmlns:p14="http://schemas.microsoft.com/office/powerpoint/2010/main" val="245421812"/>
              </p:ext>
            </p:extLst>
          </p:nvPr>
        </p:nvGraphicFramePr>
        <p:xfrm>
          <a:off x="863600" y="2014538"/>
          <a:ext cx="7416800" cy="741362"/>
        </p:xfrm>
        <a:graphic>
          <a:graphicData uri="http://schemas.openxmlformats.org/presentationml/2006/ole">
            <mc:AlternateContent xmlns:mc="http://schemas.openxmlformats.org/markup-compatibility/2006">
              <mc:Choice xmlns:v="urn:schemas-microsoft-com:vml" Requires="v">
                <p:oleObj name="Equation" r:id="rId5" imgW="6743520" imgH="672840" progId="Equation.DSMT4">
                  <p:embed/>
                </p:oleObj>
              </mc:Choice>
              <mc:Fallback>
                <p:oleObj name="Equation" r:id="rId5" imgW="6743520" imgH="672840" progId="Equation.DSMT4">
                  <p:embed/>
                  <p:pic>
                    <p:nvPicPr>
                      <p:cNvPr id="0" name=""/>
                      <p:cNvPicPr/>
                      <p:nvPr/>
                    </p:nvPicPr>
                    <p:blipFill>
                      <a:blip r:embed="rId6"/>
                      <a:stretch>
                        <a:fillRect/>
                      </a:stretch>
                    </p:blipFill>
                    <p:spPr>
                      <a:xfrm>
                        <a:off x="863600" y="2014538"/>
                        <a:ext cx="7416800" cy="741362"/>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30F75CC2-13C9-42F7-89D8-DBBB8F7161E9}"/>
              </a:ext>
            </a:extLst>
          </p:cNvPr>
          <p:cNvGraphicFramePr>
            <a:graphicFrameLocks noChangeAspect="1"/>
          </p:cNvGraphicFramePr>
          <p:nvPr>
            <p:extLst>
              <p:ext uri="{D42A27DB-BD31-4B8C-83A1-F6EECF244321}">
                <p14:modId xmlns:p14="http://schemas.microsoft.com/office/powerpoint/2010/main" val="2154658225"/>
              </p:ext>
            </p:extLst>
          </p:nvPr>
        </p:nvGraphicFramePr>
        <p:xfrm>
          <a:off x="1933575" y="2981325"/>
          <a:ext cx="4749800" cy="739775"/>
        </p:xfrm>
        <a:graphic>
          <a:graphicData uri="http://schemas.openxmlformats.org/presentationml/2006/ole">
            <mc:AlternateContent xmlns:mc="http://schemas.openxmlformats.org/markup-compatibility/2006">
              <mc:Choice xmlns:v="urn:schemas-microsoft-com:vml" Requires="v">
                <p:oleObj name="Equation" r:id="rId7" imgW="4317840" imgH="672840" progId="Equation.DSMT4">
                  <p:embed/>
                </p:oleObj>
              </mc:Choice>
              <mc:Fallback>
                <p:oleObj name="Equation" r:id="rId7" imgW="4317840" imgH="672840" progId="Equation.DSMT4">
                  <p:embed/>
                  <p:pic>
                    <p:nvPicPr>
                      <p:cNvPr id="0" name=""/>
                      <p:cNvPicPr/>
                      <p:nvPr/>
                    </p:nvPicPr>
                    <p:blipFill>
                      <a:blip r:embed="rId8"/>
                      <a:stretch>
                        <a:fillRect/>
                      </a:stretch>
                    </p:blipFill>
                    <p:spPr>
                      <a:xfrm>
                        <a:off x="1933575" y="2981325"/>
                        <a:ext cx="4749800" cy="739775"/>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DCF68C98-0594-4C9D-A0BD-FE64D74CB536}"/>
              </a:ext>
            </a:extLst>
          </p:cNvPr>
          <p:cNvGraphicFramePr>
            <a:graphicFrameLocks noChangeAspect="1"/>
          </p:cNvGraphicFramePr>
          <p:nvPr>
            <p:extLst>
              <p:ext uri="{D42A27DB-BD31-4B8C-83A1-F6EECF244321}">
                <p14:modId xmlns:p14="http://schemas.microsoft.com/office/powerpoint/2010/main" val="3089439246"/>
              </p:ext>
            </p:extLst>
          </p:nvPr>
        </p:nvGraphicFramePr>
        <p:xfrm>
          <a:off x="2016941" y="4002009"/>
          <a:ext cx="4316311" cy="653575"/>
        </p:xfrm>
        <a:graphic>
          <a:graphicData uri="http://schemas.openxmlformats.org/presentationml/2006/ole">
            <mc:AlternateContent xmlns:mc="http://schemas.openxmlformats.org/markup-compatibility/2006">
              <mc:Choice xmlns:v="urn:schemas-microsoft-com:vml" Requires="v">
                <p:oleObj name="Equation" r:id="rId9" imgW="4025880" imgH="609480" progId="Equation.DSMT4">
                  <p:embed/>
                </p:oleObj>
              </mc:Choice>
              <mc:Fallback>
                <p:oleObj name="Equation" r:id="rId9" imgW="4025880" imgH="609480" progId="Equation.DSMT4">
                  <p:embed/>
                  <p:pic>
                    <p:nvPicPr>
                      <p:cNvPr id="0" name=""/>
                      <p:cNvPicPr/>
                      <p:nvPr/>
                    </p:nvPicPr>
                    <p:blipFill>
                      <a:blip r:embed="rId10"/>
                      <a:stretch>
                        <a:fillRect/>
                      </a:stretch>
                    </p:blipFill>
                    <p:spPr>
                      <a:xfrm>
                        <a:off x="2016941" y="4002009"/>
                        <a:ext cx="4316311" cy="653575"/>
                      </a:xfrm>
                      <a:prstGeom prst="rect">
                        <a:avLst/>
                      </a:prstGeom>
                    </p:spPr>
                  </p:pic>
                </p:oleObj>
              </mc:Fallback>
            </mc:AlternateContent>
          </a:graphicData>
        </a:graphic>
      </p:graphicFrame>
      <p:sp>
        <p:nvSpPr>
          <p:cNvPr id="13" name="Content Placeholder 12">
            <a:extLst>
              <a:ext uri="{FF2B5EF4-FFF2-40B4-BE49-F238E27FC236}">
                <a16:creationId xmlns:a16="http://schemas.microsoft.com/office/drawing/2014/main" id="{C82F3236-C6FA-4015-9512-0A8067559649}"/>
              </a:ext>
            </a:extLst>
          </p:cNvPr>
          <p:cNvSpPr>
            <a:spLocks noGrp="1"/>
          </p:cNvSpPr>
          <p:nvPr>
            <p:ph sz="quarter" idx="15"/>
          </p:nvPr>
        </p:nvSpPr>
        <p:spPr>
          <a:xfrm>
            <a:off x="342900" y="4936492"/>
            <a:ext cx="8458200" cy="1590995"/>
          </a:xfrm>
        </p:spPr>
        <p:txBody>
          <a:bodyPr/>
          <a:lstStyle/>
          <a:p>
            <a:pPr marL="292608" indent="-292608">
              <a:buFont typeface="Arial" panose="020B0604020202020204" pitchFamily="34" charset="0"/>
              <a:buChar char="•"/>
            </a:pPr>
            <a:r>
              <a:rPr lang="en-US" sz="2000" dirty="0"/>
              <a:t>The probability that the malpractice suit was filed in hospital 1 is .1389, or 13.89 percent. Although hospital 1 sees 50 percent of the trauma patients, it is expected to generate less than half the malpractice suits because the other two hospitals have a much higher incidence of malpractice suits.</a:t>
            </a:r>
          </a:p>
        </p:txBody>
      </p:sp>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49</a:t>
            </a:fld>
            <a:endParaRPr lang="en-US"/>
          </a:p>
        </p:txBody>
      </p:sp>
    </p:spTree>
    <p:extLst>
      <p:ext uri="{BB962C8B-B14F-4D97-AF65-F5344CB8AC3E}">
        <p14:creationId xmlns:p14="http://schemas.microsoft.com/office/powerpoint/2010/main" val="40920365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8001000" cy="903231"/>
          </a:xfrm>
        </p:spPr>
        <p:txBody>
          <a:bodyPr>
            <a:normAutofit/>
          </a:bodyPr>
          <a:lstStyle/>
          <a:p>
            <a:r>
              <a:rPr lang="en-US" sz="3600" dirty="0"/>
              <a:t>Bayes’ Theorem Example </a:t>
            </a:r>
            <a:r>
              <a:rPr lang="en-US" sz="1000" b="0" dirty="0"/>
              <a:t>3</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26410" y="126166"/>
            <a:ext cx="389486" cy="1035878"/>
          </a:xfrm>
        </p:spPr>
        <p:txBody>
          <a:bodyPr vert="vert" rIns="0"/>
          <a:lstStyle/>
          <a:p>
            <a:r>
              <a:rPr lang="en-US" b="1" dirty="0"/>
              <a:t>L</a:t>
            </a:r>
            <a:r>
              <a:rPr lang="en-US" sz="100" b="1" dirty="0"/>
              <a:t> </a:t>
            </a:r>
            <a:r>
              <a:rPr lang="en-US" b="1" dirty="0"/>
              <a:t>O 5.8</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37342" y="1263637"/>
            <a:ext cx="3983833" cy="448124"/>
          </a:xfrm>
        </p:spPr>
        <p:txBody>
          <a:bodyPr/>
          <a:lstStyle/>
          <a:p>
            <a:r>
              <a:rPr lang="en-US" sz="2200" dirty="0"/>
              <a:t>There is nothing special about</a:t>
            </a:r>
          </a:p>
        </p:txBody>
      </p:sp>
      <p:graphicFrame>
        <p:nvGraphicFramePr>
          <p:cNvPr id="71" name="Object 70">
            <a:extLst>
              <a:ext uri="{FF2B5EF4-FFF2-40B4-BE49-F238E27FC236}">
                <a16:creationId xmlns:a16="http://schemas.microsoft.com/office/drawing/2014/main" id="{07CB346A-147A-4112-BC03-7F5F000CB3D2}"/>
              </a:ext>
            </a:extLst>
          </p:cNvPr>
          <p:cNvGraphicFramePr>
            <a:graphicFrameLocks noChangeAspect="1"/>
          </p:cNvGraphicFramePr>
          <p:nvPr>
            <p:extLst>
              <p:ext uri="{D42A27DB-BD31-4B8C-83A1-F6EECF244321}">
                <p14:modId xmlns:p14="http://schemas.microsoft.com/office/powerpoint/2010/main" val="731622741"/>
              </p:ext>
            </p:extLst>
          </p:nvPr>
        </p:nvGraphicFramePr>
        <p:xfrm>
          <a:off x="4270375" y="1343025"/>
          <a:ext cx="1003300" cy="330200"/>
        </p:xfrm>
        <a:graphic>
          <a:graphicData uri="http://schemas.openxmlformats.org/presentationml/2006/ole">
            <mc:AlternateContent xmlns:mc="http://schemas.openxmlformats.org/markup-compatibility/2006">
              <mc:Choice xmlns:v="urn:schemas-microsoft-com:vml" Requires="v">
                <p:oleObj name="Equation" r:id="rId2" imgW="1002960" imgH="330120" progId="Equation.DSMT4">
                  <p:embed/>
                </p:oleObj>
              </mc:Choice>
              <mc:Fallback>
                <p:oleObj name="Equation" r:id="rId2" imgW="1002960" imgH="330120" progId="Equation.DSMT4">
                  <p:embed/>
                  <p:pic>
                    <p:nvPicPr>
                      <p:cNvPr id="0" name=""/>
                      <p:cNvPicPr/>
                      <p:nvPr/>
                    </p:nvPicPr>
                    <p:blipFill>
                      <a:blip r:embed="rId3"/>
                      <a:stretch>
                        <a:fillRect/>
                      </a:stretch>
                    </p:blipFill>
                    <p:spPr>
                      <a:xfrm>
                        <a:off x="4270375" y="1343025"/>
                        <a:ext cx="1003300" cy="330200"/>
                      </a:xfrm>
                      <a:prstGeom prst="rect">
                        <a:avLst/>
                      </a:prstGeom>
                    </p:spPr>
                  </p:pic>
                </p:oleObj>
              </mc:Fallback>
            </mc:AlternateContent>
          </a:graphicData>
        </a:graphic>
      </p:graphicFrame>
      <p:sp>
        <p:nvSpPr>
          <p:cNvPr id="58" name="Content Placeholder 57">
            <a:extLst>
              <a:ext uri="{FF2B5EF4-FFF2-40B4-BE49-F238E27FC236}">
                <a16:creationId xmlns:a16="http://schemas.microsoft.com/office/drawing/2014/main" id="{FEE13B32-0C6F-48D0-9602-FF8607136843}"/>
              </a:ext>
            </a:extLst>
          </p:cNvPr>
          <p:cNvSpPr>
            <a:spLocks noGrp="1"/>
          </p:cNvSpPr>
          <p:nvPr>
            <p:ph sz="quarter" idx="16"/>
          </p:nvPr>
        </p:nvSpPr>
        <p:spPr>
          <a:xfrm>
            <a:off x="5300541" y="1288425"/>
            <a:ext cx="2510447" cy="412245"/>
          </a:xfrm>
        </p:spPr>
        <p:txBody>
          <a:bodyPr/>
          <a:lstStyle/>
          <a:p>
            <a:r>
              <a:rPr lang="en-US" sz="2200" dirty="0"/>
              <a:t>In fact, it is easy to</a:t>
            </a:r>
          </a:p>
        </p:txBody>
      </p:sp>
      <p:sp>
        <p:nvSpPr>
          <p:cNvPr id="57" name="Content Placeholder 56">
            <a:extLst>
              <a:ext uri="{FF2B5EF4-FFF2-40B4-BE49-F238E27FC236}">
                <a16:creationId xmlns:a16="http://schemas.microsoft.com/office/drawing/2014/main" id="{87C73B4E-7607-4990-9FF6-8381444E62BD}"/>
              </a:ext>
            </a:extLst>
          </p:cNvPr>
          <p:cNvSpPr>
            <a:spLocks noGrp="1"/>
          </p:cNvSpPr>
          <p:nvPr>
            <p:ph sz="quarter" idx="15"/>
          </p:nvPr>
        </p:nvSpPr>
        <p:spPr>
          <a:xfrm>
            <a:off x="342900" y="1696989"/>
            <a:ext cx="8001000" cy="802924"/>
          </a:xfrm>
        </p:spPr>
        <p:txBody>
          <a:bodyPr/>
          <a:lstStyle/>
          <a:p>
            <a:r>
              <a:rPr lang="en-US" sz="2200" dirty="0"/>
              <a:t>calculate </a:t>
            </a:r>
            <a:r>
              <a:rPr lang="en-US" sz="2200" i="1" dirty="0"/>
              <a:t>all </a:t>
            </a:r>
            <a:r>
              <a:rPr lang="en-US" sz="2200" dirty="0"/>
              <a:t>the posterior probabilities at once by using a worksheet, as shown:</a:t>
            </a:r>
          </a:p>
        </p:txBody>
      </p:sp>
      <p:sp>
        <p:nvSpPr>
          <p:cNvPr id="7" name="Content Placeholder 6">
            <a:extLst>
              <a:ext uri="{FF2B5EF4-FFF2-40B4-BE49-F238E27FC236}">
                <a16:creationId xmlns:a16="http://schemas.microsoft.com/office/drawing/2014/main" id="{1EE49D72-B849-4B42-B202-28A31E7D786E}"/>
              </a:ext>
            </a:extLst>
          </p:cNvPr>
          <p:cNvSpPr>
            <a:spLocks noGrp="1"/>
          </p:cNvSpPr>
          <p:nvPr>
            <p:ph sz="quarter" idx="17"/>
          </p:nvPr>
        </p:nvSpPr>
        <p:spPr>
          <a:xfrm>
            <a:off x="342899" y="2600445"/>
            <a:ext cx="307347" cy="304800"/>
          </a:xfrm>
        </p:spPr>
        <p:txBody>
          <a:bodyPr lIns="91440" tIns="0" rIns="0" bIns="0"/>
          <a:lstStyle/>
          <a:p>
            <a:pPr>
              <a:buFont typeface="Arial" panose="020B0604020202020204" pitchFamily="34" charset="0"/>
              <a:buChar char="•"/>
            </a:pPr>
            <a:r>
              <a:rPr lang="en-US" sz="2000" dirty="0"/>
              <a:t> </a:t>
            </a:r>
          </a:p>
        </p:txBody>
      </p:sp>
      <p:graphicFrame>
        <p:nvGraphicFramePr>
          <p:cNvPr id="16" name="Object 15">
            <a:extLst>
              <a:ext uri="{FF2B5EF4-FFF2-40B4-BE49-F238E27FC236}">
                <a16:creationId xmlns:a16="http://schemas.microsoft.com/office/drawing/2014/main" id="{1A4C8598-CF4D-470B-95C9-5D1D5A8A2A64}"/>
              </a:ext>
            </a:extLst>
          </p:cNvPr>
          <p:cNvGraphicFramePr>
            <a:graphicFrameLocks noChangeAspect="1"/>
          </p:cNvGraphicFramePr>
          <p:nvPr>
            <p:extLst>
              <p:ext uri="{D42A27DB-BD31-4B8C-83A1-F6EECF244321}">
                <p14:modId xmlns:p14="http://schemas.microsoft.com/office/powerpoint/2010/main" val="1602885452"/>
              </p:ext>
            </p:extLst>
          </p:nvPr>
        </p:nvGraphicFramePr>
        <p:xfrm>
          <a:off x="660608" y="2615241"/>
          <a:ext cx="1684337" cy="304800"/>
        </p:xfrm>
        <a:graphic>
          <a:graphicData uri="http://schemas.openxmlformats.org/presentationml/2006/ole">
            <mc:AlternateContent xmlns:mc="http://schemas.openxmlformats.org/markup-compatibility/2006">
              <mc:Choice xmlns:v="urn:schemas-microsoft-com:vml" Requires="v">
                <p:oleObj name="Equation" r:id="rId4" imgW="1815840" imgH="330120" progId="Equation.DSMT4">
                  <p:embed/>
                </p:oleObj>
              </mc:Choice>
              <mc:Fallback>
                <p:oleObj name="Equation" r:id="rId4" imgW="1815840" imgH="330120" progId="Equation.DSMT4">
                  <p:embed/>
                  <p:pic>
                    <p:nvPicPr>
                      <p:cNvPr id="16" name="Object 15">
                        <a:extLst>
                          <a:ext uri="{FF2B5EF4-FFF2-40B4-BE49-F238E27FC236}">
                            <a16:creationId xmlns:a16="http://schemas.microsoft.com/office/drawing/2014/main" id="{1A4C8598-CF4D-470B-95C9-5D1D5A8A2A64}"/>
                          </a:ext>
                        </a:extLst>
                      </p:cNvPr>
                      <p:cNvPicPr/>
                      <p:nvPr/>
                    </p:nvPicPr>
                    <p:blipFill>
                      <a:blip r:embed="rId5"/>
                      <a:stretch>
                        <a:fillRect/>
                      </a:stretch>
                    </p:blipFill>
                    <p:spPr>
                      <a:xfrm>
                        <a:off x="660608" y="2615241"/>
                        <a:ext cx="1684337" cy="304800"/>
                      </a:xfrm>
                      <a:prstGeom prst="rect">
                        <a:avLst/>
                      </a:prstGeom>
                    </p:spPr>
                  </p:pic>
                </p:oleObj>
              </mc:Fallback>
            </mc:AlternateContent>
          </a:graphicData>
        </a:graphic>
      </p:graphicFrame>
      <p:sp>
        <p:nvSpPr>
          <p:cNvPr id="59" name="Content Placeholder 58">
            <a:extLst>
              <a:ext uri="{FF2B5EF4-FFF2-40B4-BE49-F238E27FC236}">
                <a16:creationId xmlns:a16="http://schemas.microsoft.com/office/drawing/2014/main" id="{237A9EF3-8E27-4C6F-9E32-66E2BF539712}"/>
              </a:ext>
            </a:extLst>
          </p:cNvPr>
          <p:cNvSpPr>
            <a:spLocks noGrp="1"/>
          </p:cNvSpPr>
          <p:nvPr>
            <p:ph sz="quarter" idx="20"/>
          </p:nvPr>
        </p:nvSpPr>
        <p:spPr>
          <a:xfrm>
            <a:off x="2362898" y="2539800"/>
            <a:ext cx="6356107" cy="369863"/>
          </a:xfrm>
        </p:spPr>
        <p:txBody>
          <a:bodyPr/>
          <a:lstStyle/>
          <a:p>
            <a:r>
              <a:rPr lang="en-US" sz="1800" dirty="0"/>
              <a:t>(probability that a malpractice lawsuit originated in hospital 1)</a:t>
            </a:r>
          </a:p>
        </p:txBody>
      </p:sp>
      <p:sp>
        <p:nvSpPr>
          <p:cNvPr id="8" name="Content Placeholder 7">
            <a:extLst>
              <a:ext uri="{FF2B5EF4-FFF2-40B4-BE49-F238E27FC236}">
                <a16:creationId xmlns:a16="http://schemas.microsoft.com/office/drawing/2014/main" id="{1BE84D20-D492-4C48-9E6E-0B4CC44C0824}"/>
              </a:ext>
            </a:extLst>
          </p:cNvPr>
          <p:cNvSpPr>
            <a:spLocks noGrp="1"/>
          </p:cNvSpPr>
          <p:nvPr>
            <p:ph sz="quarter" idx="18"/>
          </p:nvPr>
        </p:nvSpPr>
        <p:spPr>
          <a:xfrm>
            <a:off x="334763" y="3011144"/>
            <a:ext cx="282974" cy="324174"/>
          </a:xfrm>
        </p:spPr>
        <p:txBody>
          <a:bodyPr tIns="0"/>
          <a:lstStyle/>
          <a:p>
            <a:pPr>
              <a:buFont typeface="Arial" panose="020B0604020202020204" pitchFamily="34" charset="0"/>
              <a:buChar char="•"/>
            </a:pPr>
            <a:r>
              <a:rPr lang="en-US" sz="2000" dirty="0"/>
              <a:t> </a:t>
            </a:r>
          </a:p>
        </p:txBody>
      </p:sp>
      <p:graphicFrame>
        <p:nvGraphicFramePr>
          <p:cNvPr id="18" name="Object 17">
            <a:extLst>
              <a:ext uri="{FF2B5EF4-FFF2-40B4-BE49-F238E27FC236}">
                <a16:creationId xmlns:a16="http://schemas.microsoft.com/office/drawing/2014/main" id="{5CB9F3A5-49B6-4C50-9775-D4DE1BB77E06}"/>
              </a:ext>
            </a:extLst>
          </p:cNvPr>
          <p:cNvGraphicFramePr>
            <a:graphicFrameLocks noChangeAspect="1"/>
          </p:cNvGraphicFramePr>
          <p:nvPr>
            <p:extLst>
              <p:ext uri="{D42A27DB-BD31-4B8C-83A1-F6EECF244321}">
                <p14:modId xmlns:p14="http://schemas.microsoft.com/office/powerpoint/2010/main" val="4137735682"/>
              </p:ext>
            </p:extLst>
          </p:nvPr>
        </p:nvGraphicFramePr>
        <p:xfrm>
          <a:off x="686008" y="3051803"/>
          <a:ext cx="1708150" cy="306388"/>
        </p:xfrm>
        <a:graphic>
          <a:graphicData uri="http://schemas.openxmlformats.org/presentationml/2006/ole">
            <mc:AlternateContent xmlns:mc="http://schemas.openxmlformats.org/markup-compatibility/2006">
              <mc:Choice xmlns:v="urn:schemas-microsoft-com:vml" Requires="v">
                <p:oleObj name="Equation" r:id="rId6" imgW="1841400" imgH="330120" progId="Equation.DSMT4">
                  <p:embed/>
                </p:oleObj>
              </mc:Choice>
              <mc:Fallback>
                <p:oleObj name="Equation" r:id="rId6" imgW="1841400" imgH="330120" progId="Equation.DSMT4">
                  <p:embed/>
                  <p:pic>
                    <p:nvPicPr>
                      <p:cNvPr id="18" name="Object 17">
                        <a:extLst>
                          <a:ext uri="{FF2B5EF4-FFF2-40B4-BE49-F238E27FC236}">
                            <a16:creationId xmlns:a16="http://schemas.microsoft.com/office/drawing/2014/main" id="{5CB9F3A5-49B6-4C50-9775-D4DE1BB77E06}"/>
                          </a:ext>
                        </a:extLst>
                      </p:cNvPr>
                      <p:cNvPicPr/>
                      <p:nvPr/>
                    </p:nvPicPr>
                    <p:blipFill>
                      <a:blip r:embed="rId7"/>
                      <a:stretch>
                        <a:fillRect/>
                      </a:stretch>
                    </p:blipFill>
                    <p:spPr>
                      <a:xfrm>
                        <a:off x="686008" y="3051803"/>
                        <a:ext cx="1708150" cy="306388"/>
                      </a:xfrm>
                      <a:prstGeom prst="rect">
                        <a:avLst/>
                      </a:prstGeom>
                    </p:spPr>
                  </p:pic>
                </p:oleObj>
              </mc:Fallback>
            </mc:AlternateContent>
          </a:graphicData>
        </a:graphic>
      </p:graphicFrame>
      <p:sp>
        <p:nvSpPr>
          <p:cNvPr id="60" name="Content Placeholder 59">
            <a:extLst>
              <a:ext uri="{FF2B5EF4-FFF2-40B4-BE49-F238E27FC236}">
                <a16:creationId xmlns:a16="http://schemas.microsoft.com/office/drawing/2014/main" id="{34A31D58-4058-4BB0-B1DE-98A8AD90A660}"/>
              </a:ext>
            </a:extLst>
          </p:cNvPr>
          <p:cNvSpPr>
            <a:spLocks noGrp="1"/>
          </p:cNvSpPr>
          <p:nvPr>
            <p:ph sz="quarter" idx="21"/>
          </p:nvPr>
        </p:nvSpPr>
        <p:spPr>
          <a:xfrm>
            <a:off x="2385679" y="2976998"/>
            <a:ext cx="6356107" cy="416726"/>
          </a:xfrm>
        </p:spPr>
        <p:txBody>
          <a:bodyPr/>
          <a:lstStyle/>
          <a:p>
            <a:r>
              <a:rPr lang="en-US" sz="1800" dirty="0"/>
              <a:t>(probability that a malpractice lawsuit originated in hospital 2)</a:t>
            </a:r>
          </a:p>
        </p:txBody>
      </p:sp>
      <p:sp>
        <p:nvSpPr>
          <p:cNvPr id="9" name="Content Placeholder 8">
            <a:extLst>
              <a:ext uri="{FF2B5EF4-FFF2-40B4-BE49-F238E27FC236}">
                <a16:creationId xmlns:a16="http://schemas.microsoft.com/office/drawing/2014/main" id="{D2748588-F329-48E3-B8F8-614FBC3DFC90}"/>
              </a:ext>
            </a:extLst>
          </p:cNvPr>
          <p:cNvSpPr>
            <a:spLocks noGrp="1"/>
          </p:cNvSpPr>
          <p:nvPr>
            <p:ph sz="quarter" idx="19"/>
          </p:nvPr>
        </p:nvSpPr>
        <p:spPr>
          <a:xfrm>
            <a:off x="342899" y="3426128"/>
            <a:ext cx="282974" cy="306388"/>
          </a:xfrm>
        </p:spPr>
        <p:txBody>
          <a:bodyPr lIns="91440" tIns="0" rIns="0" bIns="0"/>
          <a:lstStyle/>
          <a:p>
            <a:pPr>
              <a:buFont typeface="Arial" panose="020B0604020202020204" pitchFamily="34" charset="0"/>
              <a:buChar char="•"/>
            </a:pPr>
            <a:r>
              <a:rPr lang="en-US" sz="2000" dirty="0"/>
              <a:t> </a:t>
            </a:r>
          </a:p>
        </p:txBody>
      </p:sp>
      <p:graphicFrame>
        <p:nvGraphicFramePr>
          <p:cNvPr id="24" name="Object 23">
            <a:extLst>
              <a:ext uri="{FF2B5EF4-FFF2-40B4-BE49-F238E27FC236}">
                <a16:creationId xmlns:a16="http://schemas.microsoft.com/office/drawing/2014/main" id="{70620169-8065-48A9-909A-16A662C954B0}"/>
              </a:ext>
            </a:extLst>
          </p:cNvPr>
          <p:cNvGraphicFramePr>
            <a:graphicFrameLocks noChangeAspect="1"/>
          </p:cNvGraphicFramePr>
          <p:nvPr>
            <p:extLst>
              <p:ext uri="{D42A27DB-BD31-4B8C-83A1-F6EECF244321}">
                <p14:modId xmlns:p14="http://schemas.microsoft.com/office/powerpoint/2010/main" val="2774335181"/>
              </p:ext>
            </p:extLst>
          </p:nvPr>
        </p:nvGraphicFramePr>
        <p:xfrm>
          <a:off x="695533" y="3469316"/>
          <a:ext cx="1711325" cy="307975"/>
        </p:xfrm>
        <a:graphic>
          <a:graphicData uri="http://schemas.openxmlformats.org/presentationml/2006/ole">
            <mc:AlternateContent xmlns:mc="http://schemas.openxmlformats.org/markup-compatibility/2006">
              <mc:Choice xmlns:v="urn:schemas-microsoft-com:vml" Requires="v">
                <p:oleObj name="Equation" r:id="rId8" imgW="1828800" imgH="330120" progId="Equation.DSMT4">
                  <p:embed/>
                </p:oleObj>
              </mc:Choice>
              <mc:Fallback>
                <p:oleObj name="Equation" r:id="rId8" imgW="1828800" imgH="330120" progId="Equation.DSMT4">
                  <p:embed/>
                  <p:pic>
                    <p:nvPicPr>
                      <p:cNvPr id="24" name="Object 23">
                        <a:extLst>
                          <a:ext uri="{FF2B5EF4-FFF2-40B4-BE49-F238E27FC236}">
                            <a16:creationId xmlns:a16="http://schemas.microsoft.com/office/drawing/2014/main" id="{70620169-8065-48A9-909A-16A662C954B0}"/>
                          </a:ext>
                        </a:extLst>
                      </p:cNvPr>
                      <p:cNvPicPr/>
                      <p:nvPr/>
                    </p:nvPicPr>
                    <p:blipFill>
                      <a:blip r:embed="rId9"/>
                      <a:stretch>
                        <a:fillRect/>
                      </a:stretch>
                    </p:blipFill>
                    <p:spPr>
                      <a:xfrm>
                        <a:off x="695533" y="3469316"/>
                        <a:ext cx="1711325" cy="307975"/>
                      </a:xfrm>
                      <a:prstGeom prst="rect">
                        <a:avLst/>
                      </a:prstGeom>
                    </p:spPr>
                  </p:pic>
                </p:oleObj>
              </mc:Fallback>
            </mc:AlternateContent>
          </a:graphicData>
        </a:graphic>
      </p:graphicFrame>
      <p:sp>
        <p:nvSpPr>
          <p:cNvPr id="61" name="Content Placeholder 60">
            <a:extLst>
              <a:ext uri="{FF2B5EF4-FFF2-40B4-BE49-F238E27FC236}">
                <a16:creationId xmlns:a16="http://schemas.microsoft.com/office/drawing/2014/main" id="{B38BC9D3-96E3-405E-B0B4-0F9DA7CFF972}"/>
              </a:ext>
            </a:extLst>
          </p:cNvPr>
          <p:cNvSpPr>
            <a:spLocks noGrp="1"/>
          </p:cNvSpPr>
          <p:nvPr>
            <p:ph sz="quarter" idx="22"/>
          </p:nvPr>
        </p:nvSpPr>
        <p:spPr>
          <a:xfrm>
            <a:off x="2382704" y="3425913"/>
            <a:ext cx="6394489" cy="383646"/>
          </a:xfrm>
        </p:spPr>
        <p:txBody>
          <a:bodyPr/>
          <a:lstStyle/>
          <a:p>
            <a:r>
              <a:rPr lang="en-US" sz="1800" dirty="0"/>
              <a:t>(probability that a malpractice lawsuit originated in hospital 3)</a:t>
            </a:r>
          </a:p>
        </p:txBody>
      </p:sp>
      <p:graphicFrame>
        <p:nvGraphicFramePr>
          <p:cNvPr id="33" name="Table 33">
            <a:extLst>
              <a:ext uri="{FF2B5EF4-FFF2-40B4-BE49-F238E27FC236}">
                <a16:creationId xmlns:a16="http://schemas.microsoft.com/office/drawing/2014/main" id="{1797FD19-BA68-4B21-A898-B1AD9F2DDB77}"/>
              </a:ext>
            </a:extLst>
          </p:cNvPr>
          <p:cNvGraphicFramePr>
            <a:graphicFrameLocks noGrp="1"/>
          </p:cNvGraphicFramePr>
          <p:nvPr/>
        </p:nvGraphicFramePr>
        <p:xfrm>
          <a:off x="342900" y="4107263"/>
          <a:ext cx="8283510" cy="2112989"/>
        </p:xfrm>
        <a:graphic>
          <a:graphicData uri="http://schemas.openxmlformats.org/drawingml/2006/table">
            <a:tbl>
              <a:tblPr firstRow="1" bandRow="1">
                <a:tableStyleId>{5C22544A-7EE6-4342-B048-85BDC9FD1C3A}</a:tableStyleId>
              </a:tblPr>
              <a:tblGrid>
                <a:gridCol w="1249926">
                  <a:extLst>
                    <a:ext uri="{9D8B030D-6E8A-4147-A177-3AD203B41FA5}">
                      <a16:colId xmlns:a16="http://schemas.microsoft.com/office/drawing/2014/main" val="277627396"/>
                    </a:ext>
                  </a:extLst>
                </a:gridCol>
                <a:gridCol w="1548580">
                  <a:extLst>
                    <a:ext uri="{9D8B030D-6E8A-4147-A177-3AD203B41FA5}">
                      <a16:colId xmlns:a16="http://schemas.microsoft.com/office/drawing/2014/main" val="636064048"/>
                    </a:ext>
                  </a:extLst>
                </a:gridCol>
                <a:gridCol w="1194620">
                  <a:extLst>
                    <a:ext uri="{9D8B030D-6E8A-4147-A177-3AD203B41FA5}">
                      <a16:colId xmlns:a16="http://schemas.microsoft.com/office/drawing/2014/main" val="1483400651"/>
                    </a:ext>
                  </a:extLst>
                </a:gridCol>
                <a:gridCol w="1932039">
                  <a:extLst>
                    <a:ext uri="{9D8B030D-6E8A-4147-A177-3AD203B41FA5}">
                      <a16:colId xmlns:a16="http://schemas.microsoft.com/office/drawing/2014/main" val="560838297"/>
                    </a:ext>
                  </a:extLst>
                </a:gridCol>
                <a:gridCol w="2358345">
                  <a:extLst>
                    <a:ext uri="{9D8B030D-6E8A-4147-A177-3AD203B41FA5}">
                      <a16:colId xmlns:a16="http://schemas.microsoft.com/office/drawing/2014/main" val="1582328168"/>
                    </a:ext>
                  </a:extLst>
                </a:gridCol>
              </a:tblGrid>
              <a:tr h="629629">
                <a:tc>
                  <a:txBody>
                    <a:bodyPr/>
                    <a:lstStyle/>
                    <a:p>
                      <a:endParaRPr lang="en-US" sz="1600" i="1" dirty="0"/>
                    </a:p>
                  </a:txBody>
                  <a:tcPr anchor="b"/>
                </a:tc>
                <a:tc>
                  <a:txBody>
                    <a:bodyPr/>
                    <a:lstStyle/>
                    <a:p>
                      <a:pPr algn="ctr"/>
                      <a:endParaRPr lang="en-US" sz="1600" dirty="0"/>
                    </a:p>
                  </a:txBody>
                  <a:tcPr/>
                </a:tc>
                <a:tc>
                  <a:txBody>
                    <a:bodyPr/>
                    <a:lstStyle/>
                    <a:p>
                      <a:pPr algn="ctr"/>
                      <a:endParaRPr lang="en-US"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362032918"/>
                  </a:ext>
                </a:extLst>
              </a:tr>
              <a:tr h="370840">
                <a:tc>
                  <a:txBody>
                    <a:bodyPr/>
                    <a:lstStyle/>
                    <a:p>
                      <a:endParaRPr lang="en-US" sz="1600" dirty="0"/>
                    </a:p>
                  </a:txBody>
                  <a:tcPr/>
                </a:tc>
                <a:tc>
                  <a:txBody>
                    <a:bodyPr/>
                    <a:lstStyle/>
                    <a:p>
                      <a:pPr algn="ctr"/>
                      <a:endParaRPr lang="en-US" sz="1600" dirty="0"/>
                    </a:p>
                  </a:txBody>
                  <a:tcPr/>
                </a:tc>
                <a:tc>
                  <a:txBody>
                    <a:bodyPr/>
                    <a:lstStyle/>
                    <a:p>
                      <a:pPr algn="ctr"/>
                      <a:endParaRPr lang="en-US" sz="1600" dirty="0"/>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0" i="0" u="none" strike="noStrike" kern="1200" baseline="0" dirty="0">
                        <a:solidFill>
                          <a:schemeClr val="dk1"/>
                        </a:solidFill>
                        <a:latin typeface="+mn-lt"/>
                        <a:ea typeface="+mn-ea"/>
                        <a:cs typeface="+mn-cs"/>
                      </a:endParaRPr>
                    </a:p>
                  </a:txBody>
                  <a:tcPr/>
                </a:tc>
                <a:tc>
                  <a:txBody>
                    <a:bodyPr/>
                    <a:lstStyle/>
                    <a:p>
                      <a:pPr algn="r"/>
                      <a:endParaRPr lang="en-US" sz="1600" dirty="0"/>
                    </a:p>
                  </a:txBody>
                  <a:tcPr/>
                </a:tc>
                <a:extLst>
                  <a:ext uri="{0D108BD9-81ED-4DB2-BD59-A6C34878D82A}">
                    <a16:rowId xmlns:a16="http://schemas.microsoft.com/office/drawing/2014/main" val="289012988"/>
                  </a:ext>
                </a:extLst>
              </a:tr>
              <a:tr h="370840">
                <a:tc>
                  <a:txBody>
                    <a:bodyPr/>
                    <a:lstStyle/>
                    <a:p>
                      <a:endParaRPr lang="en-US" sz="1600" dirty="0"/>
                    </a:p>
                  </a:txBody>
                  <a:tcPr/>
                </a:tc>
                <a:tc>
                  <a:txBody>
                    <a:bodyPr/>
                    <a:lstStyle/>
                    <a:p>
                      <a:pPr algn="ctr"/>
                      <a:endParaRPr lang="en-US" sz="1600" dirty="0"/>
                    </a:p>
                  </a:txBody>
                  <a:tcPr/>
                </a:tc>
                <a:tc>
                  <a:txBody>
                    <a:bodyPr/>
                    <a:lstStyle/>
                    <a:p>
                      <a:pPr algn="ctr"/>
                      <a:endParaRPr lang="en-US" sz="1600" dirty="0"/>
                    </a:p>
                  </a:txBody>
                  <a:tcPr/>
                </a:tc>
                <a:tc>
                  <a:txBody>
                    <a:bodyPr/>
                    <a:lstStyle/>
                    <a:p>
                      <a:pPr algn="r"/>
                      <a:endParaRPr lang="en-US" sz="1600" dirty="0"/>
                    </a:p>
                  </a:txBody>
                  <a:tcPr/>
                </a:tc>
                <a:tc>
                  <a:txBody>
                    <a:bodyPr/>
                    <a:lstStyle/>
                    <a:p>
                      <a:pPr algn="r"/>
                      <a:endParaRPr lang="en-US" sz="1600" dirty="0"/>
                    </a:p>
                  </a:txBody>
                  <a:tcPr/>
                </a:tc>
                <a:extLst>
                  <a:ext uri="{0D108BD9-81ED-4DB2-BD59-A6C34878D82A}">
                    <a16:rowId xmlns:a16="http://schemas.microsoft.com/office/drawing/2014/main" val="455067408"/>
                  </a:ext>
                </a:extLst>
              </a:tr>
              <a:tr h="370840">
                <a:tc>
                  <a:txBody>
                    <a:bodyPr/>
                    <a:lstStyle/>
                    <a:p>
                      <a:endParaRPr lang="en-US" sz="1600" dirty="0"/>
                    </a:p>
                  </a:txBody>
                  <a:tcPr/>
                </a:tc>
                <a:tc>
                  <a:txBody>
                    <a:bodyPr/>
                    <a:lstStyle/>
                    <a:p>
                      <a:pPr algn="ctr"/>
                      <a:endParaRPr lang="en-US" sz="1600" u="sng" dirty="0"/>
                    </a:p>
                  </a:txBody>
                  <a:tcPr/>
                </a:tc>
                <a:tc>
                  <a:txBody>
                    <a:bodyPr/>
                    <a:lstStyle/>
                    <a:p>
                      <a:pPr algn="ctr"/>
                      <a:endParaRPr lang="en-US" sz="1600" dirty="0"/>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u="sng" dirty="0"/>
                    </a:p>
                  </a:txBody>
                  <a:tcPr/>
                </a:tc>
                <a:tc>
                  <a:txBody>
                    <a:bodyPr/>
                    <a:lstStyle/>
                    <a:p>
                      <a:pPr algn="r"/>
                      <a:endParaRPr lang="en-US" sz="1600" u="sng" dirty="0"/>
                    </a:p>
                  </a:txBody>
                  <a:tcPr/>
                </a:tc>
                <a:extLst>
                  <a:ext uri="{0D108BD9-81ED-4DB2-BD59-A6C34878D82A}">
                    <a16:rowId xmlns:a16="http://schemas.microsoft.com/office/drawing/2014/main" val="67710340"/>
                  </a:ext>
                </a:extLst>
              </a:tr>
              <a:tr h="370840">
                <a:tc>
                  <a:txBody>
                    <a:bodyPr/>
                    <a:lstStyle/>
                    <a:p>
                      <a:endParaRPr lang="en-US" sz="1600" dirty="0"/>
                    </a:p>
                  </a:txBody>
                  <a:tcPr/>
                </a:tc>
                <a:tc>
                  <a:txBody>
                    <a:bodyPr/>
                    <a:lstStyle/>
                    <a:p>
                      <a:pPr algn="ctr"/>
                      <a:endParaRPr lang="en-US" sz="1600" dirty="0"/>
                    </a:p>
                  </a:txBody>
                  <a:tcPr/>
                </a:tc>
                <a:tc>
                  <a:txBody>
                    <a:bodyPr/>
                    <a:lstStyle/>
                    <a:p>
                      <a:pPr algn="ctr"/>
                      <a:endParaRPr lang="en-US" sz="1600" dirty="0"/>
                    </a:p>
                  </a:txBody>
                  <a:tcPr/>
                </a:tc>
                <a:tc>
                  <a:txBody>
                    <a:bodyPr/>
                    <a:lstStyle/>
                    <a:p>
                      <a:pPr algn="r"/>
                      <a:endParaRPr lang="en-US" sz="1600" dirty="0"/>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a:tc>
                <a:extLst>
                  <a:ext uri="{0D108BD9-81ED-4DB2-BD59-A6C34878D82A}">
                    <a16:rowId xmlns:a16="http://schemas.microsoft.com/office/drawing/2014/main" val="2225078632"/>
                  </a:ext>
                </a:extLst>
              </a:tr>
            </a:tbl>
          </a:graphicData>
        </a:graphic>
      </p:graphicFrame>
      <p:graphicFrame>
        <p:nvGraphicFramePr>
          <p:cNvPr id="11" name="Object 10">
            <a:extLst>
              <a:ext uri="{FF2B5EF4-FFF2-40B4-BE49-F238E27FC236}">
                <a16:creationId xmlns:a16="http://schemas.microsoft.com/office/drawing/2014/main" id="{12FBFC45-8382-402B-BE74-F795F9596D2A}"/>
              </a:ext>
            </a:extLst>
          </p:cNvPr>
          <p:cNvGraphicFramePr>
            <a:graphicFrameLocks noChangeAspect="1"/>
          </p:cNvGraphicFramePr>
          <p:nvPr>
            <p:extLst>
              <p:ext uri="{D42A27DB-BD31-4B8C-83A1-F6EECF244321}">
                <p14:modId xmlns:p14="http://schemas.microsoft.com/office/powerpoint/2010/main" val="3137871906"/>
              </p:ext>
            </p:extLst>
          </p:nvPr>
        </p:nvGraphicFramePr>
        <p:xfrm>
          <a:off x="521959" y="4401683"/>
          <a:ext cx="873783" cy="264435"/>
        </p:xfrm>
        <a:graphic>
          <a:graphicData uri="http://schemas.openxmlformats.org/presentationml/2006/ole">
            <mc:AlternateContent xmlns:mc="http://schemas.openxmlformats.org/markup-compatibility/2006">
              <mc:Choice xmlns:v="urn:schemas-microsoft-com:vml" Requires="v">
                <p:oleObj name="Equation" r:id="rId10" imgW="965160" imgH="291960" progId="Equation.DSMT4">
                  <p:embed/>
                </p:oleObj>
              </mc:Choice>
              <mc:Fallback>
                <p:oleObj name="Equation" r:id="rId10" imgW="965160" imgH="291960" progId="Equation.DSMT4">
                  <p:embed/>
                  <p:pic>
                    <p:nvPicPr>
                      <p:cNvPr id="11" name="Object 10">
                        <a:extLst>
                          <a:ext uri="{FF2B5EF4-FFF2-40B4-BE49-F238E27FC236}">
                            <a16:creationId xmlns:a16="http://schemas.microsoft.com/office/drawing/2014/main" id="{12FBFC45-8382-402B-BE74-F795F9596D2A}"/>
                          </a:ext>
                        </a:extLst>
                      </p:cNvPr>
                      <p:cNvPicPr/>
                      <p:nvPr/>
                    </p:nvPicPr>
                    <p:blipFill>
                      <a:blip r:embed="rId11"/>
                      <a:stretch>
                        <a:fillRect/>
                      </a:stretch>
                    </p:blipFill>
                    <p:spPr>
                      <a:xfrm>
                        <a:off x="521959" y="4401683"/>
                        <a:ext cx="873783" cy="264435"/>
                      </a:xfrm>
                      <a:prstGeom prst="rect">
                        <a:avLst/>
                      </a:prstGeom>
                    </p:spPr>
                  </p:pic>
                </p:oleObj>
              </mc:Fallback>
            </mc:AlternateContent>
          </a:graphicData>
        </a:graphic>
      </p:graphicFrame>
      <p:graphicFrame>
        <p:nvGraphicFramePr>
          <p:cNvPr id="35" name="Object 34">
            <a:extLst>
              <a:ext uri="{FF2B5EF4-FFF2-40B4-BE49-F238E27FC236}">
                <a16:creationId xmlns:a16="http://schemas.microsoft.com/office/drawing/2014/main" id="{73E50326-48D7-47B5-BA23-87E7B0A7A68F}"/>
              </a:ext>
            </a:extLst>
          </p:cNvPr>
          <p:cNvGraphicFramePr>
            <a:graphicFrameLocks noChangeAspect="1"/>
          </p:cNvGraphicFramePr>
          <p:nvPr>
            <p:extLst>
              <p:ext uri="{D42A27DB-BD31-4B8C-83A1-F6EECF244321}">
                <p14:modId xmlns:p14="http://schemas.microsoft.com/office/powerpoint/2010/main" val="83493534"/>
              </p:ext>
            </p:extLst>
          </p:nvPr>
        </p:nvGraphicFramePr>
        <p:xfrm>
          <a:off x="1844675" y="4206875"/>
          <a:ext cx="963613" cy="425450"/>
        </p:xfrm>
        <a:graphic>
          <a:graphicData uri="http://schemas.openxmlformats.org/presentationml/2006/ole">
            <mc:AlternateContent xmlns:mc="http://schemas.openxmlformats.org/markup-compatibility/2006">
              <mc:Choice xmlns:v="urn:schemas-microsoft-com:vml" Requires="v">
                <p:oleObj name="Equation" r:id="rId12" imgW="1549080" imgH="685800" progId="Equation.DSMT4">
                  <p:embed/>
                </p:oleObj>
              </mc:Choice>
              <mc:Fallback>
                <p:oleObj name="Equation" r:id="rId12" imgW="1549080" imgH="685800" progId="Equation.DSMT4">
                  <p:embed/>
                  <p:pic>
                    <p:nvPicPr>
                      <p:cNvPr id="35" name="Object 34">
                        <a:extLst>
                          <a:ext uri="{FF2B5EF4-FFF2-40B4-BE49-F238E27FC236}">
                            <a16:creationId xmlns:a16="http://schemas.microsoft.com/office/drawing/2014/main" id="{73E50326-48D7-47B5-BA23-87E7B0A7A68F}"/>
                          </a:ext>
                        </a:extLst>
                      </p:cNvPr>
                      <p:cNvPicPr/>
                      <p:nvPr/>
                    </p:nvPicPr>
                    <p:blipFill>
                      <a:blip r:embed="rId13"/>
                      <a:stretch>
                        <a:fillRect/>
                      </a:stretch>
                    </p:blipFill>
                    <p:spPr>
                      <a:xfrm>
                        <a:off x="1844675" y="4206875"/>
                        <a:ext cx="963613" cy="425450"/>
                      </a:xfrm>
                      <a:prstGeom prst="rect">
                        <a:avLst/>
                      </a:prstGeom>
                    </p:spPr>
                  </p:pic>
                </p:oleObj>
              </mc:Fallback>
            </mc:AlternateContent>
          </a:graphicData>
        </a:graphic>
      </p:graphicFrame>
      <p:graphicFrame>
        <p:nvGraphicFramePr>
          <p:cNvPr id="36" name="Object 35">
            <a:extLst>
              <a:ext uri="{FF2B5EF4-FFF2-40B4-BE49-F238E27FC236}">
                <a16:creationId xmlns:a16="http://schemas.microsoft.com/office/drawing/2014/main" id="{F0DF3B0F-2387-4D76-AA7B-F4785988FC26}"/>
              </a:ext>
            </a:extLst>
          </p:cNvPr>
          <p:cNvGraphicFramePr>
            <a:graphicFrameLocks noChangeAspect="1"/>
          </p:cNvGraphicFramePr>
          <p:nvPr>
            <p:extLst>
              <p:ext uri="{D42A27DB-BD31-4B8C-83A1-F6EECF244321}">
                <p14:modId xmlns:p14="http://schemas.microsoft.com/office/powerpoint/2010/main" val="2159531382"/>
              </p:ext>
            </p:extLst>
          </p:nvPr>
        </p:nvGraphicFramePr>
        <p:xfrm>
          <a:off x="3406775" y="4192588"/>
          <a:ext cx="655638" cy="425450"/>
        </p:xfrm>
        <a:graphic>
          <a:graphicData uri="http://schemas.openxmlformats.org/presentationml/2006/ole">
            <mc:AlternateContent xmlns:mc="http://schemas.openxmlformats.org/markup-compatibility/2006">
              <mc:Choice xmlns:v="urn:schemas-microsoft-com:vml" Requires="v">
                <p:oleObj name="Equation" r:id="rId14" imgW="1054080" imgH="685800" progId="Equation.DSMT4">
                  <p:embed/>
                </p:oleObj>
              </mc:Choice>
              <mc:Fallback>
                <p:oleObj name="Equation" r:id="rId14" imgW="1054080" imgH="685800" progId="Equation.DSMT4">
                  <p:embed/>
                  <p:pic>
                    <p:nvPicPr>
                      <p:cNvPr id="36" name="Object 35">
                        <a:extLst>
                          <a:ext uri="{FF2B5EF4-FFF2-40B4-BE49-F238E27FC236}">
                            <a16:creationId xmlns:a16="http://schemas.microsoft.com/office/drawing/2014/main" id="{F0DF3B0F-2387-4D76-AA7B-F4785988FC26}"/>
                          </a:ext>
                        </a:extLst>
                      </p:cNvPr>
                      <p:cNvPicPr/>
                      <p:nvPr/>
                    </p:nvPicPr>
                    <p:blipFill>
                      <a:blip r:embed="rId15"/>
                      <a:stretch>
                        <a:fillRect/>
                      </a:stretch>
                    </p:blipFill>
                    <p:spPr>
                      <a:xfrm>
                        <a:off x="3406775" y="4192588"/>
                        <a:ext cx="655638" cy="425450"/>
                      </a:xfrm>
                      <a:prstGeom prst="rect">
                        <a:avLst/>
                      </a:prstGeom>
                    </p:spPr>
                  </p:pic>
                </p:oleObj>
              </mc:Fallback>
            </mc:AlternateContent>
          </a:graphicData>
        </a:graphic>
      </p:graphicFrame>
      <p:graphicFrame>
        <p:nvGraphicFramePr>
          <p:cNvPr id="37" name="Object 36">
            <a:extLst>
              <a:ext uri="{FF2B5EF4-FFF2-40B4-BE49-F238E27FC236}">
                <a16:creationId xmlns:a16="http://schemas.microsoft.com/office/drawing/2014/main" id="{C047744C-3E88-4A1C-A1FA-53CA072CA16A}"/>
              </a:ext>
            </a:extLst>
          </p:cNvPr>
          <p:cNvGraphicFramePr>
            <a:graphicFrameLocks noChangeAspect="1"/>
          </p:cNvGraphicFramePr>
          <p:nvPr/>
        </p:nvGraphicFramePr>
        <p:xfrm>
          <a:off x="4321175" y="4411663"/>
          <a:ext cx="1936750" cy="204787"/>
        </p:xfrm>
        <a:graphic>
          <a:graphicData uri="http://schemas.openxmlformats.org/presentationml/2006/ole">
            <mc:AlternateContent xmlns:mc="http://schemas.openxmlformats.org/markup-compatibility/2006">
              <mc:Choice xmlns:v="urn:schemas-microsoft-com:vml" Requires="v">
                <p:oleObj name="Equation" r:id="rId16" imgW="3124080" imgH="330120" progId="Equation.DSMT4">
                  <p:embed/>
                </p:oleObj>
              </mc:Choice>
              <mc:Fallback>
                <p:oleObj name="Equation" r:id="rId16" imgW="3124080" imgH="330120" progId="Equation.DSMT4">
                  <p:embed/>
                  <p:pic>
                    <p:nvPicPr>
                      <p:cNvPr id="37" name="Object 36">
                        <a:extLst>
                          <a:ext uri="{FF2B5EF4-FFF2-40B4-BE49-F238E27FC236}">
                            <a16:creationId xmlns:a16="http://schemas.microsoft.com/office/drawing/2014/main" id="{C047744C-3E88-4A1C-A1FA-53CA072CA16A}"/>
                          </a:ext>
                        </a:extLst>
                      </p:cNvPr>
                      <p:cNvPicPr/>
                      <p:nvPr/>
                    </p:nvPicPr>
                    <p:blipFill>
                      <a:blip r:embed="rId17"/>
                      <a:stretch>
                        <a:fillRect/>
                      </a:stretch>
                    </p:blipFill>
                    <p:spPr>
                      <a:xfrm>
                        <a:off x="4321175" y="4411663"/>
                        <a:ext cx="1936750" cy="204787"/>
                      </a:xfrm>
                      <a:prstGeom prst="rect">
                        <a:avLst/>
                      </a:prstGeom>
                    </p:spPr>
                  </p:pic>
                </p:oleObj>
              </mc:Fallback>
            </mc:AlternateContent>
          </a:graphicData>
        </a:graphic>
      </p:graphicFrame>
      <p:graphicFrame>
        <p:nvGraphicFramePr>
          <p:cNvPr id="38" name="Object 37">
            <a:extLst>
              <a:ext uri="{FF2B5EF4-FFF2-40B4-BE49-F238E27FC236}">
                <a16:creationId xmlns:a16="http://schemas.microsoft.com/office/drawing/2014/main" id="{E6B9B207-80A2-461D-9D0D-5B0C2D4A7584}"/>
              </a:ext>
            </a:extLst>
          </p:cNvPr>
          <p:cNvGraphicFramePr>
            <a:graphicFrameLocks noChangeAspect="1"/>
          </p:cNvGraphicFramePr>
          <p:nvPr>
            <p:extLst>
              <p:ext uri="{D42A27DB-BD31-4B8C-83A1-F6EECF244321}">
                <p14:modId xmlns:p14="http://schemas.microsoft.com/office/powerpoint/2010/main" val="1118594178"/>
              </p:ext>
            </p:extLst>
          </p:nvPr>
        </p:nvGraphicFramePr>
        <p:xfrm>
          <a:off x="6488113" y="4222750"/>
          <a:ext cx="1931987" cy="427038"/>
        </p:xfrm>
        <a:graphic>
          <a:graphicData uri="http://schemas.openxmlformats.org/presentationml/2006/ole">
            <mc:AlternateContent xmlns:mc="http://schemas.openxmlformats.org/markup-compatibility/2006">
              <mc:Choice xmlns:v="urn:schemas-microsoft-com:vml" Requires="v">
                <p:oleObj name="Equation" r:id="rId18" imgW="3111480" imgH="685800" progId="Equation.DSMT4">
                  <p:embed/>
                </p:oleObj>
              </mc:Choice>
              <mc:Fallback>
                <p:oleObj name="Equation" r:id="rId18" imgW="3111480" imgH="685800" progId="Equation.DSMT4">
                  <p:embed/>
                  <p:pic>
                    <p:nvPicPr>
                      <p:cNvPr id="38" name="Object 37">
                        <a:extLst>
                          <a:ext uri="{FF2B5EF4-FFF2-40B4-BE49-F238E27FC236}">
                            <a16:creationId xmlns:a16="http://schemas.microsoft.com/office/drawing/2014/main" id="{E6B9B207-80A2-461D-9D0D-5B0C2D4A7584}"/>
                          </a:ext>
                        </a:extLst>
                      </p:cNvPr>
                      <p:cNvPicPr/>
                      <p:nvPr/>
                    </p:nvPicPr>
                    <p:blipFill>
                      <a:blip r:embed="rId19"/>
                      <a:stretch>
                        <a:fillRect/>
                      </a:stretch>
                    </p:blipFill>
                    <p:spPr>
                      <a:xfrm>
                        <a:off x="6488113" y="4222750"/>
                        <a:ext cx="1931987" cy="427038"/>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536E891D-6B5B-440D-823F-E40F61242E46}"/>
              </a:ext>
            </a:extLst>
          </p:cNvPr>
          <p:cNvGraphicFramePr>
            <a:graphicFrameLocks noChangeAspect="1"/>
          </p:cNvGraphicFramePr>
          <p:nvPr/>
        </p:nvGraphicFramePr>
        <p:xfrm>
          <a:off x="684113" y="4802680"/>
          <a:ext cx="103909" cy="207818"/>
        </p:xfrm>
        <a:graphic>
          <a:graphicData uri="http://schemas.openxmlformats.org/presentationml/2006/ole">
            <mc:AlternateContent xmlns:mc="http://schemas.openxmlformats.org/markup-compatibility/2006">
              <mc:Choice xmlns:v="urn:schemas-microsoft-com:vml" Requires="v">
                <p:oleObj name="Equation" r:id="rId20" imgW="114120" imgH="228600" progId="Equation.DSMT4">
                  <p:embed/>
                </p:oleObj>
              </mc:Choice>
              <mc:Fallback>
                <p:oleObj name="Equation" r:id="rId20" imgW="114120" imgH="228600" progId="Equation.DSMT4">
                  <p:embed/>
                  <p:pic>
                    <p:nvPicPr>
                      <p:cNvPr id="22" name="Object 21">
                        <a:extLst>
                          <a:ext uri="{FF2B5EF4-FFF2-40B4-BE49-F238E27FC236}">
                            <a16:creationId xmlns:a16="http://schemas.microsoft.com/office/drawing/2014/main" id="{536E891D-6B5B-440D-823F-E40F61242E46}"/>
                          </a:ext>
                        </a:extLst>
                      </p:cNvPr>
                      <p:cNvPicPr/>
                      <p:nvPr/>
                    </p:nvPicPr>
                    <p:blipFill>
                      <a:blip r:embed="rId21"/>
                      <a:stretch>
                        <a:fillRect/>
                      </a:stretch>
                    </p:blipFill>
                    <p:spPr>
                      <a:xfrm>
                        <a:off x="684113" y="4802680"/>
                        <a:ext cx="103909" cy="207818"/>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170E662C-857D-4778-B291-7041334AE9C7}"/>
              </a:ext>
            </a:extLst>
          </p:cNvPr>
          <p:cNvGraphicFramePr>
            <a:graphicFrameLocks noChangeAspect="1"/>
          </p:cNvGraphicFramePr>
          <p:nvPr/>
        </p:nvGraphicFramePr>
        <p:xfrm>
          <a:off x="2215583" y="4822420"/>
          <a:ext cx="283388" cy="199422"/>
        </p:xfrm>
        <a:graphic>
          <a:graphicData uri="http://schemas.openxmlformats.org/presentationml/2006/ole">
            <mc:AlternateContent xmlns:mc="http://schemas.openxmlformats.org/markup-compatibility/2006">
              <mc:Choice xmlns:v="urn:schemas-microsoft-com:vml" Requires="v">
                <p:oleObj name="Equation" r:id="rId22" imgW="342720" imgH="241200" progId="Equation.DSMT4">
                  <p:embed/>
                </p:oleObj>
              </mc:Choice>
              <mc:Fallback>
                <p:oleObj name="Equation" r:id="rId22" imgW="342720" imgH="241200" progId="Equation.DSMT4">
                  <p:embed/>
                  <p:pic>
                    <p:nvPicPr>
                      <p:cNvPr id="12" name="Object 11">
                        <a:extLst>
                          <a:ext uri="{FF2B5EF4-FFF2-40B4-BE49-F238E27FC236}">
                            <a16:creationId xmlns:a16="http://schemas.microsoft.com/office/drawing/2014/main" id="{170E662C-857D-4778-B291-7041334AE9C7}"/>
                          </a:ext>
                        </a:extLst>
                      </p:cNvPr>
                      <p:cNvPicPr/>
                      <p:nvPr/>
                    </p:nvPicPr>
                    <p:blipFill>
                      <a:blip r:embed="rId23"/>
                      <a:stretch>
                        <a:fillRect/>
                      </a:stretch>
                    </p:blipFill>
                    <p:spPr>
                      <a:xfrm>
                        <a:off x="2215583" y="4822420"/>
                        <a:ext cx="283388" cy="199422"/>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3599F4B4-C880-49CA-997C-B91181BABA91}"/>
              </a:ext>
            </a:extLst>
          </p:cNvPr>
          <p:cNvGraphicFramePr>
            <a:graphicFrameLocks noChangeAspect="1"/>
          </p:cNvGraphicFramePr>
          <p:nvPr/>
        </p:nvGraphicFramePr>
        <p:xfrm>
          <a:off x="3584198" y="4822420"/>
          <a:ext cx="367355" cy="199422"/>
        </p:xfrm>
        <a:graphic>
          <a:graphicData uri="http://schemas.openxmlformats.org/presentationml/2006/ole">
            <mc:AlternateContent xmlns:mc="http://schemas.openxmlformats.org/markup-compatibility/2006">
              <mc:Choice xmlns:v="urn:schemas-microsoft-com:vml" Requires="v">
                <p:oleObj name="Equation" r:id="rId24" imgW="444240" imgH="241200" progId="Equation.DSMT4">
                  <p:embed/>
                </p:oleObj>
              </mc:Choice>
              <mc:Fallback>
                <p:oleObj name="Equation" r:id="rId24" imgW="444240" imgH="241200" progId="Equation.DSMT4">
                  <p:embed/>
                  <p:pic>
                    <p:nvPicPr>
                      <p:cNvPr id="13" name="Object 12">
                        <a:extLst>
                          <a:ext uri="{FF2B5EF4-FFF2-40B4-BE49-F238E27FC236}">
                            <a16:creationId xmlns:a16="http://schemas.microsoft.com/office/drawing/2014/main" id="{3599F4B4-C880-49CA-997C-B91181BABA91}"/>
                          </a:ext>
                        </a:extLst>
                      </p:cNvPr>
                      <p:cNvPicPr/>
                      <p:nvPr/>
                    </p:nvPicPr>
                    <p:blipFill>
                      <a:blip r:embed="rId25"/>
                      <a:stretch>
                        <a:fillRect/>
                      </a:stretch>
                    </p:blipFill>
                    <p:spPr>
                      <a:xfrm>
                        <a:off x="3584198" y="4822420"/>
                        <a:ext cx="367355" cy="199422"/>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CEF468F9-7613-4BBA-A402-7B4EEF1724AF}"/>
              </a:ext>
            </a:extLst>
          </p:cNvPr>
          <p:cNvGraphicFramePr>
            <a:graphicFrameLocks noChangeAspect="1"/>
          </p:cNvGraphicFramePr>
          <p:nvPr/>
        </p:nvGraphicFramePr>
        <p:xfrm>
          <a:off x="4540250" y="4810125"/>
          <a:ext cx="1555750" cy="228600"/>
        </p:xfrm>
        <a:graphic>
          <a:graphicData uri="http://schemas.openxmlformats.org/presentationml/2006/ole">
            <mc:AlternateContent xmlns:mc="http://schemas.openxmlformats.org/markup-compatibility/2006">
              <mc:Choice xmlns:v="urn:schemas-microsoft-com:vml" Requires="v">
                <p:oleObj name="Equation" r:id="rId26" imgW="2070000" imgH="304560" progId="Equation.DSMT4">
                  <p:embed/>
                </p:oleObj>
              </mc:Choice>
              <mc:Fallback>
                <p:oleObj name="Equation" r:id="rId26" imgW="2070000" imgH="304560" progId="Equation.DSMT4">
                  <p:embed/>
                  <p:pic>
                    <p:nvPicPr>
                      <p:cNvPr id="15" name="Object 14">
                        <a:extLst>
                          <a:ext uri="{FF2B5EF4-FFF2-40B4-BE49-F238E27FC236}">
                            <a16:creationId xmlns:a16="http://schemas.microsoft.com/office/drawing/2014/main" id="{CEF468F9-7613-4BBA-A402-7B4EEF1724AF}"/>
                          </a:ext>
                        </a:extLst>
                      </p:cNvPr>
                      <p:cNvPicPr/>
                      <p:nvPr/>
                    </p:nvPicPr>
                    <p:blipFill>
                      <a:blip r:embed="rId27"/>
                      <a:stretch>
                        <a:fillRect/>
                      </a:stretch>
                    </p:blipFill>
                    <p:spPr>
                      <a:xfrm>
                        <a:off x="4540250" y="4810125"/>
                        <a:ext cx="1555750" cy="228600"/>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280FC90F-30C5-47D5-BB51-046E9BBC160D}"/>
              </a:ext>
            </a:extLst>
          </p:cNvPr>
          <p:cNvGraphicFramePr>
            <a:graphicFrameLocks noChangeAspect="1"/>
          </p:cNvGraphicFramePr>
          <p:nvPr>
            <p:extLst>
              <p:ext uri="{D42A27DB-BD31-4B8C-83A1-F6EECF244321}">
                <p14:modId xmlns:p14="http://schemas.microsoft.com/office/powerpoint/2010/main" val="3179953063"/>
              </p:ext>
            </p:extLst>
          </p:nvPr>
        </p:nvGraphicFramePr>
        <p:xfrm>
          <a:off x="6592300" y="4812536"/>
          <a:ext cx="1844262" cy="219016"/>
        </p:xfrm>
        <a:graphic>
          <a:graphicData uri="http://schemas.openxmlformats.org/presentationml/2006/ole">
            <mc:AlternateContent xmlns:mc="http://schemas.openxmlformats.org/markup-compatibility/2006">
              <mc:Choice xmlns:v="urn:schemas-microsoft-com:vml" Requires="v">
                <p:oleObj name="Equation" r:id="rId28" imgW="2133360" imgH="253800" progId="Equation.DSMT4">
                  <p:embed/>
                </p:oleObj>
              </mc:Choice>
              <mc:Fallback>
                <p:oleObj name="Equation" r:id="rId28" imgW="2133360" imgH="253800" progId="Equation.DSMT4">
                  <p:embed/>
                  <p:pic>
                    <p:nvPicPr>
                      <p:cNvPr id="19" name="Object 18">
                        <a:extLst>
                          <a:ext uri="{FF2B5EF4-FFF2-40B4-BE49-F238E27FC236}">
                            <a16:creationId xmlns:a16="http://schemas.microsoft.com/office/drawing/2014/main" id="{280FC90F-30C5-47D5-BB51-046E9BBC160D}"/>
                          </a:ext>
                        </a:extLst>
                      </p:cNvPr>
                      <p:cNvPicPr/>
                      <p:nvPr/>
                    </p:nvPicPr>
                    <p:blipFill>
                      <a:blip r:embed="rId29"/>
                      <a:stretch>
                        <a:fillRect/>
                      </a:stretch>
                    </p:blipFill>
                    <p:spPr>
                      <a:xfrm>
                        <a:off x="6592300" y="4812536"/>
                        <a:ext cx="1844262" cy="219016"/>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C8DA763D-EC97-44F1-83CB-5FA188AC4D4F}"/>
              </a:ext>
            </a:extLst>
          </p:cNvPr>
          <p:cNvGraphicFramePr>
            <a:graphicFrameLocks noChangeAspect="1"/>
          </p:cNvGraphicFramePr>
          <p:nvPr/>
        </p:nvGraphicFramePr>
        <p:xfrm>
          <a:off x="669444" y="5214303"/>
          <a:ext cx="150091" cy="207818"/>
        </p:xfrm>
        <a:graphic>
          <a:graphicData uri="http://schemas.openxmlformats.org/presentationml/2006/ole">
            <mc:AlternateContent xmlns:mc="http://schemas.openxmlformats.org/markup-compatibility/2006">
              <mc:Choice xmlns:v="urn:schemas-microsoft-com:vml" Requires="v">
                <p:oleObj name="Equation" r:id="rId30" imgW="164880" imgH="228600" progId="Equation.DSMT4">
                  <p:embed/>
                </p:oleObj>
              </mc:Choice>
              <mc:Fallback>
                <p:oleObj name="Equation" r:id="rId30" imgW="164880" imgH="228600" progId="Equation.DSMT4">
                  <p:embed/>
                  <p:pic>
                    <p:nvPicPr>
                      <p:cNvPr id="23" name="Object 22">
                        <a:extLst>
                          <a:ext uri="{FF2B5EF4-FFF2-40B4-BE49-F238E27FC236}">
                            <a16:creationId xmlns:a16="http://schemas.microsoft.com/office/drawing/2014/main" id="{C8DA763D-EC97-44F1-83CB-5FA188AC4D4F}"/>
                          </a:ext>
                        </a:extLst>
                      </p:cNvPr>
                      <p:cNvPicPr/>
                      <p:nvPr/>
                    </p:nvPicPr>
                    <p:blipFill>
                      <a:blip r:embed="rId31"/>
                      <a:stretch>
                        <a:fillRect/>
                      </a:stretch>
                    </p:blipFill>
                    <p:spPr>
                      <a:xfrm>
                        <a:off x="669444" y="5214303"/>
                        <a:ext cx="150091" cy="207818"/>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68BC32FC-703D-4A16-BE84-4389ACCB86C9}"/>
              </a:ext>
            </a:extLst>
          </p:cNvPr>
          <p:cNvGraphicFramePr>
            <a:graphicFrameLocks noChangeAspect="1"/>
          </p:cNvGraphicFramePr>
          <p:nvPr/>
        </p:nvGraphicFramePr>
        <p:xfrm>
          <a:off x="2185827" y="5182421"/>
          <a:ext cx="283388" cy="199422"/>
        </p:xfrm>
        <a:graphic>
          <a:graphicData uri="http://schemas.openxmlformats.org/presentationml/2006/ole">
            <mc:AlternateContent xmlns:mc="http://schemas.openxmlformats.org/markup-compatibility/2006">
              <mc:Choice xmlns:v="urn:schemas-microsoft-com:vml" Requires="v">
                <p:oleObj name="Equation" r:id="rId32" imgW="342720" imgH="241200" progId="Equation.DSMT4">
                  <p:embed/>
                </p:oleObj>
              </mc:Choice>
              <mc:Fallback>
                <p:oleObj name="Equation" r:id="rId32" imgW="342720" imgH="241200" progId="Equation.DSMT4">
                  <p:embed/>
                  <p:pic>
                    <p:nvPicPr>
                      <p:cNvPr id="20" name="Object 19">
                        <a:extLst>
                          <a:ext uri="{FF2B5EF4-FFF2-40B4-BE49-F238E27FC236}">
                            <a16:creationId xmlns:a16="http://schemas.microsoft.com/office/drawing/2014/main" id="{68BC32FC-703D-4A16-BE84-4389ACCB86C9}"/>
                          </a:ext>
                        </a:extLst>
                      </p:cNvPr>
                      <p:cNvPicPr/>
                      <p:nvPr/>
                    </p:nvPicPr>
                    <p:blipFill>
                      <a:blip r:embed="rId33"/>
                      <a:stretch>
                        <a:fillRect/>
                      </a:stretch>
                    </p:blipFill>
                    <p:spPr>
                      <a:xfrm>
                        <a:off x="2185827" y="5182421"/>
                        <a:ext cx="283388" cy="199422"/>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C6C97708-8484-4458-8220-488600999024}"/>
              </a:ext>
            </a:extLst>
          </p:cNvPr>
          <p:cNvGraphicFramePr>
            <a:graphicFrameLocks noChangeAspect="1"/>
          </p:cNvGraphicFramePr>
          <p:nvPr/>
        </p:nvGraphicFramePr>
        <p:xfrm>
          <a:off x="3585614" y="5191462"/>
          <a:ext cx="388347" cy="199422"/>
        </p:xfrm>
        <a:graphic>
          <a:graphicData uri="http://schemas.openxmlformats.org/presentationml/2006/ole">
            <mc:AlternateContent xmlns:mc="http://schemas.openxmlformats.org/markup-compatibility/2006">
              <mc:Choice xmlns:v="urn:schemas-microsoft-com:vml" Requires="v">
                <p:oleObj name="Equation" r:id="rId34" imgW="469800" imgH="241200" progId="Equation.DSMT4">
                  <p:embed/>
                </p:oleObj>
              </mc:Choice>
              <mc:Fallback>
                <p:oleObj name="Equation" r:id="rId34" imgW="469800" imgH="241200" progId="Equation.DSMT4">
                  <p:embed/>
                  <p:pic>
                    <p:nvPicPr>
                      <p:cNvPr id="21" name="Object 20">
                        <a:extLst>
                          <a:ext uri="{FF2B5EF4-FFF2-40B4-BE49-F238E27FC236}">
                            <a16:creationId xmlns:a16="http://schemas.microsoft.com/office/drawing/2014/main" id="{C6C97708-8484-4458-8220-488600999024}"/>
                          </a:ext>
                        </a:extLst>
                      </p:cNvPr>
                      <p:cNvPicPr/>
                      <p:nvPr/>
                    </p:nvPicPr>
                    <p:blipFill>
                      <a:blip r:embed="rId35"/>
                      <a:stretch>
                        <a:fillRect/>
                      </a:stretch>
                    </p:blipFill>
                    <p:spPr>
                      <a:xfrm>
                        <a:off x="3585614" y="5191462"/>
                        <a:ext cx="388347" cy="199422"/>
                      </a:xfrm>
                      <a:prstGeom prst="rect">
                        <a:avLst/>
                      </a:prstGeom>
                    </p:spPr>
                  </p:pic>
                </p:oleObj>
              </mc:Fallback>
            </mc:AlternateContent>
          </a:graphicData>
        </a:graphic>
      </p:graphicFrame>
      <p:graphicFrame>
        <p:nvGraphicFramePr>
          <p:cNvPr id="26" name="Object 25">
            <a:extLst>
              <a:ext uri="{FF2B5EF4-FFF2-40B4-BE49-F238E27FC236}">
                <a16:creationId xmlns:a16="http://schemas.microsoft.com/office/drawing/2014/main" id="{0D9459C4-BD33-4552-B8B3-8D34697B5414}"/>
              </a:ext>
            </a:extLst>
          </p:cNvPr>
          <p:cNvGraphicFramePr>
            <a:graphicFrameLocks noChangeAspect="1"/>
          </p:cNvGraphicFramePr>
          <p:nvPr/>
        </p:nvGraphicFramePr>
        <p:xfrm>
          <a:off x="4535488" y="5203825"/>
          <a:ext cx="1565275" cy="228600"/>
        </p:xfrm>
        <a:graphic>
          <a:graphicData uri="http://schemas.openxmlformats.org/presentationml/2006/ole">
            <mc:AlternateContent xmlns:mc="http://schemas.openxmlformats.org/markup-compatibility/2006">
              <mc:Choice xmlns:v="urn:schemas-microsoft-com:vml" Requires="v">
                <p:oleObj name="Equation" r:id="rId36" imgW="2082600" imgH="304560" progId="Equation.DSMT4">
                  <p:embed/>
                </p:oleObj>
              </mc:Choice>
              <mc:Fallback>
                <p:oleObj name="Equation" r:id="rId36" imgW="2082600" imgH="304560" progId="Equation.DSMT4">
                  <p:embed/>
                  <p:pic>
                    <p:nvPicPr>
                      <p:cNvPr id="26" name="Object 25">
                        <a:extLst>
                          <a:ext uri="{FF2B5EF4-FFF2-40B4-BE49-F238E27FC236}">
                            <a16:creationId xmlns:a16="http://schemas.microsoft.com/office/drawing/2014/main" id="{0D9459C4-BD33-4552-B8B3-8D34697B5414}"/>
                          </a:ext>
                        </a:extLst>
                      </p:cNvPr>
                      <p:cNvPicPr/>
                      <p:nvPr/>
                    </p:nvPicPr>
                    <p:blipFill>
                      <a:blip r:embed="rId37"/>
                      <a:stretch>
                        <a:fillRect/>
                      </a:stretch>
                    </p:blipFill>
                    <p:spPr>
                      <a:xfrm>
                        <a:off x="4535488" y="5203825"/>
                        <a:ext cx="1565275" cy="228600"/>
                      </a:xfrm>
                      <a:prstGeom prst="rect">
                        <a:avLst/>
                      </a:prstGeom>
                    </p:spPr>
                  </p:pic>
                </p:oleObj>
              </mc:Fallback>
            </mc:AlternateContent>
          </a:graphicData>
        </a:graphic>
      </p:graphicFrame>
      <p:graphicFrame>
        <p:nvGraphicFramePr>
          <p:cNvPr id="27" name="Object 26">
            <a:extLst>
              <a:ext uri="{FF2B5EF4-FFF2-40B4-BE49-F238E27FC236}">
                <a16:creationId xmlns:a16="http://schemas.microsoft.com/office/drawing/2014/main" id="{BCDAE61E-6779-4FAA-8A30-2FC112EA59B0}"/>
              </a:ext>
            </a:extLst>
          </p:cNvPr>
          <p:cNvGraphicFramePr>
            <a:graphicFrameLocks noChangeAspect="1"/>
          </p:cNvGraphicFramePr>
          <p:nvPr/>
        </p:nvGraphicFramePr>
        <p:xfrm>
          <a:off x="6602413" y="5157788"/>
          <a:ext cx="1863725" cy="222250"/>
        </p:xfrm>
        <a:graphic>
          <a:graphicData uri="http://schemas.openxmlformats.org/presentationml/2006/ole">
            <mc:AlternateContent xmlns:mc="http://schemas.openxmlformats.org/markup-compatibility/2006">
              <mc:Choice xmlns:v="urn:schemas-microsoft-com:vml" Requires="v">
                <p:oleObj name="Equation" r:id="rId38" imgW="2133360" imgH="253800" progId="Equation.DSMT4">
                  <p:embed/>
                </p:oleObj>
              </mc:Choice>
              <mc:Fallback>
                <p:oleObj name="Equation" r:id="rId38" imgW="2133360" imgH="253800" progId="Equation.DSMT4">
                  <p:embed/>
                  <p:pic>
                    <p:nvPicPr>
                      <p:cNvPr id="27" name="Object 26">
                        <a:extLst>
                          <a:ext uri="{FF2B5EF4-FFF2-40B4-BE49-F238E27FC236}">
                            <a16:creationId xmlns:a16="http://schemas.microsoft.com/office/drawing/2014/main" id="{BCDAE61E-6779-4FAA-8A30-2FC112EA59B0}"/>
                          </a:ext>
                        </a:extLst>
                      </p:cNvPr>
                      <p:cNvPicPr/>
                      <p:nvPr/>
                    </p:nvPicPr>
                    <p:blipFill>
                      <a:blip r:embed="rId39"/>
                      <a:stretch>
                        <a:fillRect/>
                      </a:stretch>
                    </p:blipFill>
                    <p:spPr>
                      <a:xfrm>
                        <a:off x="6602413" y="5157788"/>
                        <a:ext cx="1863725" cy="222250"/>
                      </a:xfrm>
                      <a:prstGeom prst="rect">
                        <a:avLst/>
                      </a:prstGeom>
                    </p:spPr>
                  </p:pic>
                </p:oleObj>
              </mc:Fallback>
            </mc:AlternateContent>
          </a:graphicData>
        </a:graphic>
      </p:graphicFrame>
      <p:graphicFrame>
        <p:nvGraphicFramePr>
          <p:cNvPr id="25" name="Object 24">
            <a:extLst>
              <a:ext uri="{FF2B5EF4-FFF2-40B4-BE49-F238E27FC236}">
                <a16:creationId xmlns:a16="http://schemas.microsoft.com/office/drawing/2014/main" id="{254D1550-3F39-4381-B15E-4D6571DBCBA4}"/>
              </a:ext>
            </a:extLst>
          </p:cNvPr>
          <p:cNvGraphicFramePr>
            <a:graphicFrameLocks noChangeAspect="1"/>
          </p:cNvGraphicFramePr>
          <p:nvPr/>
        </p:nvGraphicFramePr>
        <p:xfrm>
          <a:off x="663677" y="5540097"/>
          <a:ext cx="152400" cy="241300"/>
        </p:xfrm>
        <a:graphic>
          <a:graphicData uri="http://schemas.openxmlformats.org/presentationml/2006/ole">
            <mc:AlternateContent xmlns:mc="http://schemas.openxmlformats.org/markup-compatibility/2006">
              <mc:Choice xmlns:v="urn:schemas-microsoft-com:vml" Requires="v">
                <p:oleObj name="Equation" r:id="rId40" imgW="152280" imgH="241200" progId="Equation.DSMT4">
                  <p:embed/>
                </p:oleObj>
              </mc:Choice>
              <mc:Fallback>
                <p:oleObj name="Equation" r:id="rId40" imgW="152280" imgH="241200" progId="Equation.DSMT4">
                  <p:embed/>
                  <p:pic>
                    <p:nvPicPr>
                      <p:cNvPr id="25" name="Object 24">
                        <a:extLst>
                          <a:ext uri="{FF2B5EF4-FFF2-40B4-BE49-F238E27FC236}">
                            <a16:creationId xmlns:a16="http://schemas.microsoft.com/office/drawing/2014/main" id="{254D1550-3F39-4381-B15E-4D6571DBCBA4}"/>
                          </a:ext>
                        </a:extLst>
                      </p:cNvPr>
                      <p:cNvPicPr/>
                      <p:nvPr/>
                    </p:nvPicPr>
                    <p:blipFill>
                      <a:blip r:embed="rId41"/>
                      <a:stretch>
                        <a:fillRect/>
                      </a:stretch>
                    </p:blipFill>
                    <p:spPr>
                      <a:xfrm>
                        <a:off x="663677" y="5540097"/>
                        <a:ext cx="152400" cy="241300"/>
                      </a:xfrm>
                      <a:prstGeom prst="rect">
                        <a:avLst/>
                      </a:prstGeom>
                    </p:spPr>
                  </p:pic>
                </p:oleObj>
              </mc:Fallback>
            </mc:AlternateContent>
          </a:graphicData>
        </a:graphic>
      </p:graphicFrame>
      <p:graphicFrame>
        <p:nvGraphicFramePr>
          <p:cNvPr id="30" name="Object 29">
            <a:extLst>
              <a:ext uri="{FF2B5EF4-FFF2-40B4-BE49-F238E27FC236}">
                <a16:creationId xmlns:a16="http://schemas.microsoft.com/office/drawing/2014/main" id="{B0DC0681-6229-4EE2-9153-5EF59DE674AE}"/>
              </a:ext>
            </a:extLst>
          </p:cNvPr>
          <p:cNvGraphicFramePr>
            <a:graphicFrameLocks noChangeAspect="1"/>
          </p:cNvGraphicFramePr>
          <p:nvPr>
            <p:extLst>
              <p:ext uri="{D42A27DB-BD31-4B8C-83A1-F6EECF244321}">
                <p14:modId xmlns:p14="http://schemas.microsoft.com/office/powerpoint/2010/main" val="2932189613"/>
              </p:ext>
            </p:extLst>
          </p:nvPr>
        </p:nvGraphicFramePr>
        <p:xfrm>
          <a:off x="2185988" y="5546725"/>
          <a:ext cx="284162" cy="252413"/>
        </p:xfrm>
        <a:graphic>
          <a:graphicData uri="http://schemas.openxmlformats.org/presentationml/2006/ole">
            <mc:AlternateContent xmlns:mc="http://schemas.openxmlformats.org/markup-compatibility/2006">
              <mc:Choice xmlns:v="urn:schemas-microsoft-com:vml" Requires="v">
                <p:oleObj name="Equation" r:id="rId42" imgW="342720" imgH="304560" progId="Equation.DSMT4">
                  <p:embed/>
                </p:oleObj>
              </mc:Choice>
              <mc:Fallback>
                <p:oleObj name="Equation" r:id="rId42" imgW="342720" imgH="304560" progId="Equation.DSMT4">
                  <p:embed/>
                  <p:pic>
                    <p:nvPicPr>
                      <p:cNvPr id="30" name="Object 29">
                        <a:extLst>
                          <a:ext uri="{FF2B5EF4-FFF2-40B4-BE49-F238E27FC236}">
                            <a16:creationId xmlns:a16="http://schemas.microsoft.com/office/drawing/2014/main" id="{B0DC0681-6229-4EE2-9153-5EF59DE674AE}"/>
                          </a:ext>
                        </a:extLst>
                      </p:cNvPr>
                      <p:cNvPicPr/>
                      <p:nvPr/>
                    </p:nvPicPr>
                    <p:blipFill>
                      <a:blip r:embed="rId43"/>
                      <a:stretch>
                        <a:fillRect/>
                      </a:stretch>
                    </p:blipFill>
                    <p:spPr>
                      <a:xfrm>
                        <a:off x="2185988" y="5546725"/>
                        <a:ext cx="284162" cy="252413"/>
                      </a:xfrm>
                      <a:prstGeom prst="rect">
                        <a:avLst/>
                      </a:prstGeom>
                    </p:spPr>
                  </p:pic>
                </p:oleObj>
              </mc:Fallback>
            </mc:AlternateContent>
          </a:graphicData>
        </a:graphic>
      </p:graphicFrame>
      <p:graphicFrame>
        <p:nvGraphicFramePr>
          <p:cNvPr id="34" name="Object 33">
            <a:extLst>
              <a:ext uri="{FF2B5EF4-FFF2-40B4-BE49-F238E27FC236}">
                <a16:creationId xmlns:a16="http://schemas.microsoft.com/office/drawing/2014/main" id="{A2D4EB1E-1901-41CA-89BE-92D3A5577414}"/>
              </a:ext>
            </a:extLst>
          </p:cNvPr>
          <p:cNvGraphicFramePr>
            <a:graphicFrameLocks noChangeAspect="1"/>
          </p:cNvGraphicFramePr>
          <p:nvPr/>
        </p:nvGraphicFramePr>
        <p:xfrm>
          <a:off x="3603104" y="5538732"/>
          <a:ext cx="388347" cy="199422"/>
        </p:xfrm>
        <a:graphic>
          <a:graphicData uri="http://schemas.openxmlformats.org/presentationml/2006/ole">
            <mc:AlternateContent xmlns:mc="http://schemas.openxmlformats.org/markup-compatibility/2006">
              <mc:Choice xmlns:v="urn:schemas-microsoft-com:vml" Requires="v">
                <p:oleObj name="Equation" r:id="rId44" imgW="469800" imgH="241200" progId="Equation.DSMT4">
                  <p:embed/>
                </p:oleObj>
              </mc:Choice>
              <mc:Fallback>
                <p:oleObj name="Equation" r:id="rId44" imgW="469800" imgH="241200" progId="Equation.DSMT4">
                  <p:embed/>
                  <p:pic>
                    <p:nvPicPr>
                      <p:cNvPr id="34" name="Object 33">
                        <a:extLst>
                          <a:ext uri="{FF2B5EF4-FFF2-40B4-BE49-F238E27FC236}">
                            <a16:creationId xmlns:a16="http://schemas.microsoft.com/office/drawing/2014/main" id="{A2D4EB1E-1901-41CA-89BE-92D3A5577414}"/>
                          </a:ext>
                        </a:extLst>
                      </p:cNvPr>
                      <p:cNvPicPr/>
                      <p:nvPr/>
                    </p:nvPicPr>
                    <p:blipFill>
                      <a:blip r:embed="rId45"/>
                      <a:stretch>
                        <a:fillRect/>
                      </a:stretch>
                    </p:blipFill>
                    <p:spPr>
                      <a:xfrm>
                        <a:off x="3603104" y="5538732"/>
                        <a:ext cx="388347" cy="199422"/>
                      </a:xfrm>
                      <a:prstGeom prst="rect">
                        <a:avLst/>
                      </a:prstGeom>
                    </p:spPr>
                  </p:pic>
                </p:oleObj>
              </mc:Fallback>
            </mc:AlternateContent>
          </a:graphicData>
        </a:graphic>
      </p:graphicFrame>
      <p:graphicFrame>
        <p:nvGraphicFramePr>
          <p:cNvPr id="28" name="Object 27">
            <a:extLst>
              <a:ext uri="{FF2B5EF4-FFF2-40B4-BE49-F238E27FC236}">
                <a16:creationId xmlns:a16="http://schemas.microsoft.com/office/drawing/2014/main" id="{9607F47C-1850-4AC1-9C99-3D86D62D339B}"/>
              </a:ext>
            </a:extLst>
          </p:cNvPr>
          <p:cNvGraphicFramePr>
            <a:graphicFrameLocks noChangeAspect="1"/>
          </p:cNvGraphicFramePr>
          <p:nvPr>
            <p:extLst>
              <p:ext uri="{D42A27DB-BD31-4B8C-83A1-F6EECF244321}">
                <p14:modId xmlns:p14="http://schemas.microsoft.com/office/powerpoint/2010/main" val="1699749013"/>
              </p:ext>
            </p:extLst>
          </p:nvPr>
        </p:nvGraphicFramePr>
        <p:xfrm>
          <a:off x="4522787" y="5538352"/>
          <a:ext cx="1573213" cy="239713"/>
        </p:xfrm>
        <a:graphic>
          <a:graphicData uri="http://schemas.openxmlformats.org/presentationml/2006/ole">
            <mc:AlternateContent xmlns:mc="http://schemas.openxmlformats.org/markup-compatibility/2006">
              <mc:Choice xmlns:v="urn:schemas-microsoft-com:vml" Requires="v">
                <p:oleObj name="Equation" r:id="rId46" imgW="2095200" imgH="317160" progId="Equation.DSMT4">
                  <p:embed/>
                </p:oleObj>
              </mc:Choice>
              <mc:Fallback>
                <p:oleObj name="Equation" r:id="rId46" imgW="2095200" imgH="317160" progId="Equation.DSMT4">
                  <p:embed/>
                  <p:pic>
                    <p:nvPicPr>
                      <p:cNvPr id="28" name="Object 27">
                        <a:extLst>
                          <a:ext uri="{FF2B5EF4-FFF2-40B4-BE49-F238E27FC236}">
                            <a16:creationId xmlns:a16="http://schemas.microsoft.com/office/drawing/2014/main" id="{9607F47C-1850-4AC1-9C99-3D86D62D339B}"/>
                          </a:ext>
                        </a:extLst>
                      </p:cNvPr>
                      <p:cNvPicPr/>
                      <p:nvPr/>
                    </p:nvPicPr>
                    <p:blipFill>
                      <a:blip r:embed="rId47"/>
                      <a:stretch>
                        <a:fillRect/>
                      </a:stretch>
                    </p:blipFill>
                    <p:spPr>
                      <a:xfrm>
                        <a:off x="4522787" y="5538352"/>
                        <a:ext cx="1573213" cy="239713"/>
                      </a:xfrm>
                      <a:prstGeom prst="rect">
                        <a:avLst/>
                      </a:prstGeom>
                    </p:spPr>
                  </p:pic>
                </p:oleObj>
              </mc:Fallback>
            </mc:AlternateContent>
          </a:graphicData>
        </a:graphic>
      </p:graphicFrame>
      <p:graphicFrame>
        <p:nvGraphicFramePr>
          <p:cNvPr id="29" name="Object 28">
            <a:extLst>
              <a:ext uri="{FF2B5EF4-FFF2-40B4-BE49-F238E27FC236}">
                <a16:creationId xmlns:a16="http://schemas.microsoft.com/office/drawing/2014/main" id="{B6A5CE46-971F-4EA7-AD30-8BCD91739ED2}"/>
              </a:ext>
            </a:extLst>
          </p:cNvPr>
          <p:cNvGraphicFramePr>
            <a:graphicFrameLocks noChangeAspect="1"/>
          </p:cNvGraphicFramePr>
          <p:nvPr>
            <p:extLst>
              <p:ext uri="{D42A27DB-BD31-4B8C-83A1-F6EECF244321}">
                <p14:modId xmlns:p14="http://schemas.microsoft.com/office/powerpoint/2010/main" val="3847891043"/>
              </p:ext>
            </p:extLst>
          </p:nvPr>
        </p:nvGraphicFramePr>
        <p:xfrm>
          <a:off x="6615378" y="5506389"/>
          <a:ext cx="1817156" cy="260060"/>
        </p:xfrm>
        <a:graphic>
          <a:graphicData uri="http://schemas.openxmlformats.org/presentationml/2006/ole">
            <mc:AlternateContent xmlns:mc="http://schemas.openxmlformats.org/markup-compatibility/2006">
              <mc:Choice xmlns:v="urn:schemas-microsoft-com:vml" Requires="v">
                <p:oleObj name="Equation" r:id="rId48" imgW="2133360" imgH="304560" progId="Equation.DSMT4">
                  <p:embed/>
                </p:oleObj>
              </mc:Choice>
              <mc:Fallback>
                <p:oleObj name="Equation" r:id="rId48" imgW="2133360" imgH="304560" progId="Equation.DSMT4">
                  <p:embed/>
                  <p:pic>
                    <p:nvPicPr>
                      <p:cNvPr id="29" name="Object 28">
                        <a:extLst>
                          <a:ext uri="{FF2B5EF4-FFF2-40B4-BE49-F238E27FC236}">
                            <a16:creationId xmlns:a16="http://schemas.microsoft.com/office/drawing/2014/main" id="{B6A5CE46-971F-4EA7-AD30-8BCD91739ED2}"/>
                          </a:ext>
                        </a:extLst>
                      </p:cNvPr>
                      <p:cNvPicPr/>
                      <p:nvPr/>
                    </p:nvPicPr>
                    <p:blipFill>
                      <a:blip r:embed="rId49"/>
                      <a:stretch>
                        <a:fillRect/>
                      </a:stretch>
                    </p:blipFill>
                    <p:spPr>
                      <a:xfrm>
                        <a:off x="6615378" y="5506389"/>
                        <a:ext cx="1817156" cy="260060"/>
                      </a:xfrm>
                      <a:prstGeom prst="rect">
                        <a:avLst/>
                      </a:prstGeom>
                    </p:spPr>
                  </p:pic>
                </p:oleObj>
              </mc:Fallback>
            </mc:AlternateContent>
          </a:graphicData>
        </a:graphic>
      </p:graphicFrame>
      <p:graphicFrame>
        <p:nvGraphicFramePr>
          <p:cNvPr id="31" name="Object 30">
            <a:extLst>
              <a:ext uri="{FF2B5EF4-FFF2-40B4-BE49-F238E27FC236}">
                <a16:creationId xmlns:a16="http://schemas.microsoft.com/office/drawing/2014/main" id="{ACC93774-B14D-48AC-B489-030BA7FA9723}"/>
              </a:ext>
            </a:extLst>
          </p:cNvPr>
          <p:cNvGraphicFramePr>
            <a:graphicFrameLocks noChangeAspect="1"/>
          </p:cNvGraphicFramePr>
          <p:nvPr>
            <p:extLst>
              <p:ext uri="{D42A27DB-BD31-4B8C-83A1-F6EECF244321}">
                <p14:modId xmlns:p14="http://schemas.microsoft.com/office/powerpoint/2010/main" val="1980333657"/>
              </p:ext>
            </p:extLst>
          </p:nvPr>
        </p:nvGraphicFramePr>
        <p:xfrm>
          <a:off x="651888" y="5902517"/>
          <a:ext cx="533049" cy="236910"/>
        </p:xfrm>
        <a:graphic>
          <a:graphicData uri="http://schemas.openxmlformats.org/presentationml/2006/ole">
            <mc:AlternateContent xmlns:mc="http://schemas.openxmlformats.org/markup-compatibility/2006">
              <mc:Choice xmlns:v="urn:schemas-microsoft-com:vml" Requires="v">
                <p:oleObj name="Equation" r:id="rId50" imgW="571320" imgH="253800" progId="Equation.DSMT4">
                  <p:embed/>
                </p:oleObj>
              </mc:Choice>
              <mc:Fallback>
                <p:oleObj name="Equation" r:id="rId50" imgW="571320" imgH="253800" progId="Equation.DSMT4">
                  <p:embed/>
                  <p:pic>
                    <p:nvPicPr>
                      <p:cNvPr id="31" name="Object 30">
                        <a:extLst>
                          <a:ext uri="{FF2B5EF4-FFF2-40B4-BE49-F238E27FC236}">
                            <a16:creationId xmlns:a16="http://schemas.microsoft.com/office/drawing/2014/main" id="{ACC93774-B14D-48AC-B489-030BA7FA9723}"/>
                          </a:ext>
                        </a:extLst>
                      </p:cNvPr>
                      <p:cNvPicPr/>
                      <p:nvPr/>
                    </p:nvPicPr>
                    <p:blipFill>
                      <a:blip r:embed="rId51"/>
                      <a:stretch>
                        <a:fillRect/>
                      </a:stretch>
                    </p:blipFill>
                    <p:spPr>
                      <a:xfrm>
                        <a:off x="651888" y="5902517"/>
                        <a:ext cx="533049" cy="236910"/>
                      </a:xfrm>
                      <a:prstGeom prst="rect">
                        <a:avLst/>
                      </a:prstGeom>
                    </p:spPr>
                  </p:pic>
                </p:oleObj>
              </mc:Fallback>
            </mc:AlternateContent>
          </a:graphicData>
        </a:graphic>
      </p:graphicFrame>
      <p:graphicFrame>
        <p:nvGraphicFramePr>
          <p:cNvPr id="32" name="Object 31">
            <a:extLst>
              <a:ext uri="{FF2B5EF4-FFF2-40B4-BE49-F238E27FC236}">
                <a16:creationId xmlns:a16="http://schemas.microsoft.com/office/drawing/2014/main" id="{FE2F3437-06DB-4A15-A048-817CAA1B985D}"/>
              </a:ext>
            </a:extLst>
          </p:cNvPr>
          <p:cNvGraphicFramePr>
            <a:graphicFrameLocks noChangeAspect="1"/>
          </p:cNvGraphicFramePr>
          <p:nvPr/>
        </p:nvGraphicFramePr>
        <p:xfrm>
          <a:off x="2081446" y="5915365"/>
          <a:ext cx="377851" cy="199422"/>
        </p:xfrm>
        <a:graphic>
          <a:graphicData uri="http://schemas.openxmlformats.org/presentationml/2006/ole">
            <mc:AlternateContent xmlns:mc="http://schemas.openxmlformats.org/markup-compatibility/2006">
              <mc:Choice xmlns:v="urn:schemas-microsoft-com:vml" Requires="v">
                <p:oleObj name="Equation" r:id="rId52" imgW="457200" imgH="241200" progId="Equation.DSMT4">
                  <p:embed/>
                </p:oleObj>
              </mc:Choice>
              <mc:Fallback>
                <p:oleObj name="Equation" r:id="rId52" imgW="457200" imgH="241200" progId="Equation.DSMT4">
                  <p:embed/>
                  <p:pic>
                    <p:nvPicPr>
                      <p:cNvPr id="32" name="Object 31">
                        <a:extLst>
                          <a:ext uri="{FF2B5EF4-FFF2-40B4-BE49-F238E27FC236}">
                            <a16:creationId xmlns:a16="http://schemas.microsoft.com/office/drawing/2014/main" id="{FE2F3437-06DB-4A15-A048-817CAA1B985D}"/>
                          </a:ext>
                        </a:extLst>
                      </p:cNvPr>
                      <p:cNvPicPr/>
                      <p:nvPr/>
                    </p:nvPicPr>
                    <p:blipFill>
                      <a:blip r:embed="rId53"/>
                      <a:stretch>
                        <a:fillRect/>
                      </a:stretch>
                    </p:blipFill>
                    <p:spPr>
                      <a:xfrm>
                        <a:off x="2081446" y="5915365"/>
                        <a:ext cx="377851" cy="199422"/>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9074F115-0606-444F-B2AD-EC55CAAC70BC}"/>
              </a:ext>
            </a:extLst>
          </p:cNvPr>
          <p:cNvGraphicFramePr>
            <a:graphicFrameLocks noChangeAspect="1"/>
          </p:cNvGraphicFramePr>
          <p:nvPr/>
        </p:nvGraphicFramePr>
        <p:xfrm>
          <a:off x="5010150" y="5864225"/>
          <a:ext cx="1163638" cy="314325"/>
        </p:xfrm>
        <a:graphic>
          <a:graphicData uri="http://schemas.openxmlformats.org/presentationml/2006/ole">
            <mc:AlternateContent xmlns:mc="http://schemas.openxmlformats.org/markup-compatibility/2006">
              <mc:Choice xmlns:v="urn:schemas-microsoft-com:vml" Requires="v">
                <p:oleObj name="Equation" r:id="rId54" imgW="1409400" imgH="380880" progId="Equation.DSMT4">
                  <p:embed/>
                </p:oleObj>
              </mc:Choice>
              <mc:Fallback>
                <p:oleObj name="Equation" r:id="rId54" imgW="1409400" imgH="380880" progId="Equation.DSMT4">
                  <p:embed/>
                  <p:pic>
                    <p:nvPicPr>
                      <p:cNvPr id="10" name="Object 9">
                        <a:extLst>
                          <a:ext uri="{FF2B5EF4-FFF2-40B4-BE49-F238E27FC236}">
                            <a16:creationId xmlns:a16="http://schemas.microsoft.com/office/drawing/2014/main" id="{9074F115-0606-444F-B2AD-EC55CAAC70BC}"/>
                          </a:ext>
                        </a:extLst>
                      </p:cNvPr>
                      <p:cNvPicPr/>
                      <p:nvPr/>
                    </p:nvPicPr>
                    <p:blipFill>
                      <a:blip r:embed="rId55"/>
                      <a:stretch>
                        <a:fillRect/>
                      </a:stretch>
                    </p:blipFill>
                    <p:spPr>
                      <a:xfrm>
                        <a:off x="5010150" y="5864225"/>
                        <a:ext cx="1163638" cy="314325"/>
                      </a:xfrm>
                      <a:prstGeom prst="rect">
                        <a:avLst/>
                      </a:prstGeom>
                    </p:spPr>
                  </p:pic>
                </p:oleObj>
              </mc:Fallback>
            </mc:AlternateContent>
          </a:graphicData>
        </a:graphic>
      </p:graphicFrame>
      <p:graphicFrame>
        <p:nvGraphicFramePr>
          <p:cNvPr id="39" name="Object 38">
            <a:extLst>
              <a:ext uri="{FF2B5EF4-FFF2-40B4-BE49-F238E27FC236}">
                <a16:creationId xmlns:a16="http://schemas.microsoft.com/office/drawing/2014/main" id="{8F2C6485-5B5D-4420-98E7-88D5028FB872}"/>
              </a:ext>
            </a:extLst>
          </p:cNvPr>
          <p:cNvGraphicFramePr>
            <a:graphicFrameLocks noChangeAspect="1"/>
          </p:cNvGraphicFramePr>
          <p:nvPr/>
        </p:nvGraphicFramePr>
        <p:xfrm>
          <a:off x="7851009" y="5907037"/>
          <a:ext cx="587768" cy="199422"/>
        </p:xfrm>
        <a:graphic>
          <a:graphicData uri="http://schemas.openxmlformats.org/presentationml/2006/ole">
            <mc:AlternateContent xmlns:mc="http://schemas.openxmlformats.org/markup-compatibility/2006">
              <mc:Choice xmlns:v="urn:schemas-microsoft-com:vml" Requires="v">
                <p:oleObj name="Equation" r:id="rId56" imgW="711000" imgH="241200" progId="Equation.DSMT4">
                  <p:embed/>
                </p:oleObj>
              </mc:Choice>
              <mc:Fallback>
                <p:oleObj name="Equation" r:id="rId56" imgW="711000" imgH="241200" progId="Equation.DSMT4">
                  <p:embed/>
                  <p:pic>
                    <p:nvPicPr>
                      <p:cNvPr id="39" name="Object 38">
                        <a:extLst>
                          <a:ext uri="{FF2B5EF4-FFF2-40B4-BE49-F238E27FC236}">
                            <a16:creationId xmlns:a16="http://schemas.microsoft.com/office/drawing/2014/main" id="{8F2C6485-5B5D-4420-98E7-88D5028FB872}"/>
                          </a:ext>
                        </a:extLst>
                      </p:cNvPr>
                      <p:cNvPicPr/>
                      <p:nvPr/>
                    </p:nvPicPr>
                    <p:blipFill>
                      <a:blip r:embed="rId57"/>
                      <a:stretch>
                        <a:fillRect/>
                      </a:stretch>
                    </p:blipFill>
                    <p:spPr>
                      <a:xfrm>
                        <a:off x="7851009" y="5907037"/>
                        <a:ext cx="587768" cy="199422"/>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50</a:t>
            </a:fld>
            <a:endParaRPr lang="en-US"/>
          </a:p>
        </p:txBody>
      </p:sp>
    </p:spTree>
    <p:extLst>
      <p:ext uri="{BB962C8B-B14F-4D97-AF65-F5344CB8AC3E}">
        <p14:creationId xmlns:p14="http://schemas.microsoft.com/office/powerpoint/2010/main" val="11347497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1"/>
            <a:ext cx="8053754" cy="822840"/>
          </a:xfrm>
        </p:spPr>
        <p:txBody>
          <a:bodyPr>
            <a:normAutofit/>
          </a:bodyPr>
          <a:lstStyle/>
          <a:p>
            <a:r>
              <a:rPr lang="en-US" sz="3600" dirty="0"/>
              <a:t>Bayes’ Theorem Example </a:t>
            </a:r>
            <a:r>
              <a:rPr lang="en-US" sz="1000" b="0" dirty="0"/>
              <a:t>4</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542637" y="77914"/>
            <a:ext cx="439615" cy="1132382"/>
          </a:xfrm>
        </p:spPr>
        <p:txBody>
          <a:bodyPr vert="vert" rIns="0"/>
          <a:lstStyle/>
          <a:p>
            <a:r>
              <a:rPr lang="en-US" b="1" dirty="0"/>
              <a:t>L</a:t>
            </a:r>
            <a:r>
              <a:rPr lang="en-US" sz="100" b="1" dirty="0"/>
              <a:t> </a:t>
            </a:r>
            <a:r>
              <a:rPr lang="en-US" b="1" dirty="0"/>
              <a:t>O 5.8</a:t>
            </a:r>
            <a:endParaRPr lang="en-IN" b="1" dirty="0"/>
          </a:p>
        </p:txBody>
      </p:sp>
      <p:sp>
        <p:nvSpPr>
          <p:cNvPr id="50" name="Content Placeholder 49">
            <a:extLst>
              <a:ext uri="{FF2B5EF4-FFF2-40B4-BE49-F238E27FC236}">
                <a16:creationId xmlns:a16="http://schemas.microsoft.com/office/drawing/2014/main" id="{14CB0F74-6FDA-4349-B48F-982543AC368B}"/>
              </a:ext>
            </a:extLst>
          </p:cNvPr>
          <p:cNvSpPr>
            <a:spLocks noGrp="1"/>
          </p:cNvSpPr>
          <p:nvPr>
            <p:ph sz="quarter" idx="14"/>
          </p:nvPr>
        </p:nvSpPr>
        <p:spPr>
          <a:xfrm>
            <a:off x="342900" y="1098349"/>
            <a:ext cx="8199737" cy="633742"/>
          </a:xfrm>
        </p:spPr>
        <p:txBody>
          <a:bodyPr/>
          <a:lstStyle/>
          <a:p>
            <a:r>
              <a:rPr lang="en-US" sz="2000" dirty="0"/>
              <a:t>We could visualize this situation as shown. The initial sample space consists of three mutually exclusive and collectively exhaustive events</a:t>
            </a:r>
          </a:p>
        </p:txBody>
      </p:sp>
      <p:graphicFrame>
        <p:nvGraphicFramePr>
          <p:cNvPr id="68" name="Object 67">
            <a:extLst>
              <a:ext uri="{FF2B5EF4-FFF2-40B4-BE49-F238E27FC236}">
                <a16:creationId xmlns:a16="http://schemas.microsoft.com/office/drawing/2014/main" id="{391E0855-B6BC-4255-B109-FDB8D01C24F2}"/>
              </a:ext>
            </a:extLst>
          </p:cNvPr>
          <p:cNvGraphicFramePr>
            <a:graphicFrameLocks noChangeAspect="1"/>
          </p:cNvGraphicFramePr>
          <p:nvPr>
            <p:extLst>
              <p:ext uri="{D42A27DB-BD31-4B8C-83A1-F6EECF244321}">
                <p14:modId xmlns:p14="http://schemas.microsoft.com/office/powerpoint/2010/main" val="3302453630"/>
              </p:ext>
            </p:extLst>
          </p:nvPr>
        </p:nvGraphicFramePr>
        <p:xfrm>
          <a:off x="385772" y="1802822"/>
          <a:ext cx="2176462" cy="338138"/>
        </p:xfrm>
        <a:graphic>
          <a:graphicData uri="http://schemas.openxmlformats.org/presentationml/2006/ole">
            <mc:AlternateContent xmlns:mc="http://schemas.openxmlformats.org/markup-compatibility/2006">
              <mc:Choice xmlns:v="urn:schemas-microsoft-com:vml" Requires="v">
                <p:oleObj name="Equation" r:id="rId2" imgW="2133360" imgH="330120" progId="Equation.DSMT4">
                  <p:embed/>
                </p:oleObj>
              </mc:Choice>
              <mc:Fallback>
                <p:oleObj name="Equation" r:id="rId2" imgW="2133360" imgH="330120" progId="Equation.DSMT4">
                  <p:embed/>
                  <p:pic>
                    <p:nvPicPr>
                      <p:cNvPr id="0" name=""/>
                      <p:cNvPicPr/>
                      <p:nvPr/>
                    </p:nvPicPr>
                    <p:blipFill>
                      <a:blip r:embed="rId3"/>
                      <a:stretch>
                        <a:fillRect/>
                      </a:stretch>
                    </p:blipFill>
                    <p:spPr>
                      <a:xfrm>
                        <a:off x="385772" y="1802822"/>
                        <a:ext cx="2176462" cy="338138"/>
                      </a:xfrm>
                      <a:prstGeom prst="rect">
                        <a:avLst/>
                      </a:prstGeom>
                    </p:spPr>
                  </p:pic>
                </p:oleObj>
              </mc:Fallback>
            </mc:AlternateContent>
          </a:graphicData>
        </a:graphic>
      </p:graphicFrame>
      <p:sp>
        <p:nvSpPr>
          <p:cNvPr id="70" name="Content Placeholder 69">
            <a:extLst>
              <a:ext uri="{FF2B5EF4-FFF2-40B4-BE49-F238E27FC236}">
                <a16:creationId xmlns:a16="http://schemas.microsoft.com/office/drawing/2014/main" id="{3786C209-0AF1-4379-815E-062D239D1566}"/>
              </a:ext>
            </a:extLst>
          </p:cNvPr>
          <p:cNvSpPr>
            <a:spLocks noGrp="1"/>
          </p:cNvSpPr>
          <p:nvPr>
            <p:ph sz="quarter" idx="15"/>
          </p:nvPr>
        </p:nvSpPr>
        <p:spPr>
          <a:xfrm>
            <a:off x="2501479" y="1739402"/>
            <a:ext cx="4215378" cy="380718"/>
          </a:xfrm>
        </p:spPr>
        <p:txBody>
          <a:bodyPr/>
          <a:lstStyle/>
          <a:p>
            <a:r>
              <a:rPr lang="en-US" sz="2000" dirty="0"/>
              <a:t>As indicated by their relative areas,</a:t>
            </a:r>
          </a:p>
        </p:txBody>
      </p:sp>
      <p:graphicFrame>
        <p:nvGraphicFramePr>
          <p:cNvPr id="71" name="Object 70">
            <a:extLst>
              <a:ext uri="{FF2B5EF4-FFF2-40B4-BE49-F238E27FC236}">
                <a16:creationId xmlns:a16="http://schemas.microsoft.com/office/drawing/2014/main" id="{74E4BFB8-9509-46F3-BC0D-B68F4D80B9F7}"/>
              </a:ext>
            </a:extLst>
          </p:cNvPr>
          <p:cNvGraphicFramePr>
            <a:graphicFrameLocks noChangeAspect="1"/>
          </p:cNvGraphicFramePr>
          <p:nvPr>
            <p:extLst>
              <p:ext uri="{D42A27DB-BD31-4B8C-83A1-F6EECF244321}">
                <p14:modId xmlns:p14="http://schemas.microsoft.com/office/powerpoint/2010/main" val="233447656"/>
              </p:ext>
            </p:extLst>
          </p:nvPr>
        </p:nvGraphicFramePr>
        <p:xfrm>
          <a:off x="6596207" y="1802822"/>
          <a:ext cx="241300" cy="330200"/>
        </p:xfrm>
        <a:graphic>
          <a:graphicData uri="http://schemas.openxmlformats.org/presentationml/2006/ole">
            <mc:AlternateContent xmlns:mc="http://schemas.openxmlformats.org/markup-compatibility/2006">
              <mc:Choice xmlns:v="urn:schemas-microsoft-com:vml" Requires="v">
                <p:oleObj name="Equation" r:id="rId4" imgW="241200" imgH="330120" progId="Equation.DSMT4">
                  <p:embed/>
                </p:oleObj>
              </mc:Choice>
              <mc:Fallback>
                <p:oleObj name="Equation" r:id="rId4" imgW="241200" imgH="330120" progId="Equation.DSMT4">
                  <p:embed/>
                  <p:pic>
                    <p:nvPicPr>
                      <p:cNvPr id="0" name=""/>
                      <p:cNvPicPr/>
                      <p:nvPr/>
                    </p:nvPicPr>
                    <p:blipFill>
                      <a:blip r:embed="rId5"/>
                      <a:stretch>
                        <a:fillRect/>
                      </a:stretch>
                    </p:blipFill>
                    <p:spPr>
                      <a:xfrm>
                        <a:off x="6596207" y="1802822"/>
                        <a:ext cx="241300" cy="330200"/>
                      </a:xfrm>
                      <a:prstGeom prst="rect">
                        <a:avLst/>
                      </a:prstGeom>
                    </p:spPr>
                  </p:pic>
                </p:oleObj>
              </mc:Fallback>
            </mc:AlternateContent>
          </a:graphicData>
        </a:graphic>
      </p:graphicFrame>
      <p:sp>
        <p:nvSpPr>
          <p:cNvPr id="52" name="Content Placeholder 51">
            <a:extLst>
              <a:ext uri="{FF2B5EF4-FFF2-40B4-BE49-F238E27FC236}">
                <a16:creationId xmlns:a16="http://schemas.microsoft.com/office/drawing/2014/main" id="{C5A5C4F6-F230-4ECB-8300-C64048173F61}"/>
              </a:ext>
            </a:extLst>
          </p:cNvPr>
          <p:cNvSpPr>
            <a:spLocks noGrp="1"/>
          </p:cNvSpPr>
          <p:nvPr>
            <p:ph sz="quarter" idx="16"/>
          </p:nvPr>
        </p:nvSpPr>
        <p:spPr>
          <a:xfrm>
            <a:off x="6868529" y="1754030"/>
            <a:ext cx="1711648" cy="386971"/>
          </a:xfrm>
        </p:spPr>
        <p:txBody>
          <a:bodyPr/>
          <a:lstStyle/>
          <a:p>
            <a:r>
              <a:rPr lang="en-US" sz="2000" dirty="0"/>
              <a:t>is 50 percent</a:t>
            </a:r>
          </a:p>
        </p:txBody>
      </p:sp>
      <p:sp>
        <p:nvSpPr>
          <p:cNvPr id="53" name="Content Placeholder 52">
            <a:extLst>
              <a:ext uri="{FF2B5EF4-FFF2-40B4-BE49-F238E27FC236}">
                <a16:creationId xmlns:a16="http://schemas.microsoft.com/office/drawing/2014/main" id="{504C99DF-6EBB-4DC1-8F75-4431F5489F74}"/>
              </a:ext>
            </a:extLst>
          </p:cNvPr>
          <p:cNvSpPr>
            <a:spLocks noGrp="1"/>
          </p:cNvSpPr>
          <p:nvPr>
            <p:ph sz="quarter" idx="17"/>
          </p:nvPr>
        </p:nvSpPr>
        <p:spPr>
          <a:xfrm>
            <a:off x="385772" y="2140024"/>
            <a:ext cx="2524482" cy="385990"/>
          </a:xfrm>
        </p:spPr>
        <p:txBody>
          <a:bodyPr/>
          <a:lstStyle/>
          <a:p>
            <a:r>
              <a:rPr lang="en-US" sz="2000" dirty="0"/>
              <a:t>of the sample space,</a:t>
            </a:r>
          </a:p>
        </p:txBody>
      </p:sp>
      <p:graphicFrame>
        <p:nvGraphicFramePr>
          <p:cNvPr id="72" name="Object 71">
            <a:extLst>
              <a:ext uri="{FF2B5EF4-FFF2-40B4-BE49-F238E27FC236}">
                <a16:creationId xmlns:a16="http://schemas.microsoft.com/office/drawing/2014/main" id="{519ECE50-34CD-48B9-9644-1233190C25AE}"/>
              </a:ext>
            </a:extLst>
          </p:cNvPr>
          <p:cNvGraphicFramePr>
            <a:graphicFrameLocks noChangeAspect="1"/>
          </p:cNvGraphicFramePr>
          <p:nvPr>
            <p:extLst>
              <p:ext uri="{D42A27DB-BD31-4B8C-83A1-F6EECF244321}">
                <p14:modId xmlns:p14="http://schemas.microsoft.com/office/powerpoint/2010/main" val="3337944452"/>
              </p:ext>
            </p:extLst>
          </p:nvPr>
        </p:nvGraphicFramePr>
        <p:xfrm>
          <a:off x="2868810" y="2202611"/>
          <a:ext cx="293652" cy="347043"/>
        </p:xfrm>
        <a:graphic>
          <a:graphicData uri="http://schemas.openxmlformats.org/presentationml/2006/ole">
            <mc:AlternateContent xmlns:mc="http://schemas.openxmlformats.org/markup-compatibility/2006">
              <mc:Choice xmlns:v="urn:schemas-microsoft-com:vml" Requires="v">
                <p:oleObj name="Equation" r:id="rId6" imgW="279360" imgH="330120" progId="Equation.DSMT4">
                  <p:embed/>
                </p:oleObj>
              </mc:Choice>
              <mc:Fallback>
                <p:oleObj name="Equation" r:id="rId6" imgW="279360" imgH="330120" progId="Equation.DSMT4">
                  <p:embed/>
                  <p:pic>
                    <p:nvPicPr>
                      <p:cNvPr id="0" name=""/>
                      <p:cNvPicPr/>
                      <p:nvPr/>
                    </p:nvPicPr>
                    <p:blipFill>
                      <a:blip r:embed="rId7"/>
                      <a:stretch>
                        <a:fillRect/>
                      </a:stretch>
                    </p:blipFill>
                    <p:spPr>
                      <a:xfrm>
                        <a:off x="2868810" y="2202611"/>
                        <a:ext cx="293652" cy="347043"/>
                      </a:xfrm>
                      <a:prstGeom prst="rect">
                        <a:avLst/>
                      </a:prstGeom>
                    </p:spPr>
                  </p:pic>
                </p:oleObj>
              </mc:Fallback>
            </mc:AlternateContent>
          </a:graphicData>
        </a:graphic>
      </p:graphicFrame>
      <p:sp>
        <p:nvSpPr>
          <p:cNvPr id="54" name="Content Placeholder 53">
            <a:extLst>
              <a:ext uri="{FF2B5EF4-FFF2-40B4-BE49-F238E27FC236}">
                <a16:creationId xmlns:a16="http://schemas.microsoft.com/office/drawing/2014/main" id="{F744E1B8-23E6-41B8-9AD4-95397C120B8C}"/>
              </a:ext>
            </a:extLst>
          </p:cNvPr>
          <p:cNvSpPr>
            <a:spLocks noGrp="1"/>
          </p:cNvSpPr>
          <p:nvPr>
            <p:ph sz="quarter" idx="18"/>
          </p:nvPr>
        </p:nvSpPr>
        <p:spPr>
          <a:xfrm>
            <a:off x="3114055" y="2162940"/>
            <a:ext cx="4215378" cy="355784"/>
          </a:xfrm>
        </p:spPr>
        <p:txBody>
          <a:bodyPr/>
          <a:lstStyle/>
          <a:p>
            <a:r>
              <a:rPr lang="en-US" sz="2000" dirty="0"/>
              <a:t>is 30 percent of the sample space,</a:t>
            </a:r>
          </a:p>
        </p:txBody>
      </p:sp>
      <p:graphicFrame>
        <p:nvGraphicFramePr>
          <p:cNvPr id="73" name="Object 72">
            <a:extLst>
              <a:ext uri="{FF2B5EF4-FFF2-40B4-BE49-F238E27FC236}">
                <a16:creationId xmlns:a16="http://schemas.microsoft.com/office/drawing/2014/main" id="{8CD52A83-AB4D-4160-BBCC-25E4A24FE819}"/>
              </a:ext>
            </a:extLst>
          </p:cNvPr>
          <p:cNvGraphicFramePr>
            <a:graphicFrameLocks noChangeAspect="1"/>
          </p:cNvGraphicFramePr>
          <p:nvPr>
            <p:extLst>
              <p:ext uri="{D42A27DB-BD31-4B8C-83A1-F6EECF244321}">
                <p14:modId xmlns:p14="http://schemas.microsoft.com/office/powerpoint/2010/main" val="241666730"/>
              </p:ext>
            </p:extLst>
          </p:nvPr>
        </p:nvGraphicFramePr>
        <p:xfrm>
          <a:off x="7111538" y="2230117"/>
          <a:ext cx="277530" cy="343607"/>
        </p:xfrm>
        <a:graphic>
          <a:graphicData uri="http://schemas.openxmlformats.org/presentationml/2006/ole">
            <mc:AlternateContent xmlns:mc="http://schemas.openxmlformats.org/markup-compatibility/2006">
              <mc:Choice xmlns:v="urn:schemas-microsoft-com:vml" Requires="v">
                <p:oleObj name="Equation" r:id="rId8" imgW="266400" imgH="330120" progId="Equation.DSMT4">
                  <p:embed/>
                </p:oleObj>
              </mc:Choice>
              <mc:Fallback>
                <p:oleObj name="Equation" r:id="rId8" imgW="266400" imgH="330120" progId="Equation.DSMT4">
                  <p:embed/>
                  <p:pic>
                    <p:nvPicPr>
                      <p:cNvPr id="0" name=""/>
                      <p:cNvPicPr/>
                      <p:nvPr/>
                    </p:nvPicPr>
                    <p:blipFill>
                      <a:blip r:embed="rId9"/>
                      <a:stretch>
                        <a:fillRect/>
                      </a:stretch>
                    </p:blipFill>
                    <p:spPr>
                      <a:xfrm>
                        <a:off x="7111538" y="2230117"/>
                        <a:ext cx="277530" cy="343607"/>
                      </a:xfrm>
                      <a:prstGeom prst="rect">
                        <a:avLst/>
                      </a:prstGeom>
                    </p:spPr>
                  </p:pic>
                </p:oleObj>
              </mc:Fallback>
            </mc:AlternateContent>
          </a:graphicData>
        </a:graphic>
      </p:graphicFrame>
      <p:sp>
        <p:nvSpPr>
          <p:cNvPr id="55" name="Content Placeholder 54">
            <a:extLst>
              <a:ext uri="{FF2B5EF4-FFF2-40B4-BE49-F238E27FC236}">
                <a16:creationId xmlns:a16="http://schemas.microsoft.com/office/drawing/2014/main" id="{7C8B1681-F39D-4B32-BD3C-C5970577B9BF}"/>
              </a:ext>
            </a:extLst>
          </p:cNvPr>
          <p:cNvSpPr>
            <a:spLocks noGrp="1"/>
          </p:cNvSpPr>
          <p:nvPr>
            <p:ph sz="quarter" idx="19"/>
          </p:nvPr>
        </p:nvSpPr>
        <p:spPr>
          <a:xfrm>
            <a:off x="7389068" y="2178064"/>
            <a:ext cx="760286" cy="365747"/>
          </a:xfrm>
        </p:spPr>
        <p:txBody>
          <a:bodyPr/>
          <a:lstStyle/>
          <a:p>
            <a:r>
              <a:rPr lang="en-US" sz="2000" dirty="0"/>
              <a:t>is 20</a:t>
            </a:r>
          </a:p>
        </p:txBody>
      </p:sp>
      <p:sp>
        <p:nvSpPr>
          <p:cNvPr id="56" name="Content Placeholder 55">
            <a:extLst>
              <a:ext uri="{FF2B5EF4-FFF2-40B4-BE49-F238E27FC236}">
                <a16:creationId xmlns:a16="http://schemas.microsoft.com/office/drawing/2014/main" id="{A255DDE7-D8F6-46E0-B66A-BDC5BA6E0F0C}"/>
              </a:ext>
            </a:extLst>
          </p:cNvPr>
          <p:cNvSpPr>
            <a:spLocks noGrp="1"/>
          </p:cNvSpPr>
          <p:nvPr>
            <p:ph sz="quarter" idx="20"/>
          </p:nvPr>
        </p:nvSpPr>
        <p:spPr>
          <a:xfrm>
            <a:off x="385772" y="2535340"/>
            <a:ext cx="8010882" cy="945554"/>
          </a:xfrm>
        </p:spPr>
        <p:txBody>
          <a:bodyPr/>
          <a:lstStyle/>
          <a:p>
            <a:r>
              <a:rPr lang="en-US" sz="2000" dirty="0"/>
              <a:t>percent of the sample space. But </a:t>
            </a:r>
            <a:r>
              <a:rPr lang="en-US" sz="2000" i="1" dirty="0"/>
              <a:t>given </a:t>
            </a:r>
            <a:r>
              <a:rPr lang="en-US" sz="2000" dirty="0"/>
              <a:t>that a malpractice case has been filed (event </a:t>
            </a:r>
            <a:r>
              <a:rPr lang="en-US" sz="2000" i="1" dirty="0"/>
              <a:t>A</a:t>
            </a:r>
            <a:r>
              <a:rPr lang="en-US" sz="2000" dirty="0"/>
              <a:t>), then the relevant sample space is </a:t>
            </a:r>
            <a:r>
              <a:rPr lang="en-US" sz="2000" i="1" dirty="0"/>
              <a:t>reduced </a:t>
            </a:r>
            <a:r>
              <a:rPr lang="en-US" sz="2000" dirty="0"/>
              <a:t>to that of event </a:t>
            </a:r>
            <a:r>
              <a:rPr lang="en-US" sz="2000" i="1" dirty="0"/>
              <a:t>A.</a:t>
            </a:r>
            <a:endParaRPr lang="en-US" sz="2000" dirty="0"/>
          </a:p>
        </p:txBody>
      </p:sp>
      <p:pic>
        <p:nvPicPr>
          <p:cNvPr id="74" name="Picture 73" descr="Rectangle showing a sample space consisting of three hospitals.">
            <a:extLst>
              <a:ext uri="{FF2B5EF4-FFF2-40B4-BE49-F238E27FC236}">
                <a16:creationId xmlns:a16="http://schemas.microsoft.com/office/drawing/2014/main" id="{75BDD7F5-C245-44E2-85A2-47E94E98B818}"/>
              </a:ext>
            </a:extLst>
          </p:cNvPr>
          <p:cNvPicPr>
            <a:picLocks noChangeAspect="1"/>
          </p:cNvPicPr>
          <p:nvPr/>
        </p:nvPicPr>
        <p:blipFill>
          <a:blip r:embed="rId10"/>
          <a:stretch>
            <a:fillRect/>
          </a:stretch>
        </p:blipFill>
        <p:spPr>
          <a:xfrm>
            <a:off x="2868810" y="3521992"/>
            <a:ext cx="3097036" cy="1329043"/>
          </a:xfrm>
          <a:prstGeom prst="rect">
            <a:avLst/>
          </a:prstGeom>
        </p:spPr>
      </p:pic>
      <p:sp>
        <p:nvSpPr>
          <p:cNvPr id="58" name="Content Placeholder 57">
            <a:extLst>
              <a:ext uri="{FF2B5EF4-FFF2-40B4-BE49-F238E27FC236}">
                <a16:creationId xmlns:a16="http://schemas.microsoft.com/office/drawing/2014/main" id="{0CB6527F-81FE-43D9-87DA-EFBA6947529A}"/>
              </a:ext>
            </a:extLst>
          </p:cNvPr>
          <p:cNvSpPr>
            <a:spLocks noGrp="1"/>
          </p:cNvSpPr>
          <p:nvPr>
            <p:ph sz="quarter" idx="22"/>
          </p:nvPr>
        </p:nvSpPr>
        <p:spPr>
          <a:xfrm>
            <a:off x="340755" y="4880782"/>
            <a:ext cx="8596480" cy="308747"/>
          </a:xfrm>
        </p:spPr>
        <p:txBody>
          <a:bodyPr/>
          <a:lstStyle/>
          <a:p>
            <a:pPr marL="292608" indent="-292608">
              <a:buFont typeface="Arial" panose="020B0604020202020204" pitchFamily="34" charset="0"/>
              <a:buChar char="•"/>
            </a:pPr>
            <a:r>
              <a:rPr lang="en-IN" sz="1800" dirty="0"/>
              <a:t>The revised (posterior) probabilities are the relative areas </a:t>
            </a:r>
            <a:r>
              <a:rPr lang="en-IN" sz="1800" i="1" dirty="0"/>
              <a:t>within</a:t>
            </a:r>
            <a:r>
              <a:rPr lang="en-IN" sz="1800" dirty="0"/>
              <a:t> event </a:t>
            </a:r>
            <a:r>
              <a:rPr lang="en-IN" sz="1800" i="1" dirty="0"/>
              <a:t>A</a:t>
            </a:r>
            <a:r>
              <a:rPr lang="en-IN" sz="1800" dirty="0"/>
              <a:t>:</a:t>
            </a:r>
          </a:p>
        </p:txBody>
      </p:sp>
      <p:sp>
        <p:nvSpPr>
          <p:cNvPr id="57" name="Content Placeholder 56">
            <a:extLst>
              <a:ext uri="{FF2B5EF4-FFF2-40B4-BE49-F238E27FC236}">
                <a16:creationId xmlns:a16="http://schemas.microsoft.com/office/drawing/2014/main" id="{07995B0E-28F8-44A9-8829-7AB726E8EE0A}"/>
              </a:ext>
            </a:extLst>
          </p:cNvPr>
          <p:cNvSpPr>
            <a:spLocks noGrp="1"/>
          </p:cNvSpPr>
          <p:nvPr>
            <p:ph sz="quarter" idx="21"/>
          </p:nvPr>
        </p:nvSpPr>
        <p:spPr>
          <a:xfrm>
            <a:off x="340755" y="5229419"/>
            <a:ext cx="272563" cy="298858"/>
          </a:xfrm>
        </p:spPr>
        <p:txBody>
          <a:bodyPr/>
          <a:lstStyle/>
          <a:p>
            <a:pPr marL="292608" indent="-292608">
              <a:buFont typeface="Arial" panose="020B0604020202020204" pitchFamily="34" charset="0"/>
              <a:buChar char="•"/>
            </a:pPr>
            <a:r>
              <a:rPr lang="en-US" sz="1800" dirty="0"/>
              <a:t> </a:t>
            </a:r>
          </a:p>
        </p:txBody>
      </p:sp>
      <p:graphicFrame>
        <p:nvGraphicFramePr>
          <p:cNvPr id="75" name="Object 74">
            <a:extLst>
              <a:ext uri="{FF2B5EF4-FFF2-40B4-BE49-F238E27FC236}">
                <a16:creationId xmlns:a16="http://schemas.microsoft.com/office/drawing/2014/main" id="{2DB142C5-8624-4C16-B16F-DA649370E6BA}"/>
              </a:ext>
            </a:extLst>
          </p:cNvPr>
          <p:cNvGraphicFramePr>
            <a:graphicFrameLocks noChangeAspect="1"/>
          </p:cNvGraphicFramePr>
          <p:nvPr>
            <p:extLst>
              <p:ext uri="{D42A27DB-BD31-4B8C-83A1-F6EECF244321}">
                <p14:modId xmlns:p14="http://schemas.microsoft.com/office/powerpoint/2010/main" val="3939675661"/>
              </p:ext>
            </p:extLst>
          </p:nvPr>
        </p:nvGraphicFramePr>
        <p:xfrm>
          <a:off x="708025" y="5283200"/>
          <a:ext cx="1003300" cy="330200"/>
        </p:xfrm>
        <a:graphic>
          <a:graphicData uri="http://schemas.openxmlformats.org/presentationml/2006/ole">
            <mc:AlternateContent xmlns:mc="http://schemas.openxmlformats.org/markup-compatibility/2006">
              <mc:Choice xmlns:v="urn:schemas-microsoft-com:vml" Requires="v">
                <p:oleObj name="Equation" r:id="rId11" imgW="1002960" imgH="330120" progId="Equation.DSMT4">
                  <p:embed/>
                </p:oleObj>
              </mc:Choice>
              <mc:Fallback>
                <p:oleObj name="Equation" r:id="rId11" imgW="1002960" imgH="330120" progId="Equation.DSMT4">
                  <p:embed/>
                  <p:pic>
                    <p:nvPicPr>
                      <p:cNvPr id="14" name="Object 13">
                        <a:extLst>
                          <a:ext uri="{FF2B5EF4-FFF2-40B4-BE49-F238E27FC236}">
                            <a16:creationId xmlns:a16="http://schemas.microsoft.com/office/drawing/2014/main" id="{C353CD25-A88D-4013-81AA-4CF9B19841B7}"/>
                          </a:ext>
                        </a:extLst>
                      </p:cNvPr>
                      <p:cNvPicPr/>
                      <p:nvPr/>
                    </p:nvPicPr>
                    <p:blipFill>
                      <a:blip r:embed="rId12"/>
                      <a:stretch>
                        <a:fillRect/>
                      </a:stretch>
                    </p:blipFill>
                    <p:spPr>
                      <a:xfrm>
                        <a:off x="708025" y="5283200"/>
                        <a:ext cx="1003300" cy="330200"/>
                      </a:xfrm>
                      <a:prstGeom prst="rect">
                        <a:avLst/>
                      </a:prstGeom>
                    </p:spPr>
                  </p:pic>
                </p:oleObj>
              </mc:Fallback>
            </mc:AlternateContent>
          </a:graphicData>
        </a:graphic>
      </p:graphicFrame>
      <p:sp>
        <p:nvSpPr>
          <p:cNvPr id="61" name="Content Placeholder 60">
            <a:extLst>
              <a:ext uri="{FF2B5EF4-FFF2-40B4-BE49-F238E27FC236}">
                <a16:creationId xmlns:a16="http://schemas.microsoft.com/office/drawing/2014/main" id="{FF9D7AC7-058D-442A-87CB-A69226B817EE}"/>
              </a:ext>
            </a:extLst>
          </p:cNvPr>
          <p:cNvSpPr>
            <a:spLocks noGrp="1"/>
          </p:cNvSpPr>
          <p:nvPr>
            <p:ph sz="quarter" idx="25"/>
          </p:nvPr>
        </p:nvSpPr>
        <p:spPr>
          <a:xfrm>
            <a:off x="1689124" y="5266254"/>
            <a:ext cx="3785904" cy="330200"/>
          </a:xfrm>
        </p:spPr>
        <p:txBody>
          <a:bodyPr/>
          <a:lstStyle/>
          <a:p>
            <a:r>
              <a:rPr lang="en-US" sz="1800" dirty="0"/>
              <a:t>is the proportion of </a:t>
            </a:r>
            <a:r>
              <a:rPr lang="en-US" sz="1800" i="1" dirty="0"/>
              <a:t>A </a:t>
            </a:r>
            <a:r>
              <a:rPr lang="en-US" sz="1800" dirty="0"/>
              <a:t>that lies within</a:t>
            </a:r>
          </a:p>
        </p:txBody>
      </p:sp>
      <p:graphicFrame>
        <p:nvGraphicFramePr>
          <p:cNvPr id="78" name="Object 77">
            <a:extLst>
              <a:ext uri="{FF2B5EF4-FFF2-40B4-BE49-F238E27FC236}">
                <a16:creationId xmlns:a16="http://schemas.microsoft.com/office/drawing/2014/main" id="{0F49E7B6-C7DB-4512-A633-A94150A996E4}"/>
              </a:ext>
            </a:extLst>
          </p:cNvPr>
          <p:cNvGraphicFramePr>
            <a:graphicFrameLocks noChangeAspect="1"/>
          </p:cNvGraphicFramePr>
          <p:nvPr>
            <p:extLst>
              <p:ext uri="{D42A27DB-BD31-4B8C-83A1-F6EECF244321}">
                <p14:modId xmlns:p14="http://schemas.microsoft.com/office/powerpoint/2010/main" val="2306991700"/>
              </p:ext>
            </p:extLst>
          </p:nvPr>
        </p:nvGraphicFramePr>
        <p:xfrm>
          <a:off x="5451077" y="5308929"/>
          <a:ext cx="1231900" cy="330200"/>
        </p:xfrm>
        <a:graphic>
          <a:graphicData uri="http://schemas.openxmlformats.org/presentationml/2006/ole">
            <mc:AlternateContent xmlns:mc="http://schemas.openxmlformats.org/markup-compatibility/2006">
              <mc:Choice xmlns:v="urn:schemas-microsoft-com:vml" Requires="v">
                <p:oleObj name="Equation" r:id="rId13" imgW="1231560" imgH="330120" progId="Equation.DSMT4">
                  <p:embed/>
                </p:oleObj>
              </mc:Choice>
              <mc:Fallback>
                <p:oleObj name="Equation" r:id="rId13" imgW="1231560" imgH="330120" progId="Equation.DSMT4">
                  <p:embed/>
                  <p:pic>
                    <p:nvPicPr>
                      <p:cNvPr id="12" name="Object 11">
                        <a:extLst>
                          <a:ext uri="{FF2B5EF4-FFF2-40B4-BE49-F238E27FC236}">
                            <a16:creationId xmlns:a16="http://schemas.microsoft.com/office/drawing/2014/main" id="{B8A9EB9C-5E75-4EAA-88B1-8113BA81DFB5}"/>
                          </a:ext>
                        </a:extLst>
                      </p:cNvPr>
                      <p:cNvPicPr/>
                      <p:nvPr/>
                    </p:nvPicPr>
                    <p:blipFill>
                      <a:blip r:embed="rId14"/>
                      <a:stretch>
                        <a:fillRect/>
                      </a:stretch>
                    </p:blipFill>
                    <p:spPr>
                      <a:xfrm>
                        <a:off x="5451077" y="5308929"/>
                        <a:ext cx="1231900" cy="330200"/>
                      </a:xfrm>
                      <a:prstGeom prst="rect">
                        <a:avLst/>
                      </a:prstGeom>
                    </p:spPr>
                  </p:pic>
                </p:oleObj>
              </mc:Fallback>
            </mc:AlternateContent>
          </a:graphicData>
        </a:graphic>
      </p:graphicFrame>
      <p:sp>
        <p:nvSpPr>
          <p:cNvPr id="59" name="Content Placeholder 58">
            <a:extLst>
              <a:ext uri="{FF2B5EF4-FFF2-40B4-BE49-F238E27FC236}">
                <a16:creationId xmlns:a16="http://schemas.microsoft.com/office/drawing/2014/main" id="{C412F50B-1488-4D93-AA8E-EF45F107283A}"/>
              </a:ext>
            </a:extLst>
          </p:cNvPr>
          <p:cNvSpPr>
            <a:spLocks noGrp="1"/>
          </p:cNvSpPr>
          <p:nvPr>
            <p:ph sz="quarter" idx="23"/>
          </p:nvPr>
        </p:nvSpPr>
        <p:spPr>
          <a:xfrm>
            <a:off x="340755" y="5588750"/>
            <a:ext cx="237393" cy="339275"/>
          </a:xfrm>
        </p:spPr>
        <p:txBody>
          <a:bodyPr/>
          <a:lstStyle/>
          <a:p>
            <a:pPr marL="292608" indent="-292608">
              <a:buFont typeface="Arial" panose="020B0604020202020204" pitchFamily="34" charset="0"/>
              <a:buChar char="•"/>
            </a:pPr>
            <a:r>
              <a:rPr lang="en-US" sz="1800" dirty="0"/>
              <a:t> </a:t>
            </a:r>
          </a:p>
        </p:txBody>
      </p:sp>
      <p:graphicFrame>
        <p:nvGraphicFramePr>
          <p:cNvPr id="76" name="Object 75">
            <a:extLst>
              <a:ext uri="{FF2B5EF4-FFF2-40B4-BE49-F238E27FC236}">
                <a16:creationId xmlns:a16="http://schemas.microsoft.com/office/drawing/2014/main" id="{D1DECC01-504F-4848-9325-121D5238E50B}"/>
              </a:ext>
            </a:extLst>
          </p:cNvPr>
          <p:cNvGraphicFramePr>
            <a:graphicFrameLocks noChangeAspect="1"/>
          </p:cNvGraphicFramePr>
          <p:nvPr>
            <p:extLst>
              <p:ext uri="{D42A27DB-BD31-4B8C-83A1-F6EECF244321}">
                <p14:modId xmlns:p14="http://schemas.microsoft.com/office/powerpoint/2010/main" val="3171452526"/>
              </p:ext>
            </p:extLst>
          </p:nvPr>
        </p:nvGraphicFramePr>
        <p:xfrm>
          <a:off x="703263" y="5656263"/>
          <a:ext cx="1028700" cy="330200"/>
        </p:xfrm>
        <a:graphic>
          <a:graphicData uri="http://schemas.openxmlformats.org/presentationml/2006/ole">
            <mc:AlternateContent xmlns:mc="http://schemas.openxmlformats.org/markup-compatibility/2006">
              <mc:Choice xmlns:v="urn:schemas-microsoft-com:vml" Requires="v">
                <p:oleObj name="Equation" r:id="rId15" imgW="1028520" imgH="330120" progId="Equation.DSMT4">
                  <p:embed/>
                </p:oleObj>
              </mc:Choice>
              <mc:Fallback>
                <p:oleObj name="Equation" r:id="rId15" imgW="1028520" imgH="330120" progId="Equation.DSMT4">
                  <p:embed/>
                  <p:pic>
                    <p:nvPicPr>
                      <p:cNvPr id="16" name="Object 15">
                        <a:extLst>
                          <a:ext uri="{FF2B5EF4-FFF2-40B4-BE49-F238E27FC236}">
                            <a16:creationId xmlns:a16="http://schemas.microsoft.com/office/drawing/2014/main" id="{08128CA4-16D9-43D0-BABD-832E247645C8}"/>
                          </a:ext>
                        </a:extLst>
                      </p:cNvPr>
                      <p:cNvPicPr/>
                      <p:nvPr/>
                    </p:nvPicPr>
                    <p:blipFill>
                      <a:blip r:embed="rId16"/>
                      <a:stretch>
                        <a:fillRect/>
                      </a:stretch>
                    </p:blipFill>
                    <p:spPr>
                      <a:xfrm>
                        <a:off x="703263" y="5656263"/>
                        <a:ext cx="1028700" cy="330200"/>
                      </a:xfrm>
                      <a:prstGeom prst="rect">
                        <a:avLst/>
                      </a:prstGeom>
                    </p:spPr>
                  </p:pic>
                </p:oleObj>
              </mc:Fallback>
            </mc:AlternateContent>
          </a:graphicData>
        </a:graphic>
      </p:graphicFrame>
      <p:sp>
        <p:nvSpPr>
          <p:cNvPr id="62" name="Content Placeholder 61">
            <a:extLst>
              <a:ext uri="{FF2B5EF4-FFF2-40B4-BE49-F238E27FC236}">
                <a16:creationId xmlns:a16="http://schemas.microsoft.com/office/drawing/2014/main" id="{65F770CB-C8C0-47CE-AB3F-3CED74CC5814}"/>
              </a:ext>
            </a:extLst>
          </p:cNvPr>
          <p:cNvSpPr>
            <a:spLocks noGrp="1"/>
          </p:cNvSpPr>
          <p:nvPr>
            <p:ph sz="quarter" idx="26"/>
          </p:nvPr>
        </p:nvSpPr>
        <p:spPr>
          <a:xfrm>
            <a:off x="1689124" y="5636344"/>
            <a:ext cx="3785904" cy="346977"/>
          </a:xfrm>
        </p:spPr>
        <p:txBody>
          <a:bodyPr/>
          <a:lstStyle/>
          <a:p>
            <a:r>
              <a:rPr lang="en-US" sz="1800" dirty="0"/>
              <a:t>is the proportion of </a:t>
            </a:r>
            <a:r>
              <a:rPr lang="en-US" sz="1800" i="1" dirty="0"/>
              <a:t>A </a:t>
            </a:r>
            <a:r>
              <a:rPr lang="en-US" sz="1800" dirty="0"/>
              <a:t>that lies within</a:t>
            </a:r>
          </a:p>
        </p:txBody>
      </p:sp>
      <p:graphicFrame>
        <p:nvGraphicFramePr>
          <p:cNvPr id="79" name="Object 78">
            <a:extLst>
              <a:ext uri="{FF2B5EF4-FFF2-40B4-BE49-F238E27FC236}">
                <a16:creationId xmlns:a16="http://schemas.microsoft.com/office/drawing/2014/main" id="{0C68C805-4243-46F0-A5DF-F34F13B71015}"/>
              </a:ext>
            </a:extLst>
          </p:cNvPr>
          <p:cNvGraphicFramePr>
            <a:graphicFrameLocks noChangeAspect="1"/>
          </p:cNvGraphicFramePr>
          <p:nvPr>
            <p:extLst>
              <p:ext uri="{D42A27DB-BD31-4B8C-83A1-F6EECF244321}">
                <p14:modId xmlns:p14="http://schemas.microsoft.com/office/powerpoint/2010/main" val="3800581191"/>
              </p:ext>
            </p:extLst>
          </p:nvPr>
        </p:nvGraphicFramePr>
        <p:xfrm>
          <a:off x="5451077" y="5658623"/>
          <a:ext cx="1282700" cy="330200"/>
        </p:xfrm>
        <a:graphic>
          <a:graphicData uri="http://schemas.openxmlformats.org/presentationml/2006/ole">
            <mc:AlternateContent xmlns:mc="http://schemas.openxmlformats.org/markup-compatibility/2006">
              <mc:Choice xmlns:v="urn:schemas-microsoft-com:vml" Requires="v">
                <p:oleObj name="Equation" r:id="rId17" imgW="1282680" imgH="330120" progId="Equation.DSMT4">
                  <p:embed/>
                </p:oleObj>
              </mc:Choice>
              <mc:Fallback>
                <p:oleObj name="Equation" r:id="rId17" imgW="1282680" imgH="330120" progId="Equation.DSMT4">
                  <p:embed/>
                  <p:pic>
                    <p:nvPicPr>
                      <p:cNvPr id="18" name="Object 17">
                        <a:extLst>
                          <a:ext uri="{FF2B5EF4-FFF2-40B4-BE49-F238E27FC236}">
                            <a16:creationId xmlns:a16="http://schemas.microsoft.com/office/drawing/2014/main" id="{82E310B9-EACC-46F6-B379-9DDCFCC643FB}"/>
                          </a:ext>
                        </a:extLst>
                      </p:cNvPr>
                      <p:cNvPicPr/>
                      <p:nvPr/>
                    </p:nvPicPr>
                    <p:blipFill>
                      <a:blip r:embed="rId18"/>
                      <a:stretch>
                        <a:fillRect/>
                      </a:stretch>
                    </p:blipFill>
                    <p:spPr>
                      <a:xfrm>
                        <a:off x="5451077" y="5658623"/>
                        <a:ext cx="1282700" cy="330200"/>
                      </a:xfrm>
                      <a:prstGeom prst="rect">
                        <a:avLst/>
                      </a:prstGeom>
                    </p:spPr>
                  </p:pic>
                </p:oleObj>
              </mc:Fallback>
            </mc:AlternateContent>
          </a:graphicData>
        </a:graphic>
      </p:graphicFrame>
      <p:sp>
        <p:nvSpPr>
          <p:cNvPr id="60" name="Content Placeholder 59">
            <a:extLst>
              <a:ext uri="{FF2B5EF4-FFF2-40B4-BE49-F238E27FC236}">
                <a16:creationId xmlns:a16="http://schemas.microsoft.com/office/drawing/2014/main" id="{1EF14C6A-D441-4506-8F2B-3F67923E0027}"/>
              </a:ext>
            </a:extLst>
          </p:cNvPr>
          <p:cNvSpPr>
            <a:spLocks noGrp="1"/>
          </p:cNvSpPr>
          <p:nvPr>
            <p:ph sz="quarter" idx="24"/>
          </p:nvPr>
        </p:nvSpPr>
        <p:spPr>
          <a:xfrm>
            <a:off x="347012" y="5954401"/>
            <a:ext cx="231136" cy="320799"/>
          </a:xfrm>
        </p:spPr>
        <p:txBody>
          <a:bodyPr/>
          <a:lstStyle/>
          <a:p>
            <a:pPr marL="342900" indent="-342900">
              <a:buFont typeface="Arial" panose="020B0604020202020204" pitchFamily="34" charset="0"/>
              <a:buChar char="•"/>
            </a:pPr>
            <a:r>
              <a:rPr lang="en-US" sz="1800" dirty="0"/>
              <a:t> </a:t>
            </a:r>
          </a:p>
        </p:txBody>
      </p:sp>
      <p:graphicFrame>
        <p:nvGraphicFramePr>
          <p:cNvPr id="77" name="Object 76">
            <a:extLst>
              <a:ext uri="{FF2B5EF4-FFF2-40B4-BE49-F238E27FC236}">
                <a16:creationId xmlns:a16="http://schemas.microsoft.com/office/drawing/2014/main" id="{D8E378AE-0A2E-4DF6-A399-7FB3C04F2541}"/>
              </a:ext>
            </a:extLst>
          </p:cNvPr>
          <p:cNvGraphicFramePr>
            <a:graphicFrameLocks noChangeAspect="1"/>
          </p:cNvGraphicFramePr>
          <p:nvPr>
            <p:extLst>
              <p:ext uri="{D42A27DB-BD31-4B8C-83A1-F6EECF244321}">
                <p14:modId xmlns:p14="http://schemas.microsoft.com/office/powerpoint/2010/main" val="2912415294"/>
              </p:ext>
            </p:extLst>
          </p:nvPr>
        </p:nvGraphicFramePr>
        <p:xfrm>
          <a:off x="655638" y="5997575"/>
          <a:ext cx="990600" cy="330200"/>
        </p:xfrm>
        <a:graphic>
          <a:graphicData uri="http://schemas.openxmlformats.org/presentationml/2006/ole">
            <mc:AlternateContent xmlns:mc="http://schemas.openxmlformats.org/markup-compatibility/2006">
              <mc:Choice xmlns:v="urn:schemas-microsoft-com:vml" Requires="v">
                <p:oleObj name="Equation" r:id="rId19" imgW="990360" imgH="330120" progId="Equation.DSMT4">
                  <p:embed/>
                </p:oleObj>
              </mc:Choice>
              <mc:Fallback>
                <p:oleObj name="Equation" r:id="rId19" imgW="990360" imgH="330120" progId="Equation.DSMT4">
                  <p:embed/>
                  <p:pic>
                    <p:nvPicPr>
                      <p:cNvPr id="24" name="Object 23">
                        <a:extLst>
                          <a:ext uri="{FF2B5EF4-FFF2-40B4-BE49-F238E27FC236}">
                            <a16:creationId xmlns:a16="http://schemas.microsoft.com/office/drawing/2014/main" id="{8959C14E-09ED-4CA3-B39B-CAC5A81FCFA4}"/>
                          </a:ext>
                        </a:extLst>
                      </p:cNvPr>
                      <p:cNvPicPr/>
                      <p:nvPr/>
                    </p:nvPicPr>
                    <p:blipFill>
                      <a:blip r:embed="rId20"/>
                      <a:stretch>
                        <a:fillRect/>
                      </a:stretch>
                    </p:blipFill>
                    <p:spPr>
                      <a:xfrm>
                        <a:off x="655638" y="5997575"/>
                        <a:ext cx="990600" cy="330200"/>
                      </a:xfrm>
                      <a:prstGeom prst="rect">
                        <a:avLst/>
                      </a:prstGeom>
                    </p:spPr>
                  </p:pic>
                </p:oleObj>
              </mc:Fallback>
            </mc:AlternateContent>
          </a:graphicData>
        </a:graphic>
      </p:graphicFrame>
      <p:sp>
        <p:nvSpPr>
          <p:cNvPr id="63" name="Content Placeholder 62">
            <a:extLst>
              <a:ext uri="{FF2B5EF4-FFF2-40B4-BE49-F238E27FC236}">
                <a16:creationId xmlns:a16="http://schemas.microsoft.com/office/drawing/2014/main" id="{0BC507F8-17EA-4335-B373-052C0108D735}"/>
              </a:ext>
            </a:extLst>
          </p:cNvPr>
          <p:cNvSpPr>
            <a:spLocks noGrp="1"/>
          </p:cNvSpPr>
          <p:nvPr>
            <p:ph sz="quarter" idx="27"/>
          </p:nvPr>
        </p:nvSpPr>
        <p:spPr>
          <a:xfrm>
            <a:off x="1689124" y="5998121"/>
            <a:ext cx="3785904" cy="317501"/>
          </a:xfrm>
        </p:spPr>
        <p:txBody>
          <a:bodyPr/>
          <a:lstStyle/>
          <a:p>
            <a:r>
              <a:rPr lang="en-US" sz="1800" dirty="0"/>
              <a:t>is the proportion of </a:t>
            </a:r>
            <a:r>
              <a:rPr lang="en-US" sz="1800" i="1" dirty="0"/>
              <a:t>A </a:t>
            </a:r>
            <a:r>
              <a:rPr lang="en-US" sz="1800" dirty="0"/>
              <a:t>that lies within</a:t>
            </a:r>
          </a:p>
        </p:txBody>
      </p:sp>
      <p:graphicFrame>
        <p:nvGraphicFramePr>
          <p:cNvPr id="80" name="Object 79">
            <a:extLst>
              <a:ext uri="{FF2B5EF4-FFF2-40B4-BE49-F238E27FC236}">
                <a16:creationId xmlns:a16="http://schemas.microsoft.com/office/drawing/2014/main" id="{C58C33AE-23A9-47E7-9A3B-0B798B09F8DD}"/>
              </a:ext>
            </a:extLst>
          </p:cNvPr>
          <p:cNvGraphicFramePr>
            <a:graphicFrameLocks noChangeAspect="1"/>
          </p:cNvGraphicFramePr>
          <p:nvPr>
            <p:extLst>
              <p:ext uri="{D42A27DB-BD31-4B8C-83A1-F6EECF244321}">
                <p14:modId xmlns:p14="http://schemas.microsoft.com/office/powerpoint/2010/main" val="1984192550"/>
              </p:ext>
            </p:extLst>
          </p:nvPr>
        </p:nvGraphicFramePr>
        <p:xfrm>
          <a:off x="5451077" y="6023211"/>
          <a:ext cx="1270000" cy="330200"/>
        </p:xfrm>
        <a:graphic>
          <a:graphicData uri="http://schemas.openxmlformats.org/presentationml/2006/ole">
            <mc:AlternateContent xmlns:mc="http://schemas.openxmlformats.org/markup-compatibility/2006">
              <mc:Choice xmlns:v="urn:schemas-microsoft-com:vml" Requires="v">
                <p:oleObj name="Equation" r:id="rId21" imgW="1269720" imgH="330120" progId="Equation.DSMT4">
                  <p:embed/>
                </p:oleObj>
              </mc:Choice>
              <mc:Fallback>
                <p:oleObj name="Equation" r:id="rId21" imgW="1269720" imgH="330120" progId="Equation.DSMT4">
                  <p:embed/>
                  <p:pic>
                    <p:nvPicPr>
                      <p:cNvPr id="19" name="Object 18">
                        <a:extLst>
                          <a:ext uri="{FF2B5EF4-FFF2-40B4-BE49-F238E27FC236}">
                            <a16:creationId xmlns:a16="http://schemas.microsoft.com/office/drawing/2014/main" id="{5A6204C4-B9D2-4B4D-B4ED-042DAF1791A5}"/>
                          </a:ext>
                        </a:extLst>
                      </p:cNvPr>
                      <p:cNvPicPr/>
                      <p:nvPr/>
                    </p:nvPicPr>
                    <p:blipFill>
                      <a:blip r:embed="rId22"/>
                      <a:stretch>
                        <a:fillRect/>
                      </a:stretch>
                    </p:blipFill>
                    <p:spPr>
                      <a:xfrm>
                        <a:off x="5451077" y="6023211"/>
                        <a:ext cx="1270000" cy="330200"/>
                      </a:xfrm>
                      <a:prstGeom prst="rect">
                        <a:avLst/>
                      </a:prstGeom>
                    </p:spPr>
                  </p:pic>
                </p:oleObj>
              </mc:Fallback>
            </mc:AlternateContent>
          </a:graphicData>
        </a:graphic>
      </p:graphicFrame>
      <p:sp>
        <p:nvSpPr>
          <p:cNvPr id="15" name="Text Placeholder 14">
            <a:extLst>
              <a:ext uri="{FF2B5EF4-FFF2-40B4-BE49-F238E27FC236}">
                <a16:creationId xmlns:a16="http://schemas.microsoft.com/office/drawing/2014/main" id="{C12026E4-4663-416D-9563-9FA6F5BD2013}"/>
              </a:ext>
            </a:extLst>
          </p:cNvPr>
          <p:cNvSpPr>
            <a:spLocks noGrp="1"/>
          </p:cNvSpPr>
          <p:nvPr>
            <p:ph type="body" sz="quarter" idx="12"/>
          </p:nvPr>
        </p:nvSpPr>
        <p:spPr>
          <a:xfrm>
            <a:off x="2911722" y="6329475"/>
            <a:ext cx="3180705" cy="278423"/>
          </a:xfrm>
        </p:spPr>
        <p:txBody>
          <a:bodyPr/>
          <a:lstStyle/>
          <a:p>
            <a:r>
              <a:rPr lang="en-US" sz="1200" dirty="0">
                <a:hlinkClick r:id="rId23" action="ppaction://hlinksldjump"/>
              </a:rPr>
              <a:t>Access the text alternative for slide images.</a:t>
            </a:r>
          </a:p>
        </p:txBody>
      </p:sp>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51</a:t>
            </a:fld>
            <a:endParaRPr lang="en-US"/>
          </a:p>
        </p:txBody>
      </p:sp>
    </p:spTree>
    <p:extLst>
      <p:ext uri="{BB962C8B-B14F-4D97-AF65-F5344CB8AC3E}">
        <p14:creationId xmlns:p14="http://schemas.microsoft.com/office/powerpoint/2010/main" val="3974230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962900" cy="903231"/>
          </a:xfrm>
        </p:spPr>
        <p:txBody>
          <a:bodyPr>
            <a:normAutofit/>
          </a:bodyPr>
          <a:lstStyle/>
          <a:p>
            <a:r>
              <a:rPr lang="en-US" sz="3600" dirty="0"/>
              <a:t>Fundamental Rule of Counting </a:t>
            </a:r>
            <a:r>
              <a:rPr lang="en-US" sz="1000" b="0" baseline="0" dirty="0"/>
              <a:t>1</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2768" y="54612"/>
            <a:ext cx="450875" cy="1263290"/>
          </a:xfrm>
        </p:spPr>
        <p:txBody>
          <a:bodyPr vert="vert" rIns="0"/>
          <a:lstStyle/>
          <a:p>
            <a:r>
              <a:rPr lang="en-US" b="1" dirty="0"/>
              <a:t>L</a:t>
            </a:r>
            <a:r>
              <a:rPr lang="en-US" sz="100" b="1" dirty="0"/>
              <a:t> </a:t>
            </a:r>
            <a:r>
              <a:rPr lang="en-US" b="1" dirty="0"/>
              <a:t>O 5.9</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2"/>
            <a:ext cx="2960739" cy="422407"/>
          </a:xfrm>
        </p:spPr>
        <p:txBody>
          <a:bodyPr/>
          <a:lstStyle/>
          <a:p>
            <a:r>
              <a:rPr lang="en-US" sz="2200" dirty="0"/>
              <a:t>If event </a:t>
            </a:r>
            <a:r>
              <a:rPr lang="en-US" sz="2200" i="1" dirty="0"/>
              <a:t>A</a:t>
            </a:r>
            <a:r>
              <a:rPr lang="en-US" sz="2200" dirty="0"/>
              <a:t> can occur in</a:t>
            </a:r>
          </a:p>
        </p:txBody>
      </p:sp>
      <p:graphicFrame>
        <p:nvGraphicFramePr>
          <p:cNvPr id="12" name="Object 11">
            <a:extLst>
              <a:ext uri="{FF2B5EF4-FFF2-40B4-BE49-F238E27FC236}">
                <a16:creationId xmlns:a16="http://schemas.microsoft.com/office/drawing/2014/main" id="{91C03765-9175-4C43-AD62-70873ADEF6C2}"/>
              </a:ext>
            </a:extLst>
          </p:cNvPr>
          <p:cNvGraphicFramePr>
            <a:graphicFrameLocks noChangeAspect="1"/>
          </p:cNvGraphicFramePr>
          <p:nvPr>
            <p:extLst>
              <p:ext uri="{D42A27DB-BD31-4B8C-83A1-F6EECF244321}">
                <p14:modId xmlns:p14="http://schemas.microsoft.com/office/powerpoint/2010/main" val="1024985117"/>
              </p:ext>
            </p:extLst>
          </p:nvPr>
        </p:nvGraphicFramePr>
        <p:xfrm>
          <a:off x="3319688" y="1345942"/>
          <a:ext cx="261239" cy="399542"/>
        </p:xfrm>
        <a:graphic>
          <a:graphicData uri="http://schemas.openxmlformats.org/presentationml/2006/ole">
            <mc:AlternateContent xmlns:mc="http://schemas.openxmlformats.org/markup-compatibility/2006">
              <mc:Choice xmlns:v="urn:schemas-microsoft-com:vml" Requires="v">
                <p:oleObj name="Equation" r:id="rId2" imgW="215640" imgH="330120" progId="Equation.DSMT4">
                  <p:embed/>
                </p:oleObj>
              </mc:Choice>
              <mc:Fallback>
                <p:oleObj name="Equation" r:id="rId2" imgW="215640" imgH="330120" progId="Equation.DSMT4">
                  <p:embed/>
                  <p:pic>
                    <p:nvPicPr>
                      <p:cNvPr id="0" name=""/>
                      <p:cNvPicPr/>
                      <p:nvPr/>
                    </p:nvPicPr>
                    <p:blipFill>
                      <a:blip r:embed="rId3"/>
                      <a:stretch>
                        <a:fillRect/>
                      </a:stretch>
                    </p:blipFill>
                    <p:spPr>
                      <a:xfrm>
                        <a:off x="3319688" y="1345942"/>
                        <a:ext cx="261239" cy="399542"/>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A398050F-BF5B-4A41-84E6-5894FE8AE34D}"/>
              </a:ext>
            </a:extLst>
          </p:cNvPr>
          <p:cNvSpPr>
            <a:spLocks noGrp="1"/>
          </p:cNvSpPr>
          <p:nvPr>
            <p:ph sz="quarter" idx="15"/>
          </p:nvPr>
        </p:nvSpPr>
        <p:spPr>
          <a:xfrm>
            <a:off x="3705676" y="1361941"/>
            <a:ext cx="3948880" cy="363620"/>
          </a:xfrm>
        </p:spPr>
        <p:txBody>
          <a:bodyPr lIns="0" tIns="0"/>
          <a:lstStyle/>
          <a:p>
            <a:r>
              <a:rPr lang="en-US" sz="2200" dirty="0"/>
              <a:t>ways and event </a:t>
            </a:r>
            <a:r>
              <a:rPr lang="en-US" sz="2200" i="1" dirty="0"/>
              <a:t>B</a:t>
            </a:r>
            <a:r>
              <a:rPr lang="en-US" sz="2200" dirty="0"/>
              <a:t> can occur in</a:t>
            </a:r>
          </a:p>
        </p:txBody>
      </p:sp>
      <p:graphicFrame>
        <p:nvGraphicFramePr>
          <p:cNvPr id="20" name="Object 19">
            <a:extLst>
              <a:ext uri="{FF2B5EF4-FFF2-40B4-BE49-F238E27FC236}">
                <a16:creationId xmlns:a16="http://schemas.microsoft.com/office/drawing/2014/main" id="{5E32D3F0-1FAB-40EE-9A24-AA5FF44BBB28}"/>
              </a:ext>
            </a:extLst>
          </p:cNvPr>
          <p:cNvGraphicFramePr>
            <a:graphicFrameLocks noChangeAspect="1"/>
          </p:cNvGraphicFramePr>
          <p:nvPr>
            <p:extLst>
              <p:ext uri="{D42A27DB-BD31-4B8C-83A1-F6EECF244321}">
                <p14:modId xmlns:p14="http://schemas.microsoft.com/office/powerpoint/2010/main" val="2464824598"/>
              </p:ext>
            </p:extLst>
          </p:nvPr>
        </p:nvGraphicFramePr>
        <p:xfrm>
          <a:off x="7606879" y="1348650"/>
          <a:ext cx="292100" cy="400050"/>
        </p:xfrm>
        <a:graphic>
          <a:graphicData uri="http://schemas.openxmlformats.org/presentationml/2006/ole">
            <mc:AlternateContent xmlns:mc="http://schemas.openxmlformats.org/markup-compatibility/2006">
              <mc:Choice xmlns:v="urn:schemas-microsoft-com:vml" Requires="v">
                <p:oleObj name="Equation" r:id="rId4" imgW="241200" imgH="330120" progId="Equation.DSMT4">
                  <p:embed/>
                </p:oleObj>
              </mc:Choice>
              <mc:Fallback>
                <p:oleObj name="Equation" r:id="rId4" imgW="241200" imgH="330120" progId="Equation.DSMT4">
                  <p:embed/>
                  <p:pic>
                    <p:nvPicPr>
                      <p:cNvPr id="12" name="Object 11">
                        <a:extLst>
                          <a:ext uri="{FF2B5EF4-FFF2-40B4-BE49-F238E27FC236}">
                            <a16:creationId xmlns:a16="http://schemas.microsoft.com/office/drawing/2014/main" id="{91C03765-9175-4C43-AD62-70873ADEF6C2}"/>
                          </a:ext>
                        </a:extLst>
                      </p:cNvPr>
                      <p:cNvPicPr/>
                      <p:nvPr/>
                    </p:nvPicPr>
                    <p:blipFill>
                      <a:blip r:embed="rId5"/>
                      <a:stretch>
                        <a:fillRect/>
                      </a:stretch>
                    </p:blipFill>
                    <p:spPr>
                      <a:xfrm>
                        <a:off x="7606879" y="1348650"/>
                        <a:ext cx="292100" cy="40005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418B8A2B-AA10-4ACF-B31A-3DD668F57653}"/>
              </a:ext>
            </a:extLst>
          </p:cNvPr>
          <p:cNvSpPr>
            <a:spLocks noGrp="1"/>
          </p:cNvSpPr>
          <p:nvPr>
            <p:ph sz="quarter" idx="16"/>
          </p:nvPr>
        </p:nvSpPr>
        <p:spPr>
          <a:xfrm>
            <a:off x="342900" y="1781434"/>
            <a:ext cx="5091266" cy="361701"/>
          </a:xfrm>
        </p:spPr>
        <p:txBody>
          <a:bodyPr lIns="91440" tIns="0"/>
          <a:lstStyle/>
          <a:p>
            <a:r>
              <a:rPr lang="en-US" sz="2200" dirty="0"/>
              <a:t>ways, then events </a:t>
            </a:r>
            <a:r>
              <a:rPr lang="en-US" sz="2200" i="1" dirty="0"/>
              <a:t>A</a:t>
            </a:r>
            <a:r>
              <a:rPr lang="en-US" sz="2200" dirty="0"/>
              <a:t> and </a:t>
            </a:r>
            <a:r>
              <a:rPr lang="en-US" sz="2200" i="1" dirty="0"/>
              <a:t>B</a:t>
            </a:r>
            <a:r>
              <a:rPr lang="en-US" sz="2200" dirty="0"/>
              <a:t> can occur in</a:t>
            </a:r>
          </a:p>
        </p:txBody>
      </p:sp>
      <p:graphicFrame>
        <p:nvGraphicFramePr>
          <p:cNvPr id="19" name="Object 18">
            <a:extLst>
              <a:ext uri="{FF2B5EF4-FFF2-40B4-BE49-F238E27FC236}">
                <a16:creationId xmlns:a16="http://schemas.microsoft.com/office/drawing/2014/main" id="{BB732F7A-63DB-45B2-A937-DD1472AB23A8}"/>
              </a:ext>
            </a:extLst>
          </p:cNvPr>
          <p:cNvGraphicFramePr>
            <a:graphicFrameLocks noChangeAspect="1"/>
          </p:cNvGraphicFramePr>
          <p:nvPr>
            <p:extLst>
              <p:ext uri="{D42A27DB-BD31-4B8C-83A1-F6EECF244321}">
                <p14:modId xmlns:p14="http://schemas.microsoft.com/office/powerpoint/2010/main" val="2875943875"/>
              </p:ext>
            </p:extLst>
          </p:nvPr>
        </p:nvGraphicFramePr>
        <p:xfrm>
          <a:off x="5462588" y="1784350"/>
          <a:ext cx="1438275" cy="363538"/>
        </p:xfrm>
        <a:graphic>
          <a:graphicData uri="http://schemas.openxmlformats.org/presentationml/2006/ole">
            <mc:AlternateContent xmlns:mc="http://schemas.openxmlformats.org/markup-compatibility/2006">
              <mc:Choice xmlns:v="urn:schemas-microsoft-com:vml" Requires="v">
                <p:oleObj name="Equation" r:id="rId6" imgW="1307880" imgH="330120" progId="Equation.DSMT4">
                  <p:embed/>
                </p:oleObj>
              </mc:Choice>
              <mc:Fallback>
                <p:oleObj name="Equation" r:id="rId6" imgW="1307880" imgH="330120" progId="Equation.DSMT4">
                  <p:embed/>
                  <p:pic>
                    <p:nvPicPr>
                      <p:cNvPr id="0" name=""/>
                      <p:cNvPicPr/>
                      <p:nvPr/>
                    </p:nvPicPr>
                    <p:blipFill>
                      <a:blip r:embed="rId7"/>
                      <a:stretch>
                        <a:fillRect/>
                      </a:stretch>
                    </p:blipFill>
                    <p:spPr>
                      <a:xfrm>
                        <a:off x="5462588" y="1784350"/>
                        <a:ext cx="1438275" cy="363538"/>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1EE49D72-B849-4B42-B202-28A31E7D786E}"/>
              </a:ext>
            </a:extLst>
          </p:cNvPr>
          <p:cNvSpPr>
            <a:spLocks noGrp="1"/>
          </p:cNvSpPr>
          <p:nvPr>
            <p:ph sz="quarter" idx="17"/>
          </p:nvPr>
        </p:nvSpPr>
        <p:spPr>
          <a:xfrm>
            <a:off x="342900" y="2229991"/>
            <a:ext cx="4037370" cy="362565"/>
          </a:xfrm>
        </p:spPr>
        <p:txBody>
          <a:bodyPr lIns="91440" tIns="0" rIns="0" bIns="0"/>
          <a:lstStyle/>
          <a:p>
            <a:r>
              <a:rPr lang="en-US" sz="2200" dirty="0"/>
              <a:t>In general, </a:t>
            </a:r>
            <a:r>
              <a:rPr lang="en-US" sz="2200" i="1" dirty="0"/>
              <a:t>m</a:t>
            </a:r>
            <a:r>
              <a:rPr lang="en-US" sz="2200" dirty="0"/>
              <a:t> events can occur</a:t>
            </a:r>
          </a:p>
        </p:txBody>
      </p:sp>
      <p:graphicFrame>
        <p:nvGraphicFramePr>
          <p:cNvPr id="21" name="Object 20">
            <a:extLst>
              <a:ext uri="{FF2B5EF4-FFF2-40B4-BE49-F238E27FC236}">
                <a16:creationId xmlns:a16="http://schemas.microsoft.com/office/drawing/2014/main" id="{062B134F-225C-4393-B04E-E63D62843935}"/>
              </a:ext>
            </a:extLst>
          </p:cNvPr>
          <p:cNvGraphicFramePr>
            <a:graphicFrameLocks noChangeAspect="1"/>
          </p:cNvGraphicFramePr>
          <p:nvPr>
            <p:extLst>
              <p:ext uri="{D42A27DB-BD31-4B8C-83A1-F6EECF244321}">
                <p14:modId xmlns:p14="http://schemas.microsoft.com/office/powerpoint/2010/main" val="1008681266"/>
              </p:ext>
            </p:extLst>
          </p:nvPr>
        </p:nvGraphicFramePr>
        <p:xfrm>
          <a:off x="4422668" y="2232182"/>
          <a:ext cx="2105279" cy="399542"/>
        </p:xfrm>
        <a:graphic>
          <a:graphicData uri="http://schemas.openxmlformats.org/presentationml/2006/ole">
            <mc:AlternateContent xmlns:mc="http://schemas.openxmlformats.org/markup-compatibility/2006">
              <mc:Choice xmlns:v="urn:schemas-microsoft-com:vml" Requires="v">
                <p:oleObj name="Equation" r:id="rId8" imgW="1739880" imgH="330120" progId="Equation.DSMT4">
                  <p:embed/>
                </p:oleObj>
              </mc:Choice>
              <mc:Fallback>
                <p:oleObj name="Equation" r:id="rId8" imgW="1739880" imgH="330120" progId="Equation.DSMT4">
                  <p:embed/>
                  <p:pic>
                    <p:nvPicPr>
                      <p:cNvPr id="0" name=""/>
                      <p:cNvPicPr/>
                      <p:nvPr/>
                    </p:nvPicPr>
                    <p:blipFill>
                      <a:blip r:embed="rId9"/>
                      <a:stretch>
                        <a:fillRect/>
                      </a:stretch>
                    </p:blipFill>
                    <p:spPr>
                      <a:xfrm>
                        <a:off x="4422668" y="2232182"/>
                        <a:ext cx="2105279" cy="399542"/>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1BE84D20-D492-4C48-9E6E-0B4CC44C0824}"/>
              </a:ext>
            </a:extLst>
          </p:cNvPr>
          <p:cNvSpPr>
            <a:spLocks noGrp="1"/>
          </p:cNvSpPr>
          <p:nvPr>
            <p:ph sz="quarter" idx="18"/>
          </p:nvPr>
        </p:nvSpPr>
        <p:spPr>
          <a:xfrm>
            <a:off x="6650706" y="2249116"/>
            <a:ext cx="822222" cy="367860"/>
          </a:xfrm>
        </p:spPr>
        <p:txBody>
          <a:bodyPr lIns="0" tIns="0" rIns="0"/>
          <a:lstStyle/>
          <a:p>
            <a:r>
              <a:rPr lang="en-US" sz="2200" dirty="0"/>
              <a:t>ways.</a:t>
            </a:r>
          </a:p>
        </p:txBody>
      </p:sp>
      <p:sp>
        <p:nvSpPr>
          <p:cNvPr id="9" name="Content Placeholder 8">
            <a:extLst>
              <a:ext uri="{FF2B5EF4-FFF2-40B4-BE49-F238E27FC236}">
                <a16:creationId xmlns:a16="http://schemas.microsoft.com/office/drawing/2014/main" id="{D2748588-F329-48E3-B8F8-614FBC3DFC90}"/>
              </a:ext>
            </a:extLst>
          </p:cNvPr>
          <p:cNvSpPr>
            <a:spLocks noGrp="1"/>
          </p:cNvSpPr>
          <p:nvPr>
            <p:ph sz="quarter" idx="19"/>
          </p:nvPr>
        </p:nvSpPr>
        <p:spPr>
          <a:xfrm>
            <a:off x="342900" y="2801730"/>
            <a:ext cx="8053754" cy="3351420"/>
          </a:xfrm>
        </p:spPr>
        <p:txBody>
          <a:bodyPr lIns="91440" tIns="0" rIns="0" bIns="0"/>
          <a:lstStyle/>
          <a:p>
            <a:r>
              <a:rPr lang="en-US" sz="2200" dirty="0"/>
              <a:t>Example:</a:t>
            </a:r>
          </a:p>
          <a:p>
            <a:pPr lvl="1"/>
            <a:r>
              <a:rPr lang="en-US" sz="2200" dirty="0"/>
              <a:t>How many unique stock keeping unit (S</a:t>
            </a:r>
            <a:r>
              <a:rPr lang="en-US" sz="100" dirty="0"/>
              <a:t> </a:t>
            </a:r>
            <a:r>
              <a:rPr lang="en-US" sz="2200" dirty="0"/>
              <a:t>K</a:t>
            </a:r>
            <a:r>
              <a:rPr lang="en-US" sz="100" dirty="0"/>
              <a:t> </a:t>
            </a:r>
            <a:r>
              <a:rPr lang="en-US" sz="2200" dirty="0"/>
              <a:t>U) labels can a chain of hardware stores create by using two letters (ranging from </a:t>
            </a:r>
            <a:r>
              <a:rPr lang="en-US" sz="2200" i="1" dirty="0"/>
              <a:t>A</a:t>
            </a:r>
            <a:r>
              <a:rPr lang="en-US" sz="100" i="1" dirty="0"/>
              <a:t> </a:t>
            </a:r>
            <a:r>
              <a:rPr lang="en-US" sz="2200" i="1" dirty="0" err="1"/>
              <a:t>A</a:t>
            </a:r>
            <a:r>
              <a:rPr lang="en-US" sz="2200" i="1" dirty="0"/>
              <a:t> </a:t>
            </a:r>
            <a:r>
              <a:rPr lang="en-US" sz="2200" dirty="0"/>
              <a:t>to </a:t>
            </a:r>
            <a:r>
              <a:rPr lang="en-US" sz="2200" i="1" dirty="0"/>
              <a:t>Z</a:t>
            </a:r>
            <a:r>
              <a:rPr lang="en-US" sz="100" i="1" dirty="0"/>
              <a:t> </a:t>
            </a:r>
            <a:r>
              <a:rPr lang="en-US" sz="2200" i="1" dirty="0"/>
              <a:t>Z</a:t>
            </a:r>
            <a:r>
              <a:rPr lang="en-US" sz="2200" dirty="0"/>
              <a:t>) followed by four numbers (digits 0 through 9)?</a:t>
            </a:r>
          </a:p>
          <a:p>
            <a:pPr lvl="2"/>
            <a:r>
              <a:rPr lang="en-US" sz="2200" dirty="0"/>
              <a:t>A</a:t>
            </a:r>
            <a:r>
              <a:rPr lang="en-US" sz="100" dirty="0"/>
              <a:t> </a:t>
            </a:r>
            <a:r>
              <a:rPr lang="en-US" sz="2200" dirty="0"/>
              <a:t>F1078: hex-head 6 cm bolts—box of 12.</a:t>
            </a:r>
          </a:p>
          <a:p>
            <a:pPr lvl="2"/>
            <a:r>
              <a:rPr lang="en-US" sz="2200" dirty="0"/>
              <a:t>R</a:t>
            </a:r>
            <a:r>
              <a:rPr lang="en-US" sz="100" dirty="0"/>
              <a:t> </a:t>
            </a:r>
            <a:r>
              <a:rPr lang="en-US" sz="2200" dirty="0"/>
              <a:t>T4855: Lime-A-Way cleaner—16 ounce.</a:t>
            </a:r>
          </a:p>
          <a:p>
            <a:pPr lvl="2"/>
            <a:r>
              <a:rPr lang="en-US" sz="2200" dirty="0"/>
              <a:t>L</a:t>
            </a:r>
            <a:r>
              <a:rPr lang="en-US" sz="100" dirty="0"/>
              <a:t> </a:t>
            </a:r>
            <a:r>
              <a:rPr lang="en-US" sz="2200" dirty="0"/>
              <a:t>L3119: Rust-Oleum Professional primer—gray 15 ounce.</a:t>
            </a:r>
          </a:p>
        </p:txBody>
      </p:sp>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52</a:t>
            </a:fld>
            <a:endParaRPr lang="en-US"/>
          </a:p>
        </p:txBody>
      </p:sp>
    </p:spTree>
    <p:extLst>
      <p:ext uri="{BB962C8B-B14F-4D97-AF65-F5344CB8AC3E}">
        <p14:creationId xmlns:p14="http://schemas.microsoft.com/office/powerpoint/2010/main" val="17771738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8017329" cy="903231"/>
          </a:xfrm>
        </p:spPr>
        <p:txBody>
          <a:bodyPr>
            <a:normAutofit/>
          </a:bodyPr>
          <a:lstStyle/>
          <a:p>
            <a:r>
              <a:rPr lang="en-US" sz="3600" dirty="0"/>
              <a:t>Fundamental Rule of Counting </a:t>
            </a:r>
            <a:r>
              <a:rPr lang="en-US" sz="1000" b="0" dirty="0"/>
              <a:t>2</a:t>
            </a:r>
            <a:endParaRPr lang="en-US" sz="1000" dirty="0"/>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2768" y="54612"/>
            <a:ext cx="450875" cy="1263290"/>
          </a:xfrm>
        </p:spPr>
        <p:txBody>
          <a:bodyPr vert="vert" rIns="0"/>
          <a:lstStyle/>
          <a:p>
            <a:r>
              <a:rPr lang="en-US" b="1" dirty="0"/>
              <a:t>L</a:t>
            </a:r>
            <a:r>
              <a:rPr lang="en-US" sz="100" b="1" dirty="0"/>
              <a:t> </a:t>
            </a:r>
            <a:r>
              <a:rPr lang="en-US" b="1" dirty="0"/>
              <a:t>O 5.9</a:t>
            </a:r>
            <a:endParaRPr lang="en-IN" b="1" dirty="0"/>
          </a:p>
        </p:txBody>
      </p:sp>
      <p:pic>
        <p:nvPicPr>
          <p:cNvPr id="12" name="Picture 11" descr="A diagram shows the number of unique inventory labels.">
            <a:extLst>
              <a:ext uri="{FF2B5EF4-FFF2-40B4-BE49-F238E27FC236}">
                <a16:creationId xmlns:a16="http://schemas.microsoft.com/office/drawing/2014/main" id="{700AB177-E28E-4F20-90D4-890A8DAEE78E}"/>
              </a:ext>
            </a:extLst>
          </p:cNvPr>
          <p:cNvPicPr>
            <a:picLocks noChangeAspect="1"/>
          </p:cNvPicPr>
          <p:nvPr/>
        </p:nvPicPr>
        <p:blipFill>
          <a:blip r:embed="rId2"/>
          <a:stretch>
            <a:fillRect/>
          </a:stretch>
        </p:blipFill>
        <p:spPr>
          <a:xfrm>
            <a:off x="1189517" y="1496455"/>
            <a:ext cx="6606420" cy="1801247"/>
          </a:xfrm>
          <a:prstGeom prst="rect">
            <a:avLst/>
          </a:prstGeom>
        </p:spPr>
      </p:pic>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3462288"/>
            <a:ext cx="8181668" cy="2490179"/>
          </a:xfrm>
        </p:spPr>
        <p:txBody>
          <a:bodyPr/>
          <a:lstStyle/>
          <a:p>
            <a:pPr marL="292608" indent="-292608">
              <a:buFont typeface="Arial" panose="020B0604020202020204" pitchFamily="34" charset="0"/>
              <a:buChar char="•"/>
            </a:pPr>
            <a:r>
              <a:rPr lang="en-IN" dirty="0"/>
              <a:t>There are 26 ways (letters </a:t>
            </a:r>
            <a:r>
              <a:rPr lang="en-IN" i="1" dirty="0"/>
              <a:t>A</a:t>
            </a:r>
            <a:r>
              <a:rPr lang="en-IN" dirty="0"/>
              <a:t> through </a:t>
            </a:r>
            <a:r>
              <a:rPr lang="en-IN" i="1" dirty="0"/>
              <a:t>Z</a:t>
            </a:r>
            <a:r>
              <a:rPr lang="en-IN" dirty="0"/>
              <a:t>) to fill either the first or the second box. There are 10 ways (digits 0 through 9) to fill the third through sixth boxes. The number of unique inventory labels is therefore 26 × 26 × 10 × 10 × 10 × 10 = 6,760,000. Such a system should suffice for a moderately large retail store.</a:t>
            </a:r>
          </a:p>
        </p:txBody>
      </p:sp>
      <p:sp>
        <p:nvSpPr>
          <p:cNvPr id="15" name="Text Placeholder 14">
            <a:extLst>
              <a:ext uri="{FF2B5EF4-FFF2-40B4-BE49-F238E27FC236}">
                <a16:creationId xmlns:a16="http://schemas.microsoft.com/office/drawing/2014/main" id="{C12026E4-4663-416D-9563-9FA6F5BD2013}"/>
              </a:ext>
            </a:extLst>
          </p:cNvPr>
          <p:cNvSpPr>
            <a:spLocks noGrp="1"/>
          </p:cNvSpPr>
          <p:nvPr>
            <p:ph type="body" sz="quarter" idx="12"/>
          </p:nvPr>
        </p:nvSpPr>
        <p:spPr>
          <a:xfrm>
            <a:off x="2971558" y="6324600"/>
            <a:ext cx="3200885" cy="190500"/>
          </a:xfrm>
        </p:spPr>
        <p:txBody>
          <a:bodyPr/>
          <a:lstStyle/>
          <a:p>
            <a:r>
              <a:rPr lang="en-US" sz="1200" dirty="0">
                <a:hlinkClick r:id="rId3" action="ppaction://hlinksldjump"/>
              </a:rPr>
              <a:t>Access the text alternative for slide images.</a:t>
            </a:r>
          </a:p>
        </p:txBody>
      </p:sp>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53</a:t>
            </a:fld>
            <a:endParaRPr lang="en-US"/>
          </a:p>
        </p:txBody>
      </p:sp>
    </p:spTree>
    <p:extLst>
      <p:ext uri="{BB962C8B-B14F-4D97-AF65-F5344CB8AC3E}">
        <p14:creationId xmlns:p14="http://schemas.microsoft.com/office/powerpoint/2010/main" val="35239582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930243" cy="903231"/>
          </a:xfrm>
        </p:spPr>
        <p:txBody>
          <a:bodyPr>
            <a:normAutofit/>
          </a:bodyPr>
          <a:lstStyle/>
          <a:p>
            <a:r>
              <a:rPr lang="en-US" sz="3600" dirty="0"/>
              <a:t>Factorials</a:t>
            </a:r>
            <a:endParaRPr lang="en-US" sz="3600" b="0" dirty="0"/>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2768" y="54612"/>
            <a:ext cx="450875" cy="1263290"/>
          </a:xfrm>
        </p:spPr>
        <p:txBody>
          <a:bodyPr vert="vert" rIns="0"/>
          <a:lstStyle/>
          <a:p>
            <a:r>
              <a:rPr lang="en-US" b="1" dirty="0"/>
              <a:t>L</a:t>
            </a:r>
            <a:r>
              <a:rPr lang="en-US" sz="100" b="1" dirty="0"/>
              <a:t> </a:t>
            </a:r>
            <a:r>
              <a:rPr lang="en-US" b="1" dirty="0"/>
              <a:t>O 5.9</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3"/>
            <a:ext cx="8048932" cy="1263290"/>
          </a:xfrm>
        </p:spPr>
        <p:txBody>
          <a:bodyPr/>
          <a:lstStyle/>
          <a:p>
            <a:pPr marL="292608" indent="-292608">
              <a:buFont typeface="Arial" panose="020B0604020202020204" pitchFamily="34" charset="0"/>
              <a:buChar char="•"/>
            </a:pPr>
            <a:r>
              <a:rPr lang="en-US" dirty="0"/>
              <a:t>The number of unique ways that </a:t>
            </a:r>
            <a:r>
              <a:rPr lang="en-US" i="1" dirty="0"/>
              <a:t>n </a:t>
            </a:r>
            <a:r>
              <a:rPr lang="en-US" dirty="0"/>
              <a:t>items can be arranged in a particular order is </a:t>
            </a:r>
            <a:r>
              <a:rPr lang="en-US" i="1" dirty="0"/>
              <a:t>n </a:t>
            </a:r>
            <a:r>
              <a:rPr lang="en-US" b="1" dirty="0"/>
              <a:t>factorial</a:t>
            </a:r>
            <a:r>
              <a:rPr lang="en-US" dirty="0"/>
              <a:t>, the product of all integers from 1 to </a:t>
            </a:r>
            <a:r>
              <a:rPr lang="en-US" i="1" dirty="0"/>
              <a:t>n.</a:t>
            </a:r>
          </a:p>
        </p:txBody>
      </p:sp>
      <p:graphicFrame>
        <p:nvGraphicFramePr>
          <p:cNvPr id="9" name="Object 8">
            <a:extLst>
              <a:ext uri="{FF2B5EF4-FFF2-40B4-BE49-F238E27FC236}">
                <a16:creationId xmlns:a16="http://schemas.microsoft.com/office/drawing/2014/main" id="{5B9399F3-B5A2-439F-AEF9-E8C04A9E224E}"/>
              </a:ext>
            </a:extLst>
          </p:cNvPr>
          <p:cNvGraphicFramePr>
            <a:graphicFrameLocks noChangeAspect="1"/>
          </p:cNvGraphicFramePr>
          <p:nvPr>
            <p:extLst>
              <p:ext uri="{D42A27DB-BD31-4B8C-83A1-F6EECF244321}">
                <p14:modId xmlns:p14="http://schemas.microsoft.com/office/powerpoint/2010/main" val="848269980"/>
              </p:ext>
            </p:extLst>
          </p:nvPr>
        </p:nvGraphicFramePr>
        <p:xfrm>
          <a:off x="3289534" y="2694646"/>
          <a:ext cx="2858262" cy="461010"/>
        </p:xfrm>
        <a:graphic>
          <a:graphicData uri="http://schemas.openxmlformats.org/presentationml/2006/ole">
            <mc:AlternateContent xmlns:mc="http://schemas.openxmlformats.org/markup-compatibility/2006">
              <mc:Choice xmlns:v="urn:schemas-microsoft-com:vml" Requires="v">
                <p:oleObj name="Equation" r:id="rId3" imgW="2361960" imgH="380880" progId="Equation.DSMT4">
                  <p:embed/>
                </p:oleObj>
              </mc:Choice>
              <mc:Fallback>
                <p:oleObj name="Equation" r:id="rId3" imgW="2361960" imgH="380880" progId="Equation.DSMT4">
                  <p:embed/>
                  <p:pic>
                    <p:nvPicPr>
                      <p:cNvPr id="0" name=""/>
                      <p:cNvPicPr/>
                      <p:nvPr/>
                    </p:nvPicPr>
                    <p:blipFill>
                      <a:blip r:embed="rId4"/>
                      <a:stretch>
                        <a:fillRect/>
                      </a:stretch>
                    </p:blipFill>
                    <p:spPr>
                      <a:xfrm>
                        <a:off x="3289534" y="2694646"/>
                        <a:ext cx="2858262" cy="461010"/>
                      </a:xfrm>
                      <a:prstGeom prst="rect">
                        <a:avLst/>
                      </a:prstGeom>
                    </p:spPr>
                  </p:pic>
                </p:oleObj>
              </mc:Fallback>
            </mc:AlternateContent>
          </a:graphicData>
        </a:graphic>
      </p:graphicFrame>
      <p:sp>
        <p:nvSpPr>
          <p:cNvPr id="13" name="Content Placeholder 12">
            <a:extLst>
              <a:ext uri="{FF2B5EF4-FFF2-40B4-BE49-F238E27FC236}">
                <a16:creationId xmlns:a16="http://schemas.microsoft.com/office/drawing/2014/main" id="{C82F3236-C6FA-4015-9512-0A8067559649}"/>
              </a:ext>
            </a:extLst>
          </p:cNvPr>
          <p:cNvSpPr>
            <a:spLocks noGrp="1"/>
          </p:cNvSpPr>
          <p:nvPr>
            <p:ph sz="quarter" idx="16"/>
          </p:nvPr>
        </p:nvSpPr>
        <p:spPr>
          <a:xfrm>
            <a:off x="342900" y="3399615"/>
            <a:ext cx="8181668" cy="3128285"/>
          </a:xfrm>
        </p:spPr>
        <p:txBody>
          <a:bodyPr/>
          <a:lstStyle/>
          <a:p>
            <a:pPr marL="292608" indent="-292608">
              <a:buFont typeface="Arial" panose="020B0604020202020204" pitchFamily="34" charset="0"/>
              <a:buChar char="•"/>
              <a:defRPr/>
            </a:pPr>
            <a:r>
              <a:rPr lang="en-US" dirty="0"/>
              <a:t>Factorials are useful for counting the possible arrangements of any </a:t>
            </a:r>
            <a:r>
              <a:rPr lang="en-US" i="1" dirty="0"/>
              <a:t>n</a:t>
            </a:r>
            <a:r>
              <a:rPr lang="en-US" dirty="0"/>
              <a:t> items.</a:t>
            </a:r>
          </a:p>
          <a:p>
            <a:pPr marL="292608" indent="-292608">
              <a:buFont typeface="Arial" panose="020B0604020202020204" pitchFamily="34" charset="0"/>
              <a:buChar char="•"/>
              <a:defRPr/>
            </a:pPr>
            <a:r>
              <a:rPr lang="en-US" dirty="0"/>
              <a:t>There are </a:t>
            </a:r>
            <a:r>
              <a:rPr lang="en-US" i="1" dirty="0"/>
              <a:t>n</a:t>
            </a:r>
            <a:r>
              <a:rPr lang="en-US" dirty="0"/>
              <a:t> ways to choose the first, </a:t>
            </a:r>
            <a:r>
              <a:rPr lang="en-US" i="1" dirty="0"/>
              <a:t>n</a:t>
            </a:r>
            <a:r>
              <a:rPr lang="en-US" dirty="0"/>
              <a:t>−1 ways to choose the second, and so on.</a:t>
            </a:r>
          </a:p>
          <a:p>
            <a:pPr marL="292608" indent="-292608">
              <a:buFont typeface="Arial" panose="020B0604020202020204" pitchFamily="34" charset="0"/>
              <a:buChar char="•"/>
              <a:defRPr/>
            </a:pPr>
            <a:r>
              <a:rPr lang="en-US" dirty="0"/>
              <a:t>A home appliance service truck must make three stops (</a:t>
            </a:r>
            <a:r>
              <a:rPr lang="en-US" i="1" dirty="0"/>
              <a:t>A, B, C</a:t>
            </a:r>
            <a:r>
              <a:rPr lang="en-US" dirty="0"/>
              <a:t>). In how many ways could the three stops be arranged?</a:t>
            </a:r>
          </a:p>
        </p:txBody>
      </p:sp>
      <p:graphicFrame>
        <p:nvGraphicFramePr>
          <p:cNvPr id="5" name="Object 4">
            <a:extLst>
              <a:ext uri="{FF2B5EF4-FFF2-40B4-BE49-F238E27FC236}">
                <a16:creationId xmlns:a16="http://schemas.microsoft.com/office/drawing/2014/main" id="{4C456985-9F8C-F875-5A70-5A3BCA21E17C}"/>
              </a:ext>
            </a:extLst>
          </p:cNvPr>
          <p:cNvGraphicFramePr>
            <a:graphicFrameLocks noChangeAspect="1"/>
          </p:cNvGraphicFramePr>
          <p:nvPr>
            <p:extLst>
              <p:ext uri="{D42A27DB-BD31-4B8C-83A1-F6EECF244321}">
                <p14:modId xmlns:p14="http://schemas.microsoft.com/office/powerpoint/2010/main" val="4155050109"/>
              </p:ext>
            </p:extLst>
          </p:nvPr>
        </p:nvGraphicFramePr>
        <p:xfrm>
          <a:off x="2249081" y="5972441"/>
          <a:ext cx="1864538" cy="274621"/>
        </p:xfrm>
        <a:graphic>
          <a:graphicData uri="http://schemas.openxmlformats.org/presentationml/2006/ole">
            <mc:AlternateContent xmlns:mc="http://schemas.openxmlformats.org/markup-compatibility/2006">
              <mc:Choice xmlns:v="urn:schemas-microsoft-com:vml" Requires="v">
                <p:oleObj name="Equation" r:id="rId5" imgW="1638000" imgH="241200" progId="Equation.DSMT4">
                  <p:embed/>
                </p:oleObj>
              </mc:Choice>
              <mc:Fallback>
                <p:oleObj name="Equation" r:id="rId5" imgW="1638000" imgH="241200" progId="Equation.DSMT4">
                  <p:embed/>
                  <p:pic>
                    <p:nvPicPr>
                      <p:cNvPr id="0" name=""/>
                      <p:cNvPicPr/>
                      <p:nvPr/>
                    </p:nvPicPr>
                    <p:blipFill>
                      <a:blip r:embed="rId6"/>
                      <a:stretch>
                        <a:fillRect/>
                      </a:stretch>
                    </p:blipFill>
                    <p:spPr>
                      <a:xfrm>
                        <a:off x="2249081" y="5972441"/>
                        <a:ext cx="1864538" cy="274621"/>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54</a:t>
            </a:fld>
            <a:endParaRPr lang="en-US"/>
          </a:p>
        </p:txBody>
      </p:sp>
    </p:spTree>
    <p:extLst>
      <p:ext uri="{BB962C8B-B14F-4D97-AF65-F5344CB8AC3E}">
        <p14:creationId xmlns:p14="http://schemas.microsoft.com/office/powerpoint/2010/main" val="32329775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962900" cy="903231"/>
          </a:xfrm>
        </p:spPr>
        <p:txBody>
          <a:bodyPr>
            <a:normAutofit/>
          </a:bodyPr>
          <a:lstStyle/>
          <a:p>
            <a:r>
              <a:rPr lang="en-US" sz="3600" dirty="0"/>
              <a:t>Permutations and Combinations </a:t>
            </a:r>
            <a:r>
              <a:rPr lang="en-US" sz="1000" b="0" baseline="0" dirty="0"/>
              <a:t>1</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2768" y="54612"/>
            <a:ext cx="450875" cy="1263290"/>
          </a:xfrm>
        </p:spPr>
        <p:txBody>
          <a:bodyPr vert="vert" rIns="0"/>
          <a:lstStyle/>
          <a:p>
            <a:r>
              <a:rPr lang="en-US" b="1" dirty="0"/>
              <a:t>L</a:t>
            </a:r>
            <a:r>
              <a:rPr lang="en-US" sz="100" b="1" dirty="0"/>
              <a:t> </a:t>
            </a:r>
            <a:r>
              <a:rPr lang="en-US" b="1" dirty="0"/>
              <a:t>O 5.9</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2"/>
            <a:ext cx="7962900" cy="2111098"/>
          </a:xfrm>
        </p:spPr>
        <p:txBody>
          <a:bodyPr/>
          <a:lstStyle/>
          <a:p>
            <a:pPr marL="292608" indent="-292608">
              <a:buFont typeface="Arial" panose="020B0604020202020204" pitchFamily="34" charset="0"/>
              <a:buChar char="•"/>
            </a:pPr>
            <a:r>
              <a:rPr lang="en-US" dirty="0"/>
              <a:t>A </a:t>
            </a:r>
            <a:r>
              <a:rPr lang="en-US" b="1" dirty="0"/>
              <a:t>permutation </a:t>
            </a:r>
            <a:r>
              <a:rPr lang="en-US" dirty="0"/>
              <a:t>is an arrangement of the </a:t>
            </a:r>
            <a:r>
              <a:rPr lang="en-US" i="1" dirty="0"/>
              <a:t>r </a:t>
            </a:r>
            <a:r>
              <a:rPr lang="en-US" dirty="0"/>
              <a:t>sample items </a:t>
            </a:r>
            <a:r>
              <a:rPr lang="en-US" i="1" dirty="0"/>
              <a:t>in a particular order.</a:t>
            </a:r>
          </a:p>
          <a:p>
            <a:pPr marL="292608" indent="-292608">
              <a:buFont typeface="Arial" panose="020B0604020202020204" pitchFamily="34" charset="0"/>
              <a:buChar char="•"/>
            </a:pPr>
            <a:r>
              <a:rPr lang="en-US" dirty="0"/>
              <a:t>A </a:t>
            </a:r>
            <a:r>
              <a:rPr lang="en-US" b="1" dirty="0"/>
              <a:t>combination </a:t>
            </a:r>
            <a:r>
              <a:rPr lang="en-US" dirty="0"/>
              <a:t>is a collection of </a:t>
            </a:r>
            <a:r>
              <a:rPr lang="en-US" i="1" dirty="0"/>
              <a:t>r </a:t>
            </a:r>
            <a:r>
              <a:rPr lang="en-US" dirty="0"/>
              <a:t>items chosen at random without replacement from </a:t>
            </a:r>
            <a:r>
              <a:rPr lang="en-US" i="1" dirty="0"/>
              <a:t>n </a:t>
            </a:r>
            <a:r>
              <a:rPr lang="en-US" dirty="0"/>
              <a:t>items where the order of the selected items is </a:t>
            </a:r>
            <a:r>
              <a:rPr lang="en-US" i="1" dirty="0"/>
              <a:t>not </a:t>
            </a:r>
            <a:r>
              <a:rPr lang="en-US" dirty="0"/>
              <a:t>important.</a:t>
            </a:r>
          </a:p>
        </p:txBody>
      </p:sp>
      <p:sp>
        <p:nvSpPr>
          <p:cNvPr id="5" name="Content Placeholder 4">
            <a:extLst>
              <a:ext uri="{FF2B5EF4-FFF2-40B4-BE49-F238E27FC236}">
                <a16:creationId xmlns:a16="http://schemas.microsoft.com/office/drawing/2014/main" id="{A398050F-BF5B-4A41-84E6-5894FE8AE34D}"/>
              </a:ext>
            </a:extLst>
          </p:cNvPr>
          <p:cNvSpPr>
            <a:spLocks noGrp="1"/>
          </p:cNvSpPr>
          <p:nvPr>
            <p:ph sz="quarter" idx="15"/>
          </p:nvPr>
        </p:nvSpPr>
        <p:spPr>
          <a:xfrm>
            <a:off x="2145420" y="3806039"/>
            <a:ext cx="1821896" cy="437362"/>
          </a:xfrm>
        </p:spPr>
        <p:txBody>
          <a:bodyPr lIns="0" tIns="0"/>
          <a:lstStyle/>
          <a:p>
            <a:pPr algn="ctr"/>
            <a:r>
              <a:rPr lang="en-US" dirty="0"/>
              <a:t>Permutation</a:t>
            </a:r>
          </a:p>
        </p:txBody>
      </p:sp>
      <p:graphicFrame>
        <p:nvGraphicFramePr>
          <p:cNvPr id="10" name="Object 9">
            <a:extLst>
              <a:ext uri="{FF2B5EF4-FFF2-40B4-BE49-F238E27FC236}">
                <a16:creationId xmlns:a16="http://schemas.microsoft.com/office/drawing/2014/main" id="{8C5B14D9-4E0B-4745-B513-252569E63B31}"/>
              </a:ext>
            </a:extLst>
          </p:cNvPr>
          <p:cNvGraphicFramePr>
            <a:graphicFrameLocks noChangeAspect="1"/>
          </p:cNvGraphicFramePr>
          <p:nvPr>
            <p:extLst>
              <p:ext uri="{D42A27DB-BD31-4B8C-83A1-F6EECF244321}">
                <p14:modId xmlns:p14="http://schemas.microsoft.com/office/powerpoint/2010/main" val="2441438767"/>
              </p:ext>
            </p:extLst>
          </p:nvPr>
        </p:nvGraphicFramePr>
        <p:xfrm>
          <a:off x="2221783" y="4371029"/>
          <a:ext cx="1564640" cy="782320"/>
        </p:xfrm>
        <a:graphic>
          <a:graphicData uri="http://schemas.openxmlformats.org/presentationml/2006/ole">
            <mc:AlternateContent xmlns:mc="http://schemas.openxmlformats.org/markup-compatibility/2006">
              <mc:Choice xmlns:v="urn:schemas-microsoft-com:vml" Requires="v">
                <p:oleObj name="Equation" r:id="rId2" imgW="1422360" imgH="711000" progId="Equation.DSMT4">
                  <p:embed/>
                </p:oleObj>
              </mc:Choice>
              <mc:Fallback>
                <p:oleObj name="Equation" r:id="rId2" imgW="1422360" imgH="711000" progId="Equation.DSMT4">
                  <p:embed/>
                  <p:pic>
                    <p:nvPicPr>
                      <p:cNvPr id="0" name=""/>
                      <p:cNvPicPr/>
                      <p:nvPr/>
                    </p:nvPicPr>
                    <p:blipFill>
                      <a:blip r:embed="rId3"/>
                      <a:stretch>
                        <a:fillRect/>
                      </a:stretch>
                    </p:blipFill>
                    <p:spPr>
                      <a:xfrm>
                        <a:off x="2221783" y="4371029"/>
                        <a:ext cx="1564640" cy="78232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418B8A2B-AA10-4ACF-B31A-3DD668F57653}"/>
              </a:ext>
            </a:extLst>
          </p:cNvPr>
          <p:cNvSpPr>
            <a:spLocks noGrp="1"/>
          </p:cNvSpPr>
          <p:nvPr>
            <p:ph sz="quarter" idx="16"/>
          </p:nvPr>
        </p:nvSpPr>
        <p:spPr>
          <a:xfrm>
            <a:off x="4796913" y="3806039"/>
            <a:ext cx="2282313" cy="361701"/>
          </a:xfrm>
        </p:spPr>
        <p:txBody>
          <a:bodyPr lIns="91440" tIns="0"/>
          <a:lstStyle/>
          <a:p>
            <a:pPr algn="ctr"/>
            <a:r>
              <a:rPr lang="en-US" dirty="0"/>
              <a:t>Combination</a:t>
            </a:r>
          </a:p>
        </p:txBody>
      </p:sp>
      <p:graphicFrame>
        <p:nvGraphicFramePr>
          <p:cNvPr id="11" name="Object 10">
            <a:extLst>
              <a:ext uri="{FF2B5EF4-FFF2-40B4-BE49-F238E27FC236}">
                <a16:creationId xmlns:a16="http://schemas.microsoft.com/office/drawing/2014/main" id="{9F6B8714-8F9D-48F1-942E-0477DD558234}"/>
              </a:ext>
            </a:extLst>
          </p:cNvPr>
          <p:cNvGraphicFramePr>
            <a:graphicFrameLocks noChangeAspect="1"/>
          </p:cNvGraphicFramePr>
          <p:nvPr>
            <p:extLst>
              <p:ext uri="{D42A27DB-BD31-4B8C-83A1-F6EECF244321}">
                <p14:modId xmlns:p14="http://schemas.microsoft.com/office/powerpoint/2010/main" val="1272166566"/>
              </p:ext>
            </p:extLst>
          </p:nvPr>
        </p:nvGraphicFramePr>
        <p:xfrm>
          <a:off x="4986553" y="4350217"/>
          <a:ext cx="1844040" cy="782320"/>
        </p:xfrm>
        <a:graphic>
          <a:graphicData uri="http://schemas.openxmlformats.org/presentationml/2006/ole">
            <mc:AlternateContent xmlns:mc="http://schemas.openxmlformats.org/markup-compatibility/2006">
              <mc:Choice xmlns:v="urn:schemas-microsoft-com:vml" Requires="v">
                <p:oleObj name="Equation" r:id="rId4" imgW="1676160" imgH="711000" progId="Equation.DSMT4">
                  <p:embed/>
                </p:oleObj>
              </mc:Choice>
              <mc:Fallback>
                <p:oleObj name="Equation" r:id="rId4" imgW="1676160" imgH="711000" progId="Equation.DSMT4">
                  <p:embed/>
                  <p:pic>
                    <p:nvPicPr>
                      <p:cNvPr id="0" name=""/>
                      <p:cNvPicPr/>
                      <p:nvPr/>
                    </p:nvPicPr>
                    <p:blipFill>
                      <a:blip r:embed="rId5"/>
                      <a:stretch>
                        <a:fillRect/>
                      </a:stretch>
                    </p:blipFill>
                    <p:spPr>
                      <a:xfrm>
                        <a:off x="4986553" y="4350217"/>
                        <a:ext cx="1844040" cy="782320"/>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55</a:t>
            </a:fld>
            <a:endParaRPr lang="en-US"/>
          </a:p>
        </p:txBody>
      </p:sp>
    </p:spTree>
    <p:extLst>
      <p:ext uri="{BB962C8B-B14F-4D97-AF65-F5344CB8AC3E}">
        <p14:creationId xmlns:p14="http://schemas.microsoft.com/office/powerpoint/2010/main" val="12173218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930243" cy="903231"/>
          </a:xfrm>
        </p:spPr>
        <p:txBody>
          <a:bodyPr>
            <a:normAutofit fontScale="90000"/>
          </a:bodyPr>
          <a:lstStyle/>
          <a:p>
            <a:r>
              <a:rPr lang="en-US" dirty="0"/>
              <a:t>Permutations and Combinations </a:t>
            </a:r>
            <a:r>
              <a:rPr lang="en-US" sz="1100" b="0" baseline="0" dirty="0"/>
              <a:t>2</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2768" y="54612"/>
            <a:ext cx="450875" cy="1263290"/>
          </a:xfrm>
        </p:spPr>
        <p:txBody>
          <a:bodyPr vert="vert" rIns="0"/>
          <a:lstStyle/>
          <a:p>
            <a:r>
              <a:rPr lang="en-US" b="1" dirty="0"/>
              <a:t>L</a:t>
            </a:r>
            <a:r>
              <a:rPr lang="en-US" sz="100" b="1" dirty="0"/>
              <a:t> </a:t>
            </a:r>
            <a:r>
              <a:rPr lang="en-US" b="1" dirty="0"/>
              <a:t>O 5.9</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2"/>
            <a:ext cx="8048932" cy="2354445"/>
          </a:xfrm>
        </p:spPr>
        <p:txBody>
          <a:bodyPr/>
          <a:lstStyle/>
          <a:p>
            <a:r>
              <a:rPr lang="en-US" sz="2200" dirty="0"/>
              <a:t>Five home appliance customers (</a:t>
            </a:r>
            <a:r>
              <a:rPr lang="en-US" sz="2200" i="1" dirty="0"/>
              <a:t>A, B, C, D, E</a:t>
            </a:r>
            <a:r>
              <a:rPr lang="en-US" sz="2200" dirty="0"/>
              <a:t>) need service calls, but the field technician can service only three of them before noon.</a:t>
            </a:r>
          </a:p>
          <a:p>
            <a:pPr lvl="1"/>
            <a:r>
              <a:rPr lang="en-US" sz="2200" dirty="0"/>
              <a:t>Example 1 - Permutation:</a:t>
            </a:r>
            <a:r>
              <a:rPr lang="en-US" sz="2200" b="1" dirty="0"/>
              <a:t> </a:t>
            </a:r>
            <a:r>
              <a:rPr lang="en-US" sz="2200" dirty="0"/>
              <a:t>The order in which they are serviced is important (to the customers, anyway), so each possible arrangement of three service calls is different.</a:t>
            </a:r>
          </a:p>
        </p:txBody>
      </p:sp>
      <p:graphicFrame>
        <p:nvGraphicFramePr>
          <p:cNvPr id="5" name="Object 4">
            <a:extLst>
              <a:ext uri="{FF2B5EF4-FFF2-40B4-BE49-F238E27FC236}">
                <a16:creationId xmlns:a16="http://schemas.microsoft.com/office/drawing/2014/main" id="{98747670-7F30-42F7-A24A-F350CF03EBA1}"/>
              </a:ext>
            </a:extLst>
          </p:cNvPr>
          <p:cNvGraphicFramePr>
            <a:graphicFrameLocks noChangeAspect="1"/>
          </p:cNvGraphicFramePr>
          <p:nvPr>
            <p:extLst>
              <p:ext uri="{D42A27DB-BD31-4B8C-83A1-F6EECF244321}">
                <p14:modId xmlns:p14="http://schemas.microsoft.com/office/powerpoint/2010/main" val="3071706886"/>
              </p:ext>
            </p:extLst>
          </p:nvPr>
        </p:nvGraphicFramePr>
        <p:xfrm>
          <a:off x="1833880" y="3843263"/>
          <a:ext cx="5476240" cy="782320"/>
        </p:xfrm>
        <a:graphic>
          <a:graphicData uri="http://schemas.openxmlformats.org/presentationml/2006/ole">
            <mc:AlternateContent xmlns:mc="http://schemas.openxmlformats.org/markup-compatibility/2006">
              <mc:Choice xmlns:v="urn:schemas-microsoft-com:vml" Requires="v">
                <p:oleObj name="Equation" r:id="rId3" imgW="4978080" imgH="711000" progId="Equation.DSMT4">
                  <p:embed/>
                </p:oleObj>
              </mc:Choice>
              <mc:Fallback>
                <p:oleObj name="Equation" r:id="rId3" imgW="4978080" imgH="711000" progId="Equation.DSMT4">
                  <p:embed/>
                  <p:pic>
                    <p:nvPicPr>
                      <p:cNvPr id="0" name=""/>
                      <p:cNvPicPr/>
                      <p:nvPr/>
                    </p:nvPicPr>
                    <p:blipFill>
                      <a:blip r:embed="rId4"/>
                      <a:stretch>
                        <a:fillRect/>
                      </a:stretch>
                    </p:blipFill>
                    <p:spPr>
                      <a:xfrm>
                        <a:off x="1833880" y="3843263"/>
                        <a:ext cx="5476240" cy="782320"/>
                      </a:xfrm>
                      <a:prstGeom prst="rect">
                        <a:avLst/>
                      </a:prstGeom>
                    </p:spPr>
                  </p:pic>
                </p:oleObj>
              </mc:Fallback>
            </mc:AlternateContent>
          </a:graphicData>
        </a:graphic>
      </p:graphicFrame>
      <p:sp>
        <p:nvSpPr>
          <p:cNvPr id="13" name="Content Placeholder 12">
            <a:extLst>
              <a:ext uri="{FF2B5EF4-FFF2-40B4-BE49-F238E27FC236}">
                <a16:creationId xmlns:a16="http://schemas.microsoft.com/office/drawing/2014/main" id="{C82F3236-C6FA-4015-9512-0A8067559649}"/>
              </a:ext>
            </a:extLst>
          </p:cNvPr>
          <p:cNvSpPr>
            <a:spLocks noGrp="1"/>
          </p:cNvSpPr>
          <p:nvPr>
            <p:ph sz="quarter" idx="16"/>
          </p:nvPr>
        </p:nvSpPr>
        <p:spPr>
          <a:xfrm>
            <a:off x="342900" y="4787846"/>
            <a:ext cx="8181668" cy="823775"/>
          </a:xfrm>
        </p:spPr>
        <p:txBody>
          <a:bodyPr/>
          <a:lstStyle/>
          <a:p>
            <a:pPr lvl="1"/>
            <a:r>
              <a:rPr lang="en-US" sz="2200" dirty="0"/>
              <a:t>Example 2 – Combination:</a:t>
            </a:r>
            <a:r>
              <a:rPr lang="en-US" sz="2200" b="1" dirty="0"/>
              <a:t> </a:t>
            </a:r>
            <a:r>
              <a:rPr lang="en-US" sz="2200" dirty="0"/>
              <a:t>The customers don’t care when they are serviced as long as it’s before noon.</a:t>
            </a:r>
          </a:p>
        </p:txBody>
      </p:sp>
      <p:graphicFrame>
        <p:nvGraphicFramePr>
          <p:cNvPr id="10" name="Object 9">
            <a:extLst>
              <a:ext uri="{FF2B5EF4-FFF2-40B4-BE49-F238E27FC236}">
                <a16:creationId xmlns:a16="http://schemas.microsoft.com/office/drawing/2014/main" id="{A6E765D9-AC85-48A3-8A0D-53690ED42168}"/>
              </a:ext>
            </a:extLst>
          </p:cNvPr>
          <p:cNvGraphicFramePr>
            <a:graphicFrameLocks noChangeAspect="1"/>
          </p:cNvGraphicFramePr>
          <p:nvPr>
            <p:extLst>
              <p:ext uri="{D42A27DB-BD31-4B8C-83A1-F6EECF244321}">
                <p14:modId xmlns:p14="http://schemas.microsoft.com/office/powerpoint/2010/main" val="1732128078"/>
              </p:ext>
            </p:extLst>
          </p:nvPr>
        </p:nvGraphicFramePr>
        <p:xfrm>
          <a:off x="1457325" y="5675567"/>
          <a:ext cx="6230938" cy="782638"/>
        </p:xfrm>
        <a:graphic>
          <a:graphicData uri="http://schemas.openxmlformats.org/presentationml/2006/ole">
            <mc:AlternateContent xmlns:mc="http://schemas.openxmlformats.org/markup-compatibility/2006">
              <mc:Choice xmlns:v="urn:schemas-microsoft-com:vml" Requires="v">
                <p:oleObj name="Equation" r:id="rId5" imgW="5663880" imgH="711000" progId="Equation.DSMT4">
                  <p:embed/>
                </p:oleObj>
              </mc:Choice>
              <mc:Fallback>
                <p:oleObj name="Equation" r:id="rId5" imgW="5663880" imgH="711000" progId="Equation.DSMT4">
                  <p:embed/>
                  <p:pic>
                    <p:nvPicPr>
                      <p:cNvPr id="5" name="Object 4">
                        <a:extLst>
                          <a:ext uri="{FF2B5EF4-FFF2-40B4-BE49-F238E27FC236}">
                            <a16:creationId xmlns:a16="http://schemas.microsoft.com/office/drawing/2014/main" id="{98747670-7F30-42F7-A24A-F350CF03EBA1}"/>
                          </a:ext>
                        </a:extLst>
                      </p:cNvPr>
                      <p:cNvPicPr/>
                      <p:nvPr/>
                    </p:nvPicPr>
                    <p:blipFill>
                      <a:blip r:embed="rId6"/>
                      <a:stretch>
                        <a:fillRect/>
                      </a:stretch>
                    </p:blipFill>
                    <p:spPr>
                      <a:xfrm>
                        <a:off x="1457325" y="5675567"/>
                        <a:ext cx="6230938" cy="782638"/>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56</a:t>
            </a:fld>
            <a:endParaRPr lang="en-US"/>
          </a:p>
        </p:txBody>
      </p:sp>
    </p:spTree>
    <p:extLst>
      <p:ext uri="{BB962C8B-B14F-4D97-AF65-F5344CB8AC3E}">
        <p14:creationId xmlns:p14="http://schemas.microsoft.com/office/powerpoint/2010/main" val="42518971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2813770"/>
            <a:ext cx="8458200" cy="798110"/>
          </a:xfrm>
        </p:spPr>
        <p:txBody>
          <a:bodyPr>
            <a:normAutofit/>
          </a:bodyPr>
          <a:lstStyle/>
          <a:p>
            <a:r>
              <a:rPr lang="en-US" dirty="0"/>
              <a:t>Chapter 5: Practice Problems</a:t>
            </a:r>
            <a:endParaRPr lang="en-IN" dirty="0"/>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4"/>
          </p:nvPr>
        </p:nvSpPr>
        <p:spPr/>
        <p:txBody>
          <a:bodyPr/>
          <a:lstStyle/>
          <a:p>
            <a:fld id="{68151E55-6873-49E2-B8D5-2F265E6F1973}" type="slidenum">
              <a:rPr lang="en-US" smtClean="0"/>
              <a:pPr/>
              <a:t>57</a:t>
            </a:fld>
            <a:endParaRPr lang="en-US" dirty="0"/>
          </a:p>
        </p:txBody>
      </p:sp>
    </p:spTree>
    <p:extLst>
      <p:ext uri="{BB962C8B-B14F-4D97-AF65-F5344CB8AC3E}">
        <p14:creationId xmlns:p14="http://schemas.microsoft.com/office/powerpoint/2010/main" val="318462188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930243" cy="903231"/>
          </a:xfrm>
        </p:spPr>
        <p:txBody>
          <a:bodyPr>
            <a:normAutofit/>
          </a:bodyPr>
          <a:lstStyle/>
          <a:p>
            <a:r>
              <a:rPr lang="en-US" sz="3600" dirty="0">
                <a:solidFill>
                  <a:schemeClr val="tx1"/>
                </a:solidFill>
              </a:rPr>
              <a:t>Questions</a:t>
            </a:r>
            <a:endParaRPr lang="en-US" sz="3600" b="0" dirty="0">
              <a:solidFill>
                <a:schemeClr val="tx1"/>
              </a:solidFill>
            </a:endParaRP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2768" y="54612"/>
            <a:ext cx="450875" cy="1263290"/>
          </a:xfrm>
        </p:spPr>
        <p:txBody>
          <a:bodyPr vert="vert" rIns="0"/>
          <a:lstStyle/>
          <a:p>
            <a:r>
              <a:rPr lang="en-US" b="1" dirty="0"/>
              <a:t>L</a:t>
            </a:r>
            <a:r>
              <a:rPr lang="en-US" sz="100" b="1" dirty="0"/>
              <a:t> </a:t>
            </a:r>
            <a:r>
              <a:rPr lang="en-US" b="1" dirty="0"/>
              <a:t>O 5.2</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2"/>
            <a:ext cx="8048932" cy="4994408"/>
          </a:xfrm>
        </p:spPr>
        <p:txBody>
          <a:bodyPr/>
          <a:lstStyle/>
          <a:p>
            <a:r>
              <a:rPr lang="en-US" dirty="0"/>
              <a:t>Which kind of probability is it (empirical, classical, subjective)?</a:t>
            </a:r>
          </a:p>
          <a:p>
            <a:pPr marL="628650" indent="-628650"/>
            <a:r>
              <a:rPr lang="en-US" b="1" dirty="0"/>
              <a:t>5.9: </a:t>
            </a:r>
            <a:r>
              <a:rPr lang="en-US" dirty="0"/>
              <a:t>There is a 20 percent chance that a new stock offered in an initial public offering (I</a:t>
            </a:r>
            <a:r>
              <a:rPr lang="en-US" sz="100" dirty="0"/>
              <a:t> </a:t>
            </a:r>
            <a:r>
              <a:rPr lang="en-US" dirty="0"/>
              <a:t>P</a:t>
            </a:r>
            <a:r>
              <a:rPr lang="en-US" sz="100" dirty="0"/>
              <a:t> </a:t>
            </a:r>
            <a:r>
              <a:rPr lang="en-US" dirty="0"/>
              <a:t>O) will reach or exceed its target price on the first day.</a:t>
            </a:r>
          </a:p>
          <a:p>
            <a:pPr marL="800100" indent="-800100"/>
            <a:r>
              <a:rPr lang="en-US" b="1" dirty="0"/>
              <a:t>5.10: </a:t>
            </a:r>
            <a:r>
              <a:rPr lang="en-US" dirty="0"/>
              <a:t>There is a 25 percent chance that A</a:t>
            </a:r>
            <a:r>
              <a:rPr lang="en-US" sz="100" dirty="0"/>
              <a:t> </a:t>
            </a:r>
            <a:r>
              <a:rPr lang="en-US" dirty="0"/>
              <a:t>T&amp;T Wireless and Verizon will merge.</a:t>
            </a:r>
          </a:p>
          <a:p>
            <a:pPr marL="800100" indent="-800100"/>
            <a:r>
              <a:rPr lang="en-US" b="1" dirty="0"/>
              <a:t>5.11: </a:t>
            </a:r>
            <a:r>
              <a:rPr lang="en-US" dirty="0"/>
              <a:t>Commercial rocket launches have a 95 percent success rate.</a:t>
            </a:r>
          </a:p>
          <a:p>
            <a:pPr marL="800100" indent="-800100"/>
            <a:r>
              <a:rPr lang="en-US" b="1" dirty="0"/>
              <a:t>5.12: </a:t>
            </a:r>
            <a:r>
              <a:rPr lang="en-US" dirty="0"/>
              <a:t>The probability of rolling three sevens in a row with dice is .0046.</a:t>
            </a:r>
            <a:endParaRPr lang="en-US" sz="2200" dirty="0"/>
          </a:p>
        </p:txBody>
      </p:sp>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58</a:t>
            </a:fld>
            <a:endParaRPr lang="en-US"/>
          </a:p>
        </p:txBody>
      </p:sp>
    </p:spTree>
    <p:extLst>
      <p:ext uri="{BB962C8B-B14F-4D97-AF65-F5344CB8AC3E}">
        <p14:creationId xmlns:p14="http://schemas.microsoft.com/office/powerpoint/2010/main" val="787109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930243" cy="903231"/>
          </a:xfrm>
        </p:spPr>
        <p:txBody>
          <a:bodyPr>
            <a:normAutofit/>
          </a:bodyPr>
          <a:lstStyle/>
          <a:p>
            <a:r>
              <a:rPr lang="en-US" sz="3600" dirty="0">
                <a:solidFill>
                  <a:schemeClr val="tx1"/>
                </a:solidFill>
              </a:rPr>
              <a:t>Question 17</a:t>
            </a:r>
            <a:endParaRPr lang="en-US" sz="3600" b="0" dirty="0">
              <a:solidFill>
                <a:schemeClr val="tx1"/>
              </a:solidFill>
            </a:endParaRP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2768" y="54612"/>
            <a:ext cx="450875" cy="1263290"/>
          </a:xfrm>
        </p:spPr>
        <p:txBody>
          <a:bodyPr vert="vert" rIns="0"/>
          <a:lstStyle/>
          <a:p>
            <a:r>
              <a:rPr lang="en-US" b="1" dirty="0"/>
              <a:t>L</a:t>
            </a:r>
            <a:r>
              <a:rPr lang="en-US" sz="100" b="1" dirty="0"/>
              <a:t> </a:t>
            </a:r>
            <a:r>
              <a:rPr lang="en-US" b="1" dirty="0"/>
              <a:t>O 5.3</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2"/>
            <a:ext cx="8309868" cy="4994408"/>
          </a:xfrm>
        </p:spPr>
        <p:txBody>
          <a:bodyPr/>
          <a:lstStyle/>
          <a:p>
            <a:r>
              <a:rPr lang="en-US" dirty="0"/>
              <a:t>Are these characteristics of a student at your university mutually exclusive or not? Explain.</a:t>
            </a:r>
          </a:p>
          <a:p>
            <a:r>
              <a:rPr lang="en-US" dirty="0"/>
              <a:t>(a) </a:t>
            </a:r>
            <a:r>
              <a:rPr lang="en-US" i="1" dirty="0"/>
              <a:t>A </a:t>
            </a:r>
            <a:r>
              <a:rPr lang="en-US" dirty="0"/>
              <a:t>= works 20 hours or more, </a:t>
            </a:r>
            <a:r>
              <a:rPr lang="en-US" i="1" dirty="0"/>
              <a:t>B </a:t>
            </a:r>
            <a:r>
              <a:rPr lang="en-US" dirty="0"/>
              <a:t>= majoring in accounting.</a:t>
            </a:r>
          </a:p>
          <a:p>
            <a:r>
              <a:rPr lang="en-US" dirty="0"/>
              <a:t>(b) </a:t>
            </a:r>
            <a:r>
              <a:rPr lang="en-US" i="1" dirty="0"/>
              <a:t>A </a:t>
            </a:r>
            <a:r>
              <a:rPr lang="en-US" dirty="0"/>
              <a:t>= born in the United States, </a:t>
            </a:r>
            <a:r>
              <a:rPr lang="en-US" i="1" dirty="0"/>
              <a:t>B </a:t>
            </a:r>
            <a:r>
              <a:rPr lang="en-US" dirty="0"/>
              <a:t>= born in Canada.</a:t>
            </a:r>
          </a:p>
          <a:p>
            <a:r>
              <a:rPr lang="en-US" dirty="0"/>
              <a:t>(c) </a:t>
            </a:r>
            <a:r>
              <a:rPr lang="en-US" i="1" dirty="0"/>
              <a:t>A </a:t>
            </a:r>
            <a:r>
              <a:rPr lang="en-US" dirty="0"/>
              <a:t>= owns a Toyota, </a:t>
            </a:r>
            <a:r>
              <a:rPr lang="en-US" i="1" dirty="0"/>
              <a:t>B </a:t>
            </a:r>
            <a:r>
              <a:rPr lang="en-US" dirty="0"/>
              <a:t>= owns a Honda.</a:t>
            </a:r>
            <a:endParaRPr lang="en-US" sz="2200" dirty="0"/>
          </a:p>
        </p:txBody>
      </p:sp>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59</a:t>
            </a:fld>
            <a:endParaRPr lang="en-US"/>
          </a:p>
        </p:txBody>
      </p:sp>
    </p:spTree>
    <p:extLst>
      <p:ext uri="{BB962C8B-B14F-4D97-AF65-F5344CB8AC3E}">
        <p14:creationId xmlns:p14="http://schemas.microsoft.com/office/powerpoint/2010/main" val="20910510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962900" cy="903231"/>
          </a:xfrm>
        </p:spPr>
        <p:txBody>
          <a:bodyPr>
            <a:normAutofit/>
          </a:bodyPr>
          <a:lstStyle/>
          <a:p>
            <a:r>
              <a:rPr lang="en-US" sz="3600" dirty="0">
                <a:solidFill>
                  <a:schemeClr val="tx1"/>
                </a:solidFill>
              </a:rPr>
              <a:t>Question 25</a:t>
            </a:r>
            <a:endParaRPr lang="en-US" sz="3600" b="0" dirty="0">
              <a:solidFill>
                <a:schemeClr val="tx1"/>
              </a:solidFill>
            </a:endParaRP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2768" y="54612"/>
            <a:ext cx="450875" cy="1263290"/>
          </a:xfrm>
        </p:spPr>
        <p:txBody>
          <a:bodyPr vert="vert" rIns="0"/>
          <a:lstStyle/>
          <a:p>
            <a:r>
              <a:rPr lang="en-US" b="1" dirty="0"/>
              <a:t>L</a:t>
            </a:r>
            <a:r>
              <a:rPr lang="en-US" sz="100" b="1" dirty="0"/>
              <a:t> </a:t>
            </a:r>
            <a:r>
              <a:rPr lang="en-US" b="1" dirty="0"/>
              <a:t>O 5.4</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2"/>
            <a:ext cx="7962900" cy="1661272"/>
          </a:xfrm>
        </p:spPr>
        <p:txBody>
          <a:bodyPr/>
          <a:lstStyle/>
          <a:p>
            <a:r>
              <a:rPr lang="en-US" dirty="0"/>
              <a:t>Currently Samsung ships 21.7 percent of the organic light-emitting diode (O</a:t>
            </a:r>
            <a:r>
              <a:rPr lang="en-US" sz="100" dirty="0"/>
              <a:t> </a:t>
            </a:r>
            <a:r>
              <a:rPr lang="en-US" dirty="0"/>
              <a:t>L</a:t>
            </a:r>
            <a:r>
              <a:rPr lang="en-US" sz="100" dirty="0"/>
              <a:t> </a:t>
            </a:r>
            <a:r>
              <a:rPr lang="en-US" dirty="0"/>
              <a:t>E</a:t>
            </a:r>
            <a:r>
              <a:rPr lang="en-US" sz="100" dirty="0"/>
              <a:t> </a:t>
            </a:r>
            <a:r>
              <a:rPr lang="en-US" dirty="0"/>
              <a:t>D) displays in the world. Let </a:t>
            </a:r>
            <a:r>
              <a:rPr lang="en-US" i="1" dirty="0"/>
              <a:t>S </a:t>
            </a:r>
            <a:r>
              <a:rPr lang="en-US" dirty="0"/>
              <a:t>be the event that a randomly selected O</a:t>
            </a:r>
            <a:r>
              <a:rPr lang="en-US" sz="100" dirty="0"/>
              <a:t> </a:t>
            </a:r>
            <a:r>
              <a:rPr lang="en-US" dirty="0"/>
              <a:t>L</a:t>
            </a:r>
            <a:r>
              <a:rPr lang="en-US" sz="100" dirty="0"/>
              <a:t> </a:t>
            </a:r>
            <a:r>
              <a:rPr lang="en-US" dirty="0"/>
              <a:t>E</a:t>
            </a:r>
            <a:r>
              <a:rPr lang="en-US" sz="100" dirty="0"/>
              <a:t> </a:t>
            </a:r>
            <a:r>
              <a:rPr lang="en-US" dirty="0"/>
              <a:t>D display was made by Samsung. Find:</a:t>
            </a:r>
          </a:p>
        </p:txBody>
      </p:sp>
      <p:sp>
        <p:nvSpPr>
          <p:cNvPr id="5" name="Content Placeholder 4">
            <a:extLst>
              <a:ext uri="{FF2B5EF4-FFF2-40B4-BE49-F238E27FC236}">
                <a16:creationId xmlns:a16="http://schemas.microsoft.com/office/drawing/2014/main" id="{A398050F-BF5B-4A41-84E6-5894FE8AE34D}"/>
              </a:ext>
            </a:extLst>
          </p:cNvPr>
          <p:cNvSpPr>
            <a:spLocks noGrp="1"/>
          </p:cNvSpPr>
          <p:nvPr>
            <p:ph sz="quarter" idx="15"/>
          </p:nvPr>
        </p:nvSpPr>
        <p:spPr>
          <a:xfrm>
            <a:off x="342901" y="3216804"/>
            <a:ext cx="586014" cy="426048"/>
          </a:xfrm>
        </p:spPr>
        <p:txBody>
          <a:bodyPr lIns="91440" tIns="0"/>
          <a:lstStyle/>
          <a:p>
            <a:r>
              <a:rPr lang="en-US" dirty="0"/>
              <a:t>(a)</a:t>
            </a:r>
          </a:p>
        </p:txBody>
      </p:sp>
      <p:graphicFrame>
        <p:nvGraphicFramePr>
          <p:cNvPr id="8" name="Object 7">
            <a:extLst>
              <a:ext uri="{FF2B5EF4-FFF2-40B4-BE49-F238E27FC236}">
                <a16:creationId xmlns:a16="http://schemas.microsoft.com/office/drawing/2014/main" id="{6D229101-6991-425F-A90A-64D652265938}"/>
              </a:ext>
            </a:extLst>
          </p:cNvPr>
          <p:cNvGraphicFramePr>
            <a:graphicFrameLocks noChangeAspect="1"/>
          </p:cNvGraphicFramePr>
          <p:nvPr>
            <p:extLst>
              <p:ext uri="{D42A27DB-BD31-4B8C-83A1-F6EECF244321}">
                <p14:modId xmlns:p14="http://schemas.microsoft.com/office/powerpoint/2010/main" val="786719315"/>
              </p:ext>
            </p:extLst>
          </p:nvPr>
        </p:nvGraphicFramePr>
        <p:xfrm>
          <a:off x="902522" y="3251611"/>
          <a:ext cx="725431" cy="362716"/>
        </p:xfrm>
        <a:graphic>
          <a:graphicData uri="http://schemas.openxmlformats.org/presentationml/2006/ole">
            <mc:AlternateContent xmlns:mc="http://schemas.openxmlformats.org/markup-compatibility/2006">
              <mc:Choice xmlns:v="urn:schemas-microsoft-com:vml" Requires="v">
                <p:oleObj name="Equation" r:id="rId2" imgW="609480" imgH="304560" progId="Equation.DSMT4">
                  <p:embed/>
                </p:oleObj>
              </mc:Choice>
              <mc:Fallback>
                <p:oleObj name="Equation" r:id="rId2" imgW="609480" imgH="304560" progId="Equation.DSMT4">
                  <p:embed/>
                  <p:pic>
                    <p:nvPicPr>
                      <p:cNvPr id="0" name=""/>
                      <p:cNvPicPr/>
                      <p:nvPr/>
                    </p:nvPicPr>
                    <p:blipFill>
                      <a:blip r:embed="rId3"/>
                      <a:stretch>
                        <a:fillRect/>
                      </a:stretch>
                    </p:blipFill>
                    <p:spPr>
                      <a:xfrm>
                        <a:off x="902522" y="3251611"/>
                        <a:ext cx="725431" cy="362716"/>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418B8A2B-AA10-4ACF-B31A-3DD668F57653}"/>
              </a:ext>
            </a:extLst>
          </p:cNvPr>
          <p:cNvSpPr>
            <a:spLocks noGrp="1"/>
          </p:cNvSpPr>
          <p:nvPr>
            <p:ph sz="quarter" idx="16"/>
          </p:nvPr>
        </p:nvSpPr>
        <p:spPr>
          <a:xfrm>
            <a:off x="342900" y="3782633"/>
            <a:ext cx="556752" cy="425237"/>
          </a:xfrm>
        </p:spPr>
        <p:txBody>
          <a:bodyPr lIns="91440" tIns="0"/>
          <a:lstStyle/>
          <a:p>
            <a:r>
              <a:rPr lang="en-US" dirty="0"/>
              <a:t>(b)</a:t>
            </a:r>
          </a:p>
        </p:txBody>
      </p:sp>
      <p:graphicFrame>
        <p:nvGraphicFramePr>
          <p:cNvPr id="10" name="Object 9">
            <a:extLst>
              <a:ext uri="{FF2B5EF4-FFF2-40B4-BE49-F238E27FC236}">
                <a16:creationId xmlns:a16="http://schemas.microsoft.com/office/drawing/2014/main" id="{D2498898-F900-4F5C-932C-F44D9332A833}"/>
              </a:ext>
            </a:extLst>
          </p:cNvPr>
          <p:cNvGraphicFramePr>
            <a:graphicFrameLocks noChangeAspect="1"/>
          </p:cNvGraphicFramePr>
          <p:nvPr>
            <p:extLst>
              <p:ext uri="{D42A27DB-BD31-4B8C-83A1-F6EECF244321}">
                <p14:modId xmlns:p14="http://schemas.microsoft.com/office/powerpoint/2010/main" val="2342760754"/>
              </p:ext>
            </p:extLst>
          </p:nvPr>
        </p:nvGraphicFramePr>
        <p:xfrm>
          <a:off x="850900" y="3789363"/>
          <a:ext cx="830263" cy="368300"/>
        </p:xfrm>
        <a:graphic>
          <a:graphicData uri="http://schemas.openxmlformats.org/presentationml/2006/ole">
            <mc:AlternateContent xmlns:mc="http://schemas.openxmlformats.org/markup-compatibility/2006">
              <mc:Choice xmlns:v="urn:schemas-microsoft-com:vml" Requires="v">
                <p:oleObj name="Equation" r:id="rId4" imgW="685800" imgH="304560" progId="Equation.DSMT4">
                  <p:embed/>
                </p:oleObj>
              </mc:Choice>
              <mc:Fallback>
                <p:oleObj name="Equation" r:id="rId4" imgW="685800" imgH="304560" progId="Equation.DSMT4">
                  <p:embed/>
                  <p:pic>
                    <p:nvPicPr>
                      <p:cNvPr id="0" name=""/>
                      <p:cNvPicPr/>
                      <p:nvPr/>
                    </p:nvPicPr>
                    <p:blipFill>
                      <a:blip r:embed="rId5"/>
                      <a:stretch>
                        <a:fillRect/>
                      </a:stretch>
                    </p:blipFill>
                    <p:spPr>
                      <a:xfrm>
                        <a:off x="850900" y="3789363"/>
                        <a:ext cx="830263" cy="368300"/>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1EE49D72-B849-4B42-B202-28A31E7D786E}"/>
              </a:ext>
            </a:extLst>
          </p:cNvPr>
          <p:cNvSpPr>
            <a:spLocks noGrp="1"/>
          </p:cNvSpPr>
          <p:nvPr>
            <p:ph sz="quarter" idx="17"/>
          </p:nvPr>
        </p:nvSpPr>
        <p:spPr>
          <a:xfrm>
            <a:off x="342901" y="4287138"/>
            <a:ext cx="4479822" cy="915079"/>
          </a:xfrm>
        </p:spPr>
        <p:txBody>
          <a:bodyPr lIns="91440" tIns="0" rIns="0" bIns="0"/>
          <a:lstStyle/>
          <a:p>
            <a:r>
              <a:rPr lang="en-US" dirty="0"/>
              <a:t>(c) The odds </a:t>
            </a:r>
            <a:r>
              <a:rPr lang="en-US" i="1" dirty="0"/>
              <a:t>in favor </a:t>
            </a:r>
            <a:r>
              <a:rPr lang="en-US" dirty="0"/>
              <a:t>of event </a:t>
            </a:r>
            <a:r>
              <a:rPr lang="en-US" i="1" dirty="0"/>
              <a:t>S.</a:t>
            </a:r>
          </a:p>
          <a:p>
            <a:r>
              <a:rPr lang="en-US" dirty="0"/>
              <a:t>(d) The odds </a:t>
            </a:r>
            <a:r>
              <a:rPr lang="en-US" i="1" dirty="0"/>
              <a:t>against </a:t>
            </a:r>
            <a:r>
              <a:rPr lang="en-US" dirty="0"/>
              <a:t>event </a:t>
            </a:r>
            <a:r>
              <a:rPr lang="en-US" i="1" dirty="0"/>
              <a:t>S.</a:t>
            </a:r>
            <a:endParaRPr lang="en-US" dirty="0"/>
          </a:p>
        </p:txBody>
      </p:sp>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60</a:t>
            </a:fld>
            <a:endParaRPr lang="en-US"/>
          </a:p>
        </p:txBody>
      </p:sp>
    </p:spTree>
    <p:extLst>
      <p:ext uri="{BB962C8B-B14F-4D97-AF65-F5344CB8AC3E}">
        <p14:creationId xmlns:p14="http://schemas.microsoft.com/office/powerpoint/2010/main" val="36878007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962900" cy="903231"/>
          </a:xfrm>
        </p:spPr>
        <p:txBody>
          <a:bodyPr>
            <a:normAutofit/>
          </a:bodyPr>
          <a:lstStyle/>
          <a:p>
            <a:r>
              <a:rPr lang="en-US" sz="3600" dirty="0">
                <a:solidFill>
                  <a:schemeClr val="tx1"/>
                </a:solidFill>
              </a:rPr>
              <a:t>Question 32</a:t>
            </a:r>
            <a:endParaRPr lang="en-US" sz="3600" b="0" dirty="0">
              <a:solidFill>
                <a:schemeClr val="tx1"/>
              </a:solidFill>
            </a:endParaRP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2768" y="54612"/>
            <a:ext cx="450875" cy="1263290"/>
          </a:xfrm>
        </p:spPr>
        <p:txBody>
          <a:bodyPr vert="vert" rIns="0"/>
          <a:lstStyle/>
          <a:p>
            <a:r>
              <a:rPr lang="en-US" b="1" dirty="0"/>
              <a:t>L</a:t>
            </a:r>
            <a:r>
              <a:rPr lang="en-US" sz="100" b="1" dirty="0"/>
              <a:t> </a:t>
            </a:r>
            <a:r>
              <a:rPr lang="en-US" b="1" dirty="0"/>
              <a:t>O 5.5</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2"/>
            <a:ext cx="7962900" cy="540395"/>
          </a:xfrm>
        </p:spPr>
        <p:txBody>
          <a:bodyPr/>
          <a:lstStyle/>
          <a:p>
            <a:r>
              <a:rPr lang="en-US" dirty="0"/>
              <a:t>Which pairs of events are independent?</a:t>
            </a:r>
          </a:p>
        </p:txBody>
      </p:sp>
      <p:sp>
        <p:nvSpPr>
          <p:cNvPr id="5" name="Content Placeholder 4">
            <a:extLst>
              <a:ext uri="{FF2B5EF4-FFF2-40B4-BE49-F238E27FC236}">
                <a16:creationId xmlns:a16="http://schemas.microsoft.com/office/drawing/2014/main" id="{A398050F-BF5B-4A41-84E6-5894FE8AE34D}"/>
              </a:ext>
            </a:extLst>
          </p:cNvPr>
          <p:cNvSpPr>
            <a:spLocks noGrp="1"/>
          </p:cNvSpPr>
          <p:nvPr>
            <p:ph sz="quarter" idx="15"/>
          </p:nvPr>
        </p:nvSpPr>
        <p:spPr>
          <a:xfrm>
            <a:off x="342902" y="2080478"/>
            <a:ext cx="586248" cy="426048"/>
          </a:xfrm>
        </p:spPr>
        <p:txBody>
          <a:bodyPr lIns="91440" tIns="0"/>
          <a:lstStyle/>
          <a:p>
            <a:r>
              <a:rPr lang="en-US" dirty="0"/>
              <a:t>(a)</a:t>
            </a:r>
          </a:p>
        </p:txBody>
      </p:sp>
      <p:graphicFrame>
        <p:nvGraphicFramePr>
          <p:cNvPr id="8" name="Object 7">
            <a:extLst>
              <a:ext uri="{FF2B5EF4-FFF2-40B4-BE49-F238E27FC236}">
                <a16:creationId xmlns:a16="http://schemas.microsoft.com/office/drawing/2014/main" id="{A55AA061-814D-42E5-81BB-153EC7A6FBC6}"/>
              </a:ext>
            </a:extLst>
          </p:cNvPr>
          <p:cNvGraphicFramePr>
            <a:graphicFrameLocks noChangeAspect="1"/>
          </p:cNvGraphicFramePr>
          <p:nvPr>
            <p:extLst>
              <p:ext uri="{D42A27DB-BD31-4B8C-83A1-F6EECF244321}">
                <p14:modId xmlns:p14="http://schemas.microsoft.com/office/powerpoint/2010/main" val="2468633629"/>
              </p:ext>
            </p:extLst>
          </p:nvPr>
        </p:nvGraphicFramePr>
        <p:xfrm>
          <a:off x="1019175" y="2136775"/>
          <a:ext cx="4979988" cy="368300"/>
        </p:xfrm>
        <a:graphic>
          <a:graphicData uri="http://schemas.openxmlformats.org/presentationml/2006/ole">
            <mc:AlternateContent xmlns:mc="http://schemas.openxmlformats.org/markup-compatibility/2006">
              <mc:Choice xmlns:v="urn:schemas-microsoft-com:vml" Requires="v">
                <p:oleObj name="Equation" r:id="rId2" imgW="4114800" imgH="304560" progId="Equation.DSMT4">
                  <p:embed/>
                </p:oleObj>
              </mc:Choice>
              <mc:Fallback>
                <p:oleObj name="Equation" r:id="rId2" imgW="4114800" imgH="304560" progId="Equation.DSMT4">
                  <p:embed/>
                  <p:pic>
                    <p:nvPicPr>
                      <p:cNvPr id="0" name=""/>
                      <p:cNvPicPr/>
                      <p:nvPr/>
                    </p:nvPicPr>
                    <p:blipFill>
                      <a:blip r:embed="rId3"/>
                      <a:stretch>
                        <a:fillRect/>
                      </a:stretch>
                    </p:blipFill>
                    <p:spPr>
                      <a:xfrm>
                        <a:off x="1019175" y="2136775"/>
                        <a:ext cx="4979988" cy="36830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418B8A2B-AA10-4ACF-B31A-3DD668F57653}"/>
              </a:ext>
            </a:extLst>
          </p:cNvPr>
          <p:cNvSpPr>
            <a:spLocks noGrp="1"/>
          </p:cNvSpPr>
          <p:nvPr>
            <p:ph sz="quarter" idx="16"/>
          </p:nvPr>
        </p:nvSpPr>
        <p:spPr>
          <a:xfrm>
            <a:off x="342900" y="2713537"/>
            <a:ext cx="600997" cy="467761"/>
          </a:xfrm>
        </p:spPr>
        <p:txBody>
          <a:bodyPr lIns="91440" tIns="0"/>
          <a:lstStyle/>
          <a:p>
            <a:r>
              <a:rPr lang="en-US" dirty="0"/>
              <a:t>(b)</a:t>
            </a:r>
          </a:p>
        </p:txBody>
      </p:sp>
      <p:graphicFrame>
        <p:nvGraphicFramePr>
          <p:cNvPr id="9" name="Object 8">
            <a:extLst>
              <a:ext uri="{FF2B5EF4-FFF2-40B4-BE49-F238E27FC236}">
                <a16:creationId xmlns:a16="http://schemas.microsoft.com/office/drawing/2014/main" id="{450281D5-0A55-4EA7-9912-8E79DECDBE35}"/>
              </a:ext>
            </a:extLst>
          </p:cNvPr>
          <p:cNvGraphicFramePr>
            <a:graphicFrameLocks noChangeAspect="1"/>
          </p:cNvGraphicFramePr>
          <p:nvPr>
            <p:extLst>
              <p:ext uri="{D42A27DB-BD31-4B8C-83A1-F6EECF244321}">
                <p14:modId xmlns:p14="http://schemas.microsoft.com/office/powerpoint/2010/main" val="2103232193"/>
              </p:ext>
            </p:extLst>
          </p:nvPr>
        </p:nvGraphicFramePr>
        <p:xfrm>
          <a:off x="990600" y="2774950"/>
          <a:ext cx="5008563" cy="369888"/>
        </p:xfrm>
        <a:graphic>
          <a:graphicData uri="http://schemas.openxmlformats.org/presentationml/2006/ole">
            <mc:AlternateContent xmlns:mc="http://schemas.openxmlformats.org/markup-compatibility/2006">
              <mc:Choice xmlns:v="urn:schemas-microsoft-com:vml" Requires="v">
                <p:oleObj name="Equation" r:id="rId4" imgW="4140000" imgH="304560" progId="Equation.DSMT4">
                  <p:embed/>
                </p:oleObj>
              </mc:Choice>
              <mc:Fallback>
                <p:oleObj name="Equation" r:id="rId4" imgW="4140000" imgH="304560" progId="Equation.DSMT4">
                  <p:embed/>
                  <p:pic>
                    <p:nvPicPr>
                      <p:cNvPr id="0" name=""/>
                      <p:cNvPicPr/>
                      <p:nvPr/>
                    </p:nvPicPr>
                    <p:blipFill>
                      <a:blip r:embed="rId5"/>
                      <a:stretch>
                        <a:fillRect/>
                      </a:stretch>
                    </p:blipFill>
                    <p:spPr>
                      <a:xfrm>
                        <a:off x="990600" y="2774950"/>
                        <a:ext cx="5008563" cy="369888"/>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1EE49D72-B849-4B42-B202-28A31E7D786E}"/>
              </a:ext>
            </a:extLst>
          </p:cNvPr>
          <p:cNvSpPr>
            <a:spLocks noGrp="1"/>
          </p:cNvSpPr>
          <p:nvPr>
            <p:ph sz="quarter" idx="17"/>
          </p:nvPr>
        </p:nvSpPr>
        <p:spPr>
          <a:xfrm>
            <a:off x="342902" y="3372036"/>
            <a:ext cx="600996" cy="476591"/>
          </a:xfrm>
        </p:spPr>
        <p:txBody>
          <a:bodyPr lIns="91440" tIns="0" rIns="0" bIns="0"/>
          <a:lstStyle/>
          <a:p>
            <a:r>
              <a:rPr lang="en-US" dirty="0"/>
              <a:t>(c)</a:t>
            </a:r>
          </a:p>
        </p:txBody>
      </p:sp>
      <p:graphicFrame>
        <p:nvGraphicFramePr>
          <p:cNvPr id="11" name="Object 10">
            <a:extLst>
              <a:ext uri="{FF2B5EF4-FFF2-40B4-BE49-F238E27FC236}">
                <a16:creationId xmlns:a16="http://schemas.microsoft.com/office/drawing/2014/main" id="{19D3417E-ADF2-4FEF-BD9F-4725A1EDBF62}"/>
              </a:ext>
            </a:extLst>
          </p:cNvPr>
          <p:cNvGraphicFramePr>
            <a:graphicFrameLocks noChangeAspect="1"/>
          </p:cNvGraphicFramePr>
          <p:nvPr>
            <p:extLst>
              <p:ext uri="{D42A27DB-BD31-4B8C-83A1-F6EECF244321}">
                <p14:modId xmlns:p14="http://schemas.microsoft.com/office/powerpoint/2010/main" val="625087758"/>
              </p:ext>
            </p:extLst>
          </p:nvPr>
        </p:nvGraphicFramePr>
        <p:xfrm>
          <a:off x="960438" y="3441700"/>
          <a:ext cx="5040312" cy="368300"/>
        </p:xfrm>
        <a:graphic>
          <a:graphicData uri="http://schemas.openxmlformats.org/presentationml/2006/ole">
            <mc:AlternateContent xmlns:mc="http://schemas.openxmlformats.org/markup-compatibility/2006">
              <mc:Choice xmlns:v="urn:schemas-microsoft-com:vml" Requires="v">
                <p:oleObj name="Equation" r:id="rId6" imgW="4165560" imgH="304560" progId="Equation.DSMT4">
                  <p:embed/>
                </p:oleObj>
              </mc:Choice>
              <mc:Fallback>
                <p:oleObj name="Equation" r:id="rId6" imgW="4165560" imgH="304560" progId="Equation.DSMT4">
                  <p:embed/>
                  <p:pic>
                    <p:nvPicPr>
                      <p:cNvPr id="0" name=""/>
                      <p:cNvPicPr/>
                      <p:nvPr/>
                    </p:nvPicPr>
                    <p:blipFill>
                      <a:blip r:embed="rId7"/>
                      <a:stretch>
                        <a:fillRect/>
                      </a:stretch>
                    </p:blipFill>
                    <p:spPr>
                      <a:xfrm>
                        <a:off x="960438" y="3441700"/>
                        <a:ext cx="5040312" cy="368300"/>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61</a:t>
            </a:fld>
            <a:endParaRPr lang="en-US"/>
          </a:p>
        </p:txBody>
      </p:sp>
    </p:spTree>
    <p:extLst>
      <p:ext uri="{BB962C8B-B14F-4D97-AF65-F5344CB8AC3E}">
        <p14:creationId xmlns:p14="http://schemas.microsoft.com/office/powerpoint/2010/main" val="32035995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7015843" cy="903231"/>
          </a:xfrm>
        </p:spPr>
        <p:txBody>
          <a:bodyPr>
            <a:normAutofit/>
          </a:bodyPr>
          <a:lstStyle/>
          <a:p>
            <a:r>
              <a:rPr lang="en-US" sz="3600" dirty="0"/>
              <a:t>Question 40</a:t>
            </a:r>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52768" y="54612"/>
            <a:ext cx="450875" cy="1263290"/>
          </a:xfrm>
        </p:spPr>
        <p:txBody>
          <a:bodyPr vert="vert" rIns="0"/>
          <a:lstStyle/>
          <a:p>
            <a:r>
              <a:rPr lang="en-US" b="1" dirty="0"/>
              <a:t>L</a:t>
            </a:r>
            <a:r>
              <a:rPr lang="en-US" sz="100" b="1" dirty="0"/>
              <a:t> </a:t>
            </a:r>
            <a:r>
              <a:rPr lang="en-US" b="1" dirty="0"/>
              <a:t>O 5.6</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317903"/>
            <a:ext cx="8104414" cy="3130272"/>
          </a:xfrm>
        </p:spPr>
        <p:txBody>
          <a:bodyPr/>
          <a:lstStyle/>
          <a:p>
            <a:r>
              <a:rPr lang="en-US" sz="1600" dirty="0"/>
              <a:t>The contingency table below shows the results of a survey of video viewing habits by age. Find the following probabilities or percentages:</a:t>
            </a:r>
          </a:p>
          <a:p>
            <a:pPr marL="347663" indent="-347663"/>
            <a:r>
              <a:rPr lang="en-US" sz="1600" dirty="0"/>
              <a:t>(a) Probability that a viewer is aged 18 to 34.</a:t>
            </a:r>
          </a:p>
          <a:p>
            <a:pPr marL="347663" indent="-347663"/>
            <a:r>
              <a:rPr lang="en-US" sz="1600" dirty="0"/>
              <a:t>(b) Probability that a viewer prefers watching videos on a T</a:t>
            </a:r>
            <a:r>
              <a:rPr lang="en-US" sz="100" dirty="0"/>
              <a:t> </a:t>
            </a:r>
            <a:r>
              <a:rPr lang="en-US" sz="1600" dirty="0"/>
              <a:t>V screen.</a:t>
            </a:r>
          </a:p>
          <a:p>
            <a:pPr marL="290513" indent="-290513"/>
            <a:r>
              <a:rPr lang="en-US" sz="1600" dirty="0"/>
              <a:t>(c) Percentage of viewers who are 18 to 34 and prefer videos on a mobile or laptop device.</a:t>
            </a:r>
          </a:p>
          <a:p>
            <a:pPr marL="290513" indent="-290513"/>
            <a:r>
              <a:rPr lang="en-US" sz="1600" dirty="0"/>
              <a:t>(d) Percentage of viewers aged 18 to 34 who prefer videos on a mobile or laptop device.</a:t>
            </a:r>
          </a:p>
          <a:p>
            <a:pPr marL="290513" indent="-290513"/>
            <a:r>
              <a:rPr lang="en-US" sz="1600" dirty="0"/>
              <a:t>(e) Percentage of viewers who are 35 to 54 or prefer videos on a mobile or laptop device.</a:t>
            </a:r>
          </a:p>
        </p:txBody>
      </p:sp>
      <p:graphicFrame>
        <p:nvGraphicFramePr>
          <p:cNvPr id="26" name="Table 2">
            <a:extLst>
              <a:ext uri="{FF2B5EF4-FFF2-40B4-BE49-F238E27FC236}">
                <a16:creationId xmlns:a16="http://schemas.microsoft.com/office/drawing/2014/main" id="{E7FDE59D-B629-438E-BF15-7768C93AB6D0}"/>
              </a:ext>
            </a:extLst>
          </p:cNvPr>
          <p:cNvGraphicFramePr>
            <a:graphicFrameLocks noGrp="1"/>
          </p:cNvGraphicFramePr>
          <p:nvPr>
            <p:extLst>
              <p:ext uri="{D42A27DB-BD31-4B8C-83A1-F6EECF244321}">
                <p14:modId xmlns:p14="http://schemas.microsoft.com/office/powerpoint/2010/main" val="4108521155"/>
              </p:ext>
            </p:extLst>
          </p:nvPr>
        </p:nvGraphicFramePr>
        <p:xfrm>
          <a:off x="432363" y="4556308"/>
          <a:ext cx="8095514" cy="1967577"/>
        </p:xfrm>
        <a:graphic>
          <a:graphicData uri="http://schemas.openxmlformats.org/drawingml/2006/table">
            <a:tbl>
              <a:tblPr firstRow="1" bandRow="1">
                <a:tableStyleId>{5C22544A-7EE6-4342-B048-85BDC9FD1C3A}</a:tableStyleId>
              </a:tblPr>
              <a:tblGrid>
                <a:gridCol w="1164018">
                  <a:extLst>
                    <a:ext uri="{9D8B030D-6E8A-4147-A177-3AD203B41FA5}">
                      <a16:colId xmlns:a16="http://schemas.microsoft.com/office/drawing/2014/main" val="324305631"/>
                    </a:ext>
                  </a:extLst>
                </a:gridCol>
                <a:gridCol w="3032192">
                  <a:extLst>
                    <a:ext uri="{9D8B030D-6E8A-4147-A177-3AD203B41FA5}">
                      <a16:colId xmlns:a16="http://schemas.microsoft.com/office/drawing/2014/main" val="2272418738"/>
                    </a:ext>
                  </a:extLst>
                </a:gridCol>
                <a:gridCol w="3005941">
                  <a:extLst>
                    <a:ext uri="{9D8B030D-6E8A-4147-A177-3AD203B41FA5}">
                      <a16:colId xmlns:a16="http://schemas.microsoft.com/office/drawing/2014/main" val="4260791188"/>
                    </a:ext>
                  </a:extLst>
                </a:gridCol>
                <a:gridCol w="893363">
                  <a:extLst>
                    <a:ext uri="{9D8B030D-6E8A-4147-A177-3AD203B41FA5}">
                      <a16:colId xmlns:a16="http://schemas.microsoft.com/office/drawing/2014/main" val="417053685"/>
                    </a:ext>
                  </a:extLst>
                </a:gridCol>
              </a:tblGrid>
              <a:tr h="505544">
                <a:tc>
                  <a:txBody>
                    <a:bodyPr/>
                    <a:lstStyle/>
                    <a:p>
                      <a:pPr algn="ctr" fontAlgn="t"/>
                      <a:r>
                        <a:rPr lang="en-US" sz="1400" b="1" i="0" u="none" strike="noStrike" dirty="0">
                          <a:effectLst/>
                          <a:latin typeface="+mn-lt"/>
                          <a:cs typeface="Times New Roman" panose="02020603050405020304" pitchFamily="18" charset="0"/>
                        </a:rPr>
                        <a:t>Viewer Age</a:t>
                      </a:r>
                    </a:p>
                  </a:txBody>
                  <a:tcPr marL="90535" marR="90535" marT="34602" marB="48447" anchor="ct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400" b="1" i="0" u="none" strike="noStrike" kern="1200" baseline="0" dirty="0">
                          <a:solidFill>
                            <a:schemeClr val="lt1"/>
                          </a:solidFill>
                          <a:latin typeface="+mn-lt"/>
                          <a:ea typeface="+mn-ea"/>
                          <a:cs typeface="+mn-cs"/>
                        </a:rPr>
                        <a:t>Video Viewing Platform Preferred</a:t>
                      </a:r>
                    </a:p>
                    <a:p>
                      <a:pPr algn="ctr" fontAlgn="t"/>
                      <a:r>
                        <a:rPr lang="en-US" sz="1400" b="1" i="0" u="none" strike="noStrike" dirty="0">
                          <a:effectLst/>
                          <a:latin typeface="+mn-lt"/>
                          <a:cs typeface="Times New Roman" panose="02020603050405020304" pitchFamily="18" charset="0"/>
                        </a:rPr>
                        <a:t>Mobile/Laptop Device</a:t>
                      </a:r>
                    </a:p>
                  </a:txBody>
                  <a:tcPr marL="90535" marR="90535" marT="34602" marB="48447" anchor="ct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400" b="1" i="0" u="none" strike="noStrike" kern="1200" baseline="0" dirty="0">
                          <a:solidFill>
                            <a:schemeClr val="lt1"/>
                          </a:solidFill>
                          <a:latin typeface="+mn-lt"/>
                          <a:ea typeface="+mn-ea"/>
                          <a:cs typeface="+mn-cs"/>
                        </a:rPr>
                        <a:t>Video Viewing Platform Preferred</a:t>
                      </a:r>
                    </a:p>
                    <a:p>
                      <a:pPr algn="ctr" fontAlgn="t"/>
                      <a:r>
                        <a:rPr lang="en-US" sz="1400" b="1" i="0" u="none" strike="noStrike" dirty="0">
                          <a:effectLst/>
                          <a:latin typeface="+mn-lt"/>
                          <a:cs typeface="Times New Roman" panose="02020603050405020304" pitchFamily="18" charset="0"/>
                        </a:rPr>
                        <a:t>TV Screen</a:t>
                      </a:r>
                    </a:p>
                  </a:txBody>
                  <a:tcPr marL="90535" marR="90535" marT="34602" marB="48447" anchor="ctr"/>
                </a:tc>
                <a:tc>
                  <a:txBody>
                    <a:bodyPr/>
                    <a:lstStyle/>
                    <a:p>
                      <a:pPr algn="ctr" fontAlgn="t"/>
                      <a:r>
                        <a:rPr lang="en-US" sz="1400" b="1" i="0" u="none" strike="noStrike" dirty="0">
                          <a:effectLst/>
                          <a:latin typeface="+mn-lt"/>
                          <a:cs typeface="Times New Roman" panose="02020603050405020304" pitchFamily="18" charset="0"/>
                        </a:rPr>
                        <a:t>Row Total</a:t>
                      </a:r>
                    </a:p>
                  </a:txBody>
                  <a:tcPr marL="90535" marR="90535" marT="34602" marB="48447" anchor="ctr"/>
                </a:tc>
                <a:extLst>
                  <a:ext uri="{0D108BD9-81ED-4DB2-BD59-A6C34878D82A}">
                    <a16:rowId xmlns:a16="http://schemas.microsoft.com/office/drawing/2014/main" val="76313354"/>
                  </a:ext>
                </a:extLst>
              </a:tr>
              <a:tr h="316013">
                <a:tc>
                  <a:txBody>
                    <a:bodyPr/>
                    <a:lstStyle/>
                    <a:p>
                      <a:pPr algn="r" fontAlgn="t"/>
                      <a:r>
                        <a:rPr lang="en-US" sz="1400" b="0" i="0" u="none" strike="noStrike" dirty="0">
                          <a:effectLst/>
                          <a:latin typeface="+mn-lt"/>
                          <a:cs typeface="Times New Roman" panose="02020603050405020304" pitchFamily="18" charset="0"/>
                        </a:rPr>
                        <a:t>18 to 34</a:t>
                      </a:r>
                    </a:p>
                  </a:txBody>
                  <a:tcPr marL="90535" marR="90535" marT="34602" marB="48447" anchor="ctr"/>
                </a:tc>
                <a:tc>
                  <a:txBody>
                    <a:bodyPr/>
                    <a:lstStyle/>
                    <a:p>
                      <a:pPr algn="ctr" fontAlgn="t"/>
                      <a:r>
                        <a:rPr lang="en-US" sz="1400" b="0" i="0" u="none" strike="noStrike" dirty="0">
                          <a:effectLst/>
                          <a:latin typeface="+mn-lt"/>
                          <a:cs typeface="Times New Roman" panose="02020603050405020304" pitchFamily="18" charset="0"/>
                        </a:rPr>
                        <a:t>39</a:t>
                      </a:r>
                    </a:p>
                  </a:txBody>
                  <a:tcPr marL="90535" marR="90535" marT="34602" marB="48447" anchor="ctr"/>
                </a:tc>
                <a:tc>
                  <a:txBody>
                    <a:bodyPr/>
                    <a:lstStyle/>
                    <a:p>
                      <a:pPr algn="ctr" fontAlgn="t"/>
                      <a:r>
                        <a:rPr lang="en-US" sz="1400" b="0" i="0" u="none" strike="noStrike" dirty="0">
                          <a:effectLst/>
                          <a:latin typeface="+mn-lt"/>
                          <a:cs typeface="Times New Roman" panose="02020603050405020304" pitchFamily="18" charset="0"/>
                        </a:rPr>
                        <a:t>30</a:t>
                      </a:r>
                    </a:p>
                  </a:txBody>
                  <a:tcPr marL="90535" marR="90535" marT="34602" marB="48447" anchor="ctr"/>
                </a:tc>
                <a:tc>
                  <a:txBody>
                    <a:bodyPr/>
                    <a:lstStyle/>
                    <a:p>
                      <a:pPr algn="ctr" fontAlgn="t"/>
                      <a:r>
                        <a:rPr lang="en-US" sz="1400" b="0" i="0" u="none" strike="noStrike" dirty="0">
                          <a:effectLst/>
                          <a:latin typeface="+mn-lt"/>
                          <a:cs typeface="Times New Roman" panose="02020603050405020304" pitchFamily="18" charset="0"/>
                        </a:rPr>
                        <a:t>69</a:t>
                      </a:r>
                    </a:p>
                  </a:txBody>
                  <a:tcPr marL="90535" marR="90535" marT="34602" marB="48447" anchor="ctr"/>
                </a:tc>
                <a:extLst>
                  <a:ext uri="{0D108BD9-81ED-4DB2-BD59-A6C34878D82A}">
                    <a16:rowId xmlns:a16="http://schemas.microsoft.com/office/drawing/2014/main" val="144127595"/>
                  </a:ext>
                </a:extLst>
              </a:tr>
              <a:tr h="316013">
                <a:tc>
                  <a:txBody>
                    <a:bodyPr/>
                    <a:lstStyle/>
                    <a:p>
                      <a:pPr algn="r" fontAlgn="t"/>
                      <a:r>
                        <a:rPr lang="en-US" sz="1400" b="0" i="0" u="none" strike="noStrike" dirty="0">
                          <a:effectLst/>
                          <a:latin typeface="+mn-lt"/>
                          <a:cs typeface="Times New Roman" panose="02020603050405020304" pitchFamily="18" charset="0"/>
                        </a:rPr>
                        <a:t>35 to 54</a:t>
                      </a:r>
                    </a:p>
                  </a:txBody>
                  <a:tcPr marL="90535" marR="90535" marT="34602" marB="48447" anchor="ctr"/>
                </a:tc>
                <a:tc>
                  <a:txBody>
                    <a:bodyPr/>
                    <a:lstStyle/>
                    <a:p>
                      <a:pPr algn="ctr" fontAlgn="t"/>
                      <a:r>
                        <a:rPr lang="en-US" sz="1400" b="0" i="0" u="none" strike="noStrike" dirty="0">
                          <a:effectLst/>
                          <a:latin typeface="+mn-lt"/>
                          <a:cs typeface="Times New Roman" panose="02020603050405020304" pitchFamily="18" charset="0"/>
                        </a:rPr>
                        <a:t>10</a:t>
                      </a:r>
                    </a:p>
                  </a:txBody>
                  <a:tcPr marL="90535" marR="90535" marT="34602" marB="48447" anchor="ctr"/>
                </a:tc>
                <a:tc>
                  <a:txBody>
                    <a:bodyPr/>
                    <a:lstStyle/>
                    <a:p>
                      <a:pPr algn="ctr" fontAlgn="t"/>
                      <a:r>
                        <a:rPr lang="en-US" sz="1400" b="0" i="0" u="none" strike="noStrike" dirty="0">
                          <a:effectLst/>
                          <a:latin typeface="+mn-lt"/>
                          <a:cs typeface="Times New Roman" panose="02020603050405020304" pitchFamily="18" charset="0"/>
                        </a:rPr>
                        <a:t>10</a:t>
                      </a:r>
                    </a:p>
                  </a:txBody>
                  <a:tcPr marL="90535" marR="90535" marT="34602" marB="48447" anchor="ctr"/>
                </a:tc>
                <a:tc>
                  <a:txBody>
                    <a:bodyPr/>
                    <a:lstStyle/>
                    <a:p>
                      <a:pPr algn="ctr" fontAlgn="t"/>
                      <a:r>
                        <a:rPr lang="en-US" sz="1400" b="0" i="0" u="none" strike="noStrike" dirty="0">
                          <a:effectLst/>
                          <a:latin typeface="+mn-lt"/>
                          <a:cs typeface="Times New Roman" panose="02020603050405020304" pitchFamily="18" charset="0"/>
                        </a:rPr>
                        <a:t>20</a:t>
                      </a:r>
                    </a:p>
                  </a:txBody>
                  <a:tcPr marL="90535" marR="90535" marT="34602" marB="48447" anchor="ctr"/>
                </a:tc>
                <a:extLst>
                  <a:ext uri="{0D108BD9-81ED-4DB2-BD59-A6C34878D82A}">
                    <a16:rowId xmlns:a16="http://schemas.microsoft.com/office/drawing/2014/main" val="1196434217"/>
                  </a:ext>
                </a:extLst>
              </a:tr>
              <a:tr h="316013">
                <a:tc>
                  <a:txBody>
                    <a:bodyPr/>
                    <a:lstStyle/>
                    <a:p>
                      <a:pPr algn="r" fontAlgn="t"/>
                      <a:r>
                        <a:rPr lang="en-US" sz="1400" b="0" i="0" u="none" strike="noStrike" dirty="0">
                          <a:effectLst/>
                          <a:latin typeface="+mn-lt"/>
                          <a:cs typeface="Times New Roman" panose="02020603050405020304" pitchFamily="18" charset="0"/>
                        </a:rPr>
                        <a:t>55+</a:t>
                      </a:r>
                    </a:p>
                  </a:txBody>
                  <a:tcPr marL="90535" marR="90535" marT="34602" marB="48447" anchor="ctr"/>
                </a:tc>
                <a:tc>
                  <a:txBody>
                    <a:bodyPr/>
                    <a:lstStyle/>
                    <a:p>
                      <a:pPr marL="57150" indent="0" algn="ctr" fontAlgn="t"/>
                      <a:r>
                        <a:rPr lang="en-US" sz="1400" b="0" i="0" u="none" strike="noStrike" dirty="0">
                          <a:effectLst/>
                          <a:latin typeface="+mn-lt"/>
                          <a:cs typeface="Times New Roman" panose="02020603050405020304" pitchFamily="18" charset="0"/>
                        </a:rPr>
                        <a:t>3</a:t>
                      </a:r>
                    </a:p>
                  </a:txBody>
                  <a:tcPr marL="90535" marR="90535" marT="34602" marB="48447" anchor="ctr"/>
                </a:tc>
                <a:tc>
                  <a:txBody>
                    <a:bodyPr/>
                    <a:lstStyle/>
                    <a:p>
                      <a:pPr marL="57150" indent="0" algn="ctr" fontAlgn="t"/>
                      <a:r>
                        <a:rPr lang="en-US" sz="1400" b="0" i="0" u="none" strike="noStrike" dirty="0">
                          <a:effectLst/>
                          <a:latin typeface="+mn-lt"/>
                          <a:cs typeface="Times New Roman" panose="02020603050405020304" pitchFamily="18" charset="0"/>
                        </a:rPr>
                        <a:t>8</a:t>
                      </a:r>
                    </a:p>
                  </a:txBody>
                  <a:tcPr marL="90535" marR="90535" marT="34602" marB="48447" anchor="ctr"/>
                </a:tc>
                <a:tc>
                  <a:txBody>
                    <a:bodyPr/>
                    <a:lstStyle/>
                    <a:p>
                      <a:pPr algn="ctr" fontAlgn="t"/>
                      <a:r>
                        <a:rPr lang="en-US" sz="1400" b="0" i="0" u="none" strike="noStrike" dirty="0">
                          <a:effectLst/>
                          <a:latin typeface="+mn-lt"/>
                          <a:cs typeface="Times New Roman" panose="02020603050405020304" pitchFamily="18" charset="0"/>
                        </a:rPr>
                        <a:t>11</a:t>
                      </a:r>
                    </a:p>
                  </a:txBody>
                  <a:tcPr marL="90535" marR="90535" marT="34602" marB="48447" anchor="ctr"/>
                </a:tc>
                <a:extLst>
                  <a:ext uri="{0D108BD9-81ED-4DB2-BD59-A6C34878D82A}">
                    <a16:rowId xmlns:a16="http://schemas.microsoft.com/office/drawing/2014/main" val="3781906333"/>
                  </a:ext>
                </a:extLst>
              </a:tr>
              <a:tr h="505544">
                <a:tc>
                  <a:txBody>
                    <a:bodyPr/>
                    <a:lstStyle/>
                    <a:p>
                      <a:pPr algn="r" fontAlgn="t"/>
                      <a:r>
                        <a:rPr lang="en-US" sz="1400" b="0" i="0" u="none" strike="noStrike" dirty="0">
                          <a:effectLst/>
                          <a:latin typeface="+mn-lt"/>
                          <a:cs typeface="Times New Roman" panose="02020603050405020304" pitchFamily="18" charset="0"/>
                        </a:rPr>
                        <a:t>Column Total</a:t>
                      </a:r>
                    </a:p>
                  </a:txBody>
                  <a:tcPr marL="90535" marR="90535" marT="34602" marB="48447" anchor="ctr"/>
                </a:tc>
                <a:tc>
                  <a:txBody>
                    <a:bodyPr/>
                    <a:lstStyle/>
                    <a:p>
                      <a:pPr algn="ctr" fontAlgn="t"/>
                      <a:r>
                        <a:rPr lang="en-US" sz="1400" b="0" i="0" u="none" strike="noStrike" dirty="0">
                          <a:effectLst/>
                          <a:latin typeface="+mn-lt"/>
                          <a:cs typeface="Times New Roman" panose="02020603050405020304" pitchFamily="18" charset="0"/>
                        </a:rPr>
                        <a:t>52</a:t>
                      </a:r>
                    </a:p>
                  </a:txBody>
                  <a:tcPr marL="90535" marR="90535" marT="34602" marB="48447" anchor="ctr"/>
                </a:tc>
                <a:tc>
                  <a:txBody>
                    <a:bodyPr/>
                    <a:lstStyle/>
                    <a:p>
                      <a:pPr algn="ctr" fontAlgn="t"/>
                      <a:r>
                        <a:rPr lang="en-US" sz="1400" b="0" i="0" u="none" strike="noStrike" dirty="0">
                          <a:effectLst/>
                          <a:latin typeface="+mn-lt"/>
                          <a:cs typeface="Times New Roman" panose="02020603050405020304" pitchFamily="18" charset="0"/>
                        </a:rPr>
                        <a:t>48</a:t>
                      </a:r>
                    </a:p>
                  </a:txBody>
                  <a:tcPr marL="90535" marR="90535" marT="34602" marB="48447" anchor="ctr"/>
                </a:tc>
                <a:tc>
                  <a:txBody>
                    <a:bodyPr/>
                    <a:lstStyle/>
                    <a:p>
                      <a:pPr algn="ctr" fontAlgn="t"/>
                      <a:r>
                        <a:rPr lang="en-US" sz="1400" b="0" i="0" u="none" strike="noStrike" dirty="0">
                          <a:effectLst/>
                          <a:latin typeface="+mn-lt"/>
                          <a:cs typeface="Times New Roman" panose="02020603050405020304" pitchFamily="18" charset="0"/>
                        </a:rPr>
                        <a:t>100</a:t>
                      </a:r>
                    </a:p>
                  </a:txBody>
                  <a:tcPr marL="90535" marR="90535" marT="34602" marB="48447" anchor="ctr"/>
                </a:tc>
                <a:extLst>
                  <a:ext uri="{0D108BD9-81ED-4DB2-BD59-A6C34878D82A}">
                    <a16:rowId xmlns:a16="http://schemas.microsoft.com/office/drawing/2014/main" val="3996250397"/>
                  </a:ext>
                </a:extLst>
              </a:tr>
            </a:tbl>
          </a:graphicData>
        </a:graphic>
      </p:graphicFrame>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62</a:t>
            </a:fld>
            <a:endParaRPr lang="en-US"/>
          </a:p>
        </p:txBody>
      </p:sp>
    </p:spTree>
    <p:extLst>
      <p:ext uri="{BB962C8B-B14F-4D97-AF65-F5344CB8AC3E}">
        <p14:creationId xmlns:p14="http://schemas.microsoft.com/office/powerpoint/2010/main" val="29736875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28086-F53E-4065-A90D-06885DC36F70}"/>
              </a:ext>
            </a:extLst>
          </p:cNvPr>
          <p:cNvSpPr>
            <a:spLocks noGrp="1"/>
          </p:cNvSpPr>
          <p:nvPr>
            <p:ph type="title"/>
          </p:nvPr>
        </p:nvSpPr>
        <p:spPr>
          <a:xfrm>
            <a:off x="342900" y="192490"/>
            <a:ext cx="8048932" cy="903231"/>
          </a:xfrm>
        </p:spPr>
        <p:txBody>
          <a:bodyPr>
            <a:normAutofit/>
          </a:bodyPr>
          <a:lstStyle/>
          <a:p>
            <a:r>
              <a:rPr lang="en-US" sz="3600" dirty="0"/>
              <a:t>Question 44</a:t>
            </a:r>
          </a:p>
        </p:txBody>
      </p:sp>
      <p:sp>
        <p:nvSpPr>
          <p:cNvPr id="3" name="Content Placeholder 2">
            <a:extLst>
              <a:ext uri="{FF2B5EF4-FFF2-40B4-BE49-F238E27FC236}">
                <a16:creationId xmlns:a16="http://schemas.microsoft.com/office/drawing/2014/main" id="{6578E270-1BBB-4DAC-8B30-42F08D9EAFFF}"/>
              </a:ext>
            </a:extLst>
          </p:cNvPr>
          <p:cNvSpPr>
            <a:spLocks noGrp="1"/>
          </p:cNvSpPr>
          <p:nvPr>
            <p:ph sz="quarter" idx="11"/>
          </p:nvPr>
        </p:nvSpPr>
        <p:spPr>
          <a:xfrm>
            <a:off x="8629153" y="52595"/>
            <a:ext cx="472943" cy="1245264"/>
          </a:xfrm>
        </p:spPr>
        <p:txBody>
          <a:bodyPr vert="vert" rIns="0"/>
          <a:lstStyle/>
          <a:p>
            <a:r>
              <a:rPr lang="en-US" b="1" dirty="0"/>
              <a:t>L</a:t>
            </a:r>
            <a:r>
              <a:rPr lang="en-US" sz="100" b="1" dirty="0"/>
              <a:t> </a:t>
            </a:r>
            <a:r>
              <a:rPr lang="en-US" b="1" dirty="0"/>
              <a:t>O 5.6</a:t>
            </a:r>
            <a:endParaRPr lang="en-IN" b="1" dirty="0"/>
          </a:p>
        </p:txBody>
      </p:sp>
      <p:sp>
        <p:nvSpPr>
          <p:cNvPr id="4" name="Content Placeholder 3">
            <a:extLst>
              <a:ext uri="{FF2B5EF4-FFF2-40B4-BE49-F238E27FC236}">
                <a16:creationId xmlns:a16="http://schemas.microsoft.com/office/drawing/2014/main" id="{37E22CCF-EABD-4568-9CE1-8DA66B0A6016}"/>
              </a:ext>
            </a:extLst>
          </p:cNvPr>
          <p:cNvSpPr>
            <a:spLocks noGrp="1"/>
          </p:cNvSpPr>
          <p:nvPr>
            <p:ph sz="quarter" idx="14"/>
          </p:nvPr>
        </p:nvSpPr>
        <p:spPr>
          <a:xfrm>
            <a:off x="342900" y="1255142"/>
            <a:ext cx="8048932" cy="864003"/>
          </a:xfrm>
        </p:spPr>
        <p:txBody>
          <a:bodyPr/>
          <a:lstStyle/>
          <a:p>
            <a:r>
              <a:rPr lang="en-US" dirty="0"/>
              <a:t>This contingency table describes 200 business students. Find each probability and interpret it in words.</a:t>
            </a:r>
          </a:p>
        </p:txBody>
      </p:sp>
      <p:sp>
        <p:nvSpPr>
          <p:cNvPr id="5" name="Content Placeholder 4">
            <a:extLst>
              <a:ext uri="{FF2B5EF4-FFF2-40B4-BE49-F238E27FC236}">
                <a16:creationId xmlns:a16="http://schemas.microsoft.com/office/drawing/2014/main" id="{B7F9AD47-FEDD-4504-BE7E-32FEB90E528C}"/>
              </a:ext>
            </a:extLst>
          </p:cNvPr>
          <p:cNvSpPr>
            <a:spLocks noGrp="1"/>
          </p:cNvSpPr>
          <p:nvPr>
            <p:ph sz="quarter" idx="15"/>
          </p:nvPr>
        </p:nvSpPr>
        <p:spPr>
          <a:xfrm>
            <a:off x="342900" y="2148780"/>
            <a:ext cx="558315" cy="446940"/>
          </a:xfrm>
        </p:spPr>
        <p:txBody>
          <a:bodyPr/>
          <a:lstStyle/>
          <a:p>
            <a:r>
              <a:rPr lang="en-US" dirty="0"/>
              <a:t>(a)</a:t>
            </a:r>
          </a:p>
        </p:txBody>
      </p:sp>
      <p:graphicFrame>
        <p:nvGraphicFramePr>
          <p:cNvPr id="18" name="Object 17">
            <a:extLst>
              <a:ext uri="{FF2B5EF4-FFF2-40B4-BE49-F238E27FC236}">
                <a16:creationId xmlns:a16="http://schemas.microsoft.com/office/drawing/2014/main" id="{2C6CBD3F-982A-4D69-A3C9-86850C242E8F}"/>
              </a:ext>
            </a:extLst>
          </p:cNvPr>
          <p:cNvGraphicFramePr>
            <a:graphicFrameLocks noChangeAspect="1"/>
          </p:cNvGraphicFramePr>
          <p:nvPr>
            <p:extLst>
              <p:ext uri="{D42A27DB-BD31-4B8C-83A1-F6EECF244321}">
                <p14:modId xmlns:p14="http://schemas.microsoft.com/office/powerpoint/2010/main" val="2290722225"/>
              </p:ext>
            </p:extLst>
          </p:nvPr>
        </p:nvGraphicFramePr>
        <p:xfrm>
          <a:off x="1011781" y="2179523"/>
          <a:ext cx="663921" cy="414950"/>
        </p:xfrm>
        <a:graphic>
          <a:graphicData uri="http://schemas.openxmlformats.org/presentationml/2006/ole">
            <mc:AlternateContent xmlns:mc="http://schemas.openxmlformats.org/markup-compatibility/2006">
              <mc:Choice xmlns:v="urn:schemas-microsoft-com:vml" Requires="v">
                <p:oleObj name="Equation" r:id="rId2" imgW="609480" imgH="380880" progId="Equation.DSMT4">
                  <p:embed/>
                </p:oleObj>
              </mc:Choice>
              <mc:Fallback>
                <p:oleObj name="Equation" r:id="rId2" imgW="609480" imgH="380880" progId="Equation.DSMT4">
                  <p:embed/>
                  <p:pic>
                    <p:nvPicPr>
                      <p:cNvPr id="0" name=""/>
                      <p:cNvPicPr/>
                      <p:nvPr/>
                    </p:nvPicPr>
                    <p:blipFill>
                      <a:blip r:embed="rId3"/>
                      <a:stretch>
                        <a:fillRect/>
                      </a:stretch>
                    </p:blipFill>
                    <p:spPr>
                      <a:xfrm>
                        <a:off x="1011781" y="2179523"/>
                        <a:ext cx="663921" cy="41495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3400F846-B54F-484D-9E9A-F17A5E107B21}"/>
              </a:ext>
            </a:extLst>
          </p:cNvPr>
          <p:cNvSpPr>
            <a:spLocks noGrp="1"/>
          </p:cNvSpPr>
          <p:nvPr>
            <p:ph sz="quarter" idx="16"/>
          </p:nvPr>
        </p:nvSpPr>
        <p:spPr>
          <a:xfrm>
            <a:off x="342900" y="2649232"/>
            <a:ext cx="558315" cy="418440"/>
          </a:xfrm>
        </p:spPr>
        <p:txBody>
          <a:bodyPr/>
          <a:lstStyle/>
          <a:p>
            <a:r>
              <a:rPr lang="en-US" dirty="0"/>
              <a:t>(b)</a:t>
            </a:r>
          </a:p>
        </p:txBody>
      </p:sp>
      <p:graphicFrame>
        <p:nvGraphicFramePr>
          <p:cNvPr id="19" name="Object 18">
            <a:extLst>
              <a:ext uri="{FF2B5EF4-FFF2-40B4-BE49-F238E27FC236}">
                <a16:creationId xmlns:a16="http://schemas.microsoft.com/office/drawing/2014/main" id="{832DA438-C16E-4AA8-B767-075FE3040860}"/>
              </a:ext>
            </a:extLst>
          </p:cNvPr>
          <p:cNvGraphicFramePr>
            <a:graphicFrameLocks noChangeAspect="1"/>
          </p:cNvGraphicFramePr>
          <p:nvPr>
            <p:extLst>
              <p:ext uri="{D42A27DB-BD31-4B8C-83A1-F6EECF244321}">
                <p14:modId xmlns:p14="http://schemas.microsoft.com/office/powerpoint/2010/main" val="1919459507"/>
              </p:ext>
            </p:extLst>
          </p:nvPr>
        </p:nvGraphicFramePr>
        <p:xfrm>
          <a:off x="975577" y="2674197"/>
          <a:ext cx="760743" cy="414950"/>
        </p:xfrm>
        <a:graphic>
          <a:graphicData uri="http://schemas.openxmlformats.org/presentationml/2006/ole">
            <mc:AlternateContent xmlns:mc="http://schemas.openxmlformats.org/markup-compatibility/2006">
              <mc:Choice xmlns:v="urn:schemas-microsoft-com:vml" Requires="v">
                <p:oleObj name="Equation" r:id="rId4" imgW="698400" imgH="380880" progId="Equation.DSMT4">
                  <p:embed/>
                </p:oleObj>
              </mc:Choice>
              <mc:Fallback>
                <p:oleObj name="Equation" r:id="rId4" imgW="698400" imgH="380880" progId="Equation.DSMT4">
                  <p:embed/>
                  <p:pic>
                    <p:nvPicPr>
                      <p:cNvPr id="0" name=""/>
                      <p:cNvPicPr/>
                      <p:nvPr/>
                    </p:nvPicPr>
                    <p:blipFill>
                      <a:blip r:embed="rId5"/>
                      <a:stretch>
                        <a:fillRect/>
                      </a:stretch>
                    </p:blipFill>
                    <p:spPr>
                      <a:xfrm>
                        <a:off x="975577" y="2674197"/>
                        <a:ext cx="760743" cy="414950"/>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A4CC0D0F-841F-4BD1-AD51-AFB357DC0354}"/>
              </a:ext>
            </a:extLst>
          </p:cNvPr>
          <p:cNvSpPr>
            <a:spLocks noGrp="1"/>
          </p:cNvSpPr>
          <p:nvPr>
            <p:ph sz="quarter" idx="17"/>
          </p:nvPr>
        </p:nvSpPr>
        <p:spPr>
          <a:xfrm>
            <a:off x="342900" y="3181591"/>
            <a:ext cx="543123" cy="425253"/>
          </a:xfrm>
        </p:spPr>
        <p:txBody>
          <a:bodyPr/>
          <a:lstStyle/>
          <a:p>
            <a:r>
              <a:rPr lang="en-US" dirty="0"/>
              <a:t>(c)</a:t>
            </a:r>
          </a:p>
        </p:txBody>
      </p:sp>
      <p:graphicFrame>
        <p:nvGraphicFramePr>
          <p:cNvPr id="20" name="Object 19">
            <a:extLst>
              <a:ext uri="{FF2B5EF4-FFF2-40B4-BE49-F238E27FC236}">
                <a16:creationId xmlns:a16="http://schemas.microsoft.com/office/drawing/2014/main" id="{FD939BCA-E224-4B89-87AE-C120F56D1E40}"/>
              </a:ext>
            </a:extLst>
          </p:cNvPr>
          <p:cNvGraphicFramePr>
            <a:graphicFrameLocks noChangeAspect="1"/>
          </p:cNvGraphicFramePr>
          <p:nvPr>
            <p:extLst>
              <p:ext uri="{D42A27DB-BD31-4B8C-83A1-F6EECF244321}">
                <p14:modId xmlns:p14="http://schemas.microsoft.com/office/powerpoint/2010/main" val="67958939"/>
              </p:ext>
            </p:extLst>
          </p:nvPr>
        </p:nvGraphicFramePr>
        <p:xfrm>
          <a:off x="962025" y="3211513"/>
          <a:ext cx="1200150" cy="404812"/>
        </p:xfrm>
        <a:graphic>
          <a:graphicData uri="http://schemas.openxmlformats.org/presentationml/2006/ole">
            <mc:AlternateContent xmlns:mc="http://schemas.openxmlformats.org/markup-compatibility/2006">
              <mc:Choice xmlns:v="urn:schemas-microsoft-com:vml" Requires="v">
                <p:oleObj name="Equation" r:id="rId6" imgW="1130040" imgH="380880" progId="Equation.DSMT4">
                  <p:embed/>
                </p:oleObj>
              </mc:Choice>
              <mc:Fallback>
                <p:oleObj name="Equation" r:id="rId6" imgW="1130040" imgH="380880" progId="Equation.DSMT4">
                  <p:embed/>
                  <p:pic>
                    <p:nvPicPr>
                      <p:cNvPr id="0" name=""/>
                      <p:cNvPicPr/>
                      <p:nvPr/>
                    </p:nvPicPr>
                    <p:blipFill>
                      <a:blip r:embed="rId7"/>
                      <a:stretch>
                        <a:fillRect/>
                      </a:stretch>
                    </p:blipFill>
                    <p:spPr>
                      <a:xfrm>
                        <a:off x="962025" y="3211513"/>
                        <a:ext cx="1200150" cy="404812"/>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F09700BF-2571-4542-9E93-44DE9FB348B0}"/>
              </a:ext>
            </a:extLst>
          </p:cNvPr>
          <p:cNvSpPr>
            <a:spLocks noGrp="1"/>
          </p:cNvSpPr>
          <p:nvPr>
            <p:ph sz="quarter" idx="18"/>
          </p:nvPr>
        </p:nvSpPr>
        <p:spPr>
          <a:xfrm>
            <a:off x="342901" y="3686184"/>
            <a:ext cx="573508" cy="443373"/>
          </a:xfrm>
        </p:spPr>
        <p:txBody>
          <a:bodyPr/>
          <a:lstStyle/>
          <a:p>
            <a:r>
              <a:rPr lang="en-US" dirty="0"/>
              <a:t>(d)</a:t>
            </a:r>
          </a:p>
        </p:txBody>
      </p:sp>
      <p:graphicFrame>
        <p:nvGraphicFramePr>
          <p:cNvPr id="21" name="Object 20">
            <a:extLst>
              <a:ext uri="{FF2B5EF4-FFF2-40B4-BE49-F238E27FC236}">
                <a16:creationId xmlns:a16="http://schemas.microsoft.com/office/drawing/2014/main" id="{146645A7-6A85-4A80-9F7F-AFC293685018}"/>
              </a:ext>
            </a:extLst>
          </p:cNvPr>
          <p:cNvGraphicFramePr>
            <a:graphicFrameLocks noChangeAspect="1"/>
          </p:cNvGraphicFramePr>
          <p:nvPr>
            <p:extLst>
              <p:ext uri="{D42A27DB-BD31-4B8C-83A1-F6EECF244321}">
                <p14:modId xmlns:p14="http://schemas.microsoft.com/office/powerpoint/2010/main" val="2549716893"/>
              </p:ext>
            </p:extLst>
          </p:nvPr>
        </p:nvGraphicFramePr>
        <p:xfrm>
          <a:off x="931415" y="3745895"/>
          <a:ext cx="1261371" cy="352049"/>
        </p:xfrm>
        <a:graphic>
          <a:graphicData uri="http://schemas.openxmlformats.org/presentationml/2006/ole">
            <mc:AlternateContent xmlns:mc="http://schemas.openxmlformats.org/markup-compatibility/2006">
              <mc:Choice xmlns:v="urn:schemas-microsoft-com:vml" Requires="v">
                <p:oleObj name="Equation" r:id="rId8" imgW="1091880" imgH="304560" progId="Equation.DSMT4">
                  <p:embed/>
                </p:oleObj>
              </mc:Choice>
              <mc:Fallback>
                <p:oleObj name="Equation" r:id="rId8" imgW="1091880" imgH="304560" progId="Equation.DSMT4">
                  <p:embed/>
                  <p:pic>
                    <p:nvPicPr>
                      <p:cNvPr id="0" name=""/>
                      <p:cNvPicPr/>
                      <p:nvPr/>
                    </p:nvPicPr>
                    <p:blipFill>
                      <a:blip r:embed="rId9"/>
                      <a:stretch>
                        <a:fillRect/>
                      </a:stretch>
                    </p:blipFill>
                    <p:spPr>
                      <a:xfrm>
                        <a:off x="931415" y="3745895"/>
                        <a:ext cx="1261371" cy="352049"/>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F5C5EF2D-76D4-4F60-A70D-C1D2E3D2D64F}"/>
              </a:ext>
            </a:extLst>
          </p:cNvPr>
          <p:cNvSpPr>
            <a:spLocks noGrp="1"/>
          </p:cNvSpPr>
          <p:nvPr>
            <p:ph sz="quarter" idx="19"/>
          </p:nvPr>
        </p:nvSpPr>
        <p:spPr>
          <a:xfrm>
            <a:off x="371664" y="4217128"/>
            <a:ext cx="556561" cy="455323"/>
          </a:xfrm>
        </p:spPr>
        <p:txBody>
          <a:bodyPr/>
          <a:lstStyle/>
          <a:p>
            <a:r>
              <a:rPr lang="en-US" dirty="0"/>
              <a:t>(e)</a:t>
            </a:r>
          </a:p>
        </p:txBody>
      </p:sp>
      <p:graphicFrame>
        <p:nvGraphicFramePr>
          <p:cNvPr id="22" name="Object 21">
            <a:extLst>
              <a:ext uri="{FF2B5EF4-FFF2-40B4-BE49-F238E27FC236}">
                <a16:creationId xmlns:a16="http://schemas.microsoft.com/office/drawing/2014/main" id="{31DCCBEF-E517-4529-B81F-A2FF0219AB26}"/>
              </a:ext>
            </a:extLst>
          </p:cNvPr>
          <p:cNvGraphicFramePr>
            <a:graphicFrameLocks noChangeAspect="1"/>
          </p:cNvGraphicFramePr>
          <p:nvPr>
            <p:extLst>
              <p:ext uri="{D42A27DB-BD31-4B8C-83A1-F6EECF244321}">
                <p14:modId xmlns:p14="http://schemas.microsoft.com/office/powerpoint/2010/main" val="1477268234"/>
              </p:ext>
            </p:extLst>
          </p:nvPr>
        </p:nvGraphicFramePr>
        <p:xfrm>
          <a:off x="979488" y="4243388"/>
          <a:ext cx="1104900" cy="419100"/>
        </p:xfrm>
        <a:graphic>
          <a:graphicData uri="http://schemas.openxmlformats.org/presentationml/2006/ole">
            <mc:AlternateContent xmlns:mc="http://schemas.openxmlformats.org/markup-compatibility/2006">
              <mc:Choice xmlns:v="urn:schemas-microsoft-com:vml" Requires="v">
                <p:oleObj name="Equation" r:id="rId10" imgW="1002960" imgH="380880" progId="Equation.DSMT4">
                  <p:embed/>
                </p:oleObj>
              </mc:Choice>
              <mc:Fallback>
                <p:oleObj name="Equation" r:id="rId10" imgW="1002960" imgH="380880" progId="Equation.DSMT4">
                  <p:embed/>
                  <p:pic>
                    <p:nvPicPr>
                      <p:cNvPr id="0" name=""/>
                      <p:cNvPicPr/>
                      <p:nvPr/>
                    </p:nvPicPr>
                    <p:blipFill>
                      <a:blip r:embed="rId11"/>
                      <a:stretch>
                        <a:fillRect/>
                      </a:stretch>
                    </p:blipFill>
                    <p:spPr>
                      <a:xfrm>
                        <a:off x="979488" y="4243388"/>
                        <a:ext cx="1104900" cy="419100"/>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FC283224-9465-4A6C-AAD5-142C6D5E4439}"/>
              </a:ext>
            </a:extLst>
          </p:cNvPr>
          <p:cNvSpPr>
            <a:spLocks noGrp="1"/>
          </p:cNvSpPr>
          <p:nvPr>
            <p:ph sz="quarter" idx="20"/>
          </p:nvPr>
        </p:nvSpPr>
        <p:spPr>
          <a:xfrm>
            <a:off x="371666" y="4769262"/>
            <a:ext cx="483110" cy="435193"/>
          </a:xfrm>
        </p:spPr>
        <p:txBody>
          <a:bodyPr/>
          <a:lstStyle/>
          <a:p>
            <a:r>
              <a:rPr lang="en-US" dirty="0"/>
              <a:t>(f)</a:t>
            </a:r>
          </a:p>
        </p:txBody>
      </p:sp>
      <p:graphicFrame>
        <p:nvGraphicFramePr>
          <p:cNvPr id="23" name="Object 22">
            <a:extLst>
              <a:ext uri="{FF2B5EF4-FFF2-40B4-BE49-F238E27FC236}">
                <a16:creationId xmlns:a16="http://schemas.microsoft.com/office/drawing/2014/main" id="{95571A72-14C6-4500-869C-FEA0798035D9}"/>
              </a:ext>
            </a:extLst>
          </p:cNvPr>
          <p:cNvGraphicFramePr>
            <a:graphicFrameLocks noChangeAspect="1"/>
          </p:cNvGraphicFramePr>
          <p:nvPr>
            <p:extLst>
              <p:ext uri="{D42A27DB-BD31-4B8C-83A1-F6EECF244321}">
                <p14:modId xmlns:p14="http://schemas.microsoft.com/office/powerpoint/2010/main" val="3714218365"/>
              </p:ext>
            </p:extLst>
          </p:nvPr>
        </p:nvGraphicFramePr>
        <p:xfrm>
          <a:off x="935038" y="4779963"/>
          <a:ext cx="1033462" cy="419100"/>
        </p:xfrm>
        <a:graphic>
          <a:graphicData uri="http://schemas.openxmlformats.org/presentationml/2006/ole">
            <mc:AlternateContent xmlns:mc="http://schemas.openxmlformats.org/markup-compatibility/2006">
              <mc:Choice xmlns:v="urn:schemas-microsoft-com:vml" Requires="v">
                <p:oleObj name="Equation" r:id="rId12" imgW="939600" imgH="380880" progId="Equation.DSMT4">
                  <p:embed/>
                </p:oleObj>
              </mc:Choice>
              <mc:Fallback>
                <p:oleObj name="Equation" r:id="rId12" imgW="939600" imgH="380880" progId="Equation.DSMT4">
                  <p:embed/>
                  <p:pic>
                    <p:nvPicPr>
                      <p:cNvPr id="0" name=""/>
                      <p:cNvPicPr/>
                      <p:nvPr/>
                    </p:nvPicPr>
                    <p:blipFill>
                      <a:blip r:embed="rId13"/>
                      <a:stretch>
                        <a:fillRect/>
                      </a:stretch>
                    </p:blipFill>
                    <p:spPr>
                      <a:xfrm>
                        <a:off x="935038" y="4779963"/>
                        <a:ext cx="1033462" cy="419100"/>
                      </a:xfrm>
                      <a:prstGeom prst="rect">
                        <a:avLst/>
                      </a:prstGeom>
                    </p:spPr>
                  </p:pic>
                </p:oleObj>
              </mc:Fallback>
            </mc:AlternateContent>
          </a:graphicData>
        </a:graphic>
      </p:graphicFrame>
      <p:sp>
        <p:nvSpPr>
          <p:cNvPr id="11" name="Content Placeholder 10">
            <a:extLst>
              <a:ext uri="{FF2B5EF4-FFF2-40B4-BE49-F238E27FC236}">
                <a16:creationId xmlns:a16="http://schemas.microsoft.com/office/drawing/2014/main" id="{14F795AB-CCEE-4DBC-B2DF-284E393C4B64}"/>
              </a:ext>
            </a:extLst>
          </p:cNvPr>
          <p:cNvSpPr>
            <a:spLocks noGrp="1"/>
          </p:cNvSpPr>
          <p:nvPr>
            <p:ph sz="quarter" idx="21"/>
          </p:nvPr>
        </p:nvSpPr>
        <p:spPr>
          <a:xfrm>
            <a:off x="342166" y="5205272"/>
            <a:ext cx="559071" cy="476869"/>
          </a:xfrm>
        </p:spPr>
        <p:txBody>
          <a:bodyPr/>
          <a:lstStyle/>
          <a:p>
            <a:r>
              <a:rPr lang="en-US" dirty="0"/>
              <a:t>(g)</a:t>
            </a:r>
          </a:p>
        </p:txBody>
      </p:sp>
      <p:graphicFrame>
        <p:nvGraphicFramePr>
          <p:cNvPr id="24" name="Object 23">
            <a:extLst>
              <a:ext uri="{FF2B5EF4-FFF2-40B4-BE49-F238E27FC236}">
                <a16:creationId xmlns:a16="http://schemas.microsoft.com/office/drawing/2014/main" id="{D20BAC61-5E86-4AF5-A5F0-4B11640AF954}"/>
              </a:ext>
            </a:extLst>
          </p:cNvPr>
          <p:cNvGraphicFramePr>
            <a:graphicFrameLocks noChangeAspect="1"/>
          </p:cNvGraphicFramePr>
          <p:nvPr>
            <p:extLst>
              <p:ext uri="{D42A27DB-BD31-4B8C-83A1-F6EECF244321}">
                <p14:modId xmlns:p14="http://schemas.microsoft.com/office/powerpoint/2010/main" val="518342321"/>
              </p:ext>
            </p:extLst>
          </p:nvPr>
        </p:nvGraphicFramePr>
        <p:xfrm>
          <a:off x="925513" y="5262563"/>
          <a:ext cx="1006475" cy="419100"/>
        </p:xfrm>
        <a:graphic>
          <a:graphicData uri="http://schemas.openxmlformats.org/presentationml/2006/ole">
            <mc:AlternateContent xmlns:mc="http://schemas.openxmlformats.org/markup-compatibility/2006">
              <mc:Choice xmlns:v="urn:schemas-microsoft-com:vml" Requires="v">
                <p:oleObj name="Equation" r:id="rId14" imgW="914400" imgH="380880" progId="Equation.DSMT4">
                  <p:embed/>
                </p:oleObj>
              </mc:Choice>
              <mc:Fallback>
                <p:oleObj name="Equation" r:id="rId14" imgW="914400" imgH="380880" progId="Equation.DSMT4">
                  <p:embed/>
                  <p:pic>
                    <p:nvPicPr>
                      <p:cNvPr id="0" name=""/>
                      <p:cNvPicPr/>
                      <p:nvPr/>
                    </p:nvPicPr>
                    <p:blipFill>
                      <a:blip r:embed="rId15"/>
                      <a:stretch>
                        <a:fillRect/>
                      </a:stretch>
                    </p:blipFill>
                    <p:spPr>
                      <a:xfrm>
                        <a:off x="925513" y="5262563"/>
                        <a:ext cx="1006475" cy="419100"/>
                      </a:xfrm>
                      <a:prstGeom prst="rect">
                        <a:avLst/>
                      </a:prstGeom>
                    </p:spPr>
                  </p:pic>
                </p:oleObj>
              </mc:Fallback>
            </mc:AlternateContent>
          </a:graphicData>
        </a:graphic>
      </p:graphicFrame>
      <p:sp>
        <p:nvSpPr>
          <p:cNvPr id="12" name="Content Placeholder 11">
            <a:extLst>
              <a:ext uri="{FF2B5EF4-FFF2-40B4-BE49-F238E27FC236}">
                <a16:creationId xmlns:a16="http://schemas.microsoft.com/office/drawing/2014/main" id="{96BFE7C7-2BCA-4C63-BB4D-6DBB66B8CC4B}"/>
              </a:ext>
            </a:extLst>
          </p:cNvPr>
          <p:cNvSpPr>
            <a:spLocks noGrp="1"/>
          </p:cNvSpPr>
          <p:nvPr>
            <p:ph sz="quarter" idx="22"/>
          </p:nvPr>
        </p:nvSpPr>
        <p:spPr>
          <a:xfrm>
            <a:off x="356917" y="5698529"/>
            <a:ext cx="559071" cy="426017"/>
          </a:xfrm>
        </p:spPr>
        <p:txBody>
          <a:bodyPr/>
          <a:lstStyle/>
          <a:p>
            <a:r>
              <a:rPr lang="en-US" dirty="0"/>
              <a:t>(h)</a:t>
            </a:r>
          </a:p>
        </p:txBody>
      </p:sp>
      <p:graphicFrame>
        <p:nvGraphicFramePr>
          <p:cNvPr id="25" name="Object 24">
            <a:extLst>
              <a:ext uri="{FF2B5EF4-FFF2-40B4-BE49-F238E27FC236}">
                <a16:creationId xmlns:a16="http://schemas.microsoft.com/office/drawing/2014/main" id="{C26BDC5F-CAEC-4275-9951-6EB276F963B0}"/>
              </a:ext>
            </a:extLst>
          </p:cNvPr>
          <p:cNvGraphicFramePr>
            <a:graphicFrameLocks noChangeAspect="1"/>
          </p:cNvGraphicFramePr>
          <p:nvPr>
            <p:extLst>
              <p:ext uri="{D42A27DB-BD31-4B8C-83A1-F6EECF244321}">
                <p14:modId xmlns:p14="http://schemas.microsoft.com/office/powerpoint/2010/main" val="1541219810"/>
              </p:ext>
            </p:extLst>
          </p:nvPr>
        </p:nvGraphicFramePr>
        <p:xfrm>
          <a:off x="915988" y="5767388"/>
          <a:ext cx="1230312" cy="334962"/>
        </p:xfrm>
        <a:graphic>
          <a:graphicData uri="http://schemas.openxmlformats.org/presentationml/2006/ole">
            <mc:AlternateContent xmlns:mc="http://schemas.openxmlformats.org/markup-compatibility/2006">
              <mc:Choice xmlns:v="urn:schemas-microsoft-com:vml" Requires="v">
                <p:oleObj name="Equation" r:id="rId16" imgW="1117440" imgH="304560" progId="Equation.DSMT4">
                  <p:embed/>
                </p:oleObj>
              </mc:Choice>
              <mc:Fallback>
                <p:oleObj name="Equation" r:id="rId16" imgW="1117440" imgH="304560" progId="Equation.DSMT4">
                  <p:embed/>
                  <p:pic>
                    <p:nvPicPr>
                      <p:cNvPr id="0" name=""/>
                      <p:cNvPicPr/>
                      <p:nvPr/>
                    </p:nvPicPr>
                    <p:blipFill>
                      <a:blip r:embed="rId17"/>
                      <a:stretch>
                        <a:fillRect/>
                      </a:stretch>
                    </p:blipFill>
                    <p:spPr>
                      <a:xfrm>
                        <a:off x="915988" y="5767388"/>
                        <a:ext cx="1230312" cy="334962"/>
                      </a:xfrm>
                      <a:prstGeom prst="rect">
                        <a:avLst/>
                      </a:prstGeom>
                    </p:spPr>
                  </p:pic>
                </p:oleObj>
              </mc:Fallback>
            </mc:AlternateContent>
          </a:graphicData>
        </a:graphic>
      </p:graphicFrame>
      <p:graphicFrame>
        <p:nvGraphicFramePr>
          <p:cNvPr id="27" name="Table 2">
            <a:extLst>
              <a:ext uri="{FF2B5EF4-FFF2-40B4-BE49-F238E27FC236}">
                <a16:creationId xmlns:a16="http://schemas.microsoft.com/office/drawing/2014/main" id="{22E84549-58E1-4A1C-BBE2-C4B42DD2F5BE}"/>
              </a:ext>
            </a:extLst>
          </p:cNvPr>
          <p:cNvGraphicFramePr>
            <a:graphicFrameLocks noGrp="1"/>
          </p:cNvGraphicFramePr>
          <p:nvPr>
            <p:extLst>
              <p:ext uri="{D42A27DB-BD31-4B8C-83A1-F6EECF244321}">
                <p14:modId xmlns:p14="http://schemas.microsoft.com/office/powerpoint/2010/main" val="1319438207"/>
              </p:ext>
            </p:extLst>
          </p:nvPr>
        </p:nvGraphicFramePr>
        <p:xfrm>
          <a:off x="2438401" y="2702764"/>
          <a:ext cx="6259891" cy="1668346"/>
        </p:xfrm>
        <a:graphic>
          <a:graphicData uri="http://schemas.openxmlformats.org/drawingml/2006/table">
            <a:tbl>
              <a:tblPr firstRow="1" bandRow="1">
                <a:tableStyleId>{5C22544A-7EE6-4342-B048-85BDC9FD1C3A}</a:tableStyleId>
              </a:tblPr>
              <a:tblGrid>
                <a:gridCol w="1109409">
                  <a:extLst>
                    <a:ext uri="{9D8B030D-6E8A-4147-A177-3AD203B41FA5}">
                      <a16:colId xmlns:a16="http://schemas.microsoft.com/office/drawing/2014/main" val="324305631"/>
                    </a:ext>
                  </a:extLst>
                </a:gridCol>
                <a:gridCol w="1546704">
                  <a:extLst>
                    <a:ext uri="{9D8B030D-6E8A-4147-A177-3AD203B41FA5}">
                      <a16:colId xmlns:a16="http://schemas.microsoft.com/office/drawing/2014/main" val="2272418738"/>
                    </a:ext>
                  </a:extLst>
                </a:gridCol>
                <a:gridCol w="1480457">
                  <a:extLst>
                    <a:ext uri="{9D8B030D-6E8A-4147-A177-3AD203B41FA5}">
                      <a16:colId xmlns:a16="http://schemas.microsoft.com/office/drawing/2014/main" val="4260791188"/>
                    </a:ext>
                  </a:extLst>
                </a:gridCol>
                <a:gridCol w="1378858">
                  <a:extLst>
                    <a:ext uri="{9D8B030D-6E8A-4147-A177-3AD203B41FA5}">
                      <a16:colId xmlns:a16="http://schemas.microsoft.com/office/drawing/2014/main" val="3133071032"/>
                    </a:ext>
                  </a:extLst>
                </a:gridCol>
                <a:gridCol w="744463">
                  <a:extLst>
                    <a:ext uri="{9D8B030D-6E8A-4147-A177-3AD203B41FA5}">
                      <a16:colId xmlns:a16="http://schemas.microsoft.com/office/drawing/2014/main" val="417053685"/>
                    </a:ext>
                  </a:extLst>
                </a:gridCol>
              </a:tblGrid>
              <a:tr h="505544">
                <a:tc>
                  <a:txBody>
                    <a:bodyPr/>
                    <a:lstStyle/>
                    <a:p>
                      <a:pPr algn="ctr" fontAlgn="t"/>
                      <a:r>
                        <a:rPr lang="en-US" sz="1400" b="1" i="0" u="none" strike="noStrike" dirty="0">
                          <a:effectLst/>
                          <a:latin typeface="+mn-lt"/>
                        </a:rPr>
                        <a:t>Gender</a:t>
                      </a:r>
                    </a:p>
                  </a:txBody>
                  <a:tcPr anchor="ct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400" b="1" i="0" u="none" strike="noStrike" kern="1200" baseline="0" dirty="0">
                          <a:solidFill>
                            <a:schemeClr val="lt1"/>
                          </a:solidFill>
                          <a:latin typeface="+mn-lt"/>
                          <a:ea typeface="+mn-ea"/>
                          <a:cs typeface="+mn-cs"/>
                        </a:rPr>
                        <a:t>Major</a:t>
                      </a:r>
                    </a:p>
                    <a:p>
                      <a:pPr algn="ctr" fontAlgn="t"/>
                      <a:r>
                        <a:rPr lang="en-US" sz="1400" b="1" i="0" u="none" strike="noStrike" dirty="0">
                          <a:effectLst/>
                          <a:latin typeface="+mn-lt"/>
                        </a:rPr>
                        <a:t>Accounting (</a:t>
                      </a:r>
                      <a:r>
                        <a:rPr lang="en-US" sz="1400" b="1" i="1" u="none" strike="noStrike" dirty="0">
                          <a:effectLst/>
                          <a:latin typeface="+mn-lt"/>
                        </a:rPr>
                        <a:t>A</a:t>
                      </a:r>
                      <a:r>
                        <a:rPr lang="en-US" sz="1400" b="1" i="0" u="none" strike="noStrike" dirty="0">
                          <a:effectLst/>
                          <a:latin typeface="+mn-lt"/>
                        </a:rPr>
                        <a:t>)</a:t>
                      </a:r>
                    </a:p>
                  </a:txBody>
                  <a:tcPr anchor="ct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400" b="1" i="0" u="none" strike="noStrike" kern="1200" baseline="0" dirty="0">
                          <a:solidFill>
                            <a:schemeClr val="lt1"/>
                          </a:solidFill>
                          <a:latin typeface="+mn-lt"/>
                          <a:ea typeface="+mn-ea"/>
                          <a:cs typeface="+mn-cs"/>
                        </a:rPr>
                        <a:t>Major</a:t>
                      </a:r>
                    </a:p>
                    <a:p>
                      <a:pPr algn="ctr" fontAlgn="t"/>
                      <a:r>
                        <a:rPr lang="en-US" sz="1400" b="1" i="0" u="none" strike="noStrike" dirty="0">
                          <a:effectLst/>
                          <a:latin typeface="+mn-lt"/>
                        </a:rPr>
                        <a:t>Economics (</a:t>
                      </a:r>
                      <a:r>
                        <a:rPr lang="en-US" sz="1400" b="1" i="1" u="none" strike="noStrike" dirty="0">
                          <a:effectLst/>
                          <a:latin typeface="+mn-lt"/>
                        </a:rPr>
                        <a:t>E</a:t>
                      </a:r>
                      <a:r>
                        <a:rPr lang="en-US" sz="1400" b="1" i="0" u="none" strike="noStrike" dirty="0">
                          <a:effectLst/>
                          <a:latin typeface="+mn-lt"/>
                        </a:rPr>
                        <a:t>)</a:t>
                      </a:r>
                    </a:p>
                  </a:txBody>
                  <a:tcPr anchor="ct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400" b="1" i="0" u="none" strike="noStrike" kern="1200" baseline="0" dirty="0">
                          <a:solidFill>
                            <a:schemeClr val="lt1"/>
                          </a:solidFill>
                          <a:latin typeface="+mn-lt"/>
                          <a:ea typeface="+mn-ea"/>
                          <a:cs typeface="+mn-cs"/>
                        </a:rPr>
                        <a:t>Major</a:t>
                      </a:r>
                    </a:p>
                    <a:p>
                      <a:pPr algn="ctr" fontAlgn="t"/>
                      <a:r>
                        <a:rPr lang="en-US" sz="1400" b="1" i="0" u="none" strike="noStrike" dirty="0">
                          <a:effectLst/>
                          <a:latin typeface="+mn-lt"/>
                        </a:rPr>
                        <a:t>Statistics (</a:t>
                      </a:r>
                      <a:r>
                        <a:rPr lang="en-US" sz="1400" b="1" i="1" u="none" strike="noStrike" dirty="0">
                          <a:effectLst/>
                          <a:latin typeface="+mn-lt"/>
                        </a:rPr>
                        <a:t>S</a:t>
                      </a:r>
                      <a:r>
                        <a:rPr lang="en-US" sz="1400" b="1" i="0" u="none" strike="noStrike" dirty="0">
                          <a:effectLst/>
                          <a:latin typeface="+mn-lt"/>
                        </a:rPr>
                        <a:t>)</a:t>
                      </a:r>
                    </a:p>
                  </a:txBody>
                  <a:tcPr anchor="ctr"/>
                </a:tc>
                <a:tc>
                  <a:txBody>
                    <a:bodyPr/>
                    <a:lstStyle/>
                    <a:p>
                      <a:pPr algn="ctr" fontAlgn="t"/>
                      <a:r>
                        <a:rPr lang="en-US" sz="1400" b="1" i="0" u="none" strike="noStrike" dirty="0">
                          <a:effectLst/>
                          <a:latin typeface="+mn-lt"/>
                        </a:rPr>
                        <a:t>Row Total</a:t>
                      </a:r>
                    </a:p>
                  </a:txBody>
                  <a:tcPr anchor="ctr"/>
                </a:tc>
                <a:extLst>
                  <a:ext uri="{0D108BD9-81ED-4DB2-BD59-A6C34878D82A}">
                    <a16:rowId xmlns:a16="http://schemas.microsoft.com/office/drawing/2014/main" val="76313354"/>
                  </a:ext>
                </a:extLst>
              </a:tr>
              <a:tr h="316013">
                <a:tc>
                  <a:txBody>
                    <a:bodyPr/>
                    <a:lstStyle/>
                    <a:p>
                      <a:pPr algn="r" fontAlgn="t"/>
                      <a:r>
                        <a:rPr lang="en-US" sz="1400" b="0" i="0" u="none" strike="noStrike" dirty="0">
                          <a:effectLst/>
                          <a:latin typeface="+mn-lt"/>
                        </a:rPr>
                        <a:t>Female (</a:t>
                      </a:r>
                      <a:r>
                        <a:rPr lang="en-US" sz="1400" b="0" i="1" u="none" strike="noStrike" dirty="0">
                          <a:effectLst/>
                          <a:latin typeface="+mn-lt"/>
                        </a:rPr>
                        <a:t>F</a:t>
                      </a:r>
                      <a:r>
                        <a:rPr lang="en-US" sz="1400" b="0" i="0" u="none" strike="noStrike" dirty="0">
                          <a:effectLst/>
                          <a:latin typeface="+mn-lt"/>
                        </a:rPr>
                        <a:t>)</a:t>
                      </a:r>
                    </a:p>
                  </a:txBody>
                  <a:tcPr anchor="ctr"/>
                </a:tc>
                <a:tc>
                  <a:txBody>
                    <a:bodyPr/>
                    <a:lstStyle/>
                    <a:p>
                      <a:pPr algn="ctr" fontAlgn="t"/>
                      <a:r>
                        <a:rPr lang="en-US" sz="1400" b="0" i="0" u="none" strike="noStrike" dirty="0">
                          <a:effectLst/>
                          <a:latin typeface="+mn-lt"/>
                        </a:rPr>
                        <a:t>44</a:t>
                      </a:r>
                    </a:p>
                  </a:txBody>
                  <a:tcPr anchor="ctr"/>
                </a:tc>
                <a:tc>
                  <a:txBody>
                    <a:bodyPr/>
                    <a:lstStyle/>
                    <a:p>
                      <a:pPr algn="ctr" fontAlgn="t"/>
                      <a:r>
                        <a:rPr lang="en-US" sz="1400" b="0" i="0" u="none" strike="noStrike" dirty="0">
                          <a:effectLst/>
                          <a:latin typeface="+mn-lt"/>
                        </a:rPr>
                        <a:t>30</a:t>
                      </a:r>
                    </a:p>
                  </a:txBody>
                  <a:tcPr anchor="ctr"/>
                </a:tc>
                <a:tc>
                  <a:txBody>
                    <a:bodyPr/>
                    <a:lstStyle/>
                    <a:p>
                      <a:pPr algn="ctr" fontAlgn="t"/>
                      <a:r>
                        <a:rPr lang="en-US" sz="1400" b="0" i="0" u="none" strike="noStrike" dirty="0">
                          <a:effectLst/>
                          <a:latin typeface="+mn-lt"/>
                        </a:rPr>
                        <a:t>24</a:t>
                      </a:r>
                    </a:p>
                  </a:txBody>
                  <a:tcPr anchor="ctr"/>
                </a:tc>
                <a:tc>
                  <a:txBody>
                    <a:bodyPr/>
                    <a:lstStyle/>
                    <a:p>
                      <a:pPr algn="ctr" fontAlgn="t"/>
                      <a:r>
                        <a:rPr lang="en-US" sz="1400" b="0" i="0" u="none" strike="noStrike" dirty="0">
                          <a:effectLst/>
                          <a:latin typeface="+mn-lt"/>
                        </a:rPr>
                        <a:t>98</a:t>
                      </a:r>
                    </a:p>
                  </a:txBody>
                  <a:tcPr anchor="ctr"/>
                </a:tc>
                <a:extLst>
                  <a:ext uri="{0D108BD9-81ED-4DB2-BD59-A6C34878D82A}">
                    <a16:rowId xmlns:a16="http://schemas.microsoft.com/office/drawing/2014/main" val="144127595"/>
                  </a:ext>
                </a:extLst>
              </a:tr>
              <a:tr h="316013">
                <a:tc>
                  <a:txBody>
                    <a:bodyPr/>
                    <a:lstStyle/>
                    <a:p>
                      <a:pPr algn="r" fontAlgn="t"/>
                      <a:r>
                        <a:rPr lang="en-US" sz="1400" b="0" i="0" u="none" strike="noStrike" dirty="0">
                          <a:effectLst/>
                          <a:latin typeface="+mn-lt"/>
                        </a:rPr>
                        <a:t>Male (</a:t>
                      </a:r>
                      <a:r>
                        <a:rPr lang="en-US" sz="1400" b="0" i="1" u="none" strike="noStrike" dirty="0">
                          <a:effectLst/>
                          <a:latin typeface="+mn-lt"/>
                        </a:rPr>
                        <a:t>M</a:t>
                      </a:r>
                      <a:r>
                        <a:rPr lang="en-US" sz="1400" b="0" i="0" u="none" strike="noStrike" dirty="0">
                          <a:effectLst/>
                          <a:latin typeface="+mn-lt"/>
                        </a:rPr>
                        <a:t>)</a:t>
                      </a:r>
                    </a:p>
                  </a:txBody>
                  <a:tcPr anchor="ctr"/>
                </a:tc>
                <a:tc>
                  <a:txBody>
                    <a:bodyPr/>
                    <a:lstStyle/>
                    <a:p>
                      <a:pPr algn="ctr" fontAlgn="t"/>
                      <a:r>
                        <a:rPr lang="en-US" sz="1400" b="0" i="0" u="none" strike="noStrike" dirty="0">
                          <a:effectLst/>
                          <a:latin typeface="+mn-lt"/>
                        </a:rPr>
                        <a:t>56</a:t>
                      </a:r>
                    </a:p>
                  </a:txBody>
                  <a:tcPr anchor="ctr"/>
                </a:tc>
                <a:tc>
                  <a:txBody>
                    <a:bodyPr/>
                    <a:lstStyle/>
                    <a:p>
                      <a:pPr algn="ctr" fontAlgn="t"/>
                      <a:r>
                        <a:rPr lang="en-US" sz="1400" b="0" i="0" u="none" strike="noStrike" dirty="0">
                          <a:effectLst/>
                          <a:latin typeface="+mn-lt"/>
                        </a:rPr>
                        <a:t>30</a:t>
                      </a:r>
                    </a:p>
                  </a:txBody>
                  <a:tcPr anchor="ctr"/>
                </a:tc>
                <a:tc>
                  <a:txBody>
                    <a:bodyPr/>
                    <a:lstStyle/>
                    <a:p>
                      <a:pPr algn="ctr" fontAlgn="t"/>
                      <a:r>
                        <a:rPr lang="en-US" sz="1400" b="0" i="0" u="none" strike="noStrike" dirty="0">
                          <a:effectLst/>
                          <a:latin typeface="+mn-lt"/>
                        </a:rPr>
                        <a:t>16</a:t>
                      </a:r>
                    </a:p>
                  </a:txBody>
                  <a:tcPr anchor="ctr"/>
                </a:tc>
                <a:tc>
                  <a:txBody>
                    <a:bodyPr/>
                    <a:lstStyle/>
                    <a:p>
                      <a:pPr algn="ctr" fontAlgn="t"/>
                      <a:r>
                        <a:rPr lang="en-US" sz="1400" b="0" i="0" u="none" strike="noStrike" dirty="0">
                          <a:effectLst/>
                          <a:latin typeface="+mn-lt"/>
                        </a:rPr>
                        <a:t>102</a:t>
                      </a:r>
                    </a:p>
                  </a:txBody>
                  <a:tcPr anchor="ctr"/>
                </a:tc>
                <a:extLst>
                  <a:ext uri="{0D108BD9-81ED-4DB2-BD59-A6C34878D82A}">
                    <a16:rowId xmlns:a16="http://schemas.microsoft.com/office/drawing/2014/main" val="1196434217"/>
                  </a:ext>
                </a:extLst>
              </a:tr>
              <a:tr h="316013">
                <a:tc>
                  <a:txBody>
                    <a:bodyPr/>
                    <a:lstStyle/>
                    <a:p>
                      <a:pPr algn="r" fontAlgn="t"/>
                      <a:r>
                        <a:rPr lang="en-US" sz="1400" b="0" i="0" u="none" strike="noStrike" dirty="0">
                          <a:effectLst/>
                          <a:latin typeface="+mn-lt"/>
                        </a:rPr>
                        <a:t>Column Total</a:t>
                      </a:r>
                    </a:p>
                  </a:txBody>
                  <a:tcPr anchor="ctr"/>
                </a:tc>
                <a:tc>
                  <a:txBody>
                    <a:bodyPr/>
                    <a:lstStyle/>
                    <a:p>
                      <a:pPr algn="ctr" fontAlgn="t"/>
                      <a:r>
                        <a:rPr lang="en-US" sz="1400" b="0" i="0" u="none" strike="noStrike" dirty="0">
                          <a:effectLst/>
                          <a:latin typeface="+mn-lt"/>
                        </a:rPr>
                        <a:t>100</a:t>
                      </a:r>
                    </a:p>
                  </a:txBody>
                  <a:tcPr anchor="ctr"/>
                </a:tc>
                <a:tc>
                  <a:txBody>
                    <a:bodyPr/>
                    <a:lstStyle/>
                    <a:p>
                      <a:pPr algn="ctr" fontAlgn="t"/>
                      <a:r>
                        <a:rPr lang="en-US" sz="1400" b="0" i="0" u="none" strike="noStrike" dirty="0">
                          <a:effectLst/>
                          <a:latin typeface="+mn-lt"/>
                        </a:rPr>
                        <a:t>60</a:t>
                      </a:r>
                    </a:p>
                  </a:txBody>
                  <a:tcPr anchor="ctr"/>
                </a:tc>
                <a:tc>
                  <a:txBody>
                    <a:bodyPr/>
                    <a:lstStyle/>
                    <a:p>
                      <a:pPr algn="ctr" fontAlgn="t"/>
                      <a:r>
                        <a:rPr lang="en-US" sz="1400" b="0" i="0" u="none" strike="noStrike" dirty="0">
                          <a:effectLst/>
                          <a:latin typeface="+mn-lt"/>
                        </a:rPr>
                        <a:t>40</a:t>
                      </a:r>
                    </a:p>
                  </a:txBody>
                  <a:tcPr anchor="ctr"/>
                </a:tc>
                <a:tc>
                  <a:txBody>
                    <a:bodyPr/>
                    <a:lstStyle/>
                    <a:p>
                      <a:pPr algn="ctr" fontAlgn="t"/>
                      <a:r>
                        <a:rPr lang="en-US" sz="1400" b="0" i="0" u="none" strike="noStrike" dirty="0">
                          <a:effectLst/>
                          <a:latin typeface="+mn-lt"/>
                        </a:rPr>
                        <a:t>200</a:t>
                      </a:r>
                    </a:p>
                  </a:txBody>
                  <a:tcPr anchor="ctr"/>
                </a:tc>
                <a:extLst>
                  <a:ext uri="{0D108BD9-81ED-4DB2-BD59-A6C34878D82A}">
                    <a16:rowId xmlns:a16="http://schemas.microsoft.com/office/drawing/2014/main" val="3781906333"/>
                  </a:ext>
                </a:extLst>
              </a:tr>
            </a:tbl>
          </a:graphicData>
        </a:graphic>
      </p:graphicFrame>
      <p:sp>
        <p:nvSpPr>
          <p:cNvPr id="17" name="Slide Number Placeholder 16">
            <a:extLst>
              <a:ext uri="{FF2B5EF4-FFF2-40B4-BE49-F238E27FC236}">
                <a16:creationId xmlns:a16="http://schemas.microsoft.com/office/drawing/2014/main" id="{7FC6CFA4-6782-40BB-B2D5-A371B4A0980A}"/>
              </a:ext>
            </a:extLst>
          </p:cNvPr>
          <p:cNvSpPr>
            <a:spLocks noGrp="1"/>
          </p:cNvSpPr>
          <p:nvPr>
            <p:ph type="sldNum" sz="quarter" idx="10"/>
          </p:nvPr>
        </p:nvSpPr>
        <p:spPr/>
        <p:txBody>
          <a:bodyPr/>
          <a:lstStyle/>
          <a:p>
            <a:fld id="{68151E55-6873-49E2-B8D5-2F265E6F1973}" type="slidenum">
              <a:rPr lang="en-US" smtClean="0"/>
              <a:t>63</a:t>
            </a:fld>
            <a:endParaRPr lang="en-US"/>
          </a:p>
        </p:txBody>
      </p:sp>
    </p:spTree>
    <p:extLst>
      <p:ext uri="{BB962C8B-B14F-4D97-AF65-F5344CB8AC3E}">
        <p14:creationId xmlns:p14="http://schemas.microsoft.com/office/powerpoint/2010/main" val="151313369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28086-F53E-4065-A90D-06885DC36F70}"/>
              </a:ext>
            </a:extLst>
          </p:cNvPr>
          <p:cNvSpPr>
            <a:spLocks noGrp="1"/>
          </p:cNvSpPr>
          <p:nvPr>
            <p:ph type="title"/>
          </p:nvPr>
        </p:nvSpPr>
        <p:spPr>
          <a:xfrm>
            <a:off x="342900" y="192490"/>
            <a:ext cx="8093916" cy="903231"/>
          </a:xfrm>
        </p:spPr>
        <p:txBody>
          <a:bodyPr>
            <a:normAutofit/>
          </a:bodyPr>
          <a:lstStyle/>
          <a:p>
            <a:r>
              <a:rPr lang="en-US" sz="3600" dirty="0"/>
              <a:t>Question 47</a:t>
            </a:r>
          </a:p>
        </p:txBody>
      </p:sp>
      <p:sp>
        <p:nvSpPr>
          <p:cNvPr id="3" name="Content Placeholder 2">
            <a:extLst>
              <a:ext uri="{FF2B5EF4-FFF2-40B4-BE49-F238E27FC236}">
                <a16:creationId xmlns:a16="http://schemas.microsoft.com/office/drawing/2014/main" id="{6578E270-1BBB-4DAC-8B30-42F08D9EAFFF}"/>
              </a:ext>
            </a:extLst>
          </p:cNvPr>
          <p:cNvSpPr>
            <a:spLocks noGrp="1"/>
          </p:cNvSpPr>
          <p:nvPr>
            <p:ph sz="quarter" idx="11"/>
          </p:nvPr>
        </p:nvSpPr>
        <p:spPr>
          <a:xfrm>
            <a:off x="8660991" y="52594"/>
            <a:ext cx="438764" cy="1245264"/>
          </a:xfrm>
        </p:spPr>
        <p:txBody>
          <a:bodyPr vert="vert" rIns="0"/>
          <a:lstStyle/>
          <a:p>
            <a:r>
              <a:rPr lang="en-US" b="1" dirty="0"/>
              <a:t>L</a:t>
            </a:r>
            <a:r>
              <a:rPr lang="en-US" sz="100" b="1" dirty="0"/>
              <a:t> </a:t>
            </a:r>
            <a:r>
              <a:rPr lang="en-US" b="1" dirty="0"/>
              <a:t>O 5.7</a:t>
            </a:r>
            <a:endParaRPr lang="en-IN" b="1" dirty="0"/>
          </a:p>
        </p:txBody>
      </p:sp>
      <p:sp>
        <p:nvSpPr>
          <p:cNvPr id="4" name="Content Placeholder 3">
            <a:extLst>
              <a:ext uri="{FF2B5EF4-FFF2-40B4-BE49-F238E27FC236}">
                <a16:creationId xmlns:a16="http://schemas.microsoft.com/office/drawing/2014/main" id="{37E22CCF-EABD-4568-9CE1-8DA66B0A6016}"/>
              </a:ext>
            </a:extLst>
          </p:cNvPr>
          <p:cNvSpPr>
            <a:spLocks noGrp="1"/>
          </p:cNvSpPr>
          <p:nvPr>
            <p:ph sz="quarter" idx="14"/>
          </p:nvPr>
        </p:nvSpPr>
        <p:spPr>
          <a:xfrm>
            <a:off x="342900" y="1253612"/>
            <a:ext cx="8004687" cy="427704"/>
          </a:xfrm>
        </p:spPr>
        <p:txBody>
          <a:bodyPr/>
          <a:lstStyle/>
          <a:p>
            <a:r>
              <a:rPr lang="en-US" sz="2200" dirty="0"/>
              <a:t>Of grocery shoppers who have a shopping cart, 70 percent pay</a:t>
            </a:r>
          </a:p>
        </p:txBody>
      </p:sp>
      <p:sp>
        <p:nvSpPr>
          <p:cNvPr id="5" name="Content Placeholder 4">
            <a:extLst>
              <a:ext uri="{FF2B5EF4-FFF2-40B4-BE49-F238E27FC236}">
                <a16:creationId xmlns:a16="http://schemas.microsoft.com/office/drawing/2014/main" id="{B7F9AD47-FEDD-4504-BE7E-32FEB90E528C}"/>
              </a:ext>
            </a:extLst>
          </p:cNvPr>
          <p:cNvSpPr>
            <a:spLocks noGrp="1"/>
          </p:cNvSpPr>
          <p:nvPr>
            <p:ph sz="quarter" idx="15"/>
          </p:nvPr>
        </p:nvSpPr>
        <p:spPr>
          <a:xfrm>
            <a:off x="342901" y="1746995"/>
            <a:ext cx="2567354" cy="376772"/>
          </a:xfrm>
        </p:spPr>
        <p:txBody>
          <a:bodyPr tIns="0"/>
          <a:lstStyle/>
          <a:p>
            <a:r>
              <a:rPr lang="en-US" sz="2200" dirty="0"/>
              <a:t>by credit/debit card</a:t>
            </a:r>
          </a:p>
        </p:txBody>
      </p:sp>
      <p:graphicFrame>
        <p:nvGraphicFramePr>
          <p:cNvPr id="13" name="Object 12">
            <a:extLst>
              <a:ext uri="{FF2B5EF4-FFF2-40B4-BE49-F238E27FC236}">
                <a16:creationId xmlns:a16="http://schemas.microsoft.com/office/drawing/2014/main" id="{E41C4972-5310-41E3-B648-F2577B097CCC}"/>
              </a:ext>
            </a:extLst>
          </p:cNvPr>
          <p:cNvGraphicFramePr>
            <a:graphicFrameLocks noChangeAspect="1"/>
          </p:cNvGraphicFramePr>
          <p:nvPr>
            <p:extLst>
              <p:ext uri="{D42A27DB-BD31-4B8C-83A1-F6EECF244321}">
                <p14:modId xmlns:p14="http://schemas.microsoft.com/office/powerpoint/2010/main" val="39661142"/>
              </p:ext>
            </p:extLst>
          </p:nvPr>
        </p:nvGraphicFramePr>
        <p:xfrm>
          <a:off x="2910255" y="1742586"/>
          <a:ext cx="1257300" cy="363537"/>
        </p:xfrm>
        <a:graphic>
          <a:graphicData uri="http://schemas.openxmlformats.org/presentationml/2006/ole">
            <mc:AlternateContent xmlns:mc="http://schemas.openxmlformats.org/markup-compatibility/2006">
              <mc:Choice xmlns:v="urn:schemas-microsoft-com:vml" Requires="v">
                <p:oleObj name="Equation" r:id="rId2" imgW="1143000" imgH="330120" progId="Equation.DSMT4">
                  <p:embed/>
                </p:oleObj>
              </mc:Choice>
              <mc:Fallback>
                <p:oleObj name="Equation" r:id="rId2" imgW="1143000" imgH="330120" progId="Equation.DSMT4">
                  <p:embed/>
                  <p:pic>
                    <p:nvPicPr>
                      <p:cNvPr id="0" name=""/>
                      <p:cNvPicPr/>
                      <p:nvPr/>
                    </p:nvPicPr>
                    <p:blipFill>
                      <a:blip r:embed="rId3"/>
                      <a:stretch>
                        <a:fillRect/>
                      </a:stretch>
                    </p:blipFill>
                    <p:spPr>
                      <a:xfrm>
                        <a:off x="2910255" y="1742586"/>
                        <a:ext cx="1257300" cy="363537"/>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3400F846-B54F-484D-9E9A-F17A5E107B21}"/>
              </a:ext>
            </a:extLst>
          </p:cNvPr>
          <p:cNvSpPr>
            <a:spLocks noGrp="1"/>
          </p:cNvSpPr>
          <p:nvPr>
            <p:ph sz="quarter" idx="16"/>
          </p:nvPr>
        </p:nvSpPr>
        <p:spPr>
          <a:xfrm>
            <a:off x="4256221" y="1743062"/>
            <a:ext cx="2651023" cy="362584"/>
          </a:xfrm>
        </p:spPr>
        <p:txBody>
          <a:bodyPr lIns="0" tIns="0" rIns="0"/>
          <a:lstStyle/>
          <a:p>
            <a:r>
              <a:rPr lang="en-US" sz="2200" dirty="0"/>
              <a:t>20 percent pay cash</a:t>
            </a:r>
          </a:p>
        </p:txBody>
      </p:sp>
      <p:graphicFrame>
        <p:nvGraphicFramePr>
          <p:cNvPr id="14" name="Object 13">
            <a:extLst>
              <a:ext uri="{FF2B5EF4-FFF2-40B4-BE49-F238E27FC236}">
                <a16:creationId xmlns:a16="http://schemas.microsoft.com/office/drawing/2014/main" id="{7928FA60-B44E-44C7-878F-73EE4566C463}"/>
              </a:ext>
            </a:extLst>
          </p:cNvPr>
          <p:cNvGraphicFramePr>
            <a:graphicFrameLocks noChangeAspect="1"/>
          </p:cNvGraphicFramePr>
          <p:nvPr>
            <p:extLst>
              <p:ext uri="{D42A27DB-BD31-4B8C-83A1-F6EECF244321}">
                <p14:modId xmlns:p14="http://schemas.microsoft.com/office/powerpoint/2010/main" val="2204607307"/>
              </p:ext>
            </p:extLst>
          </p:nvPr>
        </p:nvGraphicFramePr>
        <p:xfrm>
          <a:off x="6864196" y="1726217"/>
          <a:ext cx="1298575" cy="363538"/>
        </p:xfrm>
        <a:graphic>
          <a:graphicData uri="http://schemas.openxmlformats.org/presentationml/2006/ole">
            <mc:AlternateContent xmlns:mc="http://schemas.openxmlformats.org/markup-compatibility/2006">
              <mc:Choice xmlns:v="urn:schemas-microsoft-com:vml" Requires="v">
                <p:oleObj name="Equation" r:id="rId4" imgW="1180800" imgH="330120" progId="Equation.DSMT4">
                  <p:embed/>
                </p:oleObj>
              </mc:Choice>
              <mc:Fallback>
                <p:oleObj name="Equation" r:id="rId4" imgW="1180800" imgH="330120" progId="Equation.DSMT4">
                  <p:embed/>
                  <p:pic>
                    <p:nvPicPr>
                      <p:cNvPr id="0" name=""/>
                      <p:cNvPicPr/>
                      <p:nvPr/>
                    </p:nvPicPr>
                    <p:blipFill>
                      <a:blip r:embed="rId5"/>
                      <a:stretch>
                        <a:fillRect/>
                      </a:stretch>
                    </p:blipFill>
                    <p:spPr>
                      <a:xfrm>
                        <a:off x="6864196" y="1726217"/>
                        <a:ext cx="1298575" cy="363538"/>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A4CC0D0F-841F-4BD1-AD51-AFB357DC0354}"/>
              </a:ext>
            </a:extLst>
          </p:cNvPr>
          <p:cNvSpPr>
            <a:spLocks noGrp="1"/>
          </p:cNvSpPr>
          <p:nvPr>
            <p:ph sz="quarter" idx="17"/>
          </p:nvPr>
        </p:nvSpPr>
        <p:spPr>
          <a:xfrm>
            <a:off x="342900" y="2185138"/>
            <a:ext cx="3774234" cy="395829"/>
          </a:xfrm>
        </p:spPr>
        <p:txBody>
          <a:bodyPr tIns="0"/>
          <a:lstStyle/>
          <a:p>
            <a:r>
              <a:rPr lang="en-US" sz="2200" dirty="0"/>
              <a:t>and 10 percent pay by check</a:t>
            </a:r>
          </a:p>
        </p:txBody>
      </p:sp>
      <p:graphicFrame>
        <p:nvGraphicFramePr>
          <p:cNvPr id="16" name="Object 15">
            <a:extLst>
              <a:ext uri="{FF2B5EF4-FFF2-40B4-BE49-F238E27FC236}">
                <a16:creationId xmlns:a16="http://schemas.microsoft.com/office/drawing/2014/main" id="{8E8C88E8-831F-4235-A182-000419C5872E}"/>
              </a:ext>
            </a:extLst>
          </p:cNvPr>
          <p:cNvGraphicFramePr>
            <a:graphicFrameLocks noChangeAspect="1"/>
          </p:cNvGraphicFramePr>
          <p:nvPr>
            <p:extLst>
              <p:ext uri="{D42A27DB-BD31-4B8C-83A1-F6EECF244321}">
                <p14:modId xmlns:p14="http://schemas.microsoft.com/office/powerpoint/2010/main" val="407424425"/>
              </p:ext>
            </p:extLst>
          </p:nvPr>
        </p:nvGraphicFramePr>
        <p:xfrm>
          <a:off x="4117134" y="2207366"/>
          <a:ext cx="1271588" cy="363538"/>
        </p:xfrm>
        <a:graphic>
          <a:graphicData uri="http://schemas.openxmlformats.org/presentationml/2006/ole">
            <mc:AlternateContent xmlns:mc="http://schemas.openxmlformats.org/markup-compatibility/2006">
              <mc:Choice xmlns:v="urn:schemas-microsoft-com:vml" Requires="v">
                <p:oleObj name="Equation" r:id="rId6" imgW="1155600" imgH="330120" progId="Equation.DSMT4">
                  <p:embed/>
                </p:oleObj>
              </mc:Choice>
              <mc:Fallback>
                <p:oleObj name="Equation" r:id="rId6" imgW="1155600" imgH="330120" progId="Equation.DSMT4">
                  <p:embed/>
                  <p:pic>
                    <p:nvPicPr>
                      <p:cNvPr id="0" name=""/>
                      <p:cNvPicPr/>
                      <p:nvPr/>
                    </p:nvPicPr>
                    <p:blipFill>
                      <a:blip r:embed="rId7"/>
                      <a:stretch>
                        <a:fillRect/>
                      </a:stretch>
                    </p:blipFill>
                    <p:spPr>
                      <a:xfrm>
                        <a:off x="4117134" y="2207366"/>
                        <a:ext cx="1271588" cy="363538"/>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F09700BF-2571-4542-9E93-44DE9FB348B0}"/>
              </a:ext>
            </a:extLst>
          </p:cNvPr>
          <p:cNvSpPr>
            <a:spLocks noGrp="1"/>
          </p:cNvSpPr>
          <p:nvPr>
            <p:ph sz="quarter" idx="18"/>
          </p:nvPr>
        </p:nvSpPr>
        <p:spPr>
          <a:xfrm>
            <a:off x="5443178" y="2187861"/>
            <a:ext cx="2651023" cy="355338"/>
          </a:xfrm>
        </p:spPr>
        <p:txBody>
          <a:bodyPr lIns="0" tIns="0"/>
          <a:lstStyle/>
          <a:p>
            <a:r>
              <a:rPr lang="en-US" sz="2200" dirty="0"/>
              <a:t>Of shoppers without</a:t>
            </a:r>
          </a:p>
        </p:txBody>
      </p:sp>
      <p:sp>
        <p:nvSpPr>
          <p:cNvPr id="9" name="Content Placeholder 8">
            <a:extLst>
              <a:ext uri="{FF2B5EF4-FFF2-40B4-BE49-F238E27FC236}">
                <a16:creationId xmlns:a16="http://schemas.microsoft.com/office/drawing/2014/main" id="{F5C5EF2D-76D4-4F60-A70D-C1D2E3D2D64F}"/>
              </a:ext>
            </a:extLst>
          </p:cNvPr>
          <p:cNvSpPr>
            <a:spLocks noGrp="1"/>
          </p:cNvSpPr>
          <p:nvPr>
            <p:ph sz="quarter" idx="19"/>
          </p:nvPr>
        </p:nvSpPr>
        <p:spPr>
          <a:xfrm>
            <a:off x="342900" y="2629323"/>
            <a:ext cx="6564344" cy="379354"/>
          </a:xfrm>
        </p:spPr>
        <p:txBody>
          <a:bodyPr tIns="0"/>
          <a:lstStyle/>
          <a:p>
            <a:r>
              <a:rPr lang="en-US" sz="2200" dirty="0"/>
              <a:t>a shopping cart, 50 percent pay by credit/debit card</a:t>
            </a:r>
          </a:p>
        </p:txBody>
      </p:sp>
      <p:graphicFrame>
        <p:nvGraphicFramePr>
          <p:cNvPr id="27" name="Object 26">
            <a:extLst>
              <a:ext uri="{FF2B5EF4-FFF2-40B4-BE49-F238E27FC236}">
                <a16:creationId xmlns:a16="http://schemas.microsoft.com/office/drawing/2014/main" id="{C3C8B355-6501-4EB9-AA63-261B9C338CD6}"/>
              </a:ext>
            </a:extLst>
          </p:cNvPr>
          <p:cNvGraphicFramePr>
            <a:graphicFrameLocks noChangeAspect="1"/>
          </p:cNvGraphicFramePr>
          <p:nvPr>
            <p:extLst>
              <p:ext uri="{D42A27DB-BD31-4B8C-83A1-F6EECF244321}">
                <p14:modId xmlns:p14="http://schemas.microsoft.com/office/powerpoint/2010/main" val="3881434545"/>
              </p:ext>
            </p:extLst>
          </p:nvPr>
        </p:nvGraphicFramePr>
        <p:xfrm>
          <a:off x="6864196" y="2618975"/>
          <a:ext cx="1381125" cy="400050"/>
        </p:xfrm>
        <a:graphic>
          <a:graphicData uri="http://schemas.openxmlformats.org/presentationml/2006/ole">
            <mc:AlternateContent xmlns:mc="http://schemas.openxmlformats.org/markup-compatibility/2006">
              <mc:Choice xmlns:v="urn:schemas-microsoft-com:vml" Requires="v">
                <p:oleObj name="Equation" r:id="rId8" imgW="1143000" imgH="330120" progId="Equation.DSMT4">
                  <p:embed/>
                </p:oleObj>
              </mc:Choice>
              <mc:Fallback>
                <p:oleObj name="Equation" r:id="rId8" imgW="1143000" imgH="330120" progId="Equation.DSMT4">
                  <p:embed/>
                  <p:pic>
                    <p:nvPicPr>
                      <p:cNvPr id="13" name="Object 12">
                        <a:extLst>
                          <a:ext uri="{FF2B5EF4-FFF2-40B4-BE49-F238E27FC236}">
                            <a16:creationId xmlns:a16="http://schemas.microsoft.com/office/drawing/2014/main" id="{E41C4972-5310-41E3-B648-F2577B097CCC}"/>
                          </a:ext>
                        </a:extLst>
                      </p:cNvPr>
                      <p:cNvPicPr/>
                      <p:nvPr/>
                    </p:nvPicPr>
                    <p:blipFill>
                      <a:blip r:embed="rId9"/>
                      <a:stretch>
                        <a:fillRect/>
                      </a:stretch>
                    </p:blipFill>
                    <p:spPr>
                      <a:xfrm>
                        <a:off x="6864196" y="2618975"/>
                        <a:ext cx="1381125" cy="400050"/>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FC283224-9465-4A6C-AAD5-142C6D5E4439}"/>
              </a:ext>
            </a:extLst>
          </p:cNvPr>
          <p:cNvSpPr>
            <a:spLocks noGrp="1"/>
          </p:cNvSpPr>
          <p:nvPr>
            <p:ph sz="quarter" idx="20"/>
          </p:nvPr>
        </p:nvSpPr>
        <p:spPr>
          <a:xfrm>
            <a:off x="342900" y="3061313"/>
            <a:ext cx="2716823" cy="389617"/>
          </a:xfrm>
        </p:spPr>
        <p:txBody>
          <a:bodyPr tIns="0"/>
          <a:lstStyle/>
          <a:p>
            <a:r>
              <a:rPr lang="en-US" sz="2200" dirty="0"/>
              <a:t>40 percent pay cash</a:t>
            </a:r>
          </a:p>
        </p:txBody>
      </p:sp>
      <p:graphicFrame>
        <p:nvGraphicFramePr>
          <p:cNvPr id="37" name="Object 36">
            <a:extLst>
              <a:ext uri="{FF2B5EF4-FFF2-40B4-BE49-F238E27FC236}">
                <a16:creationId xmlns:a16="http://schemas.microsoft.com/office/drawing/2014/main" id="{DBCE9D63-CFB8-40CB-81F9-9A77F1300E68}"/>
              </a:ext>
            </a:extLst>
          </p:cNvPr>
          <p:cNvGraphicFramePr>
            <a:graphicFrameLocks noChangeAspect="1"/>
          </p:cNvGraphicFramePr>
          <p:nvPr>
            <p:extLst>
              <p:ext uri="{D42A27DB-BD31-4B8C-83A1-F6EECF244321}">
                <p14:modId xmlns:p14="http://schemas.microsoft.com/office/powerpoint/2010/main" val="295245097"/>
              </p:ext>
            </p:extLst>
          </p:nvPr>
        </p:nvGraphicFramePr>
        <p:xfrm>
          <a:off x="3034605" y="3036718"/>
          <a:ext cx="1427163" cy="400050"/>
        </p:xfrm>
        <a:graphic>
          <a:graphicData uri="http://schemas.openxmlformats.org/presentationml/2006/ole">
            <mc:AlternateContent xmlns:mc="http://schemas.openxmlformats.org/markup-compatibility/2006">
              <mc:Choice xmlns:v="urn:schemas-microsoft-com:vml" Requires="v">
                <p:oleObj name="Equation" r:id="rId10" imgW="1180800" imgH="330120" progId="Equation.DSMT4">
                  <p:embed/>
                </p:oleObj>
              </mc:Choice>
              <mc:Fallback>
                <p:oleObj name="Equation" r:id="rId10" imgW="1180800" imgH="330120" progId="Equation.DSMT4">
                  <p:embed/>
                  <p:pic>
                    <p:nvPicPr>
                      <p:cNvPr id="14" name="Object 13">
                        <a:extLst>
                          <a:ext uri="{FF2B5EF4-FFF2-40B4-BE49-F238E27FC236}">
                            <a16:creationId xmlns:a16="http://schemas.microsoft.com/office/drawing/2014/main" id="{7928FA60-B44E-44C7-878F-73EE4566C463}"/>
                          </a:ext>
                        </a:extLst>
                      </p:cNvPr>
                      <p:cNvPicPr/>
                      <p:nvPr/>
                    </p:nvPicPr>
                    <p:blipFill>
                      <a:blip r:embed="rId11"/>
                      <a:stretch>
                        <a:fillRect/>
                      </a:stretch>
                    </p:blipFill>
                    <p:spPr>
                      <a:xfrm>
                        <a:off x="3034605" y="3036718"/>
                        <a:ext cx="1427163" cy="400050"/>
                      </a:xfrm>
                      <a:prstGeom prst="rect">
                        <a:avLst/>
                      </a:prstGeom>
                    </p:spPr>
                  </p:pic>
                </p:oleObj>
              </mc:Fallback>
            </mc:AlternateContent>
          </a:graphicData>
        </a:graphic>
      </p:graphicFrame>
      <p:sp>
        <p:nvSpPr>
          <p:cNvPr id="11" name="Content Placeholder 10">
            <a:extLst>
              <a:ext uri="{FF2B5EF4-FFF2-40B4-BE49-F238E27FC236}">
                <a16:creationId xmlns:a16="http://schemas.microsoft.com/office/drawing/2014/main" id="{14F795AB-CCEE-4DBC-B2DF-284E393C4B64}"/>
              </a:ext>
            </a:extLst>
          </p:cNvPr>
          <p:cNvSpPr>
            <a:spLocks noGrp="1"/>
          </p:cNvSpPr>
          <p:nvPr>
            <p:ph sz="quarter" idx="21"/>
          </p:nvPr>
        </p:nvSpPr>
        <p:spPr>
          <a:xfrm>
            <a:off x="4517664" y="3047470"/>
            <a:ext cx="3727657" cy="368708"/>
          </a:xfrm>
        </p:spPr>
        <p:txBody>
          <a:bodyPr lIns="0" tIns="0" rIns="0"/>
          <a:lstStyle/>
          <a:p>
            <a:r>
              <a:rPr lang="en-US" sz="2200" dirty="0"/>
              <a:t>and 10 percent pay by check</a:t>
            </a:r>
          </a:p>
        </p:txBody>
      </p:sp>
      <p:graphicFrame>
        <p:nvGraphicFramePr>
          <p:cNvPr id="38" name="Object 37">
            <a:extLst>
              <a:ext uri="{FF2B5EF4-FFF2-40B4-BE49-F238E27FC236}">
                <a16:creationId xmlns:a16="http://schemas.microsoft.com/office/drawing/2014/main" id="{5AD92F26-0479-4A8F-9231-B883A7E1E208}"/>
              </a:ext>
            </a:extLst>
          </p:cNvPr>
          <p:cNvGraphicFramePr>
            <a:graphicFrameLocks noChangeAspect="1"/>
          </p:cNvGraphicFramePr>
          <p:nvPr>
            <p:extLst>
              <p:ext uri="{D42A27DB-BD31-4B8C-83A1-F6EECF244321}">
                <p14:modId xmlns:p14="http://schemas.microsoft.com/office/powerpoint/2010/main" val="3281643761"/>
              </p:ext>
            </p:extLst>
          </p:nvPr>
        </p:nvGraphicFramePr>
        <p:xfrm>
          <a:off x="417797" y="3477529"/>
          <a:ext cx="1401762" cy="400050"/>
        </p:xfrm>
        <a:graphic>
          <a:graphicData uri="http://schemas.openxmlformats.org/presentationml/2006/ole">
            <mc:AlternateContent xmlns:mc="http://schemas.openxmlformats.org/markup-compatibility/2006">
              <mc:Choice xmlns:v="urn:schemas-microsoft-com:vml" Requires="v">
                <p:oleObj name="Equation" r:id="rId12" imgW="1155600" imgH="330120" progId="Equation.DSMT4">
                  <p:embed/>
                </p:oleObj>
              </mc:Choice>
              <mc:Fallback>
                <p:oleObj name="Equation" r:id="rId12" imgW="1155600" imgH="330120" progId="Equation.DSMT4">
                  <p:embed/>
                  <p:pic>
                    <p:nvPicPr>
                      <p:cNvPr id="0" name=""/>
                      <p:cNvPicPr/>
                      <p:nvPr/>
                    </p:nvPicPr>
                    <p:blipFill>
                      <a:blip r:embed="rId13"/>
                      <a:stretch>
                        <a:fillRect/>
                      </a:stretch>
                    </p:blipFill>
                    <p:spPr>
                      <a:xfrm>
                        <a:off x="417797" y="3477529"/>
                        <a:ext cx="1401762" cy="400050"/>
                      </a:xfrm>
                      <a:prstGeom prst="rect">
                        <a:avLst/>
                      </a:prstGeom>
                    </p:spPr>
                  </p:pic>
                </p:oleObj>
              </mc:Fallback>
            </mc:AlternateContent>
          </a:graphicData>
        </a:graphic>
      </p:graphicFrame>
      <p:sp>
        <p:nvSpPr>
          <p:cNvPr id="32" name="Content Placeholder 31">
            <a:extLst>
              <a:ext uri="{FF2B5EF4-FFF2-40B4-BE49-F238E27FC236}">
                <a16:creationId xmlns:a16="http://schemas.microsoft.com/office/drawing/2014/main" id="{2318DA93-D07D-4834-892F-F9CDD5264765}"/>
              </a:ext>
            </a:extLst>
          </p:cNvPr>
          <p:cNvSpPr>
            <a:spLocks noGrp="1"/>
          </p:cNvSpPr>
          <p:nvPr>
            <p:ph sz="quarter" idx="23"/>
          </p:nvPr>
        </p:nvSpPr>
        <p:spPr>
          <a:xfrm>
            <a:off x="1845142" y="3498395"/>
            <a:ext cx="6333861" cy="379355"/>
          </a:xfrm>
        </p:spPr>
        <p:txBody>
          <a:bodyPr lIns="0" tIns="0" rIns="0" bIns="0"/>
          <a:lstStyle/>
          <a:p>
            <a:r>
              <a:rPr lang="en-US" sz="2200" dirty="0"/>
              <a:t>On Saturday morning, 80 percent of the shoppers</a:t>
            </a:r>
          </a:p>
        </p:txBody>
      </p:sp>
      <p:sp>
        <p:nvSpPr>
          <p:cNvPr id="40" name="Content Placeholder 39">
            <a:extLst>
              <a:ext uri="{FF2B5EF4-FFF2-40B4-BE49-F238E27FC236}">
                <a16:creationId xmlns:a16="http://schemas.microsoft.com/office/drawing/2014/main" id="{89B5E48B-DFC2-4D5F-9068-13CFF4C28A30}"/>
              </a:ext>
            </a:extLst>
          </p:cNvPr>
          <p:cNvSpPr>
            <a:spLocks noGrp="1"/>
          </p:cNvSpPr>
          <p:nvPr>
            <p:ph sz="quarter" idx="24"/>
          </p:nvPr>
        </p:nvSpPr>
        <p:spPr>
          <a:xfrm>
            <a:off x="357376" y="3955254"/>
            <a:ext cx="2716823" cy="383455"/>
          </a:xfrm>
        </p:spPr>
        <p:txBody>
          <a:bodyPr tIns="0"/>
          <a:lstStyle/>
          <a:p>
            <a:r>
              <a:rPr lang="en-US" sz="2200" dirty="0"/>
              <a:t>take a shopping cart</a:t>
            </a:r>
          </a:p>
        </p:txBody>
      </p:sp>
      <p:graphicFrame>
        <p:nvGraphicFramePr>
          <p:cNvPr id="48" name="Object 47">
            <a:extLst>
              <a:ext uri="{FF2B5EF4-FFF2-40B4-BE49-F238E27FC236}">
                <a16:creationId xmlns:a16="http://schemas.microsoft.com/office/drawing/2014/main" id="{DC692B4A-62B4-45FE-8AF3-07A1F722D0E6}"/>
              </a:ext>
            </a:extLst>
          </p:cNvPr>
          <p:cNvGraphicFramePr>
            <a:graphicFrameLocks noChangeAspect="1"/>
          </p:cNvGraphicFramePr>
          <p:nvPr>
            <p:extLst>
              <p:ext uri="{D42A27DB-BD31-4B8C-83A1-F6EECF244321}">
                <p14:modId xmlns:p14="http://schemas.microsoft.com/office/powerpoint/2010/main" val="849572264"/>
              </p:ext>
            </p:extLst>
          </p:nvPr>
        </p:nvGraphicFramePr>
        <p:xfrm>
          <a:off x="3039031" y="3957275"/>
          <a:ext cx="1279525" cy="400050"/>
        </p:xfrm>
        <a:graphic>
          <a:graphicData uri="http://schemas.openxmlformats.org/presentationml/2006/ole">
            <mc:AlternateContent xmlns:mc="http://schemas.openxmlformats.org/markup-compatibility/2006">
              <mc:Choice xmlns:v="urn:schemas-microsoft-com:vml" Requires="v">
                <p:oleObj name="Equation" r:id="rId14" imgW="1054080" imgH="330120" progId="Equation.DSMT4">
                  <p:embed/>
                </p:oleObj>
              </mc:Choice>
              <mc:Fallback>
                <p:oleObj name="Equation" r:id="rId14" imgW="1054080" imgH="330120" progId="Equation.DSMT4">
                  <p:embed/>
                  <p:pic>
                    <p:nvPicPr>
                      <p:cNvPr id="0" name=""/>
                      <p:cNvPicPr/>
                      <p:nvPr/>
                    </p:nvPicPr>
                    <p:blipFill>
                      <a:blip r:embed="rId15"/>
                      <a:stretch>
                        <a:fillRect/>
                      </a:stretch>
                    </p:blipFill>
                    <p:spPr>
                      <a:xfrm>
                        <a:off x="3039031" y="3957275"/>
                        <a:ext cx="1279525" cy="400050"/>
                      </a:xfrm>
                      <a:prstGeom prst="rect">
                        <a:avLst/>
                      </a:prstGeom>
                    </p:spPr>
                  </p:pic>
                </p:oleObj>
              </mc:Fallback>
            </mc:AlternateContent>
          </a:graphicData>
        </a:graphic>
      </p:graphicFrame>
      <p:sp>
        <p:nvSpPr>
          <p:cNvPr id="41" name="Content Placeholder 40">
            <a:extLst>
              <a:ext uri="{FF2B5EF4-FFF2-40B4-BE49-F238E27FC236}">
                <a16:creationId xmlns:a16="http://schemas.microsoft.com/office/drawing/2014/main" id="{E01D1917-224D-43B3-B081-B3C2631287FD}"/>
              </a:ext>
            </a:extLst>
          </p:cNvPr>
          <p:cNvSpPr>
            <a:spLocks noGrp="1"/>
          </p:cNvSpPr>
          <p:nvPr>
            <p:ph sz="quarter" idx="25"/>
          </p:nvPr>
        </p:nvSpPr>
        <p:spPr>
          <a:xfrm>
            <a:off x="4345243" y="3964842"/>
            <a:ext cx="2811695" cy="378841"/>
          </a:xfrm>
        </p:spPr>
        <p:txBody>
          <a:bodyPr lIns="0" tIns="0" rIns="0" bIns="0"/>
          <a:lstStyle/>
          <a:p>
            <a:r>
              <a:rPr lang="en-US" sz="2200" dirty="0"/>
              <a:t>and 20 percent do not</a:t>
            </a:r>
          </a:p>
        </p:txBody>
      </p:sp>
      <p:graphicFrame>
        <p:nvGraphicFramePr>
          <p:cNvPr id="49" name="Object 48">
            <a:extLst>
              <a:ext uri="{FF2B5EF4-FFF2-40B4-BE49-F238E27FC236}">
                <a16:creationId xmlns:a16="http://schemas.microsoft.com/office/drawing/2014/main" id="{35AEBEC0-C714-430F-8BDE-8FE912364043}"/>
              </a:ext>
            </a:extLst>
          </p:cNvPr>
          <p:cNvGraphicFramePr>
            <a:graphicFrameLocks noChangeAspect="1"/>
          </p:cNvGraphicFramePr>
          <p:nvPr>
            <p:extLst>
              <p:ext uri="{D42A27DB-BD31-4B8C-83A1-F6EECF244321}">
                <p14:modId xmlns:p14="http://schemas.microsoft.com/office/powerpoint/2010/main" val="3695482308"/>
              </p:ext>
            </p:extLst>
          </p:nvPr>
        </p:nvGraphicFramePr>
        <p:xfrm>
          <a:off x="7156938" y="3971699"/>
          <a:ext cx="1249362" cy="365125"/>
        </p:xfrm>
        <a:graphic>
          <a:graphicData uri="http://schemas.openxmlformats.org/presentationml/2006/ole">
            <mc:AlternateContent xmlns:mc="http://schemas.openxmlformats.org/markup-compatibility/2006">
              <mc:Choice xmlns:v="urn:schemas-microsoft-com:vml" Requires="v">
                <p:oleObj name="Equation" r:id="rId16" imgW="1130040" imgH="330120" progId="Equation.DSMT4">
                  <p:embed/>
                </p:oleObj>
              </mc:Choice>
              <mc:Fallback>
                <p:oleObj name="Equation" r:id="rId16" imgW="1130040" imgH="330120" progId="Equation.DSMT4">
                  <p:embed/>
                  <p:pic>
                    <p:nvPicPr>
                      <p:cNvPr id="0" name=""/>
                      <p:cNvPicPr/>
                      <p:nvPr/>
                    </p:nvPicPr>
                    <p:blipFill>
                      <a:blip r:embed="rId17"/>
                      <a:stretch>
                        <a:fillRect/>
                      </a:stretch>
                    </p:blipFill>
                    <p:spPr>
                      <a:xfrm>
                        <a:off x="7156938" y="3971699"/>
                        <a:ext cx="1249362" cy="365125"/>
                      </a:xfrm>
                      <a:prstGeom prst="rect">
                        <a:avLst/>
                      </a:prstGeom>
                    </p:spPr>
                  </p:pic>
                </p:oleObj>
              </mc:Fallback>
            </mc:AlternateContent>
          </a:graphicData>
        </a:graphic>
      </p:graphicFrame>
      <p:sp>
        <p:nvSpPr>
          <p:cNvPr id="42" name="Content Placeholder 41">
            <a:extLst>
              <a:ext uri="{FF2B5EF4-FFF2-40B4-BE49-F238E27FC236}">
                <a16:creationId xmlns:a16="http://schemas.microsoft.com/office/drawing/2014/main" id="{C78D3CC8-BF25-4547-92AA-D85F5EE732CC}"/>
              </a:ext>
            </a:extLst>
          </p:cNvPr>
          <p:cNvSpPr>
            <a:spLocks noGrp="1"/>
          </p:cNvSpPr>
          <p:nvPr>
            <p:ph sz="quarter" idx="26"/>
          </p:nvPr>
        </p:nvSpPr>
        <p:spPr>
          <a:xfrm>
            <a:off x="342901" y="4604669"/>
            <a:ext cx="5294672" cy="418215"/>
          </a:xfrm>
        </p:spPr>
        <p:txBody>
          <a:bodyPr/>
          <a:lstStyle/>
          <a:p>
            <a:r>
              <a:rPr lang="en-US" sz="2200" dirty="0"/>
              <a:t>(a) Sketch a tree based on these data.</a:t>
            </a:r>
          </a:p>
        </p:txBody>
      </p:sp>
      <p:sp>
        <p:nvSpPr>
          <p:cNvPr id="43" name="Content Placeholder 42">
            <a:extLst>
              <a:ext uri="{FF2B5EF4-FFF2-40B4-BE49-F238E27FC236}">
                <a16:creationId xmlns:a16="http://schemas.microsoft.com/office/drawing/2014/main" id="{0826A9EC-BE9E-488A-A020-8119E5ECA736}"/>
              </a:ext>
            </a:extLst>
          </p:cNvPr>
          <p:cNvSpPr>
            <a:spLocks noGrp="1"/>
          </p:cNvSpPr>
          <p:nvPr>
            <p:ph sz="quarter" idx="27"/>
          </p:nvPr>
        </p:nvSpPr>
        <p:spPr>
          <a:xfrm>
            <a:off x="342901" y="5089449"/>
            <a:ext cx="8410574" cy="375888"/>
          </a:xfrm>
        </p:spPr>
        <p:txBody>
          <a:bodyPr tIns="0"/>
          <a:lstStyle/>
          <a:p>
            <a:r>
              <a:rPr lang="en-US" sz="2200" dirty="0"/>
              <a:t>(b) Calculate the probability of all joint probabilities (for example</a:t>
            </a:r>
          </a:p>
        </p:txBody>
      </p:sp>
      <p:graphicFrame>
        <p:nvGraphicFramePr>
          <p:cNvPr id="50" name="Object 49">
            <a:extLst>
              <a:ext uri="{FF2B5EF4-FFF2-40B4-BE49-F238E27FC236}">
                <a16:creationId xmlns:a16="http://schemas.microsoft.com/office/drawing/2014/main" id="{5792EC7C-D5DA-421E-A1CC-9229A3597CFF}"/>
              </a:ext>
            </a:extLst>
          </p:cNvPr>
          <p:cNvGraphicFramePr>
            <a:graphicFrameLocks noChangeAspect="1"/>
          </p:cNvGraphicFramePr>
          <p:nvPr>
            <p:extLst>
              <p:ext uri="{D42A27DB-BD31-4B8C-83A1-F6EECF244321}">
                <p14:modId xmlns:p14="http://schemas.microsoft.com/office/powerpoint/2010/main" val="4125846798"/>
              </p:ext>
            </p:extLst>
          </p:nvPr>
        </p:nvGraphicFramePr>
        <p:xfrm>
          <a:off x="829937" y="5512157"/>
          <a:ext cx="1003916" cy="357558"/>
        </p:xfrm>
        <a:graphic>
          <a:graphicData uri="http://schemas.openxmlformats.org/presentationml/2006/ole">
            <mc:AlternateContent xmlns:mc="http://schemas.openxmlformats.org/markup-compatibility/2006">
              <mc:Choice xmlns:v="urn:schemas-microsoft-com:vml" Requires="v">
                <p:oleObj name="Equation" r:id="rId18" imgW="927000" imgH="330120" progId="Equation.DSMT4">
                  <p:embed/>
                </p:oleObj>
              </mc:Choice>
              <mc:Fallback>
                <p:oleObj name="Equation" r:id="rId18" imgW="927000" imgH="330120" progId="Equation.DSMT4">
                  <p:embed/>
                  <p:pic>
                    <p:nvPicPr>
                      <p:cNvPr id="0" name=""/>
                      <p:cNvPicPr/>
                      <p:nvPr/>
                    </p:nvPicPr>
                    <p:blipFill>
                      <a:blip r:embed="rId19"/>
                      <a:stretch>
                        <a:fillRect/>
                      </a:stretch>
                    </p:blipFill>
                    <p:spPr>
                      <a:xfrm>
                        <a:off x="829937" y="5512157"/>
                        <a:ext cx="1003916" cy="357558"/>
                      </a:xfrm>
                      <a:prstGeom prst="rect">
                        <a:avLst/>
                      </a:prstGeom>
                    </p:spPr>
                  </p:pic>
                </p:oleObj>
              </mc:Fallback>
            </mc:AlternateContent>
          </a:graphicData>
        </a:graphic>
      </p:graphicFrame>
      <p:sp>
        <p:nvSpPr>
          <p:cNvPr id="44" name="Content Placeholder 43">
            <a:extLst>
              <a:ext uri="{FF2B5EF4-FFF2-40B4-BE49-F238E27FC236}">
                <a16:creationId xmlns:a16="http://schemas.microsoft.com/office/drawing/2014/main" id="{FE70F329-1540-46EF-BEBF-9790FC957997}"/>
              </a:ext>
            </a:extLst>
          </p:cNvPr>
          <p:cNvSpPr>
            <a:spLocks noGrp="1"/>
          </p:cNvSpPr>
          <p:nvPr>
            <p:ph sz="quarter" idx="28"/>
          </p:nvPr>
        </p:nvSpPr>
        <p:spPr>
          <a:xfrm>
            <a:off x="342900" y="5937059"/>
            <a:ext cx="8135637" cy="388320"/>
          </a:xfrm>
        </p:spPr>
        <p:txBody>
          <a:bodyPr tIns="0"/>
          <a:lstStyle/>
          <a:p>
            <a:r>
              <a:rPr lang="en-US" sz="2200" dirty="0"/>
              <a:t>(c) Verify that the joint probabilities sum to 1.</a:t>
            </a:r>
          </a:p>
        </p:txBody>
      </p:sp>
      <p:sp>
        <p:nvSpPr>
          <p:cNvPr id="17" name="Slide Number Placeholder 16">
            <a:extLst>
              <a:ext uri="{FF2B5EF4-FFF2-40B4-BE49-F238E27FC236}">
                <a16:creationId xmlns:a16="http://schemas.microsoft.com/office/drawing/2014/main" id="{7FC6CFA4-6782-40BB-B2D5-A371B4A0980A}"/>
              </a:ext>
            </a:extLst>
          </p:cNvPr>
          <p:cNvSpPr>
            <a:spLocks noGrp="1"/>
          </p:cNvSpPr>
          <p:nvPr>
            <p:ph type="sldNum" sz="quarter" idx="10"/>
          </p:nvPr>
        </p:nvSpPr>
        <p:spPr/>
        <p:txBody>
          <a:bodyPr/>
          <a:lstStyle/>
          <a:p>
            <a:fld id="{68151E55-6873-49E2-B8D5-2F265E6F1973}" type="slidenum">
              <a:rPr lang="en-US" smtClean="0"/>
              <a:t>64</a:t>
            </a:fld>
            <a:endParaRPr lang="en-US"/>
          </a:p>
        </p:txBody>
      </p:sp>
    </p:spTree>
    <p:extLst>
      <p:ext uri="{BB962C8B-B14F-4D97-AF65-F5344CB8AC3E}">
        <p14:creationId xmlns:p14="http://schemas.microsoft.com/office/powerpoint/2010/main" val="33594976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IN" sz="3600" dirty="0"/>
              <a:t>Question 49</a:t>
            </a:r>
            <a:endParaRPr lang="en-IN" sz="3600" b="0" dirty="0"/>
          </a:p>
        </p:txBody>
      </p:sp>
      <p:sp>
        <p:nvSpPr>
          <p:cNvPr id="3" name="Content Placeholder 2"/>
          <p:cNvSpPr>
            <a:spLocks noGrp="1"/>
          </p:cNvSpPr>
          <p:nvPr>
            <p:ph sz="quarter" idx="11"/>
          </p:nvPr>
        </p:nvSpPr>
        <p:spPr>
          <a:xfrm>
            <a:off x="8610108" y="55330"/>
            <a:ext cx="487680" cy="1788710"/>
          </a:xfrm>
        </p:spPr>
        <p:txBody>
          <a:bodyPr vert="vert" rIns="0"/>
          <a:lstStyle/>
          <a:p>
            <a:pPr marL="1025525" indent="-1025525"/>
            <a:r>
              <a:rPr lang="en-US" b="1" dirty="0"/>
              <a:t>L</a:t>
            </a:r>
            <a:r>
              <a:rPr lang="en-US" sz="100" b="1" dirty="0"/>
              <a:t> </a:t>
            </a:r>
            <a:r>
              <a:rPr lang="en-US" b="1" dirty="0"/>
              <a:t>O 5.8</a:t>
            </a:r>
            <a:endParaRPr lang="en-IN" b="1" dirty="0"/>
          </a:p>
        </p:txBody>
      </p:sp>
      <p:sp>
        <p:nvSpPr>
          <p:cNvPr id="4" name="Content Placeholder 3"/>
          <p:cNvSpPr>
            <a:spLocks noGrp="1"/>
          </p:cNvSpPr>
          <p:nvPr>
            <p:ph sz="quarter" idx="14"/>
          </p:nvPr>
        </p:nvSpPr>
        <p:spPr>
          <a:xfrm>
            <a:off x="342900" y="1278014"/>
            <a:ext cx="8136082" cy="5034295"/>
          </a:xfrm>
        </p:spPr>
        <p:txBody>
          <a:bodyPr/>
          <a:lstStyle/>
          <a:p>
            <a:r>
              <a:rPr lang="en-IN" dirty="0"/>
              <a:t>A drug test for athletes has a 5 percent false positive rate and a 10 percent false negative rate. Of the athletes tested, 4 percent have actually been using the prohibited drug. If an athlete tests positive, what is the probability that the athlete has actually been using the prohibited drug? Explain your reasoning clearly.</a:t>
            </a:r>
          </a:p>
        </p:txBody>
      </p:sp>
      <p:sp>
        <p:nvSpPr>
          <p:cNvPr id="10" name="Slide Number Placeholder 9"/>
          <p:cNvSpPr>
            <a:spLocks noGrp="1"/>
          </p:cNvSpPr>
          <p:nvPr>
            <p:ph type="sldNum" sz="quarter" idx="10"/>
          </p:nvPr>
        </p:nvSpPr>
        <p:spPr/>
        <p:txBody>
          <a:bodyPr/>
          <a:lstStyle/>
          <a:p>
            <a:fld id="{68151E55-6873-49E2-B8D5-2F265E6F1973}" type="slidenum">
              <a:rPr lang="en-US" smtClean="0"/>
              <a:t>65</a:t>
            </a:fld>
            <a:endParaRPr lang="en-US" dirty="0"/>
          </a:p>
        </p:txBody>
      </p:sp>
    </p:spTree>
    <p:extLst>
      <p:ext uri="{BB962C8B-B14F-4D97-AF65-F5344CB8AC3E}">
        <p14:creationId xmlns:p14="http://schemas.microsoft.com/office/powerpoint/2010/main" val="6992680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IN" sz="3600" dirty="0"/>
              <a:t>Question 64</a:t>
            </a:r>
            <a:endParaRPr lang="en-IN" sz="3600" b="0" dirty="0"/>
          </a:p>
        </p:txBody>
      </p:sp>
      <p:sp>
        <p:nvSpPr>
          <p:cNvPr id="3" name="Content Placeholder 2"/>
          <p:cNvSpPr>
            <a:spLocks noGrp="1"/>
          </p:cNvSpPr>
          <p:nvPr>
            <p:ph sz="quarter" idx="11"/>
          </p:nvPr>
        </p:nvSpPr>
        <p:spPr>
          <a:xfrm>
            <a:off x="8610600" y="55330"/>
            <a:ext cx="487680" cy="1788710"/>
          </a:xfrm>
        </p:spPr>
        <p:txBody>
          <a:bodyPr vert="vert" rIns="0"/>
          <a:lstStyle/>
          <a:p>
            <a:pPr marL="1025525" indent="-1025525"/>
            <a:r>
              <a:rPr lang="en-US" sz="2800" b="1" dirty="0"/>
              <a:t>L</a:t>
            </a:r>
            <a:r>
              <a:rPr lang="en-US" sz="100" b="1" dirty="0"/>
              <a:t> </a:t>
            </a:r>
            <a:r>
              <a:rPr lang="en-US" sz="2800" b="1" dirty="0"/>
              <a:t>O 5.9</a:t>
            </a:r>
            <a:endParaRPr lang="en-IN" sz="2800" b="1" dirty="0"/>
          </a:p>
        </p:txBody>
      </p:sp>
      <p:sp>
        <p:nvSpPr>
          <p:cNvPr id="4" name="Content Placeholder 3"/>
          <p:cNvSpPr>
            <a:spLocks noGrp="1"/>
          </p:cNvSpPr>
          <p:nvPr>
            <p:ph sz="quarter" idx="14"/>
          </p:nvPr>
        </p:nvSpPr>
        <p:spPr>
          <a:xfrm>
            <a:off x="342900" y="1278014"/>
            <a:ext cx="8136082" cy="5034295"/>
          </a:xfrm>
        </p:spPr>
        <p:txBody>
          <a:bodyPr/>
          <a:lstStyle/>
          <a:p>
            <a:r>
              <a:rPr lang="en-US" dirty="0"/>
              <a:t>A real estate office has 10 sales agents. Each of four new customers must be assigned an agent.</a:t>
            </a:r>
          </a:p>
          <a:p>
            <a:pPr marL="457200" indent="-457200"/>
            <a:r>
              <a:rPr lang="en-US" dirty="0"/>
              <a:t>(a) Find the number of agent arrangements where order </a:t>
            </a:r>
            <a:r>
              <a:rPr lang="en-US" i="1" dirty="0"/>
              <a:t>is </a:t>
            </a:r>
            <a:r>
              <a:rPr lang="en-US" dirty="0"/>
              <a:t>important.</a:t>
            </a:r>
          </a:p>
          <a:p>
            <a:pPr marL="457200" indent="-457200"/>
            <a:r>
              <a:rPr lang="en-US" dirty="0"/>
              <a:t>(b) Find the number of agent arrangements where order is </a:t>
            </a:r>
            <a:r>
              <a:rPr lang="en-US" i="1" dirty="0"/>
              <a:t>not </a:t>
            </a:r>
            <a:r>
              <a:rPr lang="en-US" dirty="0"/>
              <a:t>important.</a:t>
            </a:r>
          </a:p>
          <a:p>
            <a:pPr marL="457200" indent="-457200"/>
            <a:r>
              <a:rPr lang="en-US" dirty="0"/>
              <a:t>(c) Why is the number of combinations smaller than the number of permutations?</a:t>
            </a:r>
          </a:p>
        </p:txBody>
      </p:sp>
      <p:sp>
        <p:nvSpPr>
          <p:cNvPr id="10" name="Slide Number Placeholder 9"/>
          <p:cNvSpPr>
            <a:spLocks noGrp="1"/>
          </p:cNvSpPr>
          <p:nvPr>
            <p:ph type="sldNum" sz="quarter" idx="10"/>
          </p:nvPr>
        </p:nvSpPr>
        <p:spPr/>
        <p:txBody>
          <a:bodyPr/>
          <a:lstStyle/>
          <a:p>
            <a:fld id="{68151E55-6873-49E2-B8D5-2F265E6F1973}" type="slidenum">
              <a:rPr lang="en-US" smtClean="0"/>
              <a:t>66</a:t>
            </a:fld>
            <a:endParaRPr lang="en-US" dirty="0"/>
          </a:p>
        </p:txBody>
      </p:sp>
    </p:spTree>
    <p:extLst>
      <p:ext uri="{BB962C8B-B14F-4D97-AF65-F5344CB8AC3E}">
        <p14:creationId xmlns:p14="http://schemas.microsoft.com/office/powerpoint/2010/main" val="21462209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2813770"/>
            <a:ext cx="8458200" cy="798110"/>
          </a:xfrm>
        </p:spPr>
        <p:txBody>
          <a:bodyPr>
            <a:normAutofit/>
          </a:bodyPr>
          <a:lstStyle/>
          <a:p>
            <a:r>
              <a:rPr lang="en-IN" dirty="0"/>
              <a:t>Chapter 5: Analytics in Action</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4"/>
          </p:nvPr>
        </p:nvSpPr>
        <p:spPr/>
        <p:txBody>
          <a:bodyPr/>
          <a:lstStyle/>
          <a:p>
            <a:fld id="{68151E55-6873-49E2-B8D5-2F265E6F1973}" type="slidenum">
              <a:rPr lang="en-US" smtClean="0"/>
              <a:pPr/>
              <a:t>67</a:t>
            </a:fld>
            <a:endParaRPr lang="en-US" dirty="0"/>
          </a:p>
        </p:txBody>
      </p:sp>
    </p:spTree>
    <p:extLst>
      <p:ext uri="{BB962C8B-B14F-4D97-AF65-F5344CB8AC3E}">
        <p14:creationId xmlns:p14="http://schemas.microsoft.com/office/powerpoint/2010/main" val="310365381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50068-1ED7-4B3C-9A9D-8DE6434BA50C}"/>
              </a:ext>
            </a:extLst>
          </p:cNvPr>
          <p:cNvSpPr>
            <a:spLocks noGrp="1"/>
          </p:cNvSpPr>
          <p:nvPr>
            <p:ph type="title"/>
          </p:nvPr>
        </p:nvSpPr>
        <p:spPr/>
        <p:txBody>
          <a:bodyPr>
            <a:normAutofit/>
          </a:bodyPr>
          <a:lstStyle/>
          <a:p>
            <a:r>
              <a:rPr lang="en-US" dirty="0"/>
              <a:t>Analytics in Action </a:t>
            </a:r>
            <a:r>
              <a:rPr lang="en-US" sz="1000" b="0" dirty="0"/>
              <a:t>1</a:t>
            </a:r>
          </a:p>
        </p:txBody>
      </p:sp>
      <p:sp>
        <p:nvSpPr>
          <p:cNvPr id="3" name="Content Placeholder 2">
            <a:extLst>
              <a:ext uri="{FF2B5EF4-FFF2-40B4-BE49-F238E27FC236}">
                <a16:creationId xmlns:a16="http://schemas.microsoft.com/office/drawing/2014/main" id="{1874E877-BF41-4B55-84E8-AAA3327545FD}"/>
              </a:ext>
            </a:extLst>
          </p:cNvPr>
          <p:cNvSpPr>
            <a:spLocks noGrp="1"/>
          </p:cNvSpPr>
          <p:nvPr>
            <p:ph sz="quarter" idx="11"/>
          </p:nvPr>
        </p:nvSpPr>
        <p:spPr/>
        <p:txBody>
          <a:bodyPr/>
          <a:lstStyle/>
          <a:p>
            <a:r>
              <a:rPr lang="en-US" sz="2200" b="1" dirty="0"/>
              <a:t>Climate Change:</a:t>
            </a:r>
          </a:p>
          <a:p>
            <a:r>
              <a:rPr lang="en-IN" sz="2200" dirty="0"/>
              <a:t>How can local governments, financial institutions, and businesses assess risks of climate change? Heat, rainfall, and flooding impact crop yields, costs of air-conditioning, construction plans, and even business location. Climate risks can affect credit ratings (for example, Moody's) when firms or governments seek to borrow for growth or capital improvements. Analytics firms (for example, </a:t>
            </a:r>
            <a:r>
              <a:rPr lang="en-IN" sz="2200" dirty="0">
                <a:hlinkClick r:id="rId2"/>
              </a:rPr>
              <a:t>427mt.com</a:t>
            </a:r>
            <a:r>
              <a:rPr lang="en-IN" sz="2200" dirty="0"/>
              <a:t> and </a:t>
            </a:r>
            <a:r>
              <a:rPr lang="en-IN" sz="2200" dirty="0">
                <a:hlinkClick r:id="rId3" action="ppaction://hlinkfile"/>
              </a:rPr>
              <a:t>jupiterintel.com</a:t>
            </a:r>
            <a:r>
              <a:rPr lang="en-IN" sz="2200" dirty="0"/>
              <a:t>) are springing up to offer climate intelligence services for clients such as governments, pension funds, and banks. Some individual firms are beginning to train their in-house staff to improve forecasts of impacts of climate change. These tech start-ups seek to encourage data-driven preparation for climate change. (See </a:t>
            </a:r>
            <a:r>
              <a:rPr lang="en-IN" sz="2200" i="1" dirty="0"/>
              <a:t>The Economist</a:t>
            </a:r>
            <a:r>
              <a:rPr lang="en-IN" sz="2200" dirty="0"/>
              <a:t> 433, no. 9170 (November 23, 2019), pp. 68 to 69.)</a:t>
            </a:r>
          </a:p>
        </p:txBody>
      </p:sp>
      <p:sp>
        <p:nvSpPr>
          <p:cNvPr id="6" name="Slide Number Placeholder 5">
            <a:extLst>
              <a:ext uri="{FF2B5EF4-FFF2-40B4-BE49-F238E27FC236}">
                <a16:creationId xmlns:a16="http://schemas.microsoft.com/office/drawing/2014/main" id="{621352CC-DA58-4B81-A08C-3EFF97368658}"/>
              </a:ext>
            </a:extLst>
          </p:cNvPr>
          <p:cNvSpPr>
            <a:spLocks noGrp="1"/>
          </p:cNvSpPr>
          <p:nvPr>
            <p:ph type="sldNum" sz="quarter" idx="4"/>
          </p:nvPr>
        </p:nvSpPr>
        <p:spPr/>
        <p:txBody>
          <a:bodyPr/>
          <a:lstStyle/>
          <a:p>
            <a:fld id="{68151E55-6873-49E2-B8D5-2F265E6F1973}" type="slidenum">
              <a:rPr lang="en-US" smtClean="0"/>
              <a:pPr/>
              <a:t>68</a:t>
            </a:fld>
            <a:endParaRPr lang="en-US" dirty="0"/>
          </a:p>
        </p:txBody>
      </p:sp>
    </p:spTree>
    <p:extLst>
      <p:ext uri="{BB962C8B-B14F-4D97-AF65-F5344CB8AC3E}">
        <p14:creationId xmlns:p14="http://schemas.microsoft.com/office/powerpoint/2010/main" val="39895161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50068-1ED7-4B3C-9A9D-8DE6434BA50C}"/>
              </a:ext>
            </a:extLst>
          </p:cNvPr>
          <p:cNvSpPr>
            <a:spLocks noGrp="1"/>
          </p:cNvSpPr>
          <p:nvPr>
            <p:ph type="title"/>
          </p:nvPr>
        </p:nvSpPr>
        <p:spPr/>
        <p:txBody>
          <a:bodyPr>
            <a:normAutofit/>
          </a:bodyPr>
          <a:lstStyle/>
          <a:p>
            <a:r>
              <a:rPr lang="en-US" dirty="0"/>
              <a:t>Analytics in Action </a:t>
            </a:r>
            <a:r>
              <a:rPr lang="en-US" sz="1000" b="0" dirty="0"/>
              <a:t>2</a:t>
            </a:r>
          </a:p>
        </p:txBody>
      </p:sp>
      <p:sp>
        <p:nvSpPr>
          <p:cNvPr id="3" name="Content Placeholder 2">
            <a:extLst>
              <a:ext uri="{FF2B5EF4-FFF2-40B4-BE49-F238E27FC236}">
                <a16:creationId xmlns:a16="http://schemas.microsoft.com/office/drawing/2014/main" id="{1874E877-BF41-4B55-84E8-AAA3327545FD}"/>
              </a:ext>
            </a:extLst>
          </p:cNvPr>
          <p:cNvSpPr>
            <a:spLocks noGrp="1"/>
          </p:cNvSpPr>
          <p:nvPr>
            <p:ph sz="quarter" idx="11"/>
          </p:nvPr>
        </p:nvSpPr>
        <p:spPr>
          <a:xfrm>
            <a:off x="342900" y="1210034"/>
            <a:ext cx="8458200" cy="5318963"/>
          </a:xfrm>
        </p:spPr>
        <p:txBody>
          <a:bodyPr/>
          <a:lstStyle/>
          <a:p>
            <a:r>
              <a:rPr lang="en-IN" sz="2000" b="1" dirty="0"/>
              <a:t>Can Amazon Read Your Mind?</a:t>
            </a:r>
          </a:p>
          <a:p>
            <a:pPr>
              <a:spcBef>
                <a:spcPts val="500"/>
              </a:spcBef>
            </a:pPr>
            <a:r>
              <a:rPr lang="en-IN" sz="2000" dirty="0"/>
              <a:t>You go to </a:t>
            </a:r>
            <a:r>
              <a:rPr lang="en-IN" sz="2000" dirty="0">
                <a:hlinkClick r:id="rId2" action="ppaction://hlinkfile"/>
              </a:rPr>
              <a:t>Amazon.com</a:t>
            </a:r>
            <a:r>
              <a:rPr lang="en-IN" sz="2000" dirty="0"/>
              <a:t> to search for a Roomba robot vacuum for your apartment. Amazon returns over 3,000 results from your search (new, used, various vendors and models). But Amazon also recommends that you consider buying an </a:t>
            </a:r>
            <a:r>
              <a:rPr lang="en-IN" sz="2000" dirty="0" err="1"/>
              <a:t>iTouchless</a:t>
            </a:r>
            <a:r>
              <a:rPr lang="en-IN" sz="2000" dirty="0"/>
              <a:t> automatic stainless steel trashcan or </a:t>
            </a:r>
            <a:r>
              <a:rPr lang="en-IN" sz="2000" dirty="0" err="1"/>
              <a:t>Tossits</a:t>
            </a:r>
            <a:r>
              <a:rPr lang="en-IN" sz="2000" dirty="0"/>
              <a:t> car trash bags. How did it decide on these suggestions? The answer is that Amazon has a matrix (like an Excel pivot table) that keeps track of the frequency of </a:t>
            </a:r>
            <a:r>
              <a:rPr lang="en-IN" sz="2000" i="1" dirty="0" err="1"/>
              <a:t>copurchased</a:t>
            </a:r>
            <a:r>
              <a:rPr lang="en-IN" sz="2000" i="1" dirty="0"/>
              <a:t> </a:t>
            </a:r>
            <a:r>
              <a:rPr lang="en-IN" sz="2000" dirty="0"/>
              <a:t>items (for example, books, music, D</a:t>
            </a:r>
            <a:r>
              <a:rPr lang="en-IN" sz="100" dirty="0"/>
              <a:t> </a:t>
            </a:r>
            <a:r>
              <a:rPr lang="en-IN" sz="2000" dirty="0"/>
              <a:t>V</a:t>
            </a:r>
            <a:r>
              <a:rPr lang="en-IN" sz="100" dirty="0"/>
              <a:t> </a:t>
            </a:r>
            <a:r>
              <a:rPr lang="en-IN" sz="2000" dirty="0"/>
              <a:t>D</a:t>
            </a:r>
            <a:r>
              <a:rPr lang="en-IN" sz="100" dirty="0"/>
              <a:t> </a:t>
            </a:r>
            <a:r>
              <a:rPr lang="en-IN" sz="2000" dirty="0"/>
              <a:t>s) for web shoppers. Probabilities derived from the cells in this contingency table are used to recommend products that are likely to be of interest to you, assuming that you are "like“ other buyers. While such predictions of your </a:t>
            </a:r>
            <a:r>
              <a:rPr lang="en-IN" sz="2000" dirty="0" err="1"/>
              <a:t>behavior</a:t>
            </a:r>
            <a:r>
              <a:rPr lang="en-IN" sz="2000" dirty="0"/>
              <a:t> are only probabilistic, even a modest chance of landing extra sales can make a difference in bottom-line profit. There are even more sophisticated logic engines that can track your web clicks. Is this an invasion of your privacy? Does it bother you to think that you may be predictable? Interestingly, many consumers don't seem to mind and actually find value in this kind of statistical information system.</a:t>
            </a:r>
          </a:p>
        </p:txBody>
      </p:sp>
      <p:sp>
        <p:nvSpPr>
          <p:cNvPr id="6" name="Slide Number Placeholder 5">
            <a:extLst>
              <a:ext uri="{FF2B5EF4-FFF2-40B4-BE49-F238E27FC236}">
                <a16:creationId xmlns:a16="http://schemas.microsoft.com/office/drawing/2014/main" id="{621352CC-DA58-4B81-A08C-3EFF97368658}"/>
              </a:ext>
            </a:extLst>
          </p:cNvPr>
          <p:cNvSpPr>
            <a:spLocks noGrp="1"/>
          </p:cNvSpPr>
          <p:nvPr>
            <p:ph type="sldNum" sz="quarter" idx="4"/>
          </p:nvPr>
        </p:nvSpPr>
        <p:spPr/>
        <p:txBody>
          <a:bodyPr/>
          <a:lstStyle/>
          <a:p>
            <a:fld id="{68151E55-6873-49E2-B8D5-2F265E6F1973}" type="slidenum">
              <a:rPr lang="en-US" smtClean="0"/>
              <a:pPr/>
              <a:t>69</a:t>
            </a:fld>
            <a:endParaRPr lang="en-US" dirty="0"/>
          </a:p>
        </p:txBody>
      </p:sp>
    </p:spTree>
    <p:extLst>
      <p:ext uri="{BB962C8B-B14F-4D97-AF65-F5344CB8AC3E}">
        <p14:creationId xmlns:p14="http://schemas.microsoft.com/office/powerpoint/2010/main" val="367504055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noProof="0" dirty="0"/>
              <a:t>End of Main Content</a:t>
            </a:r>
          </a:p>
        </p:txBody>
      </p:sp>
      <p:sp>
        <p:nvSpPr>
          <p:cNvPr id="4" name="Content Placeholder 3">
            <a:extLst>
              <a:ext uri="{FF2B5EF4-FFF2-40B4-BE49-F238E27FC236}">
                <a16:creationId xmlns:a16="http://schemas.microsoft.com/office/drawing/2014/main" id="{9946A61A-BFE6-4A7C-8D2C-21B89B6A8546}"/>
              </a:ext>
            </a:extLst>
          </p:cNvPr>
          <p:cNvSpPr>
            <a:spLocks noGrp="1"/>
          </p:cNvSpPr>
          <p:nvPr>
            <p:ph sz="quarter" idx="10"/>
          </p:nvPr>
        </p:nvSpPr>
        <p:spPr>
          <a:xfrm>
            <a:off x="218768" y="6537961"/>
            <a:ext cx="8715375" cy="274320"/>
          </a:xfrm>
        </p:spPr>
        <p:txBody>
          <a:bodyPr/>
          <a:lstStyle/>
          <a:p>
            <a:r>
              <a:rPr lang="en-US" sz="1200" dirty="0"/>
              <a:t>© McGraw Hill LLC. All rights reserved. No reproduction or distribution without the prior written consent of McGraw Hill LLC.</a:t>
            </a:r>
            <a:endParaRPr lang="en-US" sz="1200" noProof="0" dirty="0"/>
          </a:p>
        </p:txBody>
      </p:sp>
    </p:spTree>
    <p:extLst>
      <p:ext uri="{BB962C8B-B14F-4D97-AF65-F5344CB8AC3E}">
        <p14:creationId xmlns:p14="http://schemas.microsoft.com/office/powerpoint/2010/main" val="294151218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Accessibility Content: Text Alternatives for Images</a:t>
            </a:r>
            <a:endParaRPr lang="en-IN" dirty="0"/>
          </a:p>
        </p:txBody>
      </p:sp>
      <p:sp>
        <p:nvSpPr>
          <p:cNvPr id="5" name="Slide Number Placeholder 6"/>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71</a:t>
            </a:fld>
            <a:endParaRPr lang="en-US" sz="800"/>
          </a:p>
        </p:txBody>
      </p:sp>
    </p:spTree>
    <p:extLst>
      <p:ext uri="{BB962C8B-B14F-4D97-AF65-F5344CB8AC3E}">
        <p14:creationId xmlns:p14="http://schemas.microsoft.com/office/powerpoint/2010/main" val="170920979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t>Probability </a:t>
            </a:r>
            <a:r>
              <a:rPr lang="en-US" sz="1000" b="0" dirty="0"/>
              <a:t>1</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0E1D2438-6C8B-A044-2A7F-DAC956021B06}"/>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4166148A-51C8-1F15-5B01-FB0FE5672A8D}"/>
              </a:ext>
            </a:extLst>
          </p:cNvPr>
          <p:cNvSpPr>
            <a:spLocks noGrp="1"/>
          </p:cNvSpPr>
          <p:nvPr>
            <p:ph sz="quarter" idx="11"/>
          </p:nvPr>
        </p:nvSpPr>
        <p:spPr/>
        <p:txBody>
          <a:bodyPr>
            <a:normAutofit/>
          </a:bodyPr>
          <a:lstStyle/>
          <a:p>
            <a:r>
              <a:rPr lang="en-US" sz="2200" b="0" i="0" u="none" strike="noStrike" dirty="0">
                <a:solidFill>
                  <a:srgbClr val="000000"/>
                </a:solidFill>
                <a:effectLst/>
              </a:rPr>
              <a:t>The first arrow points from the text labeled If </a:t>
            </a:r>
            <a:r>
              <a:rPr lang="en-US" sz="2200" b="0" i="1" u="none" strike="noStrike" dirty="0">
                <a:solidFill>
                  <a:srgbClr val="000000"/>
                </a:solidFill>
                <a:effectLst/>
              </a:rPr>
              <a:t>P</a:t>
            </a:r>
            <a:r>
              <a:rPr lang="en-US" sz="2200" b="0" i="0" u="none" strike="noStrike" dirty="0">
                <a:solidFill>
                  <a:srgbClr val="000000"/>
                </a:solidFill>
                <a:effectLst/>
              </a:rPr>
              <a:t> (</a:t>
            </a:r>
            <a:r>
              <a:rPr lang="en-US" sz="2200" b="0" i="1" u="none" strike="noStrike" dirty="0">
                <a:solidFill>
                  <a:srgbClr val="000000"/>
                </a:solidFill>
                <a:effectLst/>
              </a:rPr>
              <a:t>A</a:t>
            </a:r>
            <a:r>
              <a:rPr lang="en-US" sz="2200" b="0" i="0" u="none" strike="noStrike" dirty="0">
                <a:solidFill>
                  <a:srgbClr val="000000"/>
                </a:solidFill>
                <a:effectLst/>
              </a:rPr>
              <a:t>) = 0, then the event cannot occur to the text labeled 0 less than or equal to </a:t>
            </a:r>
            <a:r>
              <a:rPr lang="en-US" sz="2200" b="0" i="1" u="none" strike="noStrike" dirty="0">
                <a:solidFill>
                  <a:srgbClr val="000000"/>
                </a:solidFill>
                <a:effectLst/>
              </a:rPr>
              <a:t>P</a:t>
            </a:r>
            <a:r>
              <a:rPr lang="en-US" sz="2200" b="0" i="0" u="none" strike="noStrike" dirty="0">
                <a:solidFill>
                  <a:srgbClr val="000000"/>
                </a:solidFill>
                <a:effectLst/>
              </a:rPr>
              <a:t> (</a:t>
            </a:r>
            <a:r>
              <a:rPr lang="en-US" sz="2200" b="0" i="1" u="none" strike="noStrike" dirty="0">
                <a:solidFill>
                  <a:srgbClr val="000000"/>
                </a:solidFill>
                <a:effectLst/>
              </a:rPr>
              <a:t>A</a:t>
            </a:r>
            <a:r>
              <a:rPr lang="en-US" sz="2200" b="0" i="0" u="none" strike="noStrike" dirty="0">
                <a:solidFill>
                  <a:srgbClr val="000000"/>
                </a:solidFill>
                <a:effectLst/>
              </a:rPr>
              <a:t>) less than or equal to 1. The second arrow points from the text labeled If </a:t>
            </a:r>
            <a:r>
              <a:rPr lang="en-US" sz="2200" b="0" i="1" u="none" strike="noStrike" dirty="0">
                <a:solidFill>
                  <a:srgbClr val="000000"/>
                </a:solidFill>
                <a:effectLst/>
              </a:rPr>
              <a:t>P</a:t>
            </a:r>
            <a:r>
              <a:rPr lang="en-US" sz="2200" b="0" i="0" u="none" strike="noStrike" dirty="0">
                <a:solidFill>
                  <a:srgbClr val="000000"/>
                </a:solidFill>
                <a:effectLst/>
              </a:rPr>
              <a:t> (</a:t>
            </a:r>
            <a:r>
              <a:rPr lang="en-US" sz="2200" b="0" i="1" u="none" strike="noStrike" dirty="0">
                <a:solidFill>
                  <a:srgbClr val="000000"/>
                </a:solidFill>
                <a:effectLst/>
              </a:rPr>
              <a:t>A</a:t>
            </a:r>
            <a:r>
              <a:rPr lang="en-US" sz="2200" b="0" i="0" u="none" strike="noStrike" dirty="0">
                <a:solidFill>
                  <a:srgbClr val="000000"/>
                </a:solidFill>
                <a:effectLst/>
              </a:rPr>
              <a:t>) = 1, then the event is certain to occur to the text labeled 0 less than or equal to </a:t>
            </a:r>
            <a:r>
              <a:rPr lang="en-US" sz="2200" b="0" i="1" u="none" strike="noStrike" dirty="0">
                <a:solidFill>
                  <a:srgbClr val="000000"/>
                </a:solidFill>
                <a:effectLst/>
              </a:rPr>
              <a:t>P</a:t>
            </a:r>
            <a:r>
              <a:rPr lang="en-US" sz="2200" b="0" i="0" u="none" strike="noStrike" dirty="0">
                <a:solidFill>
                  <a:srgbClr val="000000"/>
                </a:solidFill>
                <a:effectLst/>
              </a:rPr>
              <a:t> (</a:t>
            </a:r>
            <a:r>
              <a:rPr lang="en-US" sz="2200" b="0" i="1" u="none" strike="noStrike" dirty="0">
                <a:solidFill>
                  <a:srgbClr val="000000"/>
                </a:solidFill>
                <a:effectLst/>
              </a:rPr>
              <a:t>A</a:t>
            </a:r>
            <a:r>
              <a:rPr lang="en-US" sz="2200" b="0" i="0" u="none" strike="noStrike" dirty="0">
                <a:solidFill>
                  <a:srgbClr val="000000"/>
                </a:solidFill>
                <a:effectLst/>
              </a:rPr>
              <a:t>) less than or equal to 1.</a:t>
            </a:r>
            <a:r>
              <a:rPr lang="en-US" sz="2200" dirty="0"/>
              <a:t> </a:t>
            </a:r>
            <a:endParaRPr lang="en-IN" sz="2200" dirty="0"/>
          </a:p>
        </p:txBody>
      </p:sp>
      <p:sp>
        <p:nvSpPr>
          <p:cNvPr id="10" name="Text Placeholder 9">
            <a:extLst>
              <a:ext uri="{FF2B5EF4-FFF2-40B4-BE49-F238E27FC236}">
                <a16:creationId xmlns:a16="http://schemas.microsoft.com/office/drawing/2014/main" id="{919A4AB1-C1C4-7FA8-5336-3D95483323DE}"/>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72</a:t>
            </a:fld>
            <a:endParaRPr lang="en-US" sz="800"/>
          </a:p>
        </p:txBody>
      </p:sp>
    </p:spTree>
    <p:extLst>
      <p:ext uri="{BB962C8B-B14F-4D97-AF65-F5344CB8AC3E}">
        <p14:creationId xmlns:p14="http://schemas.microsoft.com/office/powerpoint/2010/main" val="132883571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t>Law of Large Numbers </a:t>
            </a:r>
            <a:r>
              <a:rPr lang="en-US" sz="1000" b="0" baseline="0" dirty="0"/>
              <a:t>2</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0E1D2438-6C8B-A044-2A7F-DAC956021B06}"/>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4166148A-51C8-1F15-5B01-FB0FE5672A8D}"/>
              </a:ext>
            </a:extLst>
          </p:cNvPr>
          <p:cNvSpPr>
            <a:spLocks noGrp="1"/>
          </p:cNvSpPr>
          <p:nvPr>
            <p:ph sz="quarter" idx="11"/>
          </p:nvPr>
        </p:nvSpPr>
        <p:spPr>
          <a:xfrm>
            <a:off x="342900" y="1371601"/>
            <a:ext cx="8159416" cy="4876800"/>
          </a:xfrm>
        </p:spPr>
        <p:txBody>
          <a:bodyPr>
            <a:noAutofit/>
          </a:bodyPr>
          <a:lstStyle/>
          <a:p>
            <a:r>
              <a:rPr lang="en-US" sz="1600" b="0" i="0" u="none" strike="noStrike" dirty="0">
                <a:solidFill>
                  <a:srgbClr val="000000"/>
                </a:solidFill>
                <a:effectLst/>
              </a:rPr>
              <a:t>In all 4 graphs, the horizontal axis is labeled Number of coin flips and the vertical axis is labeled Proportion of Heads. The vertical axis ranges from 0 to 1 in increments of 0.2. Graph 1. 10 Coin flips. The horizontal axis ranges from 0 to 10 in increments of 1. The blue line begins at (1, 1), passes through (3, 1), (5, 0.6), (6, 0.7), (7, 0.6), (8, 0.6), and ends at (10, 0.5). The red horizontal line begins at (1, 0.5) and ends at (10, 0.5). Graph 2. 20 Coin flips. The horizontal axis ranges from 0 to 20 in increments of 2. The blue line begins at (1, 1), passes through (5, 0.6), (6, 0.7), (7, 0.6), (8, 0.62), (10, 0.5), (12, 0.6), (15, 0.5), (18, 0.6), and ends at (20, 0.59). The red horizontal line begins at (1, 0.5) and ends at (20, 0.5). Graph 3. 50 Coin flips. The horizontal axis ranges from 0 to 50 in increments of 5. The blue line begins at (1, 1), passes through (4, 1), (5, 0.6), (6, 0.7), (10, 0.5), (11, 0.6), (15, 0.5), (20, 0.55), (32, 0.7), and ends at (50, 0.6). The red horizontal line begins at (0, 0.5) and ends at (50, 0.5). Graph 4. 200 Coin flips. The horizontal axis ranges from 0 to 200 in increments of 20. The blue line begins at (0, 1), passes through (30, 0.45), (60, 0.65), and ends at (200, 0.5). The red horizontal line begins at (0, 0.5) and ends at (200, 0.5). All values are estimated.</a:t>
            </a:r>
            <a:r>
              <a:rPr lang="en-US" sz="1600" dirty="0"/>
              <a:t> </a:t>
            </a:r>
            <a:endParaRPr lang="en-IN" sz="1600" dirty="0"/>
          </a:p>
        </p:txBody>
      </p:sp>
      <p:sp>
        <p:nvSpPr>
          <p:cNvPr id="10" name="Text Placeholder 9">
            <a:extLst>
              <a:ext uri="{FF2B5EF4-FFF2-40B4-BE49-F238E27FC236}">
                <a16:creationId xmlns:a16="http://schemas.microsoft.com/office/drawing/2014/main" id="{919A4AB1-C1C4-7FA8-5336-3D95483323DE}"/>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73</a:t>
            </a:fld>
            <a:endParaRPr lang="en-US" sz="800"/>
          </a:p>
        </p:txBody>
      </p:sp>
    </p:spTree>
    <p:extLst>
      <p:ext uri="{BB962C8B-B14F-4D97-AF65-F5344CB8AC3E}">
        <p14:creationId xmlns:p14="http://schemas.microsoft.com/office/powerpoint/2010/main" val="424267748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IN" sz="3000" dirty="0"/>
              <a:t>Classical Approach </a:t>
            </a:r>
            <a:r>
              <a:rPr lang="en-IN" sz="1000" b="0" baseline="0" dirty="0"/>
              <a:t>2</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0E1D2438-6C8B-A044-2A7F-DAC956021B06}"/>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4166148A-51C8-1F15-5B01-FB0FE5672A8D}"/>
              </a:ext>
            </a:extLst>
          </p:cNvPr>
          <p:cNvSpPr>
            <a:spLocks noGrp="1"/>
          </p:cNvSpPr>
          <p:nvPr>
            <p:ph sz="quarter" idx="11"/>
          </p:nvPr>
        </p:nvSpPr>
        <p:spPr>
          <a:xfrm>
            <a:off x="342900" y="1371601"/>
            <a:ext cx="7886700" cy="4876800"/>
          </a:xfrm>
        </p:spPr>
        <p:txBody>
          <a:bodyPr>
            <a:normAutofit/>
          </a:bodyPr>
          <a:lstStyle/>
          <a:p>
            <a:r>
              <a:rPr lang="en-US" sz="2200" b="0" i="0" u="none" strike="noStrike" dirty="0">
                <a:solidFill>
                  <a:srgbClr val="000000"/>
                </a:solidFill>
                <a:effectLst/>
              </a:rPr>
              <a:t>Row 1. (1, 1) (1, 2) (1, 3), (1, 4), (1, 5), (1, 6). Row 2. (2, 1), (2, 2), (2, 3), (2, 4), (2, 5), (2, 6). Row 3. (3, 1), (3, 2), (3, 3), (3, 4), (3, 5), (3, 6). Row 4. (4, 1), (4, 2), (4, 3), (4, 4), (4, 5), (4, 6). Row 5. (5, 1), (5, 2), (5, 3), (5, 4), (5, 5), (5, 6). Row 6. (6, 1), (6, 2), (6, 3), (6, 4), (6, 5), (6, 6). The outcomes that add to seven are shaded. There are 6 of them: (6, 1), (5, 2), (4, 3), (3, 4), (2, 5), and (1, 6).</a:t>
            </a:r>
            <a:r>
              <a:rPr lang="en-US" sz="2200" dirty="0"/>
              <a:t> </a:t>
            </a:r>
            <a:endParaRPr lang="en-IN" sz="2200" dirty="0"/>
          </a:p>
        </p:txBody>
      </p:sp>
      <p:sp>
        <p:nvSpPr>
          <p:cNvPr id="10" name="Text Placeholder 9">
            <a:extLst>
              <a:ext uri="{FF2B5EF4-FFF2-40B4-BE49-F238E27FC236}">
                <a16:creationId xmlns:a16="http://schemas.microsoft.com/office/drawing/2014/main" id="{919A4AB1-C1C4-7FA8-5336-3D95483323DE}"/>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74</a:t>
            </a:fld>
            <a:endParaRPr lang="en-US" sz="800"/>
          </a:p>
        </p:txBody>
      </p:sp>
    </p:spTree>
    <p:extLst>
      <p:ext uri="{BB962C8B-B14F-4D97-AF65-F5344CB8AC3E}">
        <p14:creationId xmlns:p14="http://schemas.microsoft.com/office/powerpoint/2010/main" val="318612732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t>Union or Intersection?</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0E1D2438-6C8B-A044-2A7F-DAC956021B06}"/>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4166148A-51C8-1F15-5B01-FB0FE5672A8D}"/>
              </a:ext>
            </a:extLst>
          </p:cNvPr>
          <p:cNvSpPr>
            <a:spLocks noGrp="1"/>
          </p:cNvSpPr>
          <p:nvPr>
            <p:ph sz="quarter" idx="11"/>
          </p:nvPr>
        </p:nvSpPr>
        <p:spPr/>
        <p:txBody>
          <a:bodyPr>
            <a:normAutofit/>
          </a:bodyPr>
          <a:lstStyle/>
          <a:p>
            <a:r>
              <a:rPr lang="en-US" sz="2200" b="0" i="0" u="none" strike="noStrike" dirty="0">
                <a:solidFill>
                  <a:srgbClr val="000000"/>
                </a:solidFill>
                <a:effectLst/>
              </a:rPr>
              <a:t>The diagram shows 2 overlapping circles labeled </a:t>
            </a:r>
            <a:r>
              <a:rPr lang="en-US" sz="2200" b="0" i="1" u="none" strike="noStrike" dirty="0">
                <a:solidFill>
                  <a:srgbClr val="000000"/>
                </a:solidFill>
                <a:effectLst/>
              </a:rPr>
              <a:t>A</a:t>
            </a:r>
            <a:r>
              <a:rPr lang="en-US" sz="2200" b="0" i="0" u="none" strike="noStrike" dirty="0">
                <a:solidFill>
                  <a:srgbClr val="000000"/>
                </a:solidFill>
                <a:effectLst/>
              </a:rPr>
              <a:t> and </a:t>
            </a:r>
            <a:r>
              <a:rPr lang="en-US" sz="2200" b="0" i="1" u="none" strike="noStrike" dirty="0">
                <a:solidFill>
                  <a:srgbClr val="000000"/>
                </a:solidFill>
                <a:effectLst/>
              </a:rPr>
              <a:t>B</a:t>
            </a:r>
            <a:r>
              <a:rPr lang="en-US" sz="2200" b="0" i="0" u="none" strike="noStrike" dirty="0">
                <a:solidFill>
                  <a:srgbClr val="000000"/>
                </a:solidFill>
                <a:effectLst/>
              </a:rPr>
              <a:t>. For the union of </a:t>
            </a:r>
            <a:r>
              <a:rPr lang="en-US" sz="2200" b="0" i="1" u="none" strike="noStrike" dirty="0">
                <a:solidFill>
                  <a:srgbClr val="000000"/>
                </a:solidFill>
                <a:effectLst/>
              </a:rPr>
              <a:t>A</a:t>
            </a:r>
            <a:r>
              <a:rPr lang="en-US" sz="2200" b="0" i="0" u="none" strike="noStrike" dirty="0">
                <a:solidFill>
                  <a:srgbClr val="000000"/>
                </a:solidFill>
                <a:effectLst/>
              </a:rPr>
              <a:t> and </a:t>
            </a:r>
            <a:r>
              <a:rPr lang="en-US" sz="2200" b="0" i="1" u="none" strike="noStrike" dirty="0">
                <a:solidFill>
                  <a:srgbClr val="000000"/>
                </a:solidFill>
                <a:effectLst/>
              </a:rPr>
              <a:t>B</a:t>
            </a:r>
            <a:r>
              <a:rPr lang="en-US" sz="2200" b="0" i="0" u="none" strike="noStrike" dirty="0">
                <a:solidFill>
                  <a:srgbClr val="000000"/>
                </a:solidFill>
                <a:effectLst/>
              </a:rPr>
              <a:t>, 2 circles are shaded. For the intersection of </a:t>
            </a:r>
            <a:r>
              <a:rPr lang="en-US" sz="2200" b="0" i="1" u="none" strike="noStrike" dirty="0">
                <a:solidFill>
                  <a:srgbClr val="000000"/>
                </a:solidFill>
                <a:effectLst/>
              </a:rPr>
              <a:t>A</a:t>
            </a:r>
            <a:r>
              <a:rPr lang="en-US" sz="2200" b="0" i="0" u="none" strike="noStrike" dirty="0">
                <a:solidFill>
                  <a:srgbClr val="000000"/>
                </a:solidFill>
                <a:effectLst/>
              </a:rPr>
              <a:t> and </a:t>
            </a:r>
            <a:r>
              <a:rPr lang="en-US" sz="2200" b="0" i="1" u="none" strike="noStrike" dirty="0">
                <a:solidFill>
                  <a:srgbClr val="000000"/>
                </a:solidFill>
                <a:effectLst/>
              </a:rPr>
              <a:t>B</a:t>
            </a:r>
            <a:r>
              <a:rPr lang="en-US" sz="2200" b="0" i="0" u="none" strike="noStrike" dirty="0">
                <a:solidFill>
                  <a:srgbClr val="000000"/>
                </a:solidFill>
                <a:effectLst/>
              </a:rPr>
              <a:t>, the intersecting region is shaded. </a:t>
            </a:r>
            <a:endParaRPr lang="en-IN" sz="2200" dirty="0"/>
          </a:p>
        </p:txBody>
      </p:sp>
      <p:sp>
        <p:nvSpPr>
          <p:cNvPr id="10" name="Text Placeholder 9">
            <a:extLst>
              <a:ext uri="{FF2B5EF4-FFF2-40B4-BE49-F238E27FC236}">
                <a16:creationId xmlns:a16="http://schemas.microsoft.com/office/drawing/2014/main" id="{919A4AB1-C1C4-7FA8-5336-3D95483323DE}"/>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75</a:t>
            </a:fld>
            <a:endParaRPr lang="en-US" sz="800"/>
          </a:p>
        </p:txBody>
      </p:sp>
    </p:spTree>
    <p:extLst>
      <p:ext uri="{BB962C8B-B14F-4D97-AF65-F5344CB8AC3E}">
        <p14:creationId xmlns:p14="http://schemas.microsoft.com/office/powerpoint/2010/main" val="310442648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t>General Law of Addition </a:t>
            </a:r>
            <a:r>
              <a:rPr lang="en-US" sz="1000" b="0" dirty="0"/>
              <a:t>2</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0E1D2438-6C8B-A044-2A7F-DAC956021B06}"/>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4166148A-51C8-1F15-5B01-FB0FE5672A8D}"/>
              </a:ext>
            </a:extLst>
          </p:cNvPr>
          <p:cNvSpPr>
            <a:spLocks noGrp="1"/>
          </p:cNvSpPr>
          <p:nvPr>
            <p:ph sz="quarter" idx="11"/>
          </p:nvPr>
        </p:nvSpPr>
        <p:spPr/>
        <p:txBody>
          <a:bodyPr>
            <a:normAutofit/>
          </a:bodyPr>
          <a:lstStyle/>
          <a:p>
            <a:r>
              <a:rPr lang="en-US" sz="2200" b="0" i="0" u="none" strike="noStrike" dirty="0">
                <a:solidFill>
                  <a:srgbClr val="000000"/>
                </a:solidFill>
                <a:effectLst/>
              </a:rPr>
              <a:t>The left circle is labeled </a:t>
            </a:r>
            <a:r>
              <a:rPr lang="en-US" sz="2200" b="0" i="1" u="none" strike="noStrike" dirty="0">
                <a:solidFill>
                  <a:srgbClr val="000000"/>
                </a:solidFill>
                <a:effectLst/>
              </a:rPr>
              <a:t>Q</a:t>
            </a:r>
            <a:r>
              <a:rPr lang="en-US" sz="2200" b="0" i="0" u="none" strike="noStrike" dirty="0">
                <a:solidFill>
                  <a:srgbClr val="000000"/>
                </a:solidFill>
                <a:effectLst/>
              </a:rPr>
              <a:t> 4</a:t>
            </a:r>
            <a:r>
              <a:rPr lang="en-US" sz="2200" b="0" i="0" u="none" strike="noStrike" dirty="0">
                <a:solidFill>
                  <a:srgbClr val="000000"/>
                </a:solidFill>
                <a:effectLst/>
                <a:latin typeface="Arial" panose="020B0604020202020204" pitchFamily="34" charset="0"/>
                <a:cs typeface="Arial" panose="020B0604020202020204" pitchFamily="34" charset="0"/>
              </a:rPr>
              <a:t>÷</a:t>
            </a:r>
            <a:r>
              <a:rPr lang="en-US" sz="2200" b="0" i="0" u="none" strike="noStrike" dirty="0">
                <a:solidFill>
                  <a:srgbClr val="000000"/>
                </a:solidFill>
                <a:effectLst/>
              </a:rPr>
              <a:t>52. The right circle is labeled </a:t>
            </a:r>
            <a:r>
              <a:rPr lang="en-US" sz="2200" b="0" i="1" u="none" strike="noStrike" dirty="0">
                <a:solidFill>
                  <a:srgbClr val="000000"/>
                </a:solidFill>
                <a:effectLst/>
              </a:rPr>
              <a:t>R</a:t>
            </a:r>
            <a:r>
              <a:rPr lang="en-US" sz="2200" b="0" i="0" u="none" strike="noStrike" dirty="0">
                <a:solidFill>
                  <a:srgbClr val="000000"/>
                </a:solidFill>
                <a:effectLst/>
              </a:rPr>
              <a:t> 26</a:t>
            </a:r>
            <a:r>
              <a:rPr lang="en-US" sz="2200" b="0" i="0" u="none" strike="noStrike" dirty="0">
                <a:solidFill>
                  <a:srgbClr val="000000"/>
                </a:solidFill>
                <a:effectLst/>
                <a:latin typeface="Arial" panose="020B0604020202020204" pitchFamily="34" charset="0"/>
                <a:cs typeface="Arial" panose="020B0604020202020204" pitchFamily="34" charset="0"/>
              </a:rPr>
              <a:t>÷</a:t>
            </a:r>
            <a:r>
              <a:rPr lang="en-US" sz="2200" b="0" i="0" u="none" strike="noStrike" dirty="0">
                <a:solidFill>
                  <a:srgbClr val="000000"/>
                </a:solidFill>
                <a:effectLst/>
              </a:rPr>
              <a:t>52. The intersecting region is labeled </a:t>
            </a:r>
            <a:r>
              <a:rPr lang="en-US" sz="2200" b="0" i="1" u="none" strike="noStrike" dirty="0">
                <a:solidFill>
                  <a:srgbClr val="000000"/>
                </a:solidFill>
                <a:effectLst/>
              </a:rPr>
              <a:t>Q</a:t>
            </a:r>
            <a:r>
              <a:rPr lang="en-US" sz="2200" b="0" i="0" u="none" strike="noStrike" dirty="0">
                <a:solidFill>
                  <a:srgbClr val="000000"/>
                </a:solidFill>
                <a:effectLst/>
              </a:rPr>
              <a:t> and </a:t>
            </a:r>
            <a:r>
              <a:rPr lang="en-US" sz="2200" b="0" i="1" u="none" strike="noStrike" dirty="0">
                <a:solidFill>
                  <a:srgbClr val="000000"/>
                </a:solidFill>
                <a:effectLst/>
              </a:rPr>
              <a:t>R</a:t>
            </a:r>
            <a:r>
              <a:rPr lang="en-US" sz="2200" b="0" i="0" u="none" strike="noStrike" dirty="0">
                <a:solidFill>
                  <a:srgbClr val="000000"/>
                </a:solidFill>
                <a:effectLst/>
              </a:rPr>
              <a:t> = 2</a:t>
            </a:r>
            <a:r>
              <a:rPr lang="en-US" sz="2200" b="0" i="0" u="none" strike="noStrike" dirty="0">
                <a:solidFill>
                  <a:srgbClr val="000000"/>
                </a:solidFill>
                <a:effectLst/>
                <a:latin typeface="Arial" panose="020B0604020202020204" pitchFamily="34" charset="0"/>
                <a:cs typeface="Arial" panose="020B0604020202020204" pitchFamily="34" charset="0"/>
              </a:rPr>
              <a:t>÷</a:t>
            </a:r>
            <a:r>
              <a:rPr lang="en-US" sz="2200" b="0" i="0" u="none" strike="noStrike" dirty="0">
                <a:solidFill>
                  <a:srgbClr val="000000"/>
                </a:solidFill>
                <a:effectLst/>
              </a:rPr>
              <a:t>52. </a:t>
            </a:r>
            <a:endParaRPr lang="en-IN" sz="2200" dirty="0"/>
          </a:p>
        </p:txBody>
      </p:sp>
      <p:sp>
        <p:nvSpPr>
          <p:cNvPr id="10" name="Text Placeholder 9">
            <a:extLst>
              <a:ext uri="{FF2B5EF4-FFF2-40B4-BE49-F238E27FC236}">
                <a16:creationId xmlns:a16="http://schemas.microsoft.com/office/drawing/2014/main" id="{919A4AB1-C1C4-7FA8-5336-3D95483323DE}"/>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76</a:t>
            </a:fld>
            <a:endParaRPr lang="en-US" sz="800"/>
          </a:p>
        </p:txBody>
      </p:sp>
    </p:spTree>
    <p:extLst>
      <p:ext uri="{BB962C8B-B14F-4D97-AF65-F5344CB8AC3E}">
        <p14:creationId xmlns:p14="http://schemas.microsoft.com/office/powerpoint/2010/main" val="64963213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t>Conditional Probability </a:t>
            </a:r>
            <a:r>
              <a:rPr lang="en-US" sz="1000" b="0" baseline="0" dirty="0"/>
              <a:t>2</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0E1D2438-6C8B-A044-2A7F-DAC956021B06}"/>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4166148A-51C8-1F15-5B01-FB0FE5672A8D}"/>
              </a:ext>
            </a:extLst>
          </p:cNvPr>
          <p:cNvSpPr>
            <a:spLocks noGrp="1"/>
          </p:cNvSpPr>
          <p:nvPr>
            <p:ph sz="quarter" idx="11"/>
          </p:nvPr>
        </p:nvSpPr>
        <p:spPr/>
        <p:txBody>
          <a:bodyPr>
            <a:normAutofit/>
          </a:bodyPr>
          <a:lstStyle/>
          <a:p>
            <a:r>
              <a:rPr lang="en-US" sz="2200" b="0" i="0" u="none" strike="noStrike" dirty="0">
                <a:solidFill>
                  <a:srgbClr val="000000"/>
                </a:solidFill>
                <a:effectLst/>
              </a:rPr>
              <a:t>2 overlapping circles are inside a square. The left circle is labeled </a:t>
            </a:r>
            <a:r>
              <a:rPr lang="en-US" sz="2200" b="0" i="1" u="none" strike="noStrike" dirty="0">
                <a:solidFill>
                  <a:srgbClr val="000000"/>
                </a:solidFill>
                <a:effectLst/>
              </a:rPr>
              <a:t>A</a:t>
            </a:r>
            <a:r>
              <a:rPr lang="en-US" sz="2200" b="0" i="0" u="none" strike="noStrike" dirty="0">
                <a:solidFill>
                  <a:srgbClr val="000000"/>
                </a:solidFill>
                <a:effectLst/>
              </a:rPr>
              <a:t>. The right circle is labeled </a:t>
            </a:r>
            <a:r>
              <a:rPr lang="en-US" sz="2200" b="0" i="1" u="none" strike="noStrike" dirty="0">
                <a:solidFill>
                  <a:srgbClr val="000000"/>
                </a:solidFill>
                <a:effectLst/>
              </a:rPr>
              <a:t>B</a:t>
            </a:r>
            <a:r>
              <a:rPr lang="en-US" sz="2200" b="0" i="0" u="none" strike="noStrike" dirty="0">
                <a:solidFill>
                  <a:srgbClr val="000000"/>
                </a:solidFill>
                <a:effectLst/>
              </a:rPr>
              <a:t>. The intersecting region is labeled </a:t>
            </a:r>
            <a:r>
              <a:rPr lang="en-US" sz="2200" b="0" i="1" u="none" strike="noStrike" dirty="0">
                <a:solidFill>
                  <a:srgbClr val="000000"/>
                </a:solidFill>
                <a:effectLst/>
              </a:rPr>
              <a:t>A</a:t>
            </a:r>
            <a:r>
              <a:rPr lang="en-US" sz="2200" b="0" i="0" u="none" strike="noStrike" dirty="0">
                <a:solidFill>
                  <a:srgbClr val="000000"/>
                </a:solidFill>
                <a:effectLst/>
              </a:rPr>
              <a:t> and </a:t>
            </a:r>
            <a:r>
              <a:rPr lang="en-US" sz="2200" b="0" i="1" u="none" strike="noStrike" dirty="0">
                <a:solidFill>
                  <a:srgbClr val="000000"/>
                </a:solidFill>
                <a:effectLst/>
              </a:rPr>
              <a:t>B</a:t>
            </a:r>
            <a:r>
              <a:rPr lang="en-US" sz="2200" b="0" i="0" u="none" strike="noStrike" dirty="0">
                <a:solidFill>
                  <a:srgbClr val="000000"/>
                </a:solidFill>
                <a:effectLst/>
              </a:rPr>
              <a:t>.</a:t>
            </a:r>
            <a:r>
              <a:rPr lang="en-US" sz="2200" dirty="0"/>
              <a:t> </a:t>
            </a:r>
            <a:endParaRPr lang="en-IN" sz="2200" dirty="0"/>
          </a:p>
        </p:txBody>
      </p:sp>
      <p:sp>
        <p:nvSpPr>
          <p:cNvPr id="10" name="Text Placeholder 9">
            <a:extLst>
              <a:ext uri="{FF2B5EF4-FFF2-40B4-BE49-F238E27FC236}">
                <a16:creationId xmlns:a16="http://schemas.microsoft.com/office/drawing/2014/main" id="{919A4AB1-C1C4-7FA8-5336-3D95483323DE}"/>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77</a:t>
            </a:fld>
            <a:endParaRPr lang="en-US" sz="800"/>
          </a:p>
        </p:txBody>
      </p:sp>
    </p:spTree>
    <p:extLst>
      <p:ext uri="{BB962C8B-B14F-4D97-AF65-F5344CB8AC3E}">
        <p14:creationId xmlns:p14="http://schemas.microsoft.com/office/powerpoint/2010/main" val="129952687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t>Tree Diagrams </a:t>
            </a:r>
            <a:r>
              <a:rPr lang="en-US" sz="1000" b="0" dirty="0"/>
              <a:t>3</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0E1D2438-6C8B-A044-2A7F-DAC956021B06}"/>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4166148A-51C8-1F15-5B01-FB0FE5672A8D}"/>
              </a:ext>
            </a:extLst>
          </p:cNvPr>
          <p:cNvSpPr>
            <a:spLocks noGrp="1"/>
          </p:cNvSpPr>
          <p:nvPr>
            <p:ph sz="quarter" idx="11"/>
          </p:nvPr>
        </p:nvSpPr>
        <p:spPr/>
        <p:txBody>
          <a:bodyPr>
            <a:normAutofit/>
          </a:bodyPr>
          <a:lstStyle/>
          <a:p>
            <a:r>
              <a:rPr lang="en-US" sz="1800" b="0" i="0" u="none" strike="noStrike" dirty="0">
                <a:solidFill>
                  <a:srgbClr val="000000"/>
                </a:solidFill>
                <a:effectLst/>
              </a:rPr>
              <a:t>This tree diagram shows two different fund types: Bonds (probability = 0.4773) and stocks (probability = 0.5227). Each may have a low, medium, or high expense. If a bond is purchased, the probability of a low expense is 0.5238, the probability of a medium expense is 0.3333, and the probability of a high expense is 0.1429. If a stock is purchased, the probability of a low expense is 0.1304, the probability of a medium expense is 0.3913, and the probability of a high expense is 0.4783. To calculate the joint probabilities, we need to find the intersection (product of the probabilities) of each combination of fund type and expense ratio. The probability of bond and low expense is 0.4773 times 0.5238 = 0.2500. The probability of bond and medium expense is 0.4773 times 0.3333 = 0.1591. The probability of bond and high expense is 0.4773 times 0.1429 = 0.0682. The probability of stock and low expense is 0.5227 times 0.1304 = 0.0682. The probability of stock and medium expense is 0.5227 times 0.3913 = 0.2045. The probability of stock and high expense is 0.5227 times 0.4783 = 0.25. The sum of these six joint probabilities is 1.0000.</a:t>
            </a:r>
            <a:r>
              <a:rPr lang="en-US" sz="1800" dirty="0"/>
              <a:t> </a:t>
            </a:r>
            <a:endParaRPr lang="en-IN" sz="1800" dirty="0"/>
          </a:p>
        </p:txBody>
      </p:sp>
      <p:sp>
        <p:nvSpPr>
          <p:cNvPr id="10" name="Text Placeholder 9">
            <a:extLst>
              <a:ext uri="{FF2B5EF4-FFF2-40B4-BE49-F238E27FC236}">
                <a16:creationId xmlns:a16="http://schemas.microsoft.com/office/drawing/2014/main" id="{919A4AB1-C1C4-7FA8-5336-3D95483323DE}"/>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78</a:t>
            </a:fld>
            <a:endParaRPr lang="en-US" sz="800"/>
          </a:p>
        </p:txBody>
      </p:sp>
    </p:spTree>
    <p:extLst>
      <p:ext uri="{BB962C8B-B14F-4D97-AF65-F5344CB8AC3E}">
        <p14:creationId xmlns:p14="http://schemas.microsoft.com/office/powerpoint/2010/main" val="96223709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t>Bayes’ Theorem Example </a:t>
            </a:r>
            <a:r>
              <a:rPr lang="en-US" sz="1000" b="0" dirty="0"/>
              <a:t>4</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0E1D2438-6C8B-A044-2A7F-DAC956021B06}"/>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4166148A-51C8-1F15-5B01-FB0FE5672A8D}"/>
              </a:ext>
            </a:extLst>
          </p:cNvPr>
          <p:cNvSpPr>
            <a:spLocks noGrp="1"/>
          </p:cNvSpPr>
          <p:nvPr>
            <p:ph sz="quarter" idx="11"/>
          </p:nvPr>
        </p:nvSpPr>
        <p:spPr/>
        <p:txBody>
          <a:bodyPr>
            <a:normAutofit/>
          </a:bodyPr>
          <a:lstStyle/>
          <a:p>
            <a:r>
              <a:rPr lang="en-US" sz="2200" b="0" i="0" u="none" strike="noStrike" dirty="0">
                <a:solidFill>
                  <a:srgbClr val="000000"/>
                </a:solidFill>
                <a:effectLst/>
              </a:rPr>
              <a:t>A rectangle shows the left half as Hospital 1, the right upper corner as Hospital 2, and the bottom right corner as Hospital 3. A yellow rectangle labeled </a:t>
            </a:r>
            <a:r>
              <a:rPr lang="en-US" sz="2200" b="0" i="1" u="none" strike="noStrike" dirty="0">
                <a:solidFill>
                  <a:srgbClr val="000000"/>
                </a:solidFill>
                <a:effectLst/>
              </a:rPr>
              <a:t>A</a:t>
            </a:r>
            <a:r>
              <a:rPr lang="en-US" sz="2200" b="0" i="0" u="none" strike="noStrike" dirty="0">
                <a:solidFill>
                  <a:srgbClr val="000000"/>
                </a:solidFill>
                <a:effectLst/>
              </a:rPr>
              <a:t> Lawsuit is at the intersecting region of 3 hospitals. This yellow rectangle is the reduced sample space. </a:t>
            </a:r>
            <a:endParaRPr lang="en-IN" sz="2200" dirty="0"/>
          </a:p>
        </p:txBody>
      </p:sp>
      <p:sp>
        <p:nvSpPr>
          <p:cNvPr id="10" name="Text Placeholder 9">
            <a:extLst>
              <a:ext uri="{FF2B5EF4-FFF2-40B4-BE49-F238E27FC236}">
                <a16:creationId xmlns:a16="http://schemas.microsoft.com/office/drawing/2014/main" id="{919A4AB1-C1C4-7FA8-5336-3D95483323DE}"/>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79</a:t>
            </a:fld>
            <a:endParaRPr lang="en-US" sz="800"/>
          </a:p>
        </p:txBody>
      </p:sp>
    </p:spTree>
    <p:extLst>
      <p:ext uri="{BB962C8B-B14F-4D97-AF65-F5344CB8AC3E}">
        <p14:creationId xmlns:p14="http://schemas.microsoft.com/office/powerpoint/2010/main" val="131538629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a:xfrm>
            <a:off x="342900" y="220662"/>
            <a:ext cx="8458200" cy="811719"/>
          </a:xfrm>
        </p:spPr>
        <p:txBody>
          <a:bodyPr>
            <a:noAutofit/>
          </a:bodyPr>
          <a:lstStyle/>
          <a:p>
            <a:r>
              <a:rPr lang="en-US" sz="3000" dirty="0"/>
              <a:t>Fundamental Rule of Counting </a:t>
            </a:r>
            <a:r>
              <a:rPr lang="en-US" sz="1000" b="0" dirty="0"/>
              <a:t>2</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0E1D2438-6C8B-A044-2A7F-DAC956021B06}"/>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4166148A-51C8-1F15-5B01-FB0FE5672A8D}"/>
              </a:ext>
            </a:extLst>
          </p:cNvPr>
          <p:cNvSpPr>
            <a:spLocks noGrp="1"/>
          </p:cNvSpPr>
          <p:nvPr>
            <p:ph sz="quarter" idx="11"/>
          </p:nvPr>
        </p:nvSpPr>
        <p:spPr/>
        <p:txBody>
          <a:bodyPr>
            <a:normAutofit/>
          </a:bodyPr>
          <a:lstStyle/>
          <a:p>
            <a:r>
              <a:rPr lang="en-US" sz="2200" b="0" i="0" u="none" strike="noStrike" dirty="0">
                <a:solidFill>
                  <a:srgbClr val="000000"/>
                </a:solidFill>
                <a:effectLst/>
              </a:rPr>
              <a:t>Creating S</a:t>
            </a:r>
            <a:r>
              <a:rPr lang="en-US" sz="100" b="0" i="0" u="none" strike="noStrike" dirty="0">
                <a:solidFill>
                  <a:srgbClr val="000000"/>
                </a:solidFill>
                <a:effectLst/>
              </a:rPr>
              <a:t> </a:t>
            </a:r>
            <a:r>
              <a:rPr lang="en-US" sz="2200" b="0" i="0" u="none" strike="noStrike" dirty="0">
                <a:solidFill>
                  <a:srgbClr val="000000"/>
                </a:solidFill>
                <a:effectLst/>
              </a:rPr>
              <a:t>K</a:t>
            </a:r>
            <a:r>
              <a:rPr lang="en-US" sz="100" b="0" i="0" u="none" strike="noStrike" dirty="0">
                <a:solidFill>
                  <a:srgbClr val="000000"/>
                </a:solidFill>
                <a:effectLst/>
              </a:rPr>
              <a:t> </a:t>
            </a:r>
            <a:r>
              <a:rPr lang="en-US" sz="2200" b="0" i="0" u="none" strike="noStrike" dirty="0">
                <a:solidFill>
                  <a:srgbClr val="000000"/>
                </a:solidFill>
                <a:effectLst/>
              </a:rPr>
              <a:t>U labels. 6 boxes are shown. There are 26 possibilities (letters </a:t>
            </a:r>
            <a:r>
              <a:rPr lang="en-US" sz="2200" b="0" i="1" u="none" strike="noStrike" dirty="0">
                <a:solidFill>
                  <a:srgbClr val="000000"/>
                </a:solidFill>
                <a:effectLst/>
              </a:rPr>
              <a:t>A</a:t>
            </a:r>
            <a:r>
              <a:rPr lang="en-US" sz="2200" b="0" i="0" u="none" strike="noStrike" dirty="0">
                <a:solidFill>
                  <a:srgbClr val="000000"/>
                </a:solidFill>
                <a:effectLst/>
              </a:rPr>
              <a:t> through </a:t>
            </a:r>
            <a:r>
              <a:rPr lang="en-US" sz="2200" b="0" i="1" u="none" strike="noStrike" dirty="0">
                <a:solidFill>
                  <a:srgbClr val="000000"/>
                </a:solidFill>
                <a:effectLst/>
              </a:rPr>
              <a:t>Z</a:t>
            </a:r>
            <a:r>
              <a:rPr lang="en-US" sz="2200" b="0" i="0" u="none" strike="noStrike" dirty="0">
                <a:solidFill>
                  <a:srgbClr val="000000"/>
                </a:solidFill>
                <a:effectLst/>
              </a:rPr>
              <a:t>) to fill box 1 and box 2. There are 10 possibilities each (0 through 9) to fill boxes 3 through 6.</a:t>
            </a:r>
            <a:r>
              <a:rPr lang="en-US" sz="2200" dirty="0"/>
              <a:t> </a:t>
            </a:r>
            <a:endParaRPr lang="en-IN" sz="2200" dirty="0"/>
          </a:p>
        </p:txBody>
      </p:sp>
      <p:sp>
        <p:nvSpPr>
          <p:cNvPr id="10" name="Text Placeholder 9">
            <a:extLst>
              <a:ext uri="{FF2B5EF4-FFF2-40B4-BE49-F238E27FC236}">
                <a16:creationId xmlns:a16="http://schemas.microsoft.com/office/drawing/2014/main" id="{919A4AB1-C1C4-7FA8-5336-3D95483323DE}"/>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80</a:t>
            </a:fld>
            <a:endParaRPr lang="en-US" sz="800"/>
          </a:p>
        </p:txBody>
      </p:sp>
    </p:spTree>
    <p:extLst>
      <p:ext uri="{BB962C8B-B14F-4D97-AF65-F5344CB8AC3E}">
        <p14:creationId xmlns:p14="http://schemas.microsoft.com/office/powerpoint/2010/main" val="1640830169"/>
      </p:ext>
    </p:extLst>
  </p:cSld>
  <p:clrMapOvr>
    <a:masterClrMapping/>
  </p:clrMapOvr>
</p:sld>
</file>

<file path=ppt/theme/theme1.xml><?xml version="1.0" encoding="utf-8"?>
<a:theme xmlns:a="http://schemas.openxmlformats.org/drawingml/2006/main" name="Title Slides Master">
  <a:themeElements>
    <a:clrScheme name="Custom 2">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84F6219E-3D47-41AC-9893-1108D06AA07D}"/>
    </a:ext>
  </a:extLst>
</a:theme>
</file>

<file path=ppt/theme/theme2.xml><?xml version="1.0" encoding="utf-8"?>
<a:theme xmlns:a="http://schemas.openxmlformats.org/drawingml/2006/main" name="MainContentSlideMaster">
  <a:themeElements>
    <a:clrScheme name="Custom 164">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B385948E-CF34-4CE8-9AC7-28DE40FDC656}"/>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FEE61EC3-6634-45B5-BF77-FBC9B835BC79}"/>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A15A20A0-BEE6-47A5-BC6B-F87134FBF13C}"/>
    </a:ext>
  </a:extLst>
</a:theme>
</file>

<file path=ppt/theme/theme5.xml><?xml version="1.0" encoding="utf-8"?>
<a:theme xmlns:a="http://schemas.openxmlformats.org/drawingml/2006/main" name="ImageDescriptionAppendixSlideMaster">
  <a:themeElements>
    <a:clrScheme name="Custom 163">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22313DF8-AA3F-4A8D-9652-6DDC53D759ED}"/>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Nickels_UB13e_PPT_Instructor_Ch03</Template>
  <TotalTime>13564</TotalTime>
  <Words>6992</Words>
  <Application>Microsoft Office PowerPoint</Application>
  <PresentationFormat>On-screen Show (4:3)</PresentationFormat>
  <Paragraphs>684</Paragraphs>
  <Slides>80</Slides>
  <Notes>12</Notes>
  <HiddenSlides>10</HiddenSlides>
  <MMClips>0</MMClips>
  <ScaleCrop>false</ScaleCrop>
  <HeadingPairs>
    <vt:vector size="8" baseType="variant">
      <vt:variant>
        <vt:lpstr>Fonts Used</vt:lpstr>
      </vt:variant>
      <vt:variant>
        <vt:i4>4</vt:i4>
      </vt:variant>
      <vt:variant>
        <vt:lpstr>Theme</vt:lpstr>
      </vt:variant>
      <vt:variant>
        <vt:i4>5</vt:i4>
      </vt:variant>
      <vt:variant>
        <vt:lpstr>Embedded OLE Servers</vt:lpstr>
      </vt:variant>
      <vt:variant>
        <vt:i4>2</vt:i4>
      </vt:variant>
      <vt:variant>
        <vt:lpstr>Slide Titles</vt:lpstr>
      </vt:variant>
      <vt:variant>
        <vt:i4>80</vt:i4>
      </vt:variant>
    </vt:vector>
  </HeadingPairs>
  <TitlesOfParts>
    <vt:vector size="91" baseType="lpstr">
      <vt:lpstr>Nanum Brush Script</vt:lpstr>
      <vt:lpstr>Arial</vt:lpstr>
      <vt:lpstr>Calibri</vt:lpstr>
      <vt:lpstr>Wingdings</vt:lpstr>
      <vt:lpstr>Title Slides Master</vt:lpstr>
      <vt:lpstr>MainContentSlideMaster</vt:lpstr>
      <vt:lpstr>ClosingMaster</vt:lpstr>
      <vt:lpstr>DividerSlideMaster</vt:lpstr>
      <vt:lpstr>ImageDescriptionAppendixSlideMaster</vt:lpstr>
      <vt:lpstr>Equation</vt:lpstr>
      <vt:lpstr>MathType 7.0 Equation</vt:lpstr>
      <vt:lpstr>Chapter 5</vt:lpstr>
      <vt:lpstr>Chapter Learning Objectives</vt:lpstr>
      <vt:lpstr>Probability</vt:lpstr>
      <vt:lpstr>Random Experiments</vt:lpstr>
      <vt:lpstr>Sample Space 1</vt:lpstr>
      <vt:lpstr>Sample Space 2</vt:lpstr>
      <vt:lpstr>Event</vt:lpstr>
      <vt:lpstr>Probability 1</vt:lpstr>
      <vt:lpstr>Probability 2</vt:lpstr>
      <vt:lpstr>What is “Probability”</vt:lpstr>
      <vt:lpstr>Empirical Approach</vt:lpstr>
      <vt:lpstr>Empirical Examples</vt:lpstr>
      <vt:lpstr>Law of Large Numbers 1</vt:lpstr>
      <vt:lpstr>Law of Large Numbers 2</vt:lpstr>
      <vt:lpstr>Classical Approach 1</vt:lpstr>
      <vt:lpstr>Classical Approach 2</vt:lpstr>
      <vt:lpstr>Subjective Approach</vt:lpstr>
      <vt:lpstr>Complement of an Event</vt:lpstr>
      <vt:lpstr>Union or Intersection?</vt:lpstr>
      <vt:lpstr>General Law of Addition 1</vt:lpstr>
      <vt:lpstr>General Law of Addition 2</vt:lpstr>
      <vt:lpstr>Mutually Exclusive Events</vt:lpstr>
      <vt:lpstr>Special Law of Addition</vt:lpstr>
      <vt:lpstr>Collectively Exhaustive Events</vt:lpstr>
      <vt:lpstr>Conditional Probability 1</vt:lpstr>
      <vt:lpstr>Conditional Probability 2</vt:lpstr>
      <vt:lpstr>Conditional Probability 3</vt:lpstr>
      <vt:lpstr>Conditional Probability 4</vt:lpstr>
      <vt:lpstr>General Law of Multiplication 1</vt:lpstr>
      <vt:lpstr>General Law of Multiplication 2</vt:lpstr>
      <vt:lpstr>Odds of an Event 1</vt:lpstr>
      <vt:lpstr>Odds of an Event 2</vt:lpstr>
      <vt:lpstr>Independent Events</vt:lpstr>
      <vt:lpstr>Special Law of Multiplication 1</vt:lpstr>
      <vt:lpstr>Special Law of Multiplication 2</vt:lpstr>
      <vt:lpstr>Special Law of Multiplication 3</vt:lpstr>
      <vt:lpstr>Special Law of Multiplication 4</vt:lpstr>
      <vt:lpstr>Contingency Tables</vt:lpstr>
      <vt:lpstr>Marginal Probabilities</vt:lpstr>
      <vt:lpstr>Joint Probabilities</vt:lpstr>
      <vt:lpstr>Conditional Probabilities</vt:lpstr>
      <vt:lpstr>Relative Frequencies</vt:lpstr>
      <vt:lpstr>Tree Diagrams 1</vt:lpstr>
      <vt:lpstr>Tree Diagrams 2</vt:lpstr>
      <vt:lpstr>Tree Diagrams 3</vt:lpstr>
      <vt:lpstr>Bayes’ Theorem 1</vt:lpstr>
      <vt:lpstr>Bayes’ Theorem 2</vt:lpstr>
      <vt:lpstr>Bayes’ Theorem Example 1</vt:lpstr>
      <vt:lpstr>Bayes’ Theorem Example 2</vt:lpstr>
      <vt:lpstr>Bayes’ Theorem Example 3</vt:lpstr>
      <vt:lpstr>Bayes’ Theorem Example 4</vt:lpstr>
      <vt:lpstr>Fundamental Rule of Counting 1</vt:lpstr>
      <vt:lpstr>Fundamental Rule of Counting 2</vt:lpstr>
      <vt:lpstr>Factorials</vt:lpstr>
      <vt:lpstr>Permutations and Combinations 1</vt:lpstr>
      <vt:lpstr>Permutations and Combinations 2</vt:lpstr>
      <vt:lpstr>Chapter 5: Practice Problems</vt:lpstr>
      <vt:lpstr>Questions</vt:lpstr>
      <vt:lpstr>Question 17</vt:lpstr>
      <vt:lpstr>Question 25</vt:lpstr>
      <vt:lpstr>Question 32</vt:lpstr>
      <vt:lpstr>Question 40</vt:lpstr>
      <vt:lpstr>Question 44</vt:lpstr>
      <vt:lpstr>Question 47</vt:lpstr>
      <vt:lpstr>Question 49</vt:lpstr>
      <vt:lpstr>Question 64</vt:lpstr>
      <vt:lpstr>Chapter 5: Analytics in Action</vt:lpstr>
      <vt:lpstr>Analytics in Action 1</vt:lpstr>
      <vt:lpstr>Analytics in Action 2</vt:lpstr>
      <vt:lpstr>End of Main Content</vt:lpstr>
      <vt:lpstr>Accessibility Content: Text Alternatives for Images</vt:lpstr>
      <vt:lpstr>Probability 1 – Text Alternative</vt:lpstr>
      <vt:lpstr>Law of Large Numbers 2 – Text Alternative</vt:lpstr>
      <vt:lpstr>Classical Approach 2 – Text Alternative</vt:lpstr>
      <vt:lpstr>Union or Intersection? – Text Alternative</vt:lpstr>
      <vt:lpstr>General Law of Addition 2 – Text Alternative</vt:lpstr>
      <vt:lpstr>Conditional Probability 2 – Text Alternative</vt:lpstr>
      <vt:lpstr>Tree Diagrams 3 – Text Alternative</vt:lpstr>
      <vt:lpstr>Bayes’ Theorem Example 4 – Text Alternative</vt:lpstr>
      <vt:lpstr>Fundamental Rule of Counting 2 – Text Alternative</vt:lpstr>
    </vt:vector>
  </TitlesOfParts>
  <Company>McGraw Hill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dc:title>
  <dc:creator/>
  <cp:keywords/>
  <cp:lastModifiedBy>David Doane</cp:lastModifiedBy>
  <cp:revision>3700</cp:revision>
  <dcterms:created xsi:type="dcterms:W3CDTF">2020-12-08T04:00:13Z</dcterms:created>
  <dcterms:modified xsi:type="dcterms:W3CDTF">2025-08-16T18:03:38Z</dcterms:modified>
</cp:coreProperties>
</file>
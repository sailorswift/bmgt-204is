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106"/>
  </p:notesMasterIdLst>
  <p:sldIdLst>
    <p:sldId id="1609" r:id="rId6"/>
    <p:sldId id="1611" r:id="rId7"/>
    <p:sldId id="1891" r:id="rId8"/>
    <p:sldId id="1775" r:id="rId9"/>
    <p:sldId id="1837" r:id="rId10"/>
    <p:sldId id="1838" r:id="rId11"/>
    <p:sldId id="1950" r:id="rId12"/>
    <p:sldId id="1841" r:id="rId13"/>
    <p:sldId id="1951" r:id="rId14"/>
    <p:sldId id="1904" r:id="rId15"/>
    <p:sldId id="1849" r:id="rId16"/>
    <p:sldId id="1910" r:id="rId17"/>
    <p:sldId id="1952" r:id="rId18"/>
    <p:sldId id="1953" r:id="rId19"/>
    <p:sldId id="1954" r:id="rId20"/>
    <p:sldId id="1955" r:id="rId21"/>
    <p:sldId id="1956" r:id="rId22"/>
    <p:sldId id="1957" r:id="rId23"/>
    <p:sldId id="1958" r:id="rId24"/>
    <p:sldId id="1959" r:id="rId25"/>
    <p:sldId id="2020" r:id="rId26"/>
    <p:sldId id="1961" r:id="rId27"/>
    <p:sldId id="1962" r:id="rId28"/>
    <p:sldId id="1963" r:id="rId29"/>
    <p:sldId id="1964" r:id="rId30"/>
    <p:sldId id="1965" r:id="rId31"/>
    <p:sldId id="1966" r:id="rId32"/>
    <p:sldId id="1967" r:id="rId33"/>
    <p:sldId id="1968" r:id="rId34"/>
    <p:sldId id="1969" r:id="rId35"/>
    <p:sldId id="1970" r:id="rId36"/>
    <p:sldId id="2052" r:id="rId37"/>
    <p:sldId id="1972" r:id="rId38"/>
    <p:sldId id="1973" r:id="rId39"/>
    <p:sldId id="2017" r:id="rId40"/>
    <p:sldId id="2018" r:id="rId41"/>
    <p:sldId id="2019" r:id="rId42"/>
    <p:sldId id="1978" r:id="rId43"/>
    <p:sldId id="1979" r:id="rId44"/>
    <p:sldId id="1974" r:id="rId45"/>
    <p:sldId id="1980" r:id="rId46"/>
    <p:sldId id="1981" r:id="rId47"/>
    <p:sldId id="2043" r:id="rId48"/>
    <p:sldId id="2044" r:id="rId49"/>
    <p:sldId id="1985" r:id="rId50"/>
    <p:sldId id="2053" r:id="rId51"/>
    <p:sldId id="2054" r:id="rId52"/>
    <p:sldId id="2045" r:id="rId53"/>
    <p:sldId id="1989" r:id="rId54"/>
    <p:sldId id="1990" r:id="rId55"/>
    <p:sldId id="1988" r:id="rId56"/>
    <p:sldId id="1991" r:id="rId57"/>
    <p:sldId id="1993" r:id="rId58"/>
    <p:sldId id="2046" r:id="rId59"/>
    <p:sldId id="1995" r:id="rId60"/>
    <p:sldId id="2021" r:id="rId61"/>
    <p:sldId id="1996" r:id="rId62"/>
    <p:sldId id="1997" r:id="rId63"/>
    <p:sldId id="2001" r:id="rId64"/>
    <p:sldId id="2050" r:id="rId65"/>
    <p:sldId id="2016" r:id="rId66"/>
    <p:sldId id="2002" r:id="rId67"/>
    <p:sldId id="1998" r:id="rId68"/>
    <p:sldId id="2047" r:id="rId69"/>
    <p:sldId id="1665" r:id="rId70"/>
    <p:sldId id="2004" r:id="rId71"/>
    <p:sldId id="2006" r:id="rId72"/>
    <p:sldId id="2007" r:id="rId73"/>
    <p:sldId id="2048" r:id="rId74"/>
    <p:sldId id="2009" r:id="rId75"/>
    <p:sldId id="2005" r:id="rId76"/>
    <p:sldId id="2011" r:id="rId77"/>
    <p:sldId id="2012" r:id="rId78"/>
    <p:sldId id="2010" r:id="rId79"/>
    <p:sldId id="2013" r:id="rId80"/>
    <p:sldId id="2014" r:id="rId81"/>
    <p:sldId id="2015" r:id="rId82"/>
    <p:sldId id="1610" r:id="rId83"/>
    <p:sldId id="1569" r:id="rId84"/>
    <p:sldId id="1870" r:id="rId85"/>
    <p:sldId id="2022" r:id="rId86"/>
    <p:sldId id="2023" r:id="rId87"/>
    <p:sldId id="2024" r:id="rId88"/>
    <p:sldId id="2025" r:id="rId89"/>
    <p:sldId id="2026" r:id="rId90"/>
    <p:sldId id="2027" r:id="rId91"/>
    <p:sldId id="2036" r:id="rId92"/>
    <p:sldId id="2037" r:id="rId93"/>
    <p:sldId id="2038" r:id="rId94"/>
    <p:sldId id="2028" r:id="rId95"/>
    <p:sldId id="2039" r:id="rId96"/>
    <p:sldId id="2029" r:id="rId97"/>
    <p:sldId id="2040" r:id="rId98"/>
    <p:sldId id="2031" r:id="rId99"/>
    <p:sldId id="2041" r:id="rId100"/>
    <p:sldId id="2032" r:id="rId101"/>
    <p:sldId id="2033" r:id="rId102"/>
    <p:sldId id="2051" r:id="rId103"/>
    <p:sldId id="2034" r:id="rId104"/>
    <p:sldId id="2035"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8D6945F-C618-4CA8-9AD5-E03F4338A87C}">
          <p14:sldIdLst>
            <p14:sldId id="1609"/>
            <p14:sldId id="1611"/>
            <p14:sldId id="1891"/>
            <p14:sldId id="1775"/>
            <p14:sldId id="1837"/>
            <p14:sldId id="1838"/>
            <p14:sldId id="1950"/>
            <p14:sldId id="1841"/>
            <p14:sldId id="1951"/>
            <p14:sldId id="1904"/>
            <p14:sldId id="1849"/>
            <p14:sldId id="1910"/>
            <p14:sldId id="1952"/>
            <p14:sldId id="1953"/>
            <p14:sldId id="1954"/>
            <p14:sldId id="1955"/>
            <p14:sldId id="1956"/>
            <p14:sldId id="1957"/>
            <p14:sldId id="1958"/>
            <p14:sldId id="1959"/>
            <p14:sldId id="2020"/>
            <p14:sldId id="1961"/>
            <p14:sldId id="1962"/>
            <p14:sldId id="1963"/>
            <p14:sldId id="1964"/>
            <p14:sldId id="1965"/>
            <p14:sldId id="1966"/>
            <p14:sldId id="1967"/>
            <p14:sldId id="1968"/>
            <p14:sldId id="1969"/>
            <p14:sldId id="1970"/>
            <p14:sldId id="2052"/>
            <p14:sldId id="1972"/>
            <p14:sldId id="1973"/>
            <p14:sldId id="2017"/>
            <p14:sldId id="2018"/>
            <p14:sldId id="2019"/>
            <p14:sldId id="1978"/>
            <p14:sldId id="1979"/>
            <p14:sldId id="1974"/>
            <p14:sldId id="1980"/>
            <p14:sldId id="1981"/>
            <p14:sldId id="2043"/>
            <p14:sldId id="2044"/>
            <p14:sldId id="1985"/>
            <p14:sldId id="2053"/>
            <p14:sldId id="2054"/>
            <p14:sldId id="2045"/>
            <p14:sldId id="1989"/>
            <p14:sldId id="1990"/>
            <p14:sldId id="1988"/>
            <p14:sldId id="1991"/>
            <p14:sldId id="1993"/>
            <p14:sldId id="2046"/>
            <p14:sldId id="1995"/>
            <p14:sldId id="2021"/>
            <p14:sldId id="1996"/>
            <p14:sldId id="1997"/>
            <p14:sldId id="2001"/>
            <p14:sldId id="2050"/>
            <p14:sldId id="2016"/>
            <p14:sldId id="2002"/>
            <p14:sldId id="1998"/>
            <p14:sldId id="2047"/>
            <p14:sldId id="1665"/>
            <p14:sldId id="2004"/>
            <p14:sldId id="2006"/>
            <p14:sldId id="2007"/>
            <p14:sldId id="2048"/>
            <p14:sldId id="2009"/>
            <p14:sldId id="2005"/>
            <p14:sldId id="2011"/>
            <p14:sldId id="2012"/>
            <p14:sldId id="2010"/>
            <p14:sldId id="2013"/>
            <p14:sldId id="2014"/>
            <p14:sldId id="2015"/>
            <p14:sldId id="1610"/>
          </p14:sldIdLst>
        </p14:section>
        <p14:section name="Appendix: Image Descriptions for Unsighted Students" id="{0170229B-FDF2-4FA9-A520-952DFD0CE527}">
          <p14:sldIdLst>
            <p14:sldId id="1569"/>
            <p14:sldId id="1870"/>
            <p14:sldId id="2022"/>
            <p14:sldId id="2023"/>
            <p14:sldId id="2024"/>
            <p14:sldId id="2025"/>
            <p14:sldId id="2026"/>
            <p14:sldId id="2027"/>
            <p14:sldId id="2036"/>
            <p14:sldId id="2037"/>
            <p14:sldId id="2038"/>
            <p14:sldId id="2028"/>
            <p14:sldId id="2039"/>
            <p14:sldId id="2029"/>
            <p14:sldId id="2040"/>
            <p14:sldId id="2031"/>
            <p14:sldId id="2041"/>
            <p14:sldId id="2032"/>
            <p14:sldId id="2033"/>
            <p14:sldId id="2051"/>
            <p14:sldId id="2034"/>
            <p14:sldId id="2035"/>
          </p14:sldIdLst>
        </p14:section>
      </p14:sectionLst>
    </p:ext>
    <p:ext uri="{EFAFB233-063F-42B5-8137-9DF3F51BA10A}">
      <p15:sldGuideLst xmlns:p15="http://schemas.microsoft.com/office/powerpoint/2012/main">
        <p15:guide id="2" pos="2904" userDrawn="1">
          <p15:clr>
            <a:srgbClr val="A4A3A4"/>
          </p15:clr>
        </p15:guide>
        <p15:guide id="3" orient="horz" pos="2184" userDrawn="1">
          <p15:clr>
            <a:srgbClr val="A4A3A4"/>
          </p15:clr>
        </p15:guide>
        <p15:guide id="4" pos="5664" userDrawn="1">
          <p15:clr>
            <a:srgbClr val="A4A3A4"/>
          </p15:clr>
        </p15:guide>
        <p15:guide id="5" pos="456" userDrawn="1">
          <p15:clr>
            <a:srgbClr val="A4A3A4"/>
          </p15:clr>
        </p15:guide>
        <p15:guide id="6" orient="horz" pos="7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0D4B42-1770-8651-7A8C-17ABE384B965}" name="Gracy M" initials="GM" userId="S::M.Gracy2@straive.com::3a842c30-1f5a-493a-a962-035eb95e827d" providerId="AD"/>
  <p188:author id="{F1783575-3AE8-9294-859B-B2812A7766C8}" name="Gowthami D" initials="GD" userId="S::Gowthami.D@straive.com::66d66eb3-f333-4bee-83bc-5dd82344484a" providerId="AD"/>
  <p188:author id="{9B66E976-31CE-7F6C-127D-2C8D549495A6}" name="Michaelammal M" initials="MM" userId="S::Michaelammal.Michael@straive.com::b485f173-2535-4c8e-aa94-fb9fb03f2278" providerId="AD"/>
  <p188:author id="{EE931FE8-A721-D06A-34AF-6112D65456EE}" name="Balamurugan  Yuvaraj" initials="BY" userId="S::Balamurugan.Yuvaraj@straive.com::6e630b42-7441-45c3-911f-e1223e1b098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A9131A"/>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88" autoAdjust="0"/>
    <p:restoredTop sz="94061" autoAdjust="0"/>
  </p:normalViewPr>
  <p:slideViewPr>
    <p:cSldViewPr snapToGrid="0" showGuides="1">
      <p:cViewPr varScale="1">
        <p:scale>
          <a:sx n="90" d="100"/>
          <a:sy n="90" d="100"/>
        </p:scale>
        <p:origin x="346" y="58"/>
      </p:cViewPr>
      <p:guideLst>
        <p:guide pos="2904"/>
        <p:guide orient="horz" pos="2184"/>
        <p:guide pos="5664"/>
        <p:guide pos="456"/>
        <p:guide orient="horz" pos="768"/>
      </p:guideLst>
    </p:cSldViewPr>
  </p:slideViewPr>
  <p:outlineViewPr>
    <p:cViewPr>
      <p:scale>
        <a:sx n="33" d="100"/>
        <a:sy n="33" d="100"/>
      </p:scale>
      <p:origin x="0" y="-92574"/>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microsoft.com/office/2018/10/relationships/authors" Target="authors.xml"/><Relationship Id="rId16" Type="http://schemas.openxmlformats.org/officeDocument/2006/relationships/slide" Target="slides/slide11.xml"/><Relationship Id="rId107" Type="http://schemas.openxmlformats.org/officeDocument/2006/relationships/commentAuthors" Target="commentAuthor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presProps" Target="presProp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viewProps" Target="viewProp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45</a:t>
            </a:fld>
            <a:endParaRPr lang="en-US"/>
          </a:p>
        </p:txBody>
      </p:sp>
    </p:spTree>
    <p:extLst>
      <p:ext uri="{BB962C8B-B14F-4D97-AF65-F5344CB8AC3E}">
        <p14:creationId xmlns:p14="http://schemas.microsoft.com/office/powerpoint/2010/main" val="656563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61</a:t>
            </a:fld>
            <a:endParaRPr lang="en-US"/>
          </a:p>
        </p:txBody>
      </p:sp>
    </p:spTree>
    <p:extLst>
      <p:ext uri="{BB962C8B-B14F-4D97-AF65-F5344CB8AC3E}">
        <p14:creationId xmlns:p14="http://schemas.microsoft.com/office/powerpoint/2010/main" val="863015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78</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79</a:t>
            </a:fld>
            <a:endParaRPr lang="en-US"/>
          </a:p>
        </p:txBody>
      </p:sp>
    </p:spTree>
    <p:extLst>
      <p:ext uri="{BB962C8B-B14F-4D97-AF65-F5344CB8AC3E}">
        <p14:creationId xmlns:p14="http://schemas.microsoft.com/office/powerpoint/2010/main" val="135269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Appendix Link">
            <a:extLst>
              <a:ext uri="{FF2B5EF4-FFF2-40B4-BE49-F238E27FC236}">
                <a16:creationId xmlns:a16="http://schemas.microsoft.com/office/drawing/2014/main" id="{E2028F98-0E10-413D-9110-D0B0D682EC9D}"/>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524381"/>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1931950"/>
            <a:ext cx="3915201" cy="46411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499163"/>
            <a:ext cx="3915201" cy="48125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118035"/>
            <a:ext cx="3915201" cy="49941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3748468"/>
            <a:ext cx="3915201" cy="49941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4378894"/>
            <a:ext cx="3915201" cy="52438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342900" y="5003807"/>
            <a:ext cx="3915201" cy="386971"/>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342899" y="5515661"/>
            <a:ext cx="3915201" cy="439143"/>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342898" y="6091086"/>
            <a:ext cx="3915201" cy="476104"/>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572000" y="1269864"/>
            <a:ext cx="3915201" cy="527577"/>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571999" y="1912450"/>
            <a:ext cx="3915201" cy="4167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563340" y="244626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0" name="Content Placeholder 6">
            <a:extLst>
              <a:ext uri="{FF2B5EF4-FFF2-40B4-BE49-F238E27FC236}">
                <a16:creationId xmlns:a16="http://schemas.microsoft.com/office/drawing/2014/main" id="{1C3E8E04-E5E0-436C-975B-EF0A3EDBE8D7}"/>
              </a:ext>
            </a:extLst>
          </p:cNvPr>
          <p:cNvSpPr>
            <a:spLocks noGrp="1"/>
          </p:cNvSpPr>
          <p:nvPr>
            <p:ph sz="quarter" idx="25" hasCustomPrompt="1"/>
          </p:nvPr>
        </p:nvSpPr>
        <p:spPr>
          <a:xfrm>
            <a:off x="4563339" y="300728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1" name="Content Placeholder 6">
            <a:extLst>
              <a:ext uri="{FF2B5EF4-FFF2-40B4-BE49-F238E27FC236}">
                <a16:creationId xmlns:a16="http://schemas.microsoft.com/office/drawing/2014/main" id="{8B1EBAB6-BCBC-42A6-8B1C-0C39B0AA67CC}"/>
              </a:ext>
            </a:extLst>
          </p:cNvPr>
          <p:cNvSpPr>
            <a:spLocks noGrp="1"/>
          </p:cNvSpPr>
          <p:nvPr>
            <p:ph sz="quarter" idx="26" hasCustomPrompt="1"/>
          </p:nvPr>
        </p:nvSpPr>
        <p:spPr>
          <a:xfrm>
            <a:off x="4563338" y="3525693"/>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2" name="Content Placeholder 6">
            <a:extLst>
              <a:ext uri="{FF2B5EF4-FFF2-40B4-BE49-F238E27FC236}">
                <a16:creationId xmlns:a16="http://schemas.microsoft.com/office/drawing/2014/main" id="{2E2D829F-7FD9-454D-9F15-34D5DB8B8953}"/>
              </a:ext>
            </a:extLst>
          </p:cNvPr>
          <p:cNvSpPr>
            <a:spLocks noGrp="1"/>
          </p:cNvSpPr>
          <p:nvPr>
            <p:ph sz="quarter" idx="27" hasCustomPrompt="1"/>
          </p:nvPr>
        </p:nvSpPr>
        <p:spPr>
          <a:xfrm>
            <a:off x="4563337" y="4044439"/>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3" name="Content Placeholder 6">
            <a:extLst>
              <a:ext uri="{FF2B5EF4-FFF2-40B4-BE49-F238E27FC236}">
                <a16:creationId xmlns:a16="http://schemas.microsoft.com/office/drawing/2014/main" id="{EFCC0A4E-F43B-4E2F-BA80-CB01C3AAC559}"/>
              </a:ext>
            </a:extLst>
          </p:cNvPr>
          <p:cNvSpPr>
            <a:spLocks noGrp="1"/>
          </p:cNvSpPr>
          <p:nvPr>
            <p:ph sz="quarter" idx="28" hasCustomPrompt="1"/>
          </p:nvPr>
        </p:nvSpPr>
        <p:spPr>
          <a:xfrm>
            <a:off x="4563336" y="4616396"/>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4" name="Content Placeholder 6">
            <a:extLst>
              <a:ext uri="{FF2B5EF4-FFF2-40B4-BE49-F238E27FC236}">
                <a16:creationId xmlns:a16="http://schemas.microsoft.com/office/drawing/2014/main" id="{F51710A0-2CC6-4DBD-89F2-87D6DDE4FEC4}"/>
              </a:ext>
            </a:extLst>
          </p:cNvPr>
          <p:cNvSpPr>
            <a:spLocks noGrp="1"/>
          </p:cNvSpPr>
          <p:nvPr>
            <p:ph sz="quarter" idx="29" hasCustomPrompt="1"/>
          </p:nvPr>
        </p:nvSpPr>
        <p:spPr>
          <a:xfrm>
            <a:off x="4563335" y="51416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5" name="Content Placeholder 6">
            <a:extLst>
              <a:ext uri="{FF2B5EF4-FFF2-40B4-BE49-F238E27FC236}">
                <a16:creationId xmlns:a16="http://schemas.microsoft.com/office/drawing/2014/main" id="{3AEE708C-55BD-4660-B140-8C7B3E4F38FF}"/>
              </a:ext>
            </a:extLst>
          </p:cNvPr>
          <p:cNvSpPr>
            <a:spLocks noGrp="1"/>
          </p:cNvSpPr>
          <p:nvPr>
            <p:ph sz="quarter" idx="30" hasCustomPrompt="1"/>
          </p:nvPr>
        </p:nvSpPr>
        <p:spPr>
          <a:xfrm>
            <a:off x="4563334" y="5650930"/>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26" name="Content Placeholder 6">
            <a:extLst>
              <a:ext uri="{FF2B5EF4-FFF2-40B4-BE49-F238E27FC236}">
                <a16:creationId xmlns:a16="http://schemas.microsoft.com/office/drawing/2014/main" id="{AA20FAC6-6839-48C9-842E-9E90960D9029}"/>
              </a:ext>
            </a:extLst>
          </p:cNvPr>
          <p:cNvSpPr>
            <a:spLocks noGrp="1"/>
          </p:cNvSpPr>
          <p:nvPr>
            <p:ph sz="quarter" idx="31" hasCustomPrompt="1"/>
          </p:nvPr>
        </p:nvSpPr>
        <p:spPr>
          <a:xfrm>
            <a:off x="4563333" y="6185428"/>
            <a:ext cx="3915201" cy="4167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7645659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25117197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3545784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3.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1.xml"/><Relationship Id="rId1"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 id="2147483724" r:id="rId3"/>
    <p:sldLayoutId id="2147483725" r:id="rId4"/>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0.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3.bin"/><Relationship Id="rId1" Type="http://schemas.openxmlformats.org/officeDocument/2006/relationships/slideLayout" Target="../slideLayouts/slideLayout21.xml"/><Relationship Id="rId5" Type="http://schemas.openxmlformats.org/officeDocument/2006/relationships/slide" Target="slide8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wmf"/><Relationship Id="rId7" Type="http://schemas.openxmlformats.org/officeDocument/2006/relationships/slide" Target="slide82.xml"/><Relationship Id="rId2" Type="http://schemas.openxmlformats.org/officeDocument/2006/relationships/oleObject" Target="../embeddings/oleObject4.bin"/><Relationship Id="rId1" Type="http://schemas.openxmlformats.org/officeDocument/2006/relationships/slideLayout" Target="../slideLayouts/slideLayout21.xml"/><Relationship Id="rId6" Type="http://schemas.openxmlformats.org/officeDocument/2006/relationships/image" Target="../media/image16.png"/><Relationship Id="rId5" Type="http://schemas.openxmlformats.org/officeDocument/2006/relationships/image" Target="../media/image15.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6.bin"/><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24.wmf"/><Relationship Id="rId18" Type="http://schemas.openxmlformats.org/officeDocument/2006/relationships/oleObject" Target="../embeddings/oleObject15.bin"/><Relationship Id="rId3" Type="http://schemas.openxmlformats.org/officeDocument/2006/relationships/image" Target="../media/image19.wmf"/><Relationship Id="rId21" Type="http://schemas.openxmlformats.org/officeDocument/2006/relationships/image" Target="../media/image28.wmf"/><Relationship Id="rId7" Type="http://schemas.openxmlformats.org/officeDocument/2006/relationships/image" Target="../media/image21.wmf"/><Relationship Id="rId12" Type="http://schemas.openxmlformats.org/officeDocument/2006/relationships/oleObject" Target="../embeddings/oleObject12.bin"/><Relationship Id="rId17" Type="http://schemas.openxmlformats.org/officeDocument/2006/relationships/image" Target="../media/image26.wmf"/><Relationship Id="rId2" Type="http://schemas.openxmlformats.org/officeDocument/2006/relationships/oleObject" Target="../embeddings/oleObject7.bin"/><Relationship Id="rId16" Type="http://schemas.openxmlformats.org/officeDocument/2006/relationships/oleObject" Target="../embeddings/oleObject14.bin"/><Relationship Id="rId20" Type="http://schemas.openxmlformats.org/officeDocument/2006/relationships/oleObject" Target="../embeddings/oleObject16.bin"/><Relationship Id="rId1" Type="http://schemas.openxmlformats.org/officeDocument/2006/relationships/slideLayout" Target="../slideLayouts/slideLayout21.xml"/><Relationship Id="rId6" Type="http://schemas.openxmlformats.org/officeDocument/2006/relationships/oleObject" Target="../embeddings/oleObject9.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23" Type="http://schemas.openxmlformats.org/officeDocument/2006/relationships/image" Target="../media/image29.wmf"/><Relationship Id="rId10" Type="http://schemas.openxmlformats.org/officeDocument/2006/relationships/oleObject" Target="../embeddings/oleObject11.bin"/><Relationship Id="rId19" Type="http://schemas.openxmlformats.org/officeDocument/2006/relationships/image" Target="../media/image27.wmf"/><Relationship Id="rId4" Type="http://schemas.openxmlformats.org/officeDocument/2006/relationships/oleObject" Target="../embeddings/oleObject8.bin"/><Relationship Id="rId9" Type="http://schemas.openxmlformats.org/officeDocument/2006/relationships/image" Target="../media/image22.wmf"/><Relationship Id="rId14" Type="http://schemas.openxmlformats.org/officeDocument/2006/relationships/oleObject" Target="../embeddings/oleObject13.bin"/><Relationship Id="rId22" Type="http://schemas.openxmlformats.org/officeDocument/2006/relationships/oleObject" Target="../embeddings/oleObject17.bin"/></Relationships>
</file>

<file path=ppt/slides/_rels/slide9.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slide" Target="slide83.xml"/><Relationship Id="rId2" Type="http://schemas.openxmlformats.org/officeDocument/2006/relationships/oleObject" Target="../embeddings/oleObject18.bin"/><Relationship Id="rId1" Type="http://schemas.openxmlformats.org/officeDocument/2006/relationships/slideLayout" Target="../slideLayouts/slideLayout21.xml"/><Relationship Id="rId6" Type="http://schemas.openxmlformats.org/officeDocument/2006/relationships/image" Target="../media/image32.png"/><Relationship Id="rId5" Type="http://schemas.openxmlformats.org/officeDocument/2006/relationships/image" Target="../media/image31.wmf"/><Relationship Id="rId4" Type="http://schemas.openxmlformats.org/officeDocument/2006/relationships/oleObject" Target="../embeddings/oleObject19.bin"/></Relationships>
</file>

<file path=ppt/slides/_rels/slide10.xml.rels><?xml version="1.0" encoding="UTF-8" standalone="yes"?>
<Relationships xmlns="http://schemas.openxmlformats.org/package/2006/relationships"><Relationship Id="rId13" Type="http://schemas.openxmlformats.org/officeDocument/2006/relationships/image" Target="../media/image38.wmf"/><Relationship Id="rId18" Type="http://schemas.openxmlformats.org/officeDocument/2006/relationships/oleObject" Target="../embeddings/oleObject28.bin"/><Relationship Id="rId26" Type="http://schemas.openxmlformats.org/officeDocument/2006/relationships/oleObject" Target="../embeddings/oleObject32.bin"/><Relationship Id="rId39" Type="http://schemas.openxmlformats.org/officeDocument/2006/relationships/image" Target="../media/image51.wmf"/><Relationship Id="rId21" Type="http://schemas.openxmlformats.org/officeDocument/2006/relationships/image" Target="../media/image42.wmf"/><Relationship Id="rId34" Type="http://schemas.openxmlformats.org/officeDocument/2006/relationships/oleObject" Target="../embeddings/oleObject36.bin"/><Relationship Id="rId7" Type="http://schemas.openxmlformats.org/officeDocument/2006/relationships/image" Target="../media/image35.wmf"/><Relationship Id="rId12" Type="http://schemas.openxmlformats.org/officeDocument/2006/relationships/oleObject" Target="../embeddings/oleObject25.bin"/><Relationship Id="rId17" Type="http://schemas.openxmlformats.org/officeDocument/2006/relationships/image" Target="../media/image40.wmf"/><Relationship Id="rId25" Type="http://schemas.openxmlformats.org/officeDocument/2006/relationships/image" Target="../media/image44.wmf"/><Relationship Id="rId33" Type="http://schemas.openxmlformats.org/officeDocument/2006/relationships/image" Target="../media/image48.wmf"/><Relationship Id="rId38" Type="http://schemas.openxmlformats.org/officeDocument/2006/relationships/oleObject" Target="../embeddings/oleObject38.bin"/><Relationship Id="rId2" Type="http://schemas.openxmlformats.org/officeDocument/2006/relationships/oleObject" Target="../embeddings/oleObject20.bin"/><Relationship Id="rId16" Type="http://schemas.openxmlformats.org/officeDocument/2006/relationships/oleObject" Target="../embeddings/oleObject27.bin"/><Relationship Id="rId20" Type="http://schemas.openxmlformats.org/officeDocument/2006/relationships/oleObject" Target="../embeddings/oleObject29.bin"/><Relationship Id="rId29" Type="http://schemas.openxmlformats.org/officeDocument/2006/relationships/image" Target="../media/image46.wmf"/><Relationship Id="rId1" Type="http://schemas.openxmlformats.org/officeDocument/2006/relationships/slideLayout" Target="../slideLayouts/slideLayout21.xml"/><Relationship Id="rId6" Type="http://schemas.openxmlformats.org/officeDocument/2006/relationships/oleObject" Target="../embeddings/oleObject22.bin"/><Relationship Id="rId11" Type="http://schemas.openxmlformats.org/officeDocument/2006/relationships/image" Target="../media/image37.wmf"/><Relationship Id="rId24" Type="http://schemas.openxmlformats.org/officeDocument/2006/relationships/oleObject" Target="../embeddings/oleObject31.bin"/><Relationship Id="rId32" Type="http://schemas.openxmlformats.org/officeDocument/2006/relationships/oleObject" Target="../embeddings/oleObject35.bin"/><Relationship Id="rId37" Type="http://schemas.openxmlformats.org/officeDocument/2006/relationships/image" Target="../media/image50.wmf"/><Relationship Id="rId5" Type="http://schemas.openxmlformats.org/officeDocument/2006/relationships/image" Target="../media/image34.wmf"/><Relationship Id="rId15" Type="http://schemas.openxmlformats.org/officeDocument/2006/relationships/image" Target="../media/image39.wmf"/><Relationship Id="rId23" Type="http://schemas.openxmlformats.org/officeDocument/2006/relationships/image" Target="../media/image43.wmf"/><Relationship Id="rId28" Type="http://schemas.openxmlformats.org/officeDocument/2006/relationships/oleObject" Target="../embeddings/oleObject33.bin"/><Relationship Id="rId36" Type="http://schemas.openxmlformats.org/officeDocument/2006/relationships/oleObject" Target="../embeddings/oleObject37.bin"/><Relationship Id="rId10" Type="http://schemas.openxmlformats.org/officeDocument/2006/relationships/oleObject" Target="../embeddings/oleObject24.bin"/><Relationship Id="rId19" Type="http://schemas.openxmlformats.org/officeDocument/2006/relationships/image" Target="../media/image41.wmf"/><Relationship Id="rId31" Type="http://schemas.openxmlformats.org/officeDocument/2006/relationships/image" Target="../media/image47.wmf"/><Relationship Id="rId4" Type="http://schemas.openxmlformats.org/officeDocument/2006/relationships/oleObject" Target="../embeddings/oleObject21.bin"/><Relationship Id="rId9" Type="http://schemas.openxmlformats.org/officeDocument/2006/relationships/image" Target="../media/image36.wmf"/><Relationship Id="rId14" Type="http://schemas.openxmlformats.org/officeDocument/2006/relationships/oleObject" Target="../embeddings/oleObject26.bin"/><Relationship Id="rId22" Type="http://schemas.openxmlformats.org/officeDocument/2006/relationships/oleObject" Target="../embeddings/oleObject30.bin"/><Relationship Id="rId27" Type="http://schemas.openxmlformats.org/officeDocument/2006/relationships/image" Target="../media/image45.wmf"/><Relationship Id="rId30" Type="http://schemas.openxmlformats.org/officeDocument/2006/relationships/oleObject" Target="../embeddings/oleObject34.bin"/><Relationship Id="rId35" Type="http://schemas.openxmlformats.org/officeDocument/2006/relationships/image" Target="../media/image49.wmf"/><Relationship Id="rId8" Type="http://schemas.openxmlformats.org/officeDocument/2006/relationships/oleObject" Target="../embeddings/oleObject23.bin"/><Relationship Id="rId3" Type="http://schemas.openxmlformats.org/officeDocument/2006/relationships/image" Target="../media/image33.wmf"/></Relationships>
</file>

<file path=ppt/slides/_rels/slide11.x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4.wmf"/><Relationship Id="rId2" Type="http://schemas.openxmlformats.org/officeDocument/2006/relationships/oleObject" Target="../embeddings/oleObject39.bin"/><Relationship Id="rId1" Type="http://schemas.openxmlformats.org/officeDocument/2006/relationships/slideLayout" Target="../slideLayouts/slideLayout21.xml"/><Relationship Id="rId6" Type="http://schemas.openxmlformats.org/officeDocument/2006/relationships/oleObject" Target="../embeddings/oleObject41.bin"/><Relationship Id="rId5" Type="http://schemas.openxmlformats.org/officeDocument/2006/relationships/image" Target="../media/image53.wmf"/><Relationship Id="rId4" Type="http://schemas.openxmlformats.org/officeDocument/2006/relationships/oleObject" Target="../embeddings/oleObject40.bin"/></Relationships>
</file>

<file path=ppt/slides/_rels/slide12.xml.rels><?xml version="1.0" encoding="UTF-8" standalone="yes"?>
<Relationships xmlns="http://schemas.openxmlformats.org/package/2006/relationships"><Relationship Id="rId3" Type="http://schemas.openxmlformats.org/officeDocument/2006/relationships/image" Target="../media/image55.wmf"/><Relationship Id="rId7" Type="http://schemas.openxmlformats.org/officeDocument/2006/relationships/slide" Target="slide84.xml"/><Relationship Id="rId2" Type="http://schemas.openxmlformats.org/officeDocument/2006/relationships/oleObject" Target="../embeddings/oleObject42.bin"/><Relationship Id="rId1" Type="http://schemas.openxmlformats.org/officeDocument/2006/relationships/slideLayout" Target="../slideLayouts/slideLayout20.xml"/><Relationship Id="rId6" Type="http://schemas.openxmlformats.org/officeDocument/2006/relationships/image" Target="../media/image57.png"/><Relationship Id="rId5" Type="http://schemas.openxmlformats.org/officeDocument/2006/relationships/image" Target="../media/image56.wmf"/><Relationship Id="rId4" Type="http://schemas.openxmlformats.org/officeDocument/2006/relationships/oleObject" Target="../embeddings/oleObject43.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44.bin"/><Relationship Id="rId1" Type="http://schemas.openxmlformats.org/officeDocument/2006/relationships/slideLayout" Target="../slideLayouts/slideLayout21.xml"/><Relationship Id="rId6" Type="http://schemas.openxmlformats.org/officeDocument/2006/relationships/oleObject" Target="../embeddings/oleObject46.bin"/><Relationship Id="rId11" Type="http://schemas.openxmlformats.org/officeDocument/2006/relationships/slide" Target="slide85.xml"/><Relationship Id="rId5" Type="http://schemas.openxmlformats.org/officeDocument/2006/relationships/image" Target="../media/image59.wmf"/><Relationship Id="rId10" Type="http://schemas.openxmlformats.org/officeDocument/2006/relationships/image" Target="../media/image62.png"/><Relationship Id="rId4" Type="http://schemas.openxmlformats.org/officeDocument/2006/relationships/oleObject" Target="../embeddings/oleObject45.bin"/><Relationship Id="rId9" Type="http://schemas.openxmlformats.org/officeDocument/2006/relationships/image" Target="../media/image61.wmf"/></Relationships>
</file>

<file path=ppt/slides/_rels/slide14.xml.rels><?xml version="1.0" encoding="UTF-8" standalone="yes"?>
<Relationships xmlns="http://schemas.openxmlformats.org/package/2006/relationships"><Relationship Id="rId13" Type="http://schemas.openxmlformats.org/officeDocument/2006/relationships/image" Target="../media/image68.wmf"/><Relationship Id="rId18" Type="http://schemas.openxmlformats.org/officeDocument/2006/relationships/oleObject" Target="../embeddings/oleObject56.bin"/><Relationship Id="rId26" Type="http://schemas.openxmlformats.org/officeDocument/2006/relationships/oleObject" Target="../embeddings/oleObject60.bin"/><Relationship Id="rId39" Type="http://schemas.openxmlformats.org/officeDocument/2006/relationships/image" Target="../media/image81.wmf"/><Relationship Id="rId21" Type="http://schemas.openxmlformats.org/officeDocument/2006/relationships/image" Target="../media/image72.wmf"/><Relationship Id="rId34" Type="http://schemas.openxmlformats.org/officeDocument/2006/relationships/oleObject" Target="../embeddings/oleObject64.bin"/><Relationship Id="rId7" Type="http://schemas.openxmlformats.org/officeDocument/2006/relationships/image" Target="../media/image65.wmf"/><Relationship Id="rId12" Type="http://schemas.openxmlformats.org/officeDocument/2006/relationships/oleObject" Target="../embeddings/oleObject53.bin"/><Relationship Id="rId17" Type="http://schemas.openxmlformats.org/officeDocument/2006/relationships/image" Target="../media/image70.wmf"/><Relationship Id="rId25" Type="http://schemas.openxmlformats.org/officeDocument/2006/relationships/image" Target="../media/image74.wmf"/><Relationship Id="rId33" Type="http://schemas.openxmlformats.org/officeDocument/2006/relationships/image" Target="../media/image78.wmf"/><Relationship Id="rId38" Type="http://schemas.openxmlformats.org/officeDocument/2006/relationships/oleObject" Target="../embeddings/oleObject66.bin"/><Relationship Id="rId2" Type="http://schemas.openxmlformats.org/officeDocument/2006/relationships/oleObject" Target="../embeddings/oleObject48.bin"/><Relationship Id="rId16" Type="http://schemas.openxmlformats.org/officeDocument/2006/relationships/oleObject" Target="../embeddings/oleObject55.bin"/><Relationship Id="rId20" Type="http://schemas.openxmlformats.org/officeDocument/2006/relationships/oleObject" Target="../embeddings/oleObject57.bin"/><Relationship Id="rId29" Type="http://schemas.openxmlformats.org/officeDocument/2006/relationships/image" Target="../media/image76.wmf"/><Relationship Id="rId1" Type="http://schemas.openxmlformats.org/officeDocument/2006/relationships/slideLayout" Target="../slideLayouts/slideLayout21.xml"/><Relationship Id="rId6" Type="http://schemas.openxmlformats.org/officeDocument/2006/relationships/oleObject" Target="../embeddings/oleObject50.bin"/><Relationship Id="rId11" Type="http://schemas.openxmlformats.org/officeDocument/2006/relationships/image" Target="../media/image67.wmf"/><Relationship Id="rId24" Type="http://schemas.openxmlformats.org/officeDocument/2006/relationships/oleObject" Target="../embeddings/oleObject59.bin"/><Relationship Id="rId32" Type="http://schemas.openxmlformats.org/officeDocument/2006/relationships/oleObject" Target="../embeddings/oleObject63.bin"/><Relationship Id="rId37" Type="http://schemas.openxmlformats.org/officeDocument/2006/relationships/image" Target="../media/image80.wmf"/><Relationship Id="rId5" Type="http://schemas.openxmlformats.org/officeDocument/2006/relationships/image" Target="../media/image64.wmf"/><Relationship Id="rId15" Type="http://schemas.openxmlformats.org/officeDocument/2006/relationships/image" Target="../media/image69.wmf"/><Relationship Id="rId23" Type="http://schemas.openxmlformats.org/officeDocument/2006/relationships/image" Target="../media/image73.wmf"/><Relationship Id="rId28" Type="http://schemas.openxmlformats.org/officeDocument/2006/relationships/oleObject" Target="../embeddings/oleObject61.bin"/><Relationship Id="rId36" Type="http://schemas.openxmlformats.org/officeDocument/2006/relationships/oleObject" Target="../embeddings/oleObject65.bin"/><Relationship Id="rId10" Type="http://schemas.openxmlformats.org/officeDocument/2006/relationships/oleObject" Target="../embeddings/oleObject52.bin"/><Relationship Id="rId19" Type="http://schemas.openxmlformats.org/officeDocument/2006/relationships/image" Target="../media/image71.wmf"/><Relationship Id="rId31" Type="http://schemas.openxmlformats.org/officeDocument/2006/relationships/image" Target="../media/image77.wmf"/><Relationship Id="rId4" Type="http://schemas.openxmlformats.org/officeDocument/2006/relationships/oleObject" Target="../embeddings/oleObject49.bin"/><Relationship Id="rId9" Type="http://schemas.openxmlformats.org/officeDocument/2006/relationships/image" Target="../media/image66.wmf"/><Relationship Id="rId14" Type="http://schemas.openxmlformats.org/officeDocument/2006/relationships/oleObject" Target="../embeddings/oleObject54.bin"/><Relationship Id="rId22" Type="http://schemas.openxmlformats.org/officeDocument/2006/relationships/oleObject" Target="../embeddings/oleObject58.bin"/><Relationship Id="rId27" Type="http://schemas.openxmlformats.org/officeDocument/2006/relationships/image" Target="../media/image75.wmf"/><Relationship Id="rId30" Type="http://schemas.openxmlformats.org/officeDocument/2006/relationships/oleObject" Target="../embeddings/oleObject62.bin"/><Relationship Id="rId35" Type="http://schemas.openxmlformats.org/officeDocument/2006/relationships/image" Target="../media/image79.wmf"/><Relationship Id="rId8" Type="http://schemas.openxmlformats.org/officeDocument/2006/relationships/oleObject" Target="../embeddings/oleObject51.bin"/><Relationship Id="rId3" Type="http://schemas.openxmlformats.org/officeDocument/2006/relationships/image" Target="../media/image63.wmf"/></Relationships>
</file>

<file path=ppt/slides/_rels/slide15.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image" Target="../media/image82.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oleObject" Target="../embeddings/oleObject67.bin"/><Relationship Id="rId1" Type="http://schemas.openxmlformats.org/officeDocument/2006/relationships/slideLayout" Target="../slideLayouts/slideLayout21.xml"/><Relationship Id="rId5" Type="http://schemas.openxmlformats.org/officeDocument/2006/relationships/image" Target="../media/image84.wmf"/><Relationship Id="rId4" Type="http://schemas.openxmlformats.org/officeDocument/2006/relationships/oleObject" Target="../embeddings/oleObject68.bin"/></Relationships>
</file>

<file path=ppt/slides/_rels/slide18.xml.rels><?xml version="1.0" encoding="UTF-8" standalone="yes"?>
<Relationships xmlns="http://schemas.openxmlformats.org/package/2006/relationships"><Relationship Id="rId13" Type="http://schemas.openxmlformats.org/officeDocument/2006/relationships/image" Target="../media/image90.wmf"/><Relationship Id="rId18" Type="http://schemas.openxmlformats.org/officeDocument/2006/relationships/oleObject" Target="../embeddings/oleObject77.bin"/><Relationship Id="rId26" Type="http://schemas.openxmlformats.org/officeDocument/2006/relationships/oleObject" Target="../embeddings/oleObject81.bin"/><Relationship Id="rId39" Type="http://schemas.openxmlformats.org/officeDocument/2006/relationships/image" Target="../media/image103.wmf"/><Relationship Id="rId21" Type="http://schemas.openxmlformats.org/officeDocument/2006/relationships/image" Target="../media/image94.wmf"/><Relationship Id="rId34" Type="http://schemas.openxmlformats.org/officeDocument/2006/relationships/oleObject" Target="../embeddings/oleObject85.bin"/><Relationship Id="rId42" Type="http://schemas.openxmlformats.org/officeDocument/2006/relationships/oleObject" Target="../embeddings/oleObject89.bin"/><Relationship Id="rId7" Type="http://schemas.openxmlformats.org/officeDocument/2006/relationships/image" Target="../media/image87.wmf"/><Relationship Id="rId2" Type="http://schemas.openxmlformats.org/officeDocument/2006/relationships/oleObject" Target="../embeddings/oleObject69.bin"/><Relationship Id="rId16" Type="http://schemas.openxmlformats.org/officeDocument/2006/relationships/oleObject" Target="../embeddings/oleObject76.bin"/><Relationship Id="rId29" Type="http://schemas.openxmlformats.org/officeDocument/2006/relationships/image" Target="../media/image98.wmf"/><Relationship Id="rId1" Type="http://schemas.openxmlformats.org/officeDocument/2006/relationships/slideLayout" Target="../slideLayouts/slideLayout21.xml"/><Relationship Id="rId6" Type="http://schemas.openxmlformats.org/officeDocument/2006/relationships/oleObject" Target="../embeddings/oleObject71.bin"/><Relationship Id="rId11" Type="http://schemas.openxmlformats.org/officeDocument/2006/relationships/image" Target="../media/image89.wmf"/><Relationship Id="rId24" Type="http://schemas.openxmlformats.org/officeDocument/2006/relationships/oleObject" Target="../embeddings/oleObject80.bin"/><Relationship Id="rId32" Type="http://schemas.openxmlformats.org/officeDocument/2006/relationships/oleObject" Target="../embeddings/oleObject84.bin"/><Relationship Id="rId37" Type="http://schemas.openxmlformats.org/officeDocument/2006/relationships/image" Target="../media/image102.wmf"/><Relationship Id="rId40" Type="http://schemas.openxmlformats.org/officeDocument/2006/relationships/oleObject" Target="../embeddings/oleObject88.bin"/><Relationship Id="rId45" Type="http://schemas.openxmlformats.org/officeDocument/2006/relationships/image" Target="../media/image106.wmf"/><Relationship Id="rId5" Type="http://schemas.openxmlformats.org/officeDocument/2006/relationships/image" Target="../media/image86.wmf"/><Relationship Id="rId15" Type="http://schemas.openxmlformats.org/officeDocument/2006/relationships/image" Target="../media/image91.wmf"/><Relationship Id="rId23" Type="http://schemas.openxmlformats.org/officeDocument/2006/relationships/image" Target="../media/image95.wmf"/><Relationship Id="rId28" Type="http://schemas.openxmlformats.org/officeDocument/2006/relationships/oleObject" Target="../embeddings/oleObject82.bin"/><Relationship Id="rId36" Type="http://schemas.openxmlformats.org/officeDocument/2006/relationships/oleObject" Target="../embeddings/oleObject86.bin"/><Relationship Id="rId10" Type="http://schemas.openxmlformats.org/officeDocument/2006/relationships/oleObject" Target="../embeddings/oleObject73.bin"/><Relationship Id="rId19" Type="http://schemas.openxmlformats.org/officeDocument/2006/relationships/image" Target="../media/image93.wmf"/><Relationship Id="rId31" Type="http://schemas.openxmlformats.org/officeDocument/2006/relationships/image" Target="../media/image99.wmf"/><Relationship Id="rId44" Type="http://schemas.openxmlformats.org/officeDocument/2006/relationships/oleObject" Target="../embeddings/oleObject90.bin"/><Relationship Id="rId4" Type="http://schemas.openxmlformats.org/officeDocument/2006/relationships/oleObject" Target="../embeddings/oleObject70.bin"/><Relationship Id="rId9" Type="http://schemas.openxmlformats.org/officeDocument/2006/relationships/image" Target="../media/image88.wmf"/><Relationship Id="rId14" Type="http://schemas.openxmlformats.org/officeDocument/2006/relationships/oleObject" Target="../embeddings/oleObject75.bin"/><Relationship Id="rId22" Type="http://schemas.openxmlformats.org/officeDocument/2006/relationships/oleObject" Target="../embeddings/oleObject79.bin"/><Relationship Id="rId27" Type="http://schemas.openxmlformats.org/officeDocument/2006/relationships/image" Target="../media/image97.wmf"/><Relationship Id="rId30" Type="http://schemas.openxmlformats.org/officeDocument/2006/relationships/oleObject" Target="../embeddings/oleObject83.bin"/><Relationship Id="rId35" Type="http://schemas.openxmlformats.org/officeDocument/2006/relationships/image" Target="../media/image101.wmf"/><Relationship Id="rId43" Type="http://schemas.openxmlformats.org/officeDocument/2006/relationships/image" Target="../media/image105.wmf"/><Relationship Id="rId8" Type="http://schemas.openxmlformats.org/officeDocument/2006/relationships/oleObject" Target="../embeddings/oleObject72.bin"/><Relationship Id="rId3" Type="http://schemas.openxmlformats.org/officeDocument/2006/relationships/image" Target="../media/image85.wmf"/><Relationship Id="rId12" Type="http://schemas.openxmlformats.org/officeDocument/2006/relationships/oleObject" Target="../embeddings/oleObject74.bin"/><Relationship Id="rId17" Type="http://schemas.openxmlformats.org/officeDocument/2006/relationships/image" Target="../media/image92.wmf"/><Relationship Id="rId25" Type="http://schemas.openxmlformats.org/officeDocument/2006/relationships/image" Target="../media/image96.wmf"/><Relationship Id="rId33" Type="http://schemas.openxmlformats.org/officeDocument/2006/relationships/image" Target="../media/image100.wmf"/><Relationship Id="rId38" Type="http://schemas.openxmlformats.org/officeDocument/2006/relationships/oleObject" Target="../embeddings/oleObject87.bin"/><Relationship Id="rId20" Type="http://schemas.openxmlformats.org/officeDocument/2006/relationships/oleObject" Target="../embeddings/oleObject78.bin"/><Relationship Id="rId41" Type="http://schemas.openxmlformats.org/officeDocument/2006/relationships/image" Target="../media/image104.wmf"/></Relationships>
</file>

<file path=ppt/slides/_rels/slide19.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oleObject" Target="../embeddings/oleObject91.bin"/><Relationship Id="rId1" Type="http://schemas.openxmlformats.org/officeDocument/2006/relationships/slideLayout" Target="../slideLayouts/slideLayout21.xml"/><Relationship Id="rId5" Type="http://schemas.openxmlformats.org/officeDocument/2006/relationships/slide" Target="slide87.xml"/><Relationship Id="rId4" Type="http://schemas.openxmlformats.org/officeDocument/2006/relationships/image" Target="../media/image108.png"/></Relationships>
</file>

<file path=ppt/slides/_rels/slide20.x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oleObject" Target="../embeddings/oleObject92.bin"/><Relationship Id="rId1" Type="http://schemas.openxmlformats.org/officeDocument/2006/relationships/slideLayout" Target="../slideLayouts/slideLayout21.xml"/><Relationship Id="rId5" Type="http://schemas.openxmlformats.org/officeDocument/2006/relationships/image" Target="../media/image110.wmf"/><Relationship Id="rId4" Type="http://schemas.openxmlformats.org/officeDocument/2006/relationships/oleObject" Target="../embeddings/oleObject93.bin"/></Relationships>
</file>

<file path=ppt/slides/_rels/slide21.xml.rels><?xml version="1.0" encoding="UTF-8" standalone="yes"?>
<Relationships xmlns="http://schemas.openxmlformats.org/package/2006/relationships"><Relationship Id="rId117" Type="http://schemas.openxmlformats.org/officeDocument/2006/relationships/image" Target="../media/image168.wmf"/><Relationship Id="rId299" Type="http://schemas.openxmlformats.org/officeDocument/2006/relationships/image" Target="../media/image259.wmf"/><Relationship Id="rId21" Type="http://schemas.openxmlformats.org/officeDocument/2006/relationships/image" Target="../media/image120.wmf"/><Relationship Id="rId63" Type="http://schemas.openxmlformats.org/officeDocument/2006/relationships/image" Target="../media/image141.wmf"/><Relationship Id="rId159" Type="http://schemas.openxmlformats.org/officeDocument/2006/relationships/image" Target="../media/image189.wmf"/><Relationship Id="rId170" Type="http://schemas.openxmlformats.org/officeDocument/2006/relationships/oleObject" Target="../embeddings/oleObject178.bin"/><Relationship Id="rId226" Type="http://schemas.openxmlformats.org/officeDocument/2006/relationships/oleObject" Target="../embeddings/oleObject206.bin"/><Relationship Id="rId268" Type="http://schemas.openxmlformats.org/officeDocument/2006/relationships/oleObject" Target="../embeddings/oleObject227.bin"/><Relationship Id="rId32" Type="http://schemas.openxmlformats.org/officeDocument/2006/relationships/oleObject" Target="../embeddings/oleObject109.bin"/><Relationship Id="rId74" Type="http://schemas.openxmlformats.org/officeDocument/2006/relationships/oleObject" Target="../embeddings/oleObject130.bin"/><Relationship Id="rId128" Type="http://schemas.openxmlformats.org/officeDocument/2006/relationships/oleObject" Target="../embeddings/oleObject157.bin"/><Relationship Id="rId5" Type="http://schemas.openxmlformats.org/officeDocument/2006/relationships/image" Target="../media/image112.wmf"/><Relationship Id="rId181" Type="http://schemas.openxmlformats.org/officeDocument/2006/relationships/image" Target="../media/image200.wmf"/><Relationship Id="rId237" Type="http://schemas.openxmlformats.org/officeDocument/2006/relationships/image" Target="../media/image228.wmf"/><Relationship Id="rId279" Type="http://schemas.openxmlformats.org/officeDocument/2006/relationships/image" Target="../media/image249.wmf"/><Relationship Id="rId43" Type="http://schemas.openxmlformats.org/officeDocument/2006/relationships/image" Target="../media/image131.wmf"/><Relationship Id="rId139" Type="http://schemas.openxmlformats.org/officeDocument/2006/relationships/image" Target="../media/image179.wmf"/><Relationship Id="rId290" Type="http://schemas.openxmlformats.org/officeDocument/2006/relationships/oleObject" Target="../embeddings/oleObject238.bin"/><Relationship Id="rId304" Type="http://schemas.openxmlformats.org/officeDocument/2006/relationships/oleObject" Target="../embeddings/oleObject245.bin"/><Relationship Id="rId85" Type="http://schemas.openxmlformats.org/officeDocument/2006/relationships/image" Target="../media/image152.wmf"/><Relationship Id="rId150" Type="http://schemas.openxmlformats.org/officeDocument/2006/relationships/oleObject" Target="../embeddings/oleObject168.bin"/><Relationship Id="rId192" Type="http://schemas.openxmlformats.org/officeDocument/2006/relationships/oleObject" Target="../embeddings/oleObject189.bin"/><Relationship Id="rId206" Type="http://schemas.openxmlformats.org/officeDocument/2006/relationships/oleObject" Target="../embeddings/oleObject196.bin"/><Relationship Id="rId248" Type="http://schemas.openxmlformats.org/officeDocument/2006/relationships/oleObject" Target="../embeddings/oleObject217.bin"/><Relationship Id="rId12" Type="http://schemas.openxmlformats.org/officeDocument/2006/relationships/oleObject" Target="../embeddings/oleObject99.bin"/><Relationship Id="rId108" Type="http://schemas.openxmlformats.org/officeDocument/2006/relationships/oleObject" Target="../embeddings/oleObject147.bin"/><Relationship Id="rId315" Type="http://schemas.openxmlformats.org/officeDocument/2006/relationships/image" Target="../media/image267.wmf"/><Relationship Id="rId54" Type="http://schemas.openxmlformats.org/officeDocument/2006/relationships/oleObject" Target="../embeddings/oleObject120.bin"/><Relationship Id="rId96" Type="http://schemas.openxmlformats.org/officeDocument/2006/relationships/oleObject" Target="../embeddings/oleObject141.bin"/><Relationship Id="rId161" Type="http://schemas.openxmlformats.org/officeDocument/2006/relationships/image" Target="../media/image190.wmf"/><Relationship Id="rId217" Type="http://schemas.openxmlformats.org/officeDocument/2006/relationships/image" Target="../media/image218.wmf"/><Relationship Id="rId259" Type="http://schemas.openxmlformats.org/officeDocument/2006/relationships/image" Target="../media/image239.wmf"/><Relationship Id="rId23" Type="http://schemas.openxmlformats.org/officeDocument/2006/relationships/image" Target="../media/image121.wmf"/><Relationship Id="rId119" Type="http://schemas.openxmlformats.org/officeDocument/2006/relationships/image" Target="../media/image169.wmf"/><Relationship Id="rId270" Type="http://schemas.openxmlformats.org/officeDocument/2006/relationships/oleObject" Target="../embeddings/oleObject228.bin"/><Relationship Id="rId65" Type="http://schemas.openxmlformats.org/officeDocument/2006/relationships/image" Target="../media/image142.wmf"/><Relationship Id="rId130" Type="http://schemas.openxmlformats.org/officeDocument/2006/relationships/oleObject" Target="../embeddings/oleObject158.bin"/><Relationship Id="rId172" Type="http://schemas.openxmlformats.org/officeDocument/2006/relationships/oleObject" Target="../embeddings/oleObject179.bin"/><Relationship Id="rId193" Type="http://schemas.openxmlformats.org/officeDocument/2006/relationships/image" Target="../media/image206.wmf"/><Relationship Id="rId207" Type="http://schemas.openxmlformats.org/officeDocument/2006/relationships/image" Target="../media/image213.wmf"/><Relationship Id="rId228" Type="http://schemas.openxmlformats.org/officeDocument/2006/relationships/oleObject" Target="../embeddings/oleObject207.bin"/><Relationship Id="rId249" Type="http://schemas.openxmlformats.org/officeDocument/2006/relationships/image" Target="../media/image234.wmf"/><Relationship Id="rId13" Type="http://schemas.openxmlformats.org/officeDocument/2006/relationships/image" Target="../media/image116.wmf"/><Relationship Id="rId109" Type="http://schemas.openxmlformats.org/officeDocument/2006/relationships/image" Target="../media/image164.wmf"/><Relationship Id="rId260" Type="http://schemas.openxmlformats.org/officeDocument/2006/relationships/oleObject" Target="../embeddings/oleObject223.bin"/><Relationship Id="rId281" Type="http://schemas.openxmlformats.org/officeDocument/2006/relationships/image" Target="../media/image250.wmf"/><Relationship Id="rId34" Type="http://schemas.openxmlformats.org/officeDocument/2006/relationships/oleObject" Target="../embeddings/oleObject110.bin"/><Relationship Id="rId55" Type="http://schemas.openxmlformats.org/officeDocument/2006/relationships/image" Target="../media/image137.wmf"/><Relationship Id="rId76" Type="http://schemas.openxmlformats.org/officeDocument/2006/relationships/oleObject" Target="../embeddings/oleObject131.bin"/><Relationship Id="rId97" Type="http://schemas.openxmlformats.org/officeDocument/2006/relationships/image" Target="../media/image158.wmf"/><Relationship Id="rId120" Type="http://schemas.openxmlformats.org/officeDocument/2006/relationships/oleObject" Target="../embeddings/oleObject153.bin"/><Relationship Id="rId141" Type="http://schemas.openxmlformats.org/officeDocument/2006/relationships/image" Target="../media/image180.wmf"/><Relationship Id="rId7" Type="http://schemas.openxmlformats.org/officeDocument/2006/relationships/image" Target="../media/image113.wmf"/><Relationship Id="rId162" Type="http://schemas.openxmlformats.org/officeDocument/2006/relationships/oleObject" Target="../embeddings/oleObject174.bin"/><Relationship Id="rId183" Type="http://schemas.openxmlformats.org/officeDocument/2006/relationships/image" Target="../media/image201.wmf"/><Relationship Id="rId218" Type="http://schemas.openxmlformats.org/officeDocument/2006/relationships/oleObject" Target="../embeddings/oleObject202.bin"/><Relationship Id="rId239" Type="http://schemas.openxmlformats.org/officeDocument/2006/relationships/image" Target="../media/image229.wmf"/><Relationship Id="rId250" Type="http://schemas.openxmlformats.org/officeDocument/2006/relationships/oleObject" Target="../embeddings/oleObject218.bin"/><Relationship Id="rId271" Type="http://schemas.openxmlformats.org/officeDocument/2006/relationships/image" Target="../media/image245.wmf"/><Relationship Id="rId292" Type="http://schemas.openxmlformats.org/officeDocument/2006/relationships/oleObject" Target="../embeddings/oleObject239.bin"/><Relationship Id="rId306" Type="http://schemas.openxmlformats.org/officeDocument/2006/relationships/oleObject" Target="../embeddings/oleObject246.bin"/><Relationship Id="rId24" Type="http://schemas.openxmlformats.org/officeDocument/2006/relationships/oleObject" Target="../embeddings/oleObject105.bin"/><Relationship Id="rId45" Type="http://schemas.openxmlformats.org/officeDocument/2006/relationships/image" Target="../media/image132.wmf"/><Relationship Id="rId66" Type="http://schemas.openxmlformats.org/officeDocument/2006/relationships/oleObject" Target="../embeddings/oleObject126.bin"/><Relationship Id="rId87" Type="http://schemas.openxmlformats.org/officeDocument/2006/relationships/image" Target="../media/image153.wmf"/><Relationship Id="rId110" Type="http://schemas.openxmlformats.org/officeDocument/2006/relationships/oleObject" Target="../embeddings/oleObject148.bin"/><Relationship Id="rId131" Type="http://schemas.openxmlformats.org/officeDocument/2006/relationships/image" Target="../media/image175.wmf"/><Relationship Id="rId152" Type="http://schemas.openxmlformats.org/officeDocument/2006/relationships/oleObject" Target="../embeddings/oleObject169.bin"/><Relationship Id="rId173" Type="http://schemas.openxmlformats.org/officeDocument/2006/relationships/image" Target="../media/image196.wmf"/><Relationship Id="rId194" Type="http://schemas.openxmlformats.org/officeDocument/2006/relationships/oleObject" Target="../embeddings/oleObject190.bin"/><Relationship Id="rId208" Type="http://schemas.openxmlformats.org/officeDocument/2006/relationships/oleObject" Target="../embeddings/oleObject197.bin"/><Relationship Id="rId229" Type="http://schemas.openxmlformats.org/officeDocument/2006/relationships/image" Target="../media/image224.wmf"/><Relationship Id="rId240" Type="http://schemas.openxmlformats.org/officeDocument/2006/relationships/oleObject" Target="../embeddings/oleObject213.bin"/><Relationship Id="rId261" Type="http://schemas.openxmlformats.org/officeDocument/2006/relationships/image" Target="../media/image240.wmf"/><Relationship Id="rId14" Type="http://schemas.openxmlformats.org/officeDocument/2006/relationships/oleObject" Target="../embeddings/oleObject100.bin"/><Relationship Id="rId35" Type="http://schemas.openxmlformats.org/officeDocument/2006/relationships/image" Target="../media/image127.wmf"/><Relationship Id="rId56" Type="http://schemas.openxmlformats.org/officeDocument/2006/relationships/oleObject" Target="../embeddings/oleObject121.bin"/><Relationship Id="rId77" Type="http://schemas.openxmlformats.org/officeDocument/2006/relationships/image" Target="../media/image148.wmf"/><Relationship Id="rId100" Type="http://schemas.openxmlformats.org/officeDocument/2006/relationships/oleObject" Target="../embeddings/oleObject143.bin"/><Relationship Id="rId282" Type="http://schemas.openxmlformats.org/officeDocument/2006/relationships/oleObject" Target="../embeddings/oleObject234.bin"/><Relationship Id="rId8" Type="http://schemas.openxmlformats.org/officeDocument/2006/relationships/oleObject" Target="../embeddings/oleObject97.bin"/><Relationship Id="rId98" Type="http://schemas.openxmlformats.org/officeDocument/2006/relationships/oleObject" Target="../embeddings/oleObject142.bin"/><Relationship Id="rId121" Type="http://schemas.openxmlformats.org/officeDocument/2006/relationships/image" Target="../media/image170.wmf"/><Relationship Id="rId142" Type="http://schemas.openxmlformats.org/officeDocument/2006/relationships/oleObject" Target="../embeddings/oleObject164.bin"/><Relationship Id="rId163" Type="http://schemas.openxmlformats.org/officeDocument/2006/relationships/image" Target="../media/image191.wmf"/><Relationship Id="rId184" Type="http://schemas.openxmlformats.org/officeDocument/2006/relationships/oleObject" Target="../embeddings/oleObject185.bin"/><Relationship Id="rId219" Type="http://schemas.openxmlformats.org/officeDocument/2006/relationships/image" Target="../media/image219.wmf"/><Relationship Id="rId230" Type="http://schemas.openxmlformats.org/officeDocument/2006/relationships/oleObject" Target="../embeddings/oleObject208.bin"/><Relationship Id="rId251" Type="http://schemas.openxmlformats.org/officeDocument/2006/relationships/image" Target="../media/image235.wmf"/><Relationship Id="rId25" Type="http://schemas.openxmlformats.org/officeDocument/2006/relationships/image" Target="../media/image122.wmf"/><Relationship Id="rId46" Type="http://schemas.openxmlformats.org/officeDocument/2006/relationships/oleObject" Target="../embeddings/oleObject116.bin"/><Relationship Id="rId67" Type="http://schemas.openxmlformats.org/officeDocument/2006/relationships/image" Target="../media/image143.wmf"/><Relationship Id="rId272" Type="http://schemas.openxmlformats.org/officeDocument/2006/relationships/oleObject" Target="../embeddings/oleObject229.bin"/><Relationship Id="rId293" Type="http://schemas.openxmlformats.org/officeDocument/2006/relationships/image" Target="../media/image256.wmf"/><Relationship Id="rId307" Type="http://schemas.openxmlformats.org/officeDocument/2006/relationships/image" Target="../media/image263.wmf"/><Relationship Id="rId88" Type="http://schemas.openxmlformats.org/officeDocument/2006/relationships/oleObject" Target="../embeddings/oleObject137.bin"/><Relationship Id="rId111" Type="http://schemas.openxmlformats.org/officeDocument/2006/relationships/image" Target="../media/image165.wmf"/><Relationship Id="rId132" Type="http://schemas.openxmlformats.org/officeDocument/2006/relationships/oleObject" Target="../embeddings/oleObject159.bin"/><Relationship Id="rId153" Type="http://schemas.openxmlformats.org/officeDocument/2006/relationships/image" Target="../media/image186.wmf"/><Relationship Id="rId174" Type="http://schemas.openxmlformats.org/officeDocument/2006/relationships/oleObject" Target="../embeddings/oleObject180.bin"/><Relationship Id="rId195" Type="http://schemas.openxmlformats.org/officeDocument/2006/relationships/image" Target="../media/image207.wmf"/><Relationship Id="rId209" Type="http://schemas.openxmlformats.org/officeDocument/2006/relationships/image" Target="../media/image214.wmf"/><Relationship Id="rId220" Type="http://schemas.openxmlformats.org/officeDocument/2006/relationships/oleObject" Target="../embeddings/oleObject203.bin"/><Relationship Id="rId241" Type="http://schemas.openxmlformats.org/officeDocument/2006/relationships/image" Target="../media/image230.wmf"/><Relationship Id="rId15" Type="http://schemas.openxmlformats.org/officeDocument/2006/relationships/image" Target="../media/image117.wmf"/><Relationship Id="rId36" Type="http://schemas.openxmlformats.org/officeDocument/2006/relationships/oleObject" Target="../embeddings/oleObject111.bin"/><Relationship Id="rId57" Type="http://schemas.openxmlformats.org/officeDocument/2006/relationships/image" Target="../media/image138.wmf"/><Relationship Id="rId262" Type="http://schemas.openxmlformats.org/officeDocument/2006/relationships/oleObject" Target="../embeddings/oleObject224.bin"/><Relationship Id="rId283" Type="http://schemas.openxmlformats.org/officeDocument/2006/relationships/image" Target="../media/image251.wmf"/><Relationship Id="rId78" Type="http://schemas.openxmlformats.org/officeDocument/2006/relationships/oleObject" Target="../embeddings/oleObject132.bin"/><Relationship Id="rId99" Type="http://schemas.openxmlformats.org/officeDocument/2006/relationships/image" Target="../media/image159.wmf"/><Relationship Id="rId101" Type="http://schemas.openxmlformats.org/officeDocument/2006/relationships/image" Target="../media/image160.wmf"/><Relationship Id="rId122" Type="http://schemas.openxmlformats.org/officeDocument/2006/relationships/oleObject" Target="../embeddings/oleObject154.bin"/><Relationship Id="rId143" Type="http://schemas.openxmlformats.org/officeDocument/2006/relationships/image" Target="../media/image181.wmf"/><Relationship Id="rId164" Type="http://schemas.openxmlformats.org/officeDocument/2006/relationships/oleObject" Target="../embeddings/oleObject175.bin"/><Relationship Id="rId185" Type="http://schemas.openxmlformats.org/officeDocument/2006/relationships/image" Target="../media/image202.wmf"/><Relationship Id="rId9" Type="http://schemas.openxmlformats.org/officeDocument/2006/relationships/image" Target="../media/image114.wmf"/><Relationship Id="rId210" Type="http://schemas.openxmlformats.org/officeDocument/2006/relationships/oleObject" Target="../embeddings/oleObject198.bin"/><Relationship Id="rId26" Type="http://schemas.openxmlformats.org/officeDocument/2006/relationships/oleObject" Target="../embeddings/oleObject106.bin"/><Relationship Id="rId231" Type="http://schemas.openxmlformats.org/officeDocument/2006/relationships/image" Target="../media/image225.wmf"/><Relationship Id="rId252" Type="http://schemas.openxmlformats.org/officeDocument/2006/relationships/oleObject" Target="../embeddings/oleObject219.bin"/><Relationship Id="rId273" Type="http://schemas.openxmlformats.org/officeDocument/2006/relationships/image" Target="../media/image246.wmf"/><Relationship Id="rId294" Type="http://schemas.openxmlformats.org/officeDocument/2006/relationships/oleObject" Target="../embeddings/oleObject240.bin"/><Relationship Id="rId308" Type="http://schemas.openxmlformats.org/officeDocument/2006/relationships/oleObject" Target="../embeddings/oleObject247.bin"/><Relationship Id="rId47" Type="http://schemas.openxmlformats.org/officeDocument/2006/relationships/image" Target="../media/image133.wmf"/><Relationship Id="rId68" Type="http://schemas.openxmlformats.org/officeDocument/2006/relationships/oleObject" Target="../embeddings/oleObject127.bin"/><Relationship Id="rId89" Type="http://schemas.openxmlformats.org/officeDocument/2006/relationships/image" Target="../media/image154.wmf"/><Relationship Id="rId112" Type="http://schemas.openxmlformats.org/officeDocument/2006/relationships/oleObject" Target="../embeddings/oleObject149.bin"/><Relationship Id="rId133" Type="http://schemas.openxmlformats.org/officeDocument/2006/relationships/image" Target="../media/image176.wmf"/><Relationship Id="rId154" Type="http://schemas.openxmlformats.org/officeDocument/2006/relationships/oleObject" Target="../embeddings/oleObject170.bin"/><Relationship Id="rId175" Type="http://schemas.openxmlformats.org/officeDocument/2006/relationships/image" Target="../media/image197.wmf"/><Relationship Id="rId196" Type="http://schemas.openxmlformats.org/officeDocument/2006/relationships/oleObject" Target="../embeddings/oleObject191.bin"/><Relationship Id="rId200" Type="http://schemas.openxmlformats.org/officeDocument/2006/relationships/oleObject" Target="../embeddings/oleObject193.bin"/><Relationship Id="rId16" Type="http://schemas.openxmlformats.org/officeDocument/2006/relationships/oleObject" Target="../embeddings/oleObject101.bin"/><Relationship Id="rId221" Type="http://schemas.openxmlformats.org/officeDocument/2006/relationships/image" Target="../media/image220.wmf"/><Relationship Id="rId242" Type="http://schemas.openxmlformats.org/officeDocument/2006/relationships/oleObject" Target="../embeddings/oleObject214.bin"/><Relationship Id="rId263" Type="http://schemas.openxmlformats.org/officeDocument/2006/relationships/image" Target="../media/image241.wmf"/><Relationship Id="rId284" Type="http://schemas.openxmlformats.org/officeDocument/2006/relationships/oleObject" Target="../embeddings/oleObject235.bin"/><Relationship Id="rId37" Type="http://schemas.openxmlformats.org/officeDocument/2006/relationships/image" Target="../media/image128.wmf"/><Relationship Id="rId58" Type="http://schemas.openxmlformats.org/officeDocument/2006/relationships/oleObject" Target="../embeddings/oleObject122.bin"/><Relationship Id="rId79" Type="http://schemas.openxmlformats.org/officeDocument/2006/relationships/image" Target="../media/image149.wmf"/><Relationship Id="rId102" Type="http://schemas.openxmlformats.org/officeDocument/2006/relationships/oleObject" Target="../embeddings/oleObject144.bin"/><Relationship Id="rId123" Type="http://schemas.openxmlformats.org/officeDocument/2006/relationships/image" Target="../media/image171.wmf"/><Relationship Id="rId144" Type="http://schemas.openxmlformats.org/officeDocument/2006/relationships/oleObject" Target="../embeddings/oleObject165.bin"/><Relationship Id="rId90" Type="http://schemas.openxmlformats.org/officeDocument/2006/relationships/oleObject" Target="../embeddings/oleObject138.bin"/><Relationship Id="rId165" Type="http://schemas.openxmlformats.org/officeDocument/2006/relationships/image" Target="../media/image192.wmf"/><Relationship Id="rId186" Type="http://schemas.openxmlformats.org/officeDocument/2006/relationships/oleObject" Target="../embeddings/oleObject186.bin"/><Relationship Id="rId211" Type="http://schemas.openxmlformats.org/officeDocument/2006/relationships/image" Target="../media/image215.wmf"/><Relationship Id="rId232" Type="http://schemas.openxmlformats.org/officeDocument/2006/relationships/oleObject" Target="../embeddings/oleObject209.bin"/><Relationship Id="rId253" Type="http://schemas.openxmlformats.org/officeDocument/2006/relationships/image" Target="../media/image236.wmf"/><Relationship Id="rId274" Type="http://schemas.openxmlformats.org/officeDocument/2006/relationships/oleObject" Target="../embeddings/oleObject230.bin"/><Relationship Id="rId295" Type="http://schemas.openxmlformats.org/officeDocument/2006/relationships/image" Target="../media/image257.wmf"/><Relationship Id="rId309" Type="http://schemas.openxmlformats.org/officeDocument/2006/relationships/image" Target="../media/image264.wmf"/><Relationship Id="rId27" Type="http://schemas.openxmlformats.org/officeDocument/2006/relationships/image" Target="../media/image123.wmf"/><Relationship Id="rId48" Type="http://schemas.openxmlformats.org/officeDocument/2006/relationships/oleObject" Target="../embeddings/oleObject117.bin"/><Relationship Id="rId69" Type="http://schemas.openxmlformats.org/officeDocument/2006/relationships/image" Target="../media/image144.wmf"/><Relationship Id="rId113" Type="http://schemas.openxmlformats.org/officeDocument/2006/relationships/image" Target="../media/image166.wmf"/><Relationship Id="rId134" Type="http://schemas.openxmlformats.org/officeDocument/2006/relationships/oleObject" Target="../embeddings/oleObject160.bin"/><Relationship Id="rId80" Type="http://schemas.openxmlformats.org/officeDocument/2006/relationships/oleObject" Target="../embeddings/oleObject133.bin"/><Relationship Id="rId155" Type="http://schemas.openxmlformats.org/officeDocument/2006/relationships/image" Target="../media/image187.wmf"/><Relationship Id="rId176" Type="http://schemas.openxmlformats.org/officeDocument/2006/relationships/oleObject" Target="../embeddings/oleObject181.bin"/><Relationship Id="rId197" Type="http://schemas.openxmlformats.org/officeDocument/2006/relationships/image" Target="../media/image208.wmf"/><Relationship Id="rId201" Type="http://schemas.openxmlformats.org/officeDocument/2006/relationships/image" Target="../media/image210.wmf"/><Relationship Id="rId222" Type="http://schemas.openxmlformats.org/officeDocument/2006/relationships/oleObject" Target="../embeddings/oleObject204.bin"/><Relationship Id="rId243" Type="http://schemas.openxmlformats.org/officeDocument/2006/relationships/image" Target="../media/image231.wmf"/><Relationship Id="rId264" Type="http://schemas.openxmlformats.org/officeDocument/2006/relationships/oleObject" Target="../embeddings/oleObject225.bin"/><Relationship Id="rId285" Type="http://schemas.openxmlformats.org/officeDocument/2006/relationships/image" Target="../media/image252.wmf"/><Relationship Id="rId17" Type="http://schemas.openxmlformats.org/officeDocument/2006/relationships/image" Target="../media/image118.wmf"/><Relationship Id="rId38" Type="http://schemas.openxmlformats.org/officeDocument/2006/relationships/oleObject" Target="../embeddings/oleObject112.bin"/><Relationship Id="rId59" Type="http://schemas.openxmlformats.org/officeDocument/2006/relationships/image" Target="../media/image139.wmf"/><Relationship Id="rId103" Type="http://schemas.openxmlformats.org/officeDocument/2006/relationships/image" Target="../media/image161.wmf"/><Relationship Id="rId124" Type="http://schemas.openxmlformats.org/officeDocument/2006/relationships/oleObject" Target="../embeddings/oleObject155.bin"/><Relationship Id="rId310" Type="http://schemas.openxmlformats.org/officeDocument/2006/relationships/oleObject" Target="../embeddings/oleObject248.bin"/><Relationship Id="rId70" Type="http://schemas.openxmlformats.org/officeDocument/2006/relationships/oleObject" Target="../embeddings/oleObject128.bin"/><Relationship Id="rId91" Type="http://schemas.openxmlformats.org/officeDocument/2006/relationships/image" Target="../media/image155.wmf"/><Relationship Id="rId145" Type="http://schemas.openxmlformats.org/officeDocument/2006/relationships/image" Target="../media/image182.wmf"/><Relationship Id="rId166" Type="http://schemas.openxmlformats.org/officeDocument/2006/relationships/oleObject" Target="../embeddings/oleObject176.bin"/><Relationship Id="rId187" Type="http://schemas.openxmlformats.org/officeDocument/2006/relationships/image" Target="../media/image203.wmf"/><Relationship Id="rId1" Type="http://schemas.openxmlformats.org/officeDocument/2006/relationships/slideLayout" Target="../slideLayouts/slideLayout21.xml"/><Relationship Id="rId212" Type="http://schemas.openxmlformats.org/officeDocument/2006/relationships/oleObject" Target="../embeddings/oleObject199.bin"/><Relationship Id="rId233" Type="http://schemas.openxmlformats.org/officeDocument/2006/relationships/image" Target="../media/image226.wmf"/><Relationship Id="rId254" Type="http://schemas.openxmlformats.org/officeDocument/2006/relationships/oleObject" Target="../embeddings/oleObject220.bin"/><Relationship Id="rId28" Type="http://schemas.openxmlformats.org/officeDocument/2006/relationships/oleObject" Target="../embeddings/oleObject107.bin"/><Relationship Id="rId49" Type="http://schemas.openxmlformats.org/officeDocument/2006/relationships/image" Target="../media/image134.wmf"/><Relationship Id="rId114" Type="http://schemas.openxmlformats.org/officeDocument/2006/relationships/oleObject" Target="../embeddings/oleObject150.bin"/><Relationship Id="rId275" Type="http://schemas.openxmlformats.org/officeDocument/2006/relationships/image" Target="../media/image247.wmf"/><Relationship Id="rId296" Type="http://schemas.openxmlformats.org/officeDocument/2006/relationships/oleObject" Target="../embeddings/oleObject241.bin"/><Relationship Id="rId300" Type="http://schemas.openxmlformats.org/officeDocument/2006/relationships/oleObject" Target="../embeddings/oleObject243.bin"/><Relationship Id="rId60" Type="http://schemas.openxmlformats.org/officeDocument/2006/relationships/oleObject" Target="../embeddings/oleObject123.bin"/><Relationship Id="rId81" Type="http://schemas.openxmlformats.org/officeDocument/2006/relationships/image" Target="../media/image150.wmf"/><Relationship Id="rId135" Type="http://schemas.openxmlformats.org/officeDocument/2006/relationships/image" Target="../media/image177.wmf"/><Relationship Id="rId156" Type="http://schemas.openxmlformats.org/officeDocument/2006/relationships/oleObject" Target="../embeddings/oleObject171.bin"/><Relationship Id="rId177" Type="http://schemas.openxmlformats.org/officeDocument/2006/relationships/image" Target="../media/image198.wmf"/><Relationship Id="rId198" Type="http://schemas.openxmlformats.org/officeDocument/2006/relationships/oleObject" Target="../embeddings/oleObject192.bin"/><Relationship Id="rId202" Type="http://schemas.openxmlformats.org/officeDocument/2006/relationships/oleObject" Target="../embeddings/oleObject194.bin"/><Relationship Id="rId223" Type="http://schemas.openxmlformats.org/officeDocument/2006/relationships/image" Target="../media/image221.wmf"/><Relationship Id="rId244" Type="http://schemas.openxmlformats.org/officeDocument/2006/relationships/oleObject" Target="../embeddings/oleObject215.bin"/><Relationship Id="rId18" Type="http://schemas.openxmlformats.org/officeDocument/2006/relationships/oleObject" Target="../embeddings/oleObject102.bin"/><Relationship Id="rId39" Type="http://schemas.openxmlformats.org/officeDocument/2006/relationships/image" Target="../media/image129.wmf"/><Relationship Id="rId265" Type="http://schemas.openxmlformats.org/officeDocument/2006/relationships/image" Target="../media/image242.wmf"/><Relationship Id="rId286" Type="http://schemas.openxmlformats.org/officeDocument/2006/relationships/oleObject" Target="../embeddings/oleObject236.bin"/><Relationship Id="rId50" Type="http://schemas.openxmlformats.org/officeDocument/2006/relationships/oleObject" Target="../embeddings/oleObject118.bin"/><Relationship Id="rId104" Type="http://schemas.openxmlformats.org/officeDocument/2006/relationships/oleObject" Target="../embeddings/oleObject145.bin"/><Relationship Id="rId125" Type="http://schemas.openxmlformats.org/officeDocument/2006/relationships/image" Target="../media/image172.wmf"/><Relationship Id="rId146" Type="http://schemas.openxmlformats.org/officeDocument/2006/relationships/oleObject" Target="../embeddings/oleObject166.bin"/><Relationship Id="rId167" Type="http://schemas.openxmlformats.org/officeDocument/2006/relationships/image" Target="../media/image193.wmf"/><Relationship Id="rId188" Type="http://schemas.openxmlformats.org/officeDocument/2006/relationships/oleObject" Target="../embeddings/oleObject187.bin"/><Relationship Id="rId311" Type="http://schemas.openxmlformats.org/officeDocument/2006/relationships/image" Target="../media/image265.wmf"/><Relationship Id="rId71" Type="http://schemas.openxmlformats.org/officeDocument/2006/relationships/image" Target="../media/image145.wmf"/><Relationship Id="rId92" Type="http://schemas.openxmlformats.org/officeDocument/2006/relationships/oleObject" Target="../embeddings/oleObject139.bin"/><Relationship Id="rId213" Type="http://schemas.openxmlformats.org/officeDocument/2006/relationships/image" Target="../media/image216.wmf"/><Relationship Id="rId234" Type="http://schemas.openxmlformats.org/officeDocument/2006/relationships/oleObject" Target="../embeddings/oleObject210.bin"/><Relationship Id="rId2" Type="http://schemas.openxmlformats.org/officeDocument/2006/relationships/oleObject" Target="../embeddings/oleObject94.bin"/><Relationship Id="rId29" Type="http://schemas.openxmlformats.org/officeDocument/2006/relationships/image" Target="../media/image124.wmf"/><Relationship Id="rId255" Type="http://schemas.openxmlformats.org/officeDocument/2006/relationships/image" Target="../media/image237.wmf"/><Relationship Id="rId276" Type="http://schemas.openxmlformats.org/officeDocument/2006/relationships/oleObject" Target="../embeddings/oleObject231.bin"/><Relationship Id="rId297" Type="http://schemas.openxmlformats.org/officeDocument/2006/relationships/image" Target="../media/image258.wmf"/><Relationship Id="rId40" Type="http://schemas.openxmlformats.org/officeDocument/2006/relationships/oleObject" Target="../embeddings/oleObject113.bin"/><Relationship Id="rId115" Type="http://schemas.openxmlformats.org/officeDocument/2006/relationships/image" Target="../media/image167.wmf"/><Relationship Id="rId136" Type="http://schemas.openxmlformats.org/officeDocument/2006/relationships/oleObject" Target="../embeddings/oleObject161.bin"/><Relationship Id="rId157" Type="http://schemas.openxmlformats.org/officeDocument/2006/relationships/image" Target="../media/image188.wmf"/><Relationship Id="rId178" Type="http://schemas.openxmlformats.org/officeDocument/2006/relationships/oleObject" Target="../embeddings/oleObject182.bin"/><Relationship Id="rId301" Type="http://schemas.openxmlformats.org/officeDocument/2006/relationships/image" Target="../media/image260.wmf"/><Relationship Id="rId61" Type="http://schemas.openxmlformats.org/officeDocument/2006/relationships/image" Target="../media/image140.wmf"/><Relationship Id="rId82" Type="http://schemas.openxmlformats.org/officeDocument/2006/relationships/oleObject" Target="../embeddings/oleObject134.bin"/><Relationship Id="rId199" Type="http://schemas.openxmlformats.org/officeDocument/2006/relationships/image" Target="../media/image209.wmf"/><Relationship Id="rId203" Type="http://schemas.openxmlformats.org/officeDocument/2006/relationships/image" Target="../media/image211.wmf"/><Relationship Id="rId19" Type="http://schemas.openxmlformats.org/officeDocument/2006/relationships/image" Target="../media/image119.wmf"/><Relationship Id="rId224" Type="http://schemas.openxmlformats.org/officeDocument/2006/relationships/oleObject" Target="../embeddings/oleObject205.bin"/><Relationship Id="rId245" Type="http://schemas.openxmlformats.org/officeDocument/2006/relationships/image" Target="../media/image232.wmf"/><Relationship Id="rId266" Type="http://schemas.openxmlformats.org/officeDocument/2006/relationships/oleObject" Target="../embeddings/oleObject226.bin"/><Relationship Id="rId287" Type="http://schemas.openxmlformats.org/officeDocument/2006/relationships/image" Target="../media/image253.wmf"/><Relationship Id="rId30" Type="http://schemas.openxmlformats.org/officeDocument/2006/relationships/oleObject" Target="../embeddings/oleObject108.bin"/><Relationship Id="rId105" Type="http://schemas.openxmlformats.org/officeDocument/2006/relationships/image" Target="../media/image162.wmf"/><Relationship Id="rId126" Type="http://schemas.openxmlformats.org/officeDocument/2006/relationships/oleObject" Target="../embeddings/oleObject156.bin"/><Relationship Id="rId147" Type="http://schemas.openxmlformats.org/officeDocument/2006/relationships/image" Target="../media/image183.wmf"/><Relationship Id="rId168" Type="http://schemas.openxmlformats.org/officeDocument/2006/relationships/oleObject" Target="../embeddings/oleObject177.bin"/><Relationship Id="rId312" Type="http://schemas.openxmlformats.org/officeDocument/2006/relationships/oleObject" Target="../embeddings/oleObject249.bin"/><Relationship Id="rId51" Type="http://schemas.openxmlformats.org/officeDocument/2006/relationships/image" Target="../media/image135.wmf"/><Relationship Id="rId72" Type="http://schemas.openxmlformats.org/officeDocument/2006/relationships/oleObject" Target="../embeddings/oleObject129.bin"/><Relationship Id="rId93" Type="http://schemas.openxmlformats.org/officeDocument/2006/relationships/image" Target="../media/image156.wmf"/><Relationship Id="rId189" Type="http://schemas.openxmlformats.org/officeDocument/2006/relationships/image" Target="../media/image204.wmf"/><Relationship Id="rId3" Type="http://schemas.openxmlformats.org/officeDocument/2006/relationships/image" Target="../media/image111.wmf"/><Relationship Id="rId214" Type="http://schemas.openxmlformats.org/officeDocument/2006/relationships/oleObject" Target="../embeddings/oleObject200.bin"/><Relationship Id="rId235" Type="http://schemas.openxmlformats.org/officeDocument/2006/relationships/image" Target="../media/image227.wmf"/><Relationship Id="rId256" Type="http://schemas.openxmlformats.org/officeDocument/2006/relationships/oleObject" Target="../embeddings/oleObject221.bin"/><Relationship Id="rId277" Type="http://schemas.openxmlformats.org/officeDocument/2006/relationships/image" Target="../media/image248.wmf"/><Relationship Id="rId298" Type="http://schemas.openxmlformats.org/officeDocument/2006/relationships/oleObject" Target="../embeddings/oleObject242.bin"/><Relationship Id="rId116" Type="http://schemas.openxmlformats.org/officeDocument/2006/relationships/oleObject" Target="../embeddings/oleObject151.bin"/><Relationship Id="rId137" Type="http://schemas.openxmlformats.org/officeDocument/2006/relationships/image" Target="../media/image178.wmf"/><Relationship Id="rId158" Type="http://schemas.openxmlformats.org/officeDocument/2006/relationships/oleObject" Target="../embeddings/oleObject172.bin"/><Relationship Id="rId302" Type="http://schemas.openxmlformats.org/officeDocument/2006/relationships/oleObject" Target="../embeddings/oleObject244.bin"/><Relationship Id="rId20" Type="http://schemas.openxmlformats.org/officeDocument/2006/relationships/oleObject" Target="../embeddings/oleObject103.bin"/><Relationship Id="rId41" Type="http://schemas.openxmlformats.org/officeDocument/2006/relationships/image" Target="../media/image130.wmf"/><Relationship Id="rId62" Type="http://schemas.openxmlformats.org/officeDocument/2006/relationships/oleObject" Target="../embeddings/oleObject124.bin"/><Relationship Id="rId83" Type="http://schemas.openxmlformats.org/officeDocument/2006/relationships/image" Target="../media/image151.wmf"/><Relationship Id="rId179" Type="http://schemas.openxmlformats.org/officeDocument/2006/relationships/image" Target="../media/image199.wmf"/><Relationship Id="rId190" Type="http://schemas.openxmlformats.org/officeDocument/2006/relationships/oleObject" Target="../embeddings/oleObject188.bin"/><Relationship Id="rId204" Type="http://schemas.openxmlformats.org/officeDocument/2006/relationships/oleObject" Target="../embeddings/oleObject195.bin"/><Relationship Id="rId225" Type="http://schemas.openxmlformats.org/officeDocument/2006/relationships/image" Target="../media/image222.wmf"/><Relationship Id="rId246" Type="http://schemas.openxmlformats.org/officeDocument/2006/relationships/oleObject" Target="../embeddings/oleObject216.bin"/><Relationship Id="rId267" Type="http://schemas.openxmlformats.org/officeDocument/2006/relationships/image" Target="../media/image243.wmf"/><Relationship Id="rId288" Type="http://schemas.openxmlformats.org/officeDocument/2006/relationships/oleObject" Target="../embeddings/oleObject237.bin"/><Relationship Id="rId106" Type="http://schemas.openxmlformats.org/officeDocument/2006/relationships/oleObject" Target="../embeddings/oleObject146.bin"/><Relationship Id="rId127" Type="http://schemas.openxmlformats.org/officeDocument/2006/relationships/image" Target="../media/image173.wmf"/><Relationship Id="rId313" Type="http://schemas.openxmlformats.org/officeDocument/2006/relationships/image" Target="../media/image266.wmf"/><Relationship Id="rId10" Type="http://schemas.openxmlformats.org/officeDocument/2006/relationships/oleObject" Target="../embeddings/oleObject98.bin"/><Relationship Id="rId31" Type="http://schemas.openxmlformats.org/officeDocument/2006/relationships/image" Target="../media/image125.wmf"/><Relationship Id="rId52" Type="http://schemas.openxmlformats.org/officeDocument/2006/relationships/oleObject" Target="../embeddings/oleObject119.bin"/><Relationship Id="rId73" Type="http://schemas.openxmlformats.org/officeDocument/2006/relationships/image" Target="../media/image146.wmf"/><Relationship Id="rId94" Type="http://schemas.openxmlformats.org/officeDocument/2006/relationships/oleObject" Target="../embeddings/oleObject140.bin"/><Relationship Id="rId148" Type="http://schemas.openxmlformats.org/officeDocument/2006/relationships/oleObject" Target="../embeddings/oleObject167.bin"/><Relationship Id="rId169" Type="http://schemas.openxmlformats.org/officeDocument/2006/relationships/image" Target="../media/image194.wmf"/><Relationship Id="rId4" Type="http://schemas.openxmlformats.org/officeDocument/2006/relationships/oleObject" Target="../embeddings/oleObject95.bin"/><Relationship Id="rId180" Type="http://schemas.openxmlformats.org/officeDocument/2006/relationships/oleObject" Target="../embeddings/oleObject183.bin"/><Relationship Id="rId215" Type="http://schemas.openxmlformats.org/officeDocument/2006/relationships/image" Target="../media/image217.wmf"/><Relationship Id="rId236" Type="http://schemas.openxmlformats.org/officeDocument/2006/relationships/oleObject" Target="../embeddings/oleObject211.bin"/><Relationship Id="rId257" Type="http://schemas.openxmlformats.org/officeDocument/2006/relationships/image" Target="../media/image238.wmf"/><Relationship Id="rId278" Type="http://schemas.openxmlformats.org/officeDocument/2006/relationships/oleObject" Target="../embeddings/oleObject232.bin"/><Relationship Id="rId303" Type="http://schemas.openxmlformats.org/officeDocument/2006/relationships/image" Target="../media/image261.wmf"/><Relationship Id="rId42" Type="http://schemas.openxmlformats.org/officeDocument/2006/relationships/oleObject" Target="../embeddings/oleObject114.bin"/><Relationship Id="rId84" Type="http://schemas.openxmlformats.org/officeDocument/2006/relationships/oleObject" Target="../embeddings/oleObject135.bin"/><Relationship Id="rId138" Type="http://schemas.openxmlformats.org/officeDocument/2006/relationships/oleObject" Target="../embeddings/oleObject162.bin"/><Relationship Id="rId191" Type="http://schemas.openxmlformats.org/officeDocument/2006/relationships/image" Target="../media/image205.wmf"/><Relationship Id="rId205" Type="http://schemas.openxmlformats.org/officeDocument/2006/relationships/image" Target="../media/image212.wmf"/><Relationship Id="rId247" Type="http://schemas.openxmlformats.org/officeDocument/2006/relationships/image" Target="../media/image233.wmf"/><Relationship Id="rId107" Type="http://schemas.openxmlformats.org/officeDocument/2006/relationships/image" Target="../media/image163.wmf"/><Relationship Id="rId289" Type="http://schemas.openxmlformats.org/officeDocument/2006/relationships/image" Target="../media/image254.wmf"/><Relationship Id="rId11" Type="http://schemas.openxmlformats.org/officeDocument/2006/relationships/image" Target="../media/image115.wmf"/><Relationship Id="rId53" Type="http://schemas.openxmlformats.org/officeDocument/2006/relationships/image" Target="../media/image136.wmf"/><Relationship Id="rId149" Type="http://schemas.openxmlformats.org/officeDocument/2006/relationships/image" Target="../media/image184.wmf"/><Relationship Id="rId314" Type="http://schemas.openxmlformats.org/officeDocument/2006/relationships/oleObject" Target="../embeddings/oleObject250.bin"/><Relationship Id="rId95" Type="http://schemas.openxmlformats.org/officeDocument/2006/relationships/image" Target="../media/image157.wmf"/><Relationship Id="rId160" Type="http://schemas.openxmlformats.org/officeDocument/2006/relationships/oleObject" Target="../embeddings/oleObject173.bin"/><Relationship Id="rId216" Type="http://schemas.openxmlformats.org/officeDocument/2006/relationships/oleObject" Target="../embeddings/oleObject201.bin"/><Relationship Id="rId258" Type="http://schemas.openxmlformats.org/officeDocument/2006/relationships/oleObject" Target="../embeddings/oleObject222.bin"/><Relationship Id="rId22" Type="http://schemas.openxmlformats.org/officeDocument/2006/relationships/oleObject" Target="../embeddings/oleObject104.bin"/><Relationship Id="rId64" Type="http://schemas.openxmlformats.org/officeDocument/2006/relationships/oleObject" Target="../embeddings/oleObject125.bin"/><Relationship Id="rId118" Type="http://schemas.openxmlformats.org/officeDocument/2006/relationships/oleObject" Target="../embeddings/oleObject152.bin"/><Relationship Id="rId171" Type="http://schemas.openxmlformats.org/officeDocument/2006/relationships/image" Target="../media/image195.wmf"/><Relationship Id="rId227" Type="http://schemas.openxmlformats.org/officeDocument/2006/relationships/image" Target="../media/image223.wmf"/><Relationship Id="rId269" Type="http://schemas.openxmlformats.org/officeDocument/2006/relationships/image" Target="../media/image244.wmf"/><Relationship Id="rId33" Type="http://schemas.openxmlformats.org/officeDocument/2006/relationships/image" Target="../media/image126.wmf"/><Relationship Id="rId129" Type="http://schemas.openxmlformats.org/officeDocument/2006/relationships/image" Target="../media/image174.wmf"/><Relationship Id="rId280" Type="http://schemas.openxmlformats.org/officeDocument/2006/relationships/oleObject" Target="../embeddings/oleObject233.bin"/><Relationship Id="rId75" Type="http://schemas.openxmlformats.org/officeDocument/2006/relationships/image" Target="../media/image147.wmf"/><Relationship Id="rId140" Type="http://schemas.openxmlformats.org/officeDocument/2006/relationships/oleObject" Target="../embeddings/oleObject163.bin"/><Relationship Id="rId182" Type="http://schemas.openxmlformats.org/officeDocument/2006/relationships/oleObject" Target="../embeddings/oleObject184.bin"/><Relationship Id="rId6" Type="http://schemas.openxmlformats.org/officeDocument/2006/relationships/oleObject" Target="../embeddings/oleObject96.bin"/><Relationship Id="rId238" Type="http://schemas.openxmlformats.org/officeDocument/2006/relationships/oleObject" Target="../embeddings/oleObject212.bin"/><Relationship Id="rId291" Type="http://schemas.openxmlformats.org/officeDocument/2006/relationships/image" Target="../media/image255.wmf"/><Relationship Id="rId305" Type="http://schemas.openxmlformats.org/officeDocument/2006/relationships/image" Target="../media/image262.wmf"/><Relationship Id="rId44" Type="http://schemas.openxmlformats.org/officeDocument/2006/relationships/oleObject" Target="../embeddings/oleObject115.bin"/><Relationship Id="rId86" Type="http://schemas.openxmlformats.org/officeDocument/2006/relationships/oleObject" Target="../embeddings/oleObject136.bin"/><Relationship Id="rId151" Type="http://schemas.openxmlformats.org/officeDocument/2006/relationships/image" Target="../media/image185.wmf"/></Relationships>
</file>

<file path=ppt/slides/_rels/slide22.xml.rels><?xml version="1.0" encoding="UTF-8" standalone="yes"?>
<Relationships xmlns="http://schemas.openxmlformats.org/package/2006/relationships"><Relationship Id="rId3" Type="http://schemas.openxmlformats.org/officeDocument/2006/relationships/image" Target="../media/image268.wmf"/><Relationship Id="rId2" Type="http://schemas.openxmlformats.org/officeDocument/2006/relationships/oleObject" Target="../embeddings/oleObject251.bin"/><Relationship Id="rId1" Type="http://schemas.openxmlformats.org/officeDocument/2006/relationships/slideLayout" Target="../slideLayouts/slideLayout21.xml"/><Relationship Id="rId4" Type="http://schemas.openxmlformats.org/officeDocument/2006/relationships/image" Target="../media/image269.png"/></Relationships>
</file>

<file path=ppt/slides/_rels/slide23.x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oleObject" Target="../embeddings/oleObject252.bin"/><Relationship Id="rId1" Type="http://schemas.openxmlformats.org/officeDocument/2006/relationships/slideLayout" Target="../slideLayouts/slideLayout21.xml"/><Relationship Id="rId6" Type="http://schemas.openxmlformats.org/officeDocument/2006/relationships/image" Target="../media/image272.png"/><Relationship Id="rId5" Type="http://schemas.openxmlformats.org/officeDocument/2006/relationships/image" Target="../media/image271.wmf"/><Relationship Id="rId4" Type="http://schemas.openxmlformats.org/officeDocument/2006/relationships/oleObject" Target="../embeddings/oleObject253.bin"/></Relationships>
</file>

<file path=ppt/slides/_rels/slide24.xml.rels><?xml version="1.0" encoding="UTF-8" standalone="yes"?>
<Relationships xmlns="http://schemas.openxmlformats.org/package/2006/relationships"><Relationship Id="rId3" Type="http://schemas.openxmlformats.org/officeDocument/2006/relationships/slide" Target="slide88.xml"/><Relationship Id="rId2" Type="http://schemas.openxmlformats.org/officeDocument/2006/relationships/image" Target="../media/image273.png"/><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image" Target="../media/image274.png"/><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slide" Target="slide90.xml"/><Relationship Id="rId2" Type="http://schemas.openxmlformats.org/officeDocument/2006/relationships/image" Target="../media/image275.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8" Type="http://schemas.openxmlformats.org/officeDocument/2006/relationships/image" Target="../media/image279.png"/><Relationship Id="rId3" Type="http://schemas.openxmlformats.org/officeDocument/2006/relationships/image" Target="../media/image276.wmf"/><Relationship Id="rId7" Type="http://schemas.openxmlformats.org/officeDocument/2006/relationships/image" Target="../media/image278.wmf"/><Relationship Id="rId2" Type="http://schemas.openxmlformats.org/officeDocument/2006/relationships/oleObject" Target="../embeddings/oleObject254.bin"/><Relationship Id="rId1" Type="http://schemas.openxmlformats.org/officeDocument/2006/relationships/slideLayout" Target="../slideLayouts/slideLayout21.xml"/><Relationship Id="rId6" Type="http://schemas.openxmlformats.org/officeDocument/2006/relationships/oleObject" Target="../embeddings/oleObject256.bin"/><Relationship Id="rId5" Type="http://schemas.openxmlformats.org/officeDocument/2006/relationships/image" Target="../media/image277.wmf"/><Relationship Id="rId4" Type="http://schemas.openxmlformats.org/officeDocument/2006/relationships/oleObject" Target="../embeddings/oleObject25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60.bin"/><Relationship Id="rId13" Type="http://schemas.openxmlformats.org/officeDocument/2006/relationships/slide" Target="slide91.xml"/><Relationship Id="rId3" Type="http://schemas.openxmlformats.org/officeDocument/2006/relationships/image" Target="../media/image280.wmf"/><Relationship Id="rId7" Type="http://schemas.openxmlformats.org/officeDocument/2006/relationships/image" Target="../media/image282.wmf"/><Relationship Id="rId12" Type="http://schemas.openxmlformats.org/officeDocument/2006/relationships/image" Target="../media/image285.png"/><Relationship Id="rId2" Type="http://schemas.openxmlformats.org/officeDocument/2006/relationships/oleObject" Target="../embeddings/oleObject257.bin"/><Relationship Id="rId1" Type="http://schemas.openxmlformats.org/officeDocument/2006/relationships/slideLayout" Target="../slideLayouts/slideLayout21.xml"/><Relationship Id="rId6" Type="http://schemas.openxmlformats.org/officeDocument/2006/relationships/oleObject" Target="../embeddings/oleObject259.bin"/><Relationship Id="rId11" Type="http://schemas.openxmlformats.org/officeDocument/2006/relationships/image" Target="../media/image284.wmf"/><Relationship Id="rId5" Type="http://schemas.openxmlformats.org/officeDocument/2006/relationships/image" Target="../media/image281.wmf"/><Relationship Id="rId10" Type="http://schemas.openxmlformats.org/officeDocument/2006/relationships/oleObject" Target="../embeddings/oleObject261.bin"/><Relationship Id="rId4" Type="http://schemas.openxmlformats.org/officeDocument/2006/relationships/oleObject" Target="../embeddings/oleObject258.bin"/><Relationship Id="rId9" Type="http://schemas.openxmlformats.org/officeDocument/2006/relationships/image" Target="../media/image283.wmf"/></Relationships>
</file>

<file path=ppt/slides/_rels/slide30.xml.rels><?xml version="1.0" encoding="UTF-8" standalone="yes"?>
<Relationships xmlns="http://schemas.openxmlformats.org/package/2006/relationships"><Relationship Id="rId13" Type="http://schemas.openxmlformats.org/officeDocument/2006/relationships/image" Target="../media/image291.wmf"/><Relationship Id="rId18" Type="http://schemas.openxmlformats.org/officeDocument/2006/relationships/oleObject" Target="../embeddings/oleObject270.bin"/><Relationship Id="rId26" Type="http://schemas.openxmlformats.org/officeDocument/2006/relationships/oleObject" Target="../embeddings/oleObject274.bin"/><Relationship Id="rId39" Type="http://schemas.openxmlformats.org/officeDocument/2006/relationships/image" Target="../media/image304.wmf"/><Relationship Id="rId21" Type="http://schemas.openxmlformats.org/officeDocument/2006/relationships/image" Target="../media/image295.wmf"/><Relationship Id="rId34" Type="http://schemas.openxmlformats.org/officeDocument/2006/relationships/oleObject" Target="../embeddings/oleObject278.bin"/><Relationship Id="rId42" Type="http://schemas.openxmlformats.org/officeDocument/2006/relationships/oleObject" Target="../embeddings/oleObject282.bin"/><Relationship Id="rId47" Type="http://schemas.openxmlformats.org/officeDocument/2006/relationships/image" Target="../media/image308.wmf"/><Relationship Id="rId50" Type="http://schemas.openxmlformats.org/officeDocument/2006/relationships/oleObject" Target="../embeddings/oleObject286.bin"/><Relationship Id="rId55" Type="http://schemas.openxmlformats.org/officeDocument/2006/relationships/image" Target="../media/image312.wmf"/><Relationship Id="rId7" Type="http://schemas.openxmlformats.org/officeDocument/2006/relationships/image" Target="../media/image288.wmf"/><Relationship Id="rId2" Type="http://schemas.openxmlformats.org/officeDocument/2006/relationships/oleObject" Target="../embeddings/oleObject262.bin"/><Relationship Id="rId16" Type="http://schemas.openxmlformats.org/officeDocument/2006/relationships/oleObject" Target="../embeddings/oleObject269.bin"/><Relationship Id="rId29" Type="http://schemas.openxmlformats.org/officeDocument/2006/relationships/image" Target="../media/image299.wmf"/><Relationship Id="rId11" Type="http://schemas.openxmlformats.org/officeDocument/2006/relationships/image" Target="../media/image290.wmf"/><Relationship Id="rId24" Type="http://schemas.openxmlformats.org/officeDocument/2006/relationships/oleObject" Target="../embeddings/oleObject273.bin"/><Relationship Id="rId32" Type="http://schemas.openxmlformats.org/officeDocument/2006/relationships/oleObject" Target="../embeddings/oleObject277.bin"/><Relationship Id="rId37" Type="http://schemas.openxmlformats.org/officeDocument/2006/relationships/image" Target="../media/image303.wmf"/><Relationship Id="rId40" Type="http://schemas.openxmlformats.org/officeDocument/2006/relationships/oleObject" Target="../embeddings/oleObject281.bin"/><Relationship Id="rId45" Type="http://schemas.openxmlformats.org/officeDocument/2006/relationships/image" Target="../media/image307.wmf"/><Relationship Id="rId53" Type="http://schemas.openxmlformats.org/officeDocument/2006/relationships/image" Target="../media/image311.wmf"/><Relationship Id="rId58" Type="http://schemas.openxmlformats.org/officeDocument/2006/relationships/oleObject" Target="../embeddings/oleObject290.bin"/><Relationship Id="rId5" Type="http://schemas.openxmlformats.org/officeDocument/2006/relationships/image" Target="../media/image287.wmf"/><Relationship Id="rId61" Type="http://schemas.openxmlformats.org/officeDocument/2006/relationships/image" Target="../media/image315.wmf"/><Relationship Id="rId19" Type="http://schemas.openxmlformats.org/officeDocument/2006/relationships/image" Target="../media/image294.wmf"/><Relationship Id="rId14" Type="http://schemas.openxmlformats.org/officeDocument/2006/relationships/oleObject" Target="../embeddings/oleObject268.bin"/><Relationship Id="rId22" Type="http://schemas.openxmlformats.org/officeDocument/2006/relationships/oleObject" Target="../embeddings/oleObject272.bin"/><Relationship Id="rId27" Type="http://schemas.openxmlformats.org/officeDocument/2006/relationships/image" Target="../media/image298.wmf"/><Relationship Id="rId30" Type="http://schemas.openxmlformats.org/officeDocument/2006/relationships/oleObject" Target="../embeddings/oleObject276.bin"/><Relationship Id="rId35" Type="http://schemas.openxmlformats.org/officeDocument/2006/relationships/image" Target="../media/image302.wmf"/><Relationship Id="rId43" Type="http://schemas.openxmlformats.org/officeDocument/2006/relationships/image" Target="../media/image306.wmf"/><Relationship Id="rId48" Type="http://schemas.openxmlformats.org/officeDocument/2006/relationships/oleObject" Target="../embeddings/oleObject285.bin"/><Relationship Id="rId56" Type="http://schemas.openxmlformats.org/officeDocument/2006/relationships/oleObject" Target="../embeddings/oleObject289.bin"/><Relationship Id="rId8" Type="http://schemas.openxmlformats.org/officeDocument/2006/relationships/oleObject" Target="../embeddings/oleObject265.bin"/><Relationship Id="rId51" Type="http://schemas.openxmlformats.org/officeDocument/2006/relationships/image" Target="../media/image310.wmf"/><Relationship Id="rId3" Type="http://schemas.openxmlformats.org/officeDocument/2006/relationships/image" Target="../media/image286.wmf"/><Relationship Id="rId12" Type="http://schemas.openxmlformats.org/officeDocument/2006/relationships/oleObject" Target="../embeddings/oleObject267.bin"/><Relationship Id="rId17" Type="http://schemas.openxmlformats.org/officeDocument/2006/relationships/image" Target="../media/image293.wmf"/><Relationship Id="rId25" Type="http://schemas.openxmlformats.org/officeDocument/2006/relationships/image" Target="../media/image297.wmf"/><Relationship Id="rId33" Type="http://schemas.openxmlformats.org/officeDocument/2006/relationships/image" Target="../media/image301.wmf"/><Relationship Id="rId38" Type="http://schemas.openxmlformats.org/officeDocument/2006/relationships/oleObject" Target="../embeddings/oleObject280.bin"/><Relationship Id="rId46" Type="http://schemas.openxmlformats.org/officeDocument/2006/relationships/oleObject" Target="../embeddings/oleObject284.bin"/><Relationship Id="rId59" Type="http://schemas.openxmlformats.org/officeDocument/2006/relationships/image" Target="../media/image314.wmf"/><Relationship Id="rId20" Type="http://schemas.openxmlformats.org/officeDocument/2006/relationships/oleObject" Target="../embeddings/oleObject271.bin"/><Relationship Id="rId41" Type="http://schemas.openxmlformats.org/officeDocument/2006/relationships/image" Target="../media/image305.wmf"/><Relationship Id="rId54" Type="http://schemas.openxmlformats.org/officeDocument/2006/relationships/oleObject" Target="../embeddings/oleObject288.bin"/><Relationship Id="rId1" Type="http://schemas.openxmlformats.org/officeDocument/2006/relationships/slideLayout" Target="../slideLayouts/slideLayout21.xml"/><Relationship Id="rId6" Type="http://schemas.openxmlformats.org/officeDocument/2006/relationships/oleObject" Target="../embeddings/oleObject264.bin"/><Relationship Id="rId15" Type="http://schemas.openxmlformats.org/officeDocument/2006/relationships/image" Target="../media/image292.wmf"/><Relationship Id="rId23" Type="http://schemas.openxmlformats.org/officeDocument/2006/relationships/image" Target="../media/image296.wmf"/><Relationship Id="rId28" Type="http://schemas.openxmlformats.org/officeDocument/2006/relationships/oleObject" Target="../embeddings/oleObject275.bin"/><Relationship Id="rId36" Type="http://schemas.openxmlformats.org/officeDocument/2006/relationships/oleObject" Target="../embeddings/oleObject279.bin"/><Relationship Id="rId49" Type="http://schemas.openxmlformats.org/officeDocument/2006/relationships/image" Target="../media/image309.wmf"/><Relationship Id="rId57" Type="http://schemas.openxmlformats.org/officeDocument/2006/relationships/image" Target="../media/image313.wmf"/><Relationship Id="rId10" Type="http://schemas.openxmlformats.org/officeDocument/2006/relationships/oleObject" Target="../embeddings/oleObject266.bin"/><Relationship Id="rId31" Type="http://schemas.openxmlformats.org/officeDocument/2006/relationships/image" Target="../media/image300.wmf"/><Relationship Id="rId44" Type="http://schemas.openxmlformats.org/officeDocument/2006/relationships/oleObject" Target="../embeddings/oleObject283.bin"/><Relationship Id="rId52" Type="http://schemas.openxmlformats.org/officeDocument/2006/relationships/oleObject" Target="../embeddings/oleObject287.bin"/><Relationship Id="rId60" Type="http://schemas.openxmlformats.org/officeDocument/2006/relationships/oleObject" Target="../embeddings/oleObject291.bin"/><Relationship Id="rId4" Type="http://schemas.openxmlformats.org/officeDocument/2006/relationships/oleObject" Target="../embeddings/oleObject263.bin"/><Relationship Id="rId9" Type="http://schemas.openxmlformats.org/officeDocument/2006/relationships/image" Target="../media/image289.wmf"/></Relationships>
</file>

<file path=ppt/slides/_rels/slide31.xml.rels><?xml version="1.0" encoding="UTF-8" standalone="yes"?>
<Relationships xmlns="http://schemas.openxmlformats.org/package/2006/relationships"><Relationship Id="rId3" Type="http://schemas.openxmlformats.org/officeDocument/2006/relationships/slide" Target="slide92.xml"/><Relationship Id="rId2" Type="http://schemas.openxmlformats.org/officeDocument/2006/relationships/image" Target="../media/image316.png"/><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95.bin"/><Relationship Id="rId3" Type="http://schemas.openxmlformats.org/officeDocument/2006/relationships/image" Target="../media/image317.wmf"/><Relationship Id="rId7" Type="http://schemas.openxmlformats.org/officeDocument/2006/relationships/image" Target="../media/image319.wmf"/><Relationship Id="rId2" Type="http://schemas.openxmlformats.org/officeDocument/2006/relationships/oleObject" Target="../embeddings/oleObject292.bin"/><Relationship Id="rId1" Type="http://schemas.openxmlformats.org/officeDocument/2006/relationships/slideLayout" Target="../slideLayouts/slideLayout21.xml"/><Relationship Id="rId6" Type="http://schemas.openxmlformats.org/officeDocument/2006/relationships/oleObject" Target="../embeddings/oleObject294.bin"/><Relationship Id="rId11" Type="http://schemas.openxmlformats.org/officeDocument/2006/relationships/image" Target="../media/image321.wmf"/><Relationship Id="rId5" Type="http://schemas.openxmlformats.org/officeDocument/2006/relationships/image" Target="../media/image318.wmf"/><Relationship Id="rId10" Type="http://schemas.openxmlformats.org/officeDocument/2006/relationships/oleObject" Target="../embeddings/oleObject296.bin"/><Relationship Id="rId4" Type="http://schemas.openxmlformats.org/officeDocument/2006/relationships/oleObject" Target="../embeddings/oleObject293.bin"/><Relationship Id="rId9" Type="http://schemas.openxmlformats.org/officeDocument/2006/relationships/image" Target="../media/image320.wmf"/></Relationships>
</file>

<file path=ppt/slides/_rels/slide33.xml.rels><?xml version="1.0" encoding="UTF-8" standalone="yes"?>
<Relationships xmlns="http://schemas.openxmlformats.org/package/2006/relationships"><Relationship Id="rId3" Type="http://schemas.openxmlformats.org/officeDocument/2006/relationships/image" Target="../media/image322.wmf"/><Relationship Id="rId2" Type="http://schemas.openxmlformats.org/officeDocument/2006/relationships/oleObject" Target="../embeddings/oleObject297.bin"/><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98.bin"/><Relationship Id="rId2" Type="http://schemas.openxmlformats.org/officeDocument/2006/relationships/image" Target="../media/image323.png"/><Relationship Id="rId1" Type="http://schemas.openxmlformats.org/officeDocument/2006/relationships/slideLayout" Target="../slideLayouts/slideLayout22.xml"/><Relationship Id="rId6" Type="http://schemas.openxmlformats.org/officeDocument/2006/relationships/image" Target="../media/image325.wmf"/><Relationship Id="rId5" Type="http://schemas.openxmlformats.org/officeDocument/2006/relationships/oleObject" Target="../embeddings/oleObject299.bin"/><Relationship Id="rId4" Type="http://schemas.openxmlformats.org/officeDocument/2006/relationships/image" Target="../media/image324.wmf"/></Relationships>
</file>

<file path=ppt/slides/_rels/slide35.xml.rels><?xml version="1.0" encoding="UTF-8" standalone="yes"?>
<Relationships xmlns="http://schemas.openxmlformats.org/package/2006/relationships"><Relationship Id="rId8" Type="http://schemas.openxmlformats.org/officeDocument/2006/relationships/image" Target="../media/image329.wmf"/><Relationship Id="rId3" Type="http://schemas.openxmlformats.org/officeDocument/2006/relationships/oleObject" Target="../embeddings/oleObject300.bin"/><Relationship Id="rId7" Type="http://schemas.openxmlformats.org/officeDocument/2006/relationships/oleObject" Target="../embeddings/oleObject302.bin"/><Relationship Id="rId2" Type="http://schemas.openxmlformats.org/officeDocument/2006/relationships/image" Target="../media/image326.png"/><Relationship Id="rId1" Type="http://schemas.openxmlformats.org/officeDocument/2006/relationships/slideLayout" Target="../slideLayouts/slideLayout22.xml"/><Relationship Id="rId6" Type="http://schemas.openxmlformats.org/officeDocument/2006/relationships/image" Target="../media/image328.wmf"/><Relationship Id="rId5" Type="http://schemas.openxmlformats.org/officeDocument/2006/relationships/oleObject" Target="../embeddings/oleObject301.bin"/><Relationship Id="rId4" Type="http://schemas.openxmlformats.org/officeDocument/2006/relationships/image" Target="../media/image327.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03.bin"/><Relationship Id="rId2" Type="http://schemas.openxmlformats.org/officeDocument/2006/relationships/image" Target="../media/image330.png"/><Relationship Id="rId1" Type="http://schemas.openxmlformats.org/officeDocument/2006/relationships/slideLayout" Target="../slideLayouts/slideLayout22.xml"/><Relationship Id="rId4" Type="http://schemas.openxmlformats.org/officeDocument/2006/relationships/image" Target="../media/image331.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04.bin"/><Relationship Id="rId7" Type="http://schemas.openxmlformats.org/officeDocument/2006/relationships/slide" Target="slide93.xml"/><Relationship Id="rId2" Type="http://schemas.openxmlformats.org/officeDocument/2006/relationships/image" Target="../media/image332.png"/><Relationship Id="rId1" Type="http://schemas.openxmlformats.org/officeDocument/2006/relationships/slideLayout" Target="../slideLayouts/slideLayout22.xml"/><Relationship Id="rId6" Type="http://schemas.openxmlformats.org/officeDocument/2006/relationships/image" Target="../media/image334.wmf"/><Relationship Id="rId5" Type="http://schemas.openxmlformats.org/officeDocument/2006/relationships/oleObject" Target="../embeddings/oleObject305.bin"/><Relationship Id="rId4" Type="http://schemas.openxmlformats.org/officeDocument/2006/relationships/image" Target="../media/image333.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slide" Target="slide94.xml"/><Relationship Id="rId2" Type="http://schemas.openxmlformats.org/officeDocument/2006/relationships/image" Target="../media/image335.png"/><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09.bin"/><Relationship Id="rId3" Type="http://schemas.openxmlformats.org/officeDocument/2006/relationships/image" Target="../media/image336.wmf"/><Relationship Id="rId7" Type="http://schemas.openxmlformats.org/officeDocument/2006/relationships/image" Target="../media/image338.wmf"/><Relationship Id="rId2" Type="http://schemas.openxmlformats.org/officeDocument/2006/relationships/oleObject" Target="../embeddings/oleObject306.bin"/><Relationship Id="rId1" Type="http://schemas.openxmlformats.org/officeDocument/2006/relationships/slideLayout" Target="../slideLayouts/slideLayout20.xml"/><Relationship Id="rId6" Type="http://schemas.openxmlformats.org/officeDocument/2006/relationships/oleObject" Target="../embeddings/oleObject308.bin"/><Relationship Id="rId5" Type="http://schemas.openxmlformats.org/officeDocument/2006/relationships/image" Target="../media/image337.wmf"/><Relationship Id="rId4" Type="http://schemas.openxmlformats.org/officeDocument/2006/relationships/oleObject" Target="../embeddings/oleObject307.bin"/><Relationship Id="rId9" Type="http://schemas.openxmlformats.org/officeDocument/2006/relationships/image" Target="../media/image339.wmf"/></Relationships>
</file>

<file path=ppt/slides/_rels/slide41.xml.rels><?xml version="1.0" encoding="UTF-8" standalone="yes"?>
<Relationships xmlns="http://schemas.openxmlformats.org/package/2006/relationships"><Relationship Id="rId3" Type="http://schemas.openxmlformats.org/officeDocument/2006/relationships/image" Target="../media/image340.wmf"/><Relationship Id="rId7" Type="http://schemas.openxmlformats.org/officeDocument/2006/relationships/image" Target="../media/image342.wmf"/><Relationship Id="rId2" Type="http://schemas.openxmlformats.org/officeDocument/2006/relationships/oleObject" Target="../embeddings/oleObject310.bin"/><Relationship Id="rId1" Type="http://schemas.openxmlformats.org/officeDocument/2006/relationships/slideLayout" Target="../slideLayouts/slideLayout22.xml"/><Relationship Id="rId6" Type="http://schemas.openxmlformats.org/officeDocument/2006/relationships/oleObject" Target="../embeddings/oleObject312.bin"/><Relationship Id="rId5" Type="http://schemas.openxmlformats.org/officeDocument/2006/relationships/image" Target="../media/image341.wmf"/><Relationship Id="rId4" Type="http://schemas.openxmlformats.org/officeDocument/2006/relationships/oleObject" Target="../embeddings/oleObject311.bin"/></Relationships>
</file>

<file path=ppt/slides/_rels/slide42.xml.rels><?xml version="1.0" encoding="UTF-8" standalone="yes"?>
<Relationships xmlns="http://schemas.openxmlformats.org/package/2006/relationships"><Relationship Id="rId3" Type="http://schemas.openxmlformats.org/officeDocument/2006/relationships/image" Target="../media/image343.wmf"/><Relationship Id="rId2" Type="http://schemas.openxmlformats.org/officeDocument/2006/relationships/oleObject" Target="../embeddings/oleObject313.bin"/><Relationship Id="rId1" Type="http://schemas.openxmlformats.org/officeDocument/2006/relationships/slideLayout" Target="../slideLayouts/slideLayout22.xml"/><Relationship Id="rId4" Type="http://schemas.openxmlformats.org/officeDocument/2006/relationships/image" Target="../media/image344.png"/></Relationships>
</file>

<file path=ppt/slides/_rels/slide43.xml.rels><?xml version="1.0" encoding="UTF-8" standalone="yes"?>
<Relationships xmlns="http://schemas.openxmlformats.org/package/2006/relationships"><Relationship Id="rId8" Type="http://schemas.openxmlformats.org/officeDocument/2006/relationships/image" Target="../media/image348.wmf"/><Relationship Id="rId3" Type="http://schemas.openxmlformats.org/officeDocument/2006/relationships/oleObject" Target="../embeddings/oleObject314.bin"/><Relationship Id="rId7" Type="http://schemas.openxmlformats.org/officeDocument/2006/relationships/oleObject" Target="../embeddings/oleObject316.bin"/><Relationship Id="rId2" Type="http://schemas.openxmlformats.org/officeDocument/2006/relationships/image" Target="../media/image345.png"/><Relationship Id="rId1" Type="http://schemas.openxmlformats.org/officeDocument/2006/relationships/slideLayout" Target="../slideLayouts/slideLayout22.xml"/><Relationship Id="rId6" Type="http://schemas.openxmlformats.org/officeDocument/2006/relationships/image" Target="../media/image347.wmf"/><Relationship Id="rId5" Type="http://schemas.openxmlformats.org/officeDocument/2006/relationships/oleObject" Target="../embeddings/oleObject315.bin"/><Relationship Id="rId4" Type="http://schemas.openxmlformats.org/officeDocument/2006/relationships/image" Target="../media/image346.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320.bin"/><Relationship Id="rId13" Type="http://schemas.openxmlformats.org/officeDocument/2006/relationships/image" Target="../media/image354.wmf"/><Relationship Id="rId3" Type="http://schemas.openxmlformats.org/officeDocument/2006/relationships/image" Target="../media/image349.wmf"/><Relationship Id="rId7" Type="http://schemas.openxmlformats.org/officeDocument/2006/relationships/image" Target="../media/image351.wmf"/><Relationship Id="rId12" Type="http://schemas.openxmlformats.org/officeDocument/2006/relationships/oleObject" Target="../embeddings/oleObject322.bin"/><Relationship Id="rId2" Type="http://schemas.openxmlformats.org/officeDocument/2006/relationships/oleObject" Target="../embeddings/oleObject317.bin"/><Relationship Id="rId1" Type="http://schemas.openxmlformats.org/officeDocument/2006/relationships/slideLayout" Target="../slideLayouts/slideLayout21.xml"/><Relationship Id="rId6" Type="http://schemas.openxmlformats.org/officeDocument/2006/relationships/oleObject" Target="../embeddings/oleObject319.bin"/><Relationship Id="rId11" Type="http://schemas.openxmlformats.org/officeDocument/2006/relationships/image" Target="../media/image353.wmf"/><Relationship Id="rId5" Type="http://schemas.openxmlformats.org/officeDocument/2006/relationships/image" Target="../media/image350.wmf"/><Relationship Id="rId10" Type="http://schemas.openxmlformats.org/officeDocument/2006/relationships/oleObject" Target="../embeddings/oleObject321.bin"/><Relationship Id="rId4" Type="http://schemas.openxmlformats.org/officeDocument/2006/relationships/oleObject" Target="../embeddings/oleObject318.bin"/><Relationship Id="rId9" Type="http://schemas.openxmlformats.org/officeDocument/2006/relationships/image" Target="../media/image352.wmf"/><Relationship Id="rId14" Type="http://schemas.openxmlformats.org/officeDocument/2006/relationships/image" Target="../media/image355.png"/></Relationships>
</file>

<file path=ppt/slides/_rels/slide45.xml.rels><?xml version="1.0" encoding="UTF-8" standalone="yes"?>
<Relationships xmlns="http://schemas.openxmlformats.org/package/2006/relationships"><Relationship Id="rId3" Type="http://schemas.openxmlformats.org/officeDocument/2006/relationships/image" Target="../media/image356.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slide" Target="slide95.xml"/></Relationships>
</file>

<file path=ppt/slides/_rels/slide46.xml.rels><?xml version="1.0" encoding="UTF-8" standalone="yes"?>
<Relationships xmlns="http://schemas.openxmlformats.org/package/2006/relationships"><Relationship Id="rId8" Type="http://schemas.openxmlformats.org/officeDocument/2006/relationships/image" Target="../media/image360.wmf"/><Relationship Id="rId3" Type="http://schemas.openxmlformats.org/officeDocument/2006/relationships/image" Target="../media/image357.wmf"/><Relationship Id="rId7" Type="http://schemas.openxmlformats.org/officeDocument/2006/relationships/oleObject" Target="../embeddings/oleObject325.bin"/><Relationship Id="rId2" Type="http://schemas.openxmlformats.org/officeDocument/2006/relationships/oleObject" Target="../embeddings/oleObject323.bin"/><Relationship Id="rId1" Type="http://schemas.openxmlformats.org/officeDocument/2006/relationships/slideLayout" Target="../slideLayouts/slideLayout21.xml"/><Relationship Id="rId6" Type="http://schemas.openxmlformats.org/officeDocument/2006/relationships/image" Target="../media/image359.wmf"/><Relationship Id="rId5" Type="http://schemas.openxmlformats.org/officeDocument/2006/relationships/oleObject" Target="../embeddings/oleObject324.bin"/><Relationship Id="rId10" Type="http://schemas.openxmlformats.org/officeDocument/2006/relationships/image" Target="../media/image361.wmf"/><Relationship Id="rId4" Type="http://schemas.openxmlformats.org/officeDocument/2006/relationships/image" Target="../media/image358.wmf"/><Relationship Id="rId9" Type="http://schemas.openxmlformats.org/officeDocument/2006/relationships/oleObject" Target="../embeddings/oleObject326.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330.bin"/><Relationship Id="rId3" Type="http://schemas.openxmlformats.org/officeDocument/2006/relationships/image" Target="../media/image362.wmf"/><Relationship Id="rId7" Type="http://schemas.openxmlformats.org/officeDocument/2006/relationships/image" Target="../media/image364.wmf"/><Relationship Id="rId2" Type="http://schemas.openxmlformats.org/officeDocument/2006/relationships/oleObject" Target="../embeddings/oleObject327.bin"/><Relationship Id="rId1" Type="http://schemas.openxmlformats.org/officeDocument/2006/relationships/slideLayout" Target="../slideLayouts/slideLayout21.xml"/><Relationship Id="rId6" Type="http://schemas.openxmlformats.org/officeDocument/2006/relationships/oleObject" Target="../embeddings/oleObject329.bin"/><Relationship Id="rId5" Type="http://schemas.openxmlformats.org/officeDocument/2006/relationships/image" Target="../media/image363.wmf"/><Relationship Id="rId10" Type="http://schemas.openxmlformats.org/officeDocument/2006/relationships/image" Target="../media/image366.png"/><Relationship Id="rId4" Type="http://schemas.openxmlformats.org/officeDocument/2006/relationships/oleObject" Target="../embeddings/oleObject328.bin"/><Relationship Id="rId9" Type="http://schemas.openxmlformats.org/officeDocument/2006/relationships/image" Target="../media/image365.wmf"/></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34.bin"/><Relationship Id="rId3" Type="http://schemas.openxmlformats.org/officeDocument/2006/relationships/image" Target="../media/image367.wmf"/><Relationship Id="rId7" Type="http://schemas.openxmlformats.org/officeDocument/2006/relationships/image" Target="../media/image369.wmf"/><Relationship Id="rId2" Type="http://schemas.openxmlformats.org/officeDocument/2006/relationships/oleObject" Target="../embeddings/oleObject331.bin"/><Relationship Id="rId1" Type="http://schemas.openxmlformats.org/officeDocument/2006/relationships/slideLayout" Target="../slideLayouts/slideLayout22.xml"/><Relationship Id="rId6" Type="http://schemas.openxmlformats.org/officeDocument/2006/relationships/oleObject" Target="../embeddings/oleObject333.bin"/><Relationship Id="rId11" Type="http://schemas.openxmlformats.org/officeDocument/2006/relationships/image" Target="../media/image371.wmf"/><Relationship Id="rId5" Type="http://schemas.openxmlformats.org/officeDocument/2006/relationships/image" Target="../media/image368.wmf"/><Relationship Id="rId10" Type="http://schemas.openxmlformats.org/officeDocument/2006/relationships/oleObject" Target="../embeddings/oleObject335.bin"/><Relationship Id="rId4" Type="http://schemas.openxmlformats.org/officeDocument/2006/relationships/oleObject" Target="../embeddings/oleObject332.bin"/><Relationship Id="rId9" Type="http://schemas.openxmlformats.org/officeDocument/2006/relationships/image" Target="../media/image370.wmf"/></Relationships>
</file>

<file path=ppt/slides/_rels/slide49.xml.rels><?xml version="1.0" encoding="UTF-8" standalone="yes"?>
<Relationships xmlns="http://schemas.openxmlformats.org/package/2006/relationships"><Relationship Id="rId3" Type="http://schemas.openxmlformats.org/officeDocument/2006/relationships/slide" Target="slide96.xml"/><Relationship Id="rId2" Type="http://schemas.openxmlformats.org/officeDocument/2006/relationships/image" Target="../media/image372.png"/><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3" Type="http://schemas.openxmlformats.org/officeDocument/2006/relationships/image" Target="../media/image378.wmf"/><Relationship Id="rId18" Type="http://schemas.openxmlformats.org/officeDocument/2006/relationships/oleObject" Target="../embeddings/oleObject344.bin"/><Relationship Id="rId26" Type="http://schemas.openxmlformats.org/officeDocument/2006/relationships/oleObject" Target="../embeddings/oleObject348.bin"/><Relationship Id="rId39" Type="http://schemas.openxmlformats.org/officeDocument/2006/relationships/image" Target="../media/image391.wmf"/><Relationship Id="rId21" Type="http://schemas.openxmlformats.org/officeDocument/2006/relationships/image" Target="../media/image382.wmf"/><Relationship Id="rId34" Type="http://schemas.openxmlformats.org/officeDocument/2006/relationships/oleObject" Target="../embeddings/oleObject352.bin"/><Relationship Id="rId42" Type="http://schemas.openxmlformats.org/officeDocument/2006/relationships/oleObject" Target="../embeddings/oleObject356.bin"/><Relationship Id="rId47" Type="http://schemas.openxmlformats.org/officeDocument/2006/relationships/image" Target="../media/image395.wmf"/><Relationship Id="rId50" Type="http://schemas.openxmlformats.org/officeDocument/2006/relationships/oleObject" Target="../embeddings/oleObject360.bin"/><Relationship Id="rId7" Type="http://schemas.openxmlformats.org/officeDocument/2006/relationships/image" Target="../media/image375.wmf"/><Relationship Id="rId2" Type="http://schemas.openxmlformats.org/officeDocument/2006/relationships/oleObject" Target="../embeddings/oleObject336.bin"/><Relationship Id="rId16" Type="http://schemas.openxmlformats.org/officeDocument/2006/relationships/oleObject" Target="../embeddings/oleObject343.bin"/><Relationship Id="rId29" Type="http://schemas.openxmlformats.org/officeDocument/2006/relationships/image" Target="../media/image386.wmf"/><Relationship Id="rId11" Type="http://schemas.openxmlformats.org/officeDocument/2006/relationships/image" Target="../media/image377.wmf"/><Relationship Id="rId24" Type="http://schemas.openxmlformats.org/officeDocument/2006/relationships/oleObject" Target="../embeddings/oleObject347.bin"/><Relationship Id="rId32" Type="http://schemas.openxmlformats.org/officeDocument/2006/relationships/oleObject" Target="../embeddings/oleObject351.bin"/><Relationship Id="rId37" Type="http://schemas.openxmlformats.org/officeDocument/2006/relationships/image" Target="../media/image390.wmf"/><Relationship Id="rId40" Type="http://schemas.openxmlformats.org/officeDocument/2006/relationships/oleObject" Target="../embeddings/oleObject355.bin"/><Relationship Id="rId45" Type="http://schemas.openxmlformats.org/officeDocument/2006/relationships/image" Target="../media/image394.wmf"/><Relationship Id="rId5" Type="http://schemas.openxmlformats.org/officeDocument/2006/relationships/image" Target="../media/image374.wmf"/><Relationship Id="rId15" Type="http://schemas.openxmlformats.org/officeDocument/2006/relationships/image" Target="../media/image379.wmf"/><Relationship Id="rId23" Type="http://schemas.openxmlformats.org/officeDocument/2006/relationships/image" Target="../media/image383.wmf"/><Relationship Id="rId28" Type="http://schemas.openxmlformats.org/officeDocument/2006/relationships/oleObject" Target="../embeddings/oleObject349.bin"/><Relationship Id="rId36" Type="http://schemas.openxmlformats.org/officeDocument/2006/relationships/oleObject" Target="../embeddings/oleObject353.bin"/><Relationship Id="rId49" Type="http://schemas.openxmlformats.org/officeDocument/2006/relationships/image" Target="../media/image396.wmf"/><Relationship Id="rId10" Type="http://schemas.openxmlformats.org/officeDocument/2006/relationships/oleObject" Target="../embeddings/oleObject340.bin"/><Relationship Id="rId19" Type="http://schemas.openxmlformats.org/officeDocument/2006/relationships/image" Target="../media/image381.wmf"/><Relationship Id="rId31" Type="http://schemas.openxmlformats.org/officeDocument/2006/relationships/image" Target="../media/image387.wmf"/><Relationship Id="rId44" Type="http://schemas.openxmlformats.org/officeDocument/2006/relationships/oleObject" Target="../embeddings/oleObject357.bin"/><Relationship Id="rId4" Type="http://schemas.openxmlformats.org/officeDocument/2006/relationships/oleObject" Target="../embeddings/oleObject337.bin"/><Relationship Id="rId9" Type="http://schemas.openxmlformats.org/officeDocument/2006/relationships/image" Target="../media/image376.wmf"/><Relationship Id="rId14" Type="http://schemas.openxmlformats.org/officeDocument/2006/relationships/oleObject" Target="../embeddings/oleObject342.bin"/><Relationship Id="rId22" Type="http://schemas.openxmlformats.org/officeDocument/2006/relationships/oleObject" Target="../embeddings/oleObject346.bin"/><Relationship Id="rId27" Type="http://schemas.openxmlformats.org/officeDocument/2006/relationships/image" Target="../media/image385.wmf"/><Relationship Id="rId30" Type="http://schemas.openxmlformats.org/officeDocument/2006/relationships/oleObject" Target="../embeddings/oleObject350.bin"/><Relationship Id="rId35" Type="http://schemas.openxmlformats.org/officeDocument/2006/relationships/image" Target="../media/image389.wmf"/><Relationship Id="rId43" Type="http://schemas.openxmlformats.org/officeDocument/2006/relationships/image" Target="../media/image393.wmf"/><Relationship Id="rId48" Type="http://schemas.openxmlformats.org/officeDocument/2006/relationships/oleObject" Target="../embeddings/oleObject359.bin"/><Relationship Id="rId8" Type="http://schemas.openxmlformats.org/officeDocument/2006/relationships/oleObject" Target="../embeddings/oleObject339.bin"/><Relationship Id="rId51" Type="http://schemas.openxmlformats.org/officeDocument/2006/relationships/image" Target="../media/image397.wmf"/><Relationship Id="rId3" Type="http://schemas.openxmlformats.org/officeDocument/2006/relationships/image" Target="../media/image373.wmf"/><Relationship Id="rId12" Type="http://schemas.openxmlformats.org/officeDocument/2006/relationships/oleObject" Target="../embeddings/oleObject341.bin"/><Relationship Id="rId17" Type="http://schemas.openxmlformats.org/officeDocument/2006/relationships/image" Target="../media/image380.wmf"/><Relationship Id="rId25" Type="http://schemas.openxmlformats.org/officeDocument/2006/relationships/image" Target="../media/image384.wmf"/><Relationship Id="rId33" Type="http://schemas.openxmlformats.org/officeDocument/2006/relationships/image" Target="../media/image388.wmf"/><Relationship Id="rId38" Type="http://schemas.openxmlformats.org/officeDocument/2006/relationships/oleObject" Target="../embeddings/oleObject354.bin"/><Relationship Id="rId46" Type="http://schemas.openxmlformats.org/officeDocument/2006/relationships/oleObject" Target="../embeddings/oleObject358.bin"/><Relationship Id="rId20" Type="http://schemas.openxmlformats.org/officeDocument/2006/relationships/oleObject" Target="../embeddings/oleObject345.bin"/><Relationship Id="rId41" Type="http://schemas.openxmlformats.org/officeDocument/2006/relationships/image" Target="../media/image392.wmf"/><Relationship Id="rId1" Type="http://schemas.openxmlformats.org/officeDocument/2006/relationships/slideLayout" Target="../slideLayouts/slideLayout22.xml"/><Relationship Id="rId6" Type="http://schemas.openxmlformats.org/officeDocument/2006/relationships/oleObject" Target="../embeddings/oleObject338.bin"/></Relationships>
</file>

<file path=ppt/slides/_rels/slide51.xml.rels><?xml version="1.0" encoding="UTF-8" standalone="yes"?>
<Relationships xmlns="http://schemas.openxmlformats.org/package/2006/relationships"><Relationship Id="rId3" Type="http://schemas.openxmlformats.org/officeDocument/2006/relationships/image" Target="../media/image398.wmf"/><Relationship Id="rId2" Type="http://schemas.openxmlformats.org/officeDocument/2006/relationships/oleObject" Target="../embeddings/oleObject361.bin"/><Relationship Id="rId1" Type="http://schemas.openxmlformats.org/officeDocument/2006/relationships/slideLayout" Target="../slideLayouts/slideLayout22.xml"/><Relationship Id="rId5" Type="http://schemas.openxmlformats.org/officeDocument/2006/relationships/slide" Target="slide97.xml"/><Relationship Id="rId4" Type="http://schemas.openxmlformats.org/officeDocument/2006/relationships/image" Target="../media/image399.png"/></Relationships>
</file>

<file path=ppt/slides/_rels/slide52.xml.rels><?xml version="1.0" encoding="UTF-8" standalone="yes"?>
<Relationships xmlns="http://schemas.openxmlformats.org/package/2006/relationships"><Relationship Id="rId8" Type="http://schemas.openxmlformats.org/officeDocument/2006/relationships/image" Target="../media/image403.png"/><Relationship Id="rId3" Type="http://schemas.openxmlformats.org/officeDocument/2006/relationships/image" Target="../media/image400.wmf"/><Relationship Id="rId7" Type="http://schemas.openxmlformats.org/officeDocument/2006/relationships/image" Target="../media/image402.wmf"/><Relationship Id="rId2" Type="http://schemas.openxmlformats.org/officeDocument/2006/relationships/oleObject" Target="../embeddings/oleObject362.bin"/><Relationship Id="rId1" Type="http://schemas.openxmlformats.org/officeDocument/2006/relationships/slideLayout" Target="../slideLayouts/slideLayout22.xml"/><Relationship Id="rId6" Type="http://schemas.openxmlformats.org/officeDocument/2006/relationships/oleObject" Target="../embeddings/oleObject364.bin"/><Relationship Id="rId5" Type="http://schemas.openxmlformats.org/officeDocument/2006/relationships/image" Target="../media/image401.wmf"/><Relationship Id="rId4" Type="http://schemas.openxmlformats.org/officeDocument/2006/relationships/oleObject" Target="../embeddings/oleObject363.bin"/><Relationship Id="rId9" Type="http://schemas.openxmlformats.org/officeDocument/2006/relationships/slide" Target="slide98.xml"/></Relationships>
</file>

<file path=ppt/slides/_rels/slide53.xml.rels><?xml version="1.0" encoding="UTF-8" standalone="yes"?>
<Relationships xmlns="http://schemas.openxmlformats.org/package/2006/relationships"><Relationship Id="rId3" Type="http://schemas.openxmlformats.org/officeDocument/2006/relationships/image" Target="../media/image404.wmf"/><Relationship Id="rId2" Type="http://schemas.openxmlformats.org/officeDocument/2006/relationships/oleObject" Target="../embeddings/oleObject365.bin"/><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3" Type="http://schemas.openxmlformats.org/officeDocument/2006/relationships/image" Target="../media/image405.wmf"/><Relationship Id="rId7" Type="http://schemas.openxmlformats.org/officeDocument/2006/relationships/slide" Target="slide99.xml"/><Relationship Id="rId2" Type="http://schemas.openxmlformats.org/officeDocument/2006/relationships/oleObject" Target="../embeddings/oleObject366.bin"/><Relationship Id="rId1" Type="http://schemas.openxmlformats.org/officeDocument/2006/relationships/slideLayout" Target="../slideLayouts/slideLayout21.xml"/><Relationship Id="rId6" Type="http://schemas.openxmlformats.org/officeDocument/2006/relationships/image" Target="../media/image407.png"/><Relationship Id="rId5" Type="http://schemas.openxmlformats.org/officeDocument/2006/relationships/image" Target="../media/image406.wmf"/><Relationship Id="rId4" Type="http://schemas.openxmlformats.org/officeDocument/2006/relationships/oleObject" Target="../embeddings/oleObject367.bin"/></Relationships>
</file>

<file path=ppt/slides/_rels/slide55.xml.rels><?xml version="1.0" encoding="UTF-8" standalone="yes"?>
<Relationships xmlns="http://schemas.openxmlformats.org/package/2006/relationships"><Relationship Id="rId2" Type="http://schemas.openxmlformats.org/officeDocument/2006/relationships/image" Target="../media/image408.png"/><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71.bin"/><Relationship Id="rId13" Type="http://schemas.openxmlformats.org/officeDocument/2006/relationships/image" Target="../media/image414.wmf"/><Relationship Id="rId3" Type="http://schemas.openxmlformats.org/officeDocument/2006/relationships/image" Target="../media/image409.wmf"/><Relationship Id="rId7" Type="http://schemas.openxmlformats.org/officeDocument/2006/relationships/image" Target="../media/image411.wmf"/><Relationship Id="rId12" Type="http://schemas.openxmlformats.org/officeDocument/2006/relationships/oleObject" Target="../embeddings/oleObject373.bin"/><Relationship Id="rId2" Type="http://schemas.openxmlformats.org/officeDocument/2006/relationships/oleObject" Target="../embeddings/oleObject368.bin"/><Relationship Id="rId1" Type="http://schemas.openxmlformats.org/officeDocument/2006/relationships/slideLayout" Target="../slideLayouts/slideLayout20.xml"/><Relationship Id="rId6" Type="http://schemas.openxmlformats.org/officeDocument/2006/relationships/oleObject" Target="../embeddings/oleObject370.bin"/><Relationship Id="rId11" Type="http://schemas.openxmlformats.org/officeDocument/2006/relationships/image" Target="../media/image413.wmf"/><Relationship Id="rId5" Type="http://schemas.openxmlformats.org/officeDocument/2006/relationships/image" Target="../media/image410.wmf"/><Relationship Id="rId15" Type="http://schemas.openxmlformats.org/officeDocument/2006/relationships/image" Target="../media/image415.wmf"/><Relationship Id="rId10" Type="http://schemas.openxmlformats.org/officeDocument/2006/relationships/oleObject" Target="../embeddings/oleObject372.bin"/><Relationship Id="rId4" Type="http://schemas.openxmlformats.org/officeDocument/2006/relationships/oleObject" Target="../embeddings/oleObject369.bin"/><Relationship Id="rId9" Type="http://schemas.openxmlformats.org/officeDocument/2006/relationships/image" Target="../media/image412.wmf"/><Relationship Id="rId14" Type="http://schemas.openxmlformats.org/officeDocument/2006/relationships/oleObject" Target="../embeddings/oleObject374.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78.bin"/><Relationship Id="rId13" Type="http://schemas.openxmlformats.org/officeDocument/2006/relationships/image" Target="../media/image421.wmf"/><Relationship Id="rId18" Type="http://schemas.openxmlformats.org/officeDocument/2006/relationships/oleObject" Target="../embeddings/oleObject383.bin"/><Relationship Id="rId3" Type="http://schemas.openxmlformats.org/officeDocument/2006/relationships/image" Target="../media/image416.wmf"/><Relationship Id="rId21" Type="http://schemas.openxmlformats.org/officeDocument/2006/relationships/image" Target="../media/image425.wmf"/><Relationship Id="rId7" Type="http://schemas.openxmlformats.org/officeDocument/2006/relationships/image" Target="../media/image418.wmf"/><Relationship Id="rId12" Type="http://schemas.openxmlformats.org/officeDocument/2006/relationships/oleObject" Target="../embeddings/oleObject380.bin"/><Relationship Id="rId17" Type="http://schemas.openxmlformats.org/officeDocument/2006/relationships/image" Target="../media/image423.wmf"/><Relationship Id="rId2" Type="http://schemas.openxmlformats.org/officeDocument/2006/relationships/oleObject" Target="../embeddings/oleObject375.bin"/><Relationship Id="rId16" Type="http://schemas.openxmlformats.org/officeDocument/2006/relationships/oleObject" Target="../embeddings/oleObject382.bin"/><Relationship Id="rId20" Type="http://schemas.openxmlformats.org/officeDocument/2006/relationships/oleObject" Target="../embeddings/oleObject384.bin"/><Relationship Id="rId1" Type="http://schemas.openxmlformats.org/officeDocument/2006/relationships/slideLayout" Target="../slideLayouts/slideLayout22.xml"/><Relationship Id="rId6" Type="http://schemas.openxmlformats.org/officeDocument/2006/relationships/oleObject" Target="../embeddings/oleObject377.bin"/><Relationship Id="rId11" Type="http://schemas.openxmlformats.org/officeDocument/2006/relationships/image" Target="../media/image420.wmf"/><Relationship Id="rId5" Type="http://schemas.openxmlformats.org/officeDocument/2006/relationships/image" Target="../media/image417.wmf"/><Relationship Id="rId15" Type="http://schemas.openxmlformats.org/officeDocument/2006/relationships/image" Target="../media/image422.wmf"/><Relationship Id="rId23" Type="http://schemas.openxmlformats.org/officeDocument/2006/relationships/image" Target="../media/image426.wmf"/><Relationship Id="rId10" Type="http://schemas.openxmlformats.org/officeDocument/2006/relationships/oleObject" Target="../embeddings/oleObject379.bin"/><Relationship Id="rId19" Type="http://schemas.openxmlformats.org/officeDocument/2006/relationships/image" Target="../media/image424.wmf"/><Relationship Id="rId4" Type="http://schemas.openxmlformats.org/officeDocument/2006/relationships/oleObject" Target="../embeddings/oleObject376.bin"/><Relationship Id="rId9" Type="http://schemas.openxmlformats.org/officeDocument/2006/relationships/image" Target="../media/image419.wmf"/><Relationship Id="rId14" Type="http://schemas.openxmlformats.org/officeDocument/2006/relationships/oleObject" Target="../embeddings/oleObject381.bin"/><Relationship Id="rId22" Type="http://schemas.openxmlformats.org/officeDocument/2006/relationships/oleObject" Target="../embeddings/oleObject385.bin"/></Relationships>
</file>

<file path=ppt/slides/_rels/slide58.xml.rels><?xml version="1.0" encoding="UTF-8" standalone="yes"?>
<Relationships xmlns="http://schemas.openxmlformats.org/package/2006/relationships"><Relationship Id="rId3" Type="http://schemas.openxmlformats.org/officeDocument/2006/relationships/image" Target="../media/image427.wmf"/><Relationship Id="rId2" Type="http://schemas.openxmlformats.org/officeDocument/2006/relationships/oleObject" Target="../embeddings/oleObject386.bin"/><Relationship Id="rId1" Type="http://schemas.openxmlformats.org/officeDocument/2006/relationships/slideLayout" Target="../slideLayouts/slideLayout22.xml"/><Relationship Id="rId5" Type="http://schemas.openxmlformats.org/officeDocument/2006/relationships/image" Target="../media/image428.wmf"/><Relationship Id="rId4" Type="http://schemas.openxmlformats.org/officeDocument/2006/relationships/oleObject" Target="../embeddings/oleObject387.bin"/></Relationships>
</file>

<file path=ppt/slides/_rels/slide59.xml.rels><?xml version="1.0" encoding="UTF-8" standalone="yes"?>
<Relationships xmlns="http://schemas.openxmlformats.org/package/2006/relationships"><Relationship Id="rId3" Type="http://schemas.openxmlformats.org/officeDocument/2006/relationships/slide" Target="slide100.xml"/><Relationship Id="rId2" Type="http://schemas.openxmlformats.org/officeDocument/2006/relationships/image" Target="../media/image429.png"/><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3" Type="http://schemas.openxmlformats.org/officeDocument/2006/relationships/image" Target="../media/image430.wmf"/><Relationship Id="rId2" Type="http://schemas.openxmlformats.org/officeDocument/2006/relationships/oleObject" Target="../embeddings/oleObject388.bin"/><Relationship Id="rId1" Type="http://schemas.openxmlformats.org/officeDocument/2006/relationships/slideLayout" Target="../slideLayouts/slideLayout20.xml"/><Relationship Id="rId5" Type="http://schemas.openxmlformats.org/officeDocument/2006/relationships/image" Target="../media/image431.wmf"/><Relationship Id="rId4" Type="http://schemas.openxmlformats.org/officeDocument/2006/relationships/oleObject" Target="../embeddings/oleObject389.bin"/></Relationships>
</file>

<file path=ppt/slides/_rels/slide61.xml.rels><?xml version="1.0" encoding="UTF-8" standalone="yes"?>
<Relationships xmlns="http://schemas.openxmlformats.org/package/2006/relationships"><Relationship Id="rId13" Type="http://schemas.openxmlformats.org/officeDocument/2006/relationships/oleObject" Target="../embeddings/oleObject395.bin"/><Relationship Id="rId18" Type="http://schemas.openxmlformats.org/officeDocument/2006/relationships/image" Target="../media/image439.wmf"/><Relationship Id="rId26" Type="http://schemas.openxmlformats.org/officeDocument/2006/relationships/image" Target="../media/image443.wmf"/><Relationship Id="rId39" Type="http://schemas.openxmlformats.org/officeDocument/2006/relationships/oleObject" Target="../embeddings/oleObject408.bin"/><Relationship Id="rId21" Type="http://schemas.openxmlformats.org/officeDocument/2006/relationships/oleObject" Target="../embeddings/oleObject399.bin"/><Relationship Id="rId34" Type="http://schemas.openxmlformats.org/officeDocument/2006/relationships/image" Target="../media/image447.wmf"/><Relationship Id="rId42" Type="http://schemas.openxmlformats.org/officeDocument/2006/relationships/image" Target="../media/image451.wmf"/><Relationship Id="rId7" Type="http://schemas.openxmlformats.org/officeDocument/2006/relationships/oleObject" Target="../embeddings/oleObject392.bin"/><Relationship Id="rId2" Type="http://schemas.openxmlformats.org/officeDocument/2006/relationships/notesSlide" Target="../notesSlides/notesSlide2.xml"/><Relationship Id="rId16" Type="http://schemas.openxmlformats.org/officeDocument/2006/relationships/image" Target="../media/image438.wmf"/><Relationship Id="rId29" Type="http://schemas.openxmlformats.org/officeDocument/2006/relationships/oleObject" Target="../embeddings/oleObject403.bin"/><Relationship Id="rId1" Type="http://schemas.openxmlformats.org/officeDocument/2006/relationships/slideLayout" Target="../slideLayouts/slideLayout22.xml"/><Relationship Id="rId6" Type="http://schemas.openxmlformats.org/officeDocument/2006/relationships/image" Target="../media/image433.wmf"/><Relationship Id="rId11" Type="http://schemas.openxmlformats.org/officeDocument/2006/relationships/oleObject" Target="../embeddings/oleObject394.bin"/><Relationship Id="rId24" Type="http://schemas.openxmlformats.org/officeDocument/2006/relationships/image" Target="../media/image442.wmf"/><Relationship Id="rId32" Type="http://schemas.openxmlformats.org/officeDocument/2006/relationships/image" Target="../media/image446.wmf"/><Relationship Id="rId37" Type="http://schemas.openxmlformats.org/officeDocument/2006/relationships/oleObject" Target="../embeddings/oleObject407.bin"/><Relationship Id="rId40" Type="http://schemas.openxmlformats.org/officeDocument/2006/relationships/image" Target="../media/image450.wmf"/><Relationship Id="rId45" Type="http://schemas.openxmlformats.org/officeDocument/2006/relationships/oleObject" Target="../embeddings/oleObject411.bin"/><Relationship Id="rId5" Type="http://schemas.openxmlformats.org/officeDocument/2006/relationships/oleObject" Target="../embeddings/oleObject391.bin"/><Relationship Id="rId15" Type="http://schemas.openxmlformats.org/officeDocument/2006/relationships/oleObject" Target="../embeddings/oleObject396.bin"/><Relationship Id="rId23" Type="http://schemas.openxmlformats.org/officeDocument/2006/relationships/oleObject" Target="../embeddings/oleObject400.bin"/><Relationship Id="rId28" Type="http://schemas.openxmlformats.org/officeDocument/2006/relationships/image" Target="../media/image444.wmf"/><Relationship Id="rId36" Type="http://schemas.openxmlformats.org/officeDocument/2006/relationships/image" Target="../media/image448.wmf"/><Relationship Id="rId10" Type="http://schemas.openxmlformats.org/officeDocument/2006/relationships/image" Target="../media/image435.wmf"/><Relationship Id="rId19" Type="http://schemas.openxmlformats.org/officeDocument/2006/relationships/oleObject" Target="../embeddings/oleObject398.bin"/><Relationship Id="rId31" Type="http://schemas.openxmlformats.org/officeDocument/2006/relationships/oleObject" Target="../embeddings/oleObject404.bin"/><Relationship Id="rId44" Type="http://schemas.openxmlformats.org/officeDocument/2006/relationships/image" Target="../media/image452.wmf"/><Relationship Id="rId4" Type="http://schemas.openxmlformats.org/officeDocument/2006/relationships/image" Target="../media/image432.wmf"/><Relationship Id="rId9" Type="http://schemas.openxmlformats.org/officeDocument/2006/relationships/oleObject" Target="../embeddings/oleObject393.bin"/><Relationship Id="rId14" Type="http://schemas.openxmlformats.org/officeDocument/2006/relationships/image" Target="../media/image437.wmf"/><Relationship Id="rId22" Type="http://schemas.openxmlformats.org/officeDocument/2006/relationships/image" Target="../media/image441.wmf"/><Relationship Id="rId27" Type="http://schemas.openxmlformats.org/officeDocument/2006/relationships/oleObject" Target="../embeddings/oleObject402.bin"/><Relationship Id="rId30" Type="http://schemas.openxmlformats.org/officeDocument/2006/relationships/image" Target="../media/image445.wmf"/><Relationship Id="rId35" Type="http://schemas.openxmlformats.org/officeDocument/2006/relationships/oleObject" Target="../embeddings/oleObject406.bin"/><Relationship Id="rId43" Type="http://schemas.openxmlformats.org/officeDocument/2006/relationships/oleObject" Target="../embeddings/oleObject410.bin"/><Relationship Id="rId8" Type="http://schemas.openxmlformats.org/officeDocument/2006/relationships/image" Target="../media/image434.wmf"/><Relationship Id="rId3" Type="http://schemas.openxmlformats.org/officeDocument/2006/relationships/oleObject" Target="../embeddings/oleObject390.bin"/><Relationship Id="rId12" Type="http://schemas.openxmlformats.org/officeDocument/2006/relationships/image" Target="../media/image436.wmf"/><Relationship Id="rId17" Type="http://schemas.openxmlformats.org/officeDocument/2006/relationships/oleObject" Target="../embeddings/oleObject397.bin"/><Relationship Id="rId25" Type="http://schemas.openxmlformats.org/officeDocument/2006/relationships/oleObject" Target="../embeddings/oleObject401.bin"/><Relationship Id="rId33" Type="http://schemas.openxmlformats.org/officeDocument/2006/relationships/oleObject" Target="../embeddings/oleObject405.bin"/><Relationship Id="rId38" Type="http://schemas.openxmlformats.org/officeDocument/2006/relationships/image" Target="../media/image449.wmf"/><Relationship Id="rId46" Type="http://schemas.openxmlformats.org/officeDocument/2006/relationships/image" Target="../media/image453.wmf"/><Relationship Id="rId20" Type="http://schemas.openxmlformats.org/officeDocument/2006/relationships/image" Target="../media/image440.wmf"/><Relationship Id="rId41" Type="http://schemas.openxmlformats.org/officeDocument/2006/relationships/oleObject" Target="../embeddings/oleObject409.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415.bin"/><Relationship Id="rId3" Type="http://schemas.openxmlformats.org/officeDocument/2006/relationships/image" Target="../media/image454.wmf"/><Relationship Id="rId7" Type="http://schemas.openxmlformats.org/officeDocument/2006/relationships/image" Target="../media/image456.wmf"/><Relationship Id="rId2" Type="http://schemas.openxmlformats.org/officeDocument/2006/relationships/oleObject" Target="../embeddings/oleObject412.bin"/><Relationship Id="rId1" Type="http://schemas.openxmlformats.org/officeDocument/2006/relationships/slideLayout" Target="../slideLayouts/slideLayout22.xml"/><Relationship Id="rId6" Type="http://schemas.openxmlformats.org/officeDocument/2006/relationships/oleObject" Target="../embeddings/oleObject414.bin"/><Relationship Id="rId5" Type="http://schemas.openxmlformats.org/officeDocument/2006/relationships/image" Target="../media/image455.wmf"/><Relationship Id="rId4" Type="http://schemas.openxmlformats.org/officeDocument/2006/relationships/oleObject" Target="../embeddings/oleObject413.bin"/><Relationship Id="rId9" Type="http://schemas.openxmlformats.org/officeDocument/2006/relationships/image" Target="../media/image457.wmf"/></Relationships>
</file>

<file path=ppt/slides/_rels/slide63.xml.rels><?xml version="1.0" encoding="UTF-8" standalone="yes"?>
<Relationships xmlns="http://schemas.openxmlformats.org/package/2006/relationships"><Relationship Id="rId3" Type="http://schemas.openxmlformats.org/officeDocument/2006/relationships/image" Target="../media/image458.wmf"/><Relationship Id="rId7" Type="http://schemas.openxmlformats.org/officeDocument/2006/relationships/image" Target="../media/image460.wmf"/><Relationship Id="rId2" Type="http://schemas.openxmlformats.org/officeDocument/2006/relationships/oleObject" Target="../embeddings/oleObject416.bin"/><Relationship Id="rId1" Type="http://schemas.openxmlformats.org/officeDocument/2006/relationships/slideLayout" Target="../slideLayouts/slideLayout22.xml"/><Relationship Id="rId6" Type="http://schemas.openxmlformats.org/officeDocument/2006/relationships/oleObject" Target="../embeddings/oleObject418.bin"/><Relationship Id="rId5" Type="http://schemas.openxmlformats.org/officeDocument/2006/relationships/image" Target="../media/image459.wmf"/><Relationship Id="rId4" Type="http://schemas.openxmlformats.org/officeDocument/2006/relationships/oleObject" Target="../embeddings/oleObject417.bin"/></Relationships>
</file>

<file path=ppt/slides/_rels/slide64.xml.rels><?xml version="1.0" encoding="UTF-8" standalone="yes"?>
<Relationships xmlns="http://schemas.openxmlformats.org/package/2006/relationships"><Relationship Id="rId3" Type="http://schemas.openxmlformats.org/officeDocument/2006/relationships/image" Target="../media/image461.wmf"/><Relationship Id="rId2" Type="http://schemas.openxmlformats.org/officeDocument/2006/relationships/oleObject" Target="../embeddings/oleObject419.bin"/><Relationship Id="rId1" Type="http://schemas.openxmlformats.org/officeDocument/2006/relationships/slideLayout" Target="../slideLayouts/slideLayout20.xml"/><Relationship Id="rId6" Type="http://schemas.openxmlformats.org/officeDocument/2006/relationships/image" Target="../media/image463.png"/><Relationship Id="rId5" Type="http://schemas.openxmlformats.org/officeDocument/2006/relationships/image" Target="../media/image462.wmf"/><Relationship Id="rId4" Type="http://schemas.openxmlformats.org/officeDocument/2006/relationships/oleObject" Target="../embeddings/oleObject420.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424.bin"/><Relationship Id="rId3" Type="http://schemas.openxmlformats.org/officeDocument/2006/relationships/image" Target="../media/image464.wmf"/><Relationship Id="rId7" Type="http://schemas.openxmlformats.org/officeDocument/2006/relationships/image" Target="../media/image466.wmf"/><Relationship Id="rId2" Type="http://schemas.openxmlformats.org/officeDocument/2006/relationships/oleObject" Target="../embeddings/oleObject421.bin"/><Relationship Id="rId1" Type="http://schemas.openxmlformats.org/officeDocument/2006/relationships/slideLayout" Target="../slideLayouts/slideLayout20.xml"/><Relationship Id="rId6" Type="http://schemas.openxmlformats.org/officeDocument/2006/relationships/oleObject" Target="../embeddings/oleObject423.bin"/><Relationship Id="rId5" Type="http://schemas.openxmlformats.org/officeDocument/2006/relationships/image" Target="../media/image465.wmf"/><Relationship Id="rId4" Type="http://schemas.openxmlformats.org/officeDocument/2006/relationships/oleObject" Target="../embeddings/oleObject422.bin"/><Relationship Id="rId9" Type="http://schemas.openxmlformats.org/officeDocument/2006/relationships/image" Target="../media/image467.wm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80.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30.xml"/></Relationships>
</file>

<file path=ppt/slides/_rels/slide8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30.xml"/></Relationships>
</file>

<file path=ppt/slides/_rels/slide8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30.xml"/></Relationships>
</file>

<file path=ppt/slides/_rels/slide83.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30.xml"/></Relationships>
</file>

<file path=ppt/slides/_rels/slide84.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30.xml"/></Relationships>
</file>

<file path=ppt/slides/_rels/slide85.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30.xml"/></Relationships>
</file>

<file path=ppt/slides/_rels/slide86.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30.xml"/></Relationships>
</file>

<file path=ppt/slides/_rels/slide87.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30.xml"/></Relationships>
</file>

<file path=ppt/slides/_rels/slide88.xml.rels><?xml version="1.0" encoding="UTF-8" standalone="yes"?>
<Relationships xmlns="http://schemas.openxmlformats.org/package/2006/relationships"><Relationship Id="rId2" Type="http://schemas.openxmlformats.org/officeDocument/2006/relationships/slide" Target="slide24.xml"/><Relationship Id="rId1" Type="http://schemas.openxmlformats.org/officeDocument/2006/relationships/slideLayout" Target="../slideLayouts/slideLayout30.xml"/></Relationships>
</file>

<file path=ppt/slides/_rels/slide89.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30.xml"/></Relationships>
</file>

<file path=ppt/slides/_rels/slide90.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30.xml"/></Relationships>
</file>

<file path=ppt/slides/_rels/slide91.xml.rels><?xml version="1.0" encoding="UTF-8" standalone="yes"?>
<Relationships xmlns="http://schemas.openxmlformats.org/package/2006/relationships"><Relationship Id="rId2" Type="http://schemas.openxmlformats.org/officeDocument/2006/relationships/slide" Target="slide29.xml"/><Relationship Id="rId1" Type="http://schemas.openxmlformats.org/officeDocument/2006/relationships/slideLayout" Target="../slideLayouts/slideLayout30.xml"/></Relationships>
</file>

<file path=ppt/slides/_rels/slide92.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30.xml"/></Relationships>
</file>

<file path=ppt/slides/_rels/slide93.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30.xml"/></Relationships>
</file>

<file path=ppt/slides/_rels/slide94.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30.xml"/></Relationships>
</file>

<file path=ppt/slides/_rels/slide95.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30.xml"/></Relationships>
</file>

<file path=ppt/slides/_rels/slide96.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30.xml"/></Relationships>
</file>

<file path=ppt/slides/_rels/slide97.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30.xml"/></Relationships>
</file>

<file path=ppt/slides/_rels/slide98.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30.xml"/></Relationships>
</file>

<file path=ppt/slides/_rels/slide99.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30.xml"/></Relationships>
</file>

<file path=ppt/slides/_rels/slide100.xml.rels><?xml version="1.0" encoding="UTF-8" standalone="yes"?>
<Relationships xmlns="http://schemas.openxmlformats.org/package/2006/relationships"><Relationship Id="rId2" Type="http://schemas.openxmlformats.org/officeDocument/2006/relationships/slide" Target="slide59.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7</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000" dirty="0"/>
              <a:t>Continuous Probability Distributions</a:t>
            </a:r>
            <a:endParaRPr lang="en-IN" sz="2000"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US" sz="3600" dirty="0"/>
              <a:t>Chapter </a:t>
            </a:r>
            <a:r>
              <a:rPr lang="en-IN" sz="3600" dirty="0"/>
              <a:t>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682391"/>
          </a:xfrm>
        </p:spPr>
        <p:txBody>
          <a:bodyPr vert="vert" rIns="0"/>
          <a:lstStyle/>
          <a:p>
            <a:pPr marL="1025525" indent="-1025525"/>
            <a:r>
              <a:rPr lang="en-IN" b="1" dirty="0"/>
              <a:t>Chapter</a:t>
            </a:r>
            <a:r>
              <a:rPr lang="en-IN" sz="2800" b="1" dirty="0"/>
              <a:t> 7</a:t>
            </a:r>
          </a:p>
        </p:txBody>
      </p:sp>
      <p:sp>
        <p:nvSpPr>
          <p:cNvPr id="7" name="Content Placeholder 6"/>
          <p:cNvSpPr>
            <a:spLocks noGrp="1"/>
          </p:cNvSpPr>
          <p:nvPr>
            <p:ph sz="quarter" idx="14"/>
          </p:nvPr>
        </p:nvSpPr>
        <p:spPr>
          <a:xfrm>
            <a:off x="342900" y="1260476"/>
            <a:ext cx="8191500" cy="4694848"/>
          </a:xfrm>
        </p:spPr>
        <p:txBody>
          <a:bodyPr/>
          <a:lstStyle/>
          <a:p>
            <a:pPr marL="914400" indent="-914400"/>
            <a:r>
              <a:rPr lang="en-IN" sz="2000" b="1" dirty="0"/>
              <a:t>L</a:t>
            </a:r>
            <a:r>
              <a:rPr lang="en-IN" sz="100" b="1" dirty="0"/>
              <a:t> </a:t>
            </a:r>
            <a:r>
              <a:rPr lang="en-IN" sz="2000" b="1" dirty="0"/>
              <a:t>O 7.1: </a:t>
            </a:r>
            <a:r>
              <a:rPr lang="en-IN" sz="2000" dirty="0"/>
              <a:t>Define a continuous random variable.</a:t>
            </a:r>
          </a:p>
          <a:p>
            <a:pPr marL="903288" indent="-903288"/>
            <a:r>
              <a:rPr lang="en-IN" sz="2000" b="1" dirty="0"/>
              <a:t>L</a:t>
            </a:r>
            <a:r>
              <a:rPr lang="en-IN" sz="100" b="1" dirty="0"/>
              <a:t> </a:t>
            </a:r>
            <a:r>
              <a:rPr lang="en-IN" sz="2000" b="1" dirty="0"/>
              <a:t>O 7.2: </a:t>
            </a:r>
            <a:r>
              <a:rPr lang="en-IN" sz="2000" dirty="0"/>
              <a:t>Calculate uniform probabilities.</a:t>
            </a:r>
          </a:p>
          <a:p>
            <a:pPr marL="903288" indent="-903288"/>
            <a:r>
              <a:rPr lang="en-IN" sz="2000" b="1" dirty="0"/>
              <a:t>L</a:t>
            </a:r>
            <a:r>
              <a:rPr lang="en-IN" sz="100" b="1" dirty="0"/>
              <a:t> </a:t>
            </a:r>
            <a:r>
              <a:rPr lang="en-IN" sz="2000" b="1" dirty="0"/>
              <a:t>O 7.3: </a:t>
            </a:r>
            <a:r>
              <a:rPr lang="en-IN" sz="2000" dirty="0"/>
              <a:t>Know the form and parameters of the normal distribution.</a:t>
            </a:r>
          </a:p>
          <a:p>
            <a:pPr marL="942975" indent="-942975"/>
            <a:r>
              <a:rPr lang="en-IN" sz="2000" b="1" dirty="0"/>
              <a:t>L</a:t>
            </a:r>
            <a:r>
              <a:rPr lang="en-IN" sz="100" b="1" dirty="0"/>
              <a:t> </a:t>
            </a:r>
            <a:r>
              <a:rPr lang="en-IN" sz="2000" b="1" dirty="0"/>
              <a:t>O 7.4: </a:t>
            </a:r>
            <a:r>
              <a:rPr lang="en-IN" sz="2000" dirty="0"/>
              <a:t>Find the normal probability for given </a:t>
            </a:r>
            <a:r>
              <a:rPr lang="en-IN" sz="2000" i="1" dirty="0"/>
              <a:t>z</a:t>
            </a:r>
            <a:r>
              <a:rPr lang="en-IN" sz="2000" dirty="0"/>
              <a:t> or </a:t>
            </a:r>
            <a:r>
              <a:rPr lang="en-IN" sz="2000" i="1" dirty="0"/>
              <a:t>x</a:t>
            </a:r>
            <a:r>
              <a:rPr lang="en-IN" sz="2000" dirty="0"/>
              <a:t> using tables or Excel.</a:t>
            </a:r>
          </a:p>
          <a:p>
            <a:pPr marL="942975" indent="-942975"/>
            <a:r>
              <a:rPr lang="en-IN" sz="2000" b="1" dirty="0"/>
              <a:t>L</a:t>
            </a:r>
            <a:r>
              <a:rPr lang="en-IN" sz="100" b="1" dirty="0"/>
              <a:t> </a:t>
            </a:r>
            <a:r>
              <a:rPr lang="en-IN" sz="2000" b="1" dirty="0"/>
              <a:t>O 7.5: </a:t>
            </a:r>
            <a:r>
              <a:rPr lang="en-IN" sz="2000" dirty="0"/>
              <a:t>Solve for </a:t>
            </a:r>
            <a:r>
              <a:rPr lang="en-IN" sz="2000" i="1" dirty="0"/>
              <a:t>z</a:t>
            </a:r>
            <a:r>
              <a:rPr lang="en-IN" sz="2000" dirty="0"/>
              <a:t> or </a:t>
            </a:r>
            <a:r>
              <a:rPr lang="en-IN" sz="2000" i="1" dirty="0"/>
              <a:t>x</a:t>
            </a:r>
            <a:r>
              <a:rPr lang="en-IN" sz="2000" dirty="0"/>
              <a:t> for a given normal probability using tables or Excel.</a:t>
            </a:r>
          </a:p>
          <a:p>
            <a:pPr marL="914400" indent="-914400"/>
            <a:r>
              <a:rPr lang="en-IN" sz="2000" b="1" dirty="0"/>
              <a:t>L</a:t>
            </a:r>
            <a:r>
              <a:rPr lang="en-IN" sz="100" b="1" dirty="0"/>
              <a:t> </a:t>
            </a:r>
            <a:r>
              <a:rPr lang="en-IN" sz="2000" b="1" dirty="0"/>
              <a:t>O 7.6: </a:t>
            </a:r>
            <a:r>
              <a:rPr lang="en-IN" sz="2000" dirty="0"/>
              <a:t>Use the normal approximation to a binomial or a Poisson.</a:t>
            </a:r>
          </a:p>
          <a:p>
            <a:pPr marL="914400" indent="-914400"/>
            <a:r>
              <a:rPr lang="en-IN" sz="2000" b="1" dirty="0"/>
              <a:t>L</a:t>
            </a:r>
            <a:r>
              <a:rPr lang="en-IN" sz="100" b="1" dirty="0"/>
              <a:t> </a:t>
            </a:r>
            <a:r>
              <a:rPr lang="en-IN" sz="2000" b="1" dirty="0"/>
              <a:t>O 7.7: </a:t>
            </a:r>
            <a:r>
              <a:rPr lang="en-IN" sz="2000" dirty="0"/>
              <a:t>Find the exponential probability for a given </a:t>
            </a:r>
            <a:r>
              <a:rPr lang="en-IN" sz="2000" i="1" dirty="0"/>
              <a:t>x</a:t>
            </a:r>
            <a:r>
              <a:rPr lang="en-IN" sz="2000" dirty="0"/>
              <a:t>.</a:t>
            </a:r>
          </a:p>
          <a:p>
            <a:pPr marL="914400" indent="-914400"/>
            <a:r>
              <a:rPr lang="en-IN" sz="2000" b="1" dirty="0"/>
              <a:t>L</a:t>
            </a:r>
            <a:r>
              <a:rPr lang="en-IN" sz="100" b="1" dirty="0"/>
              <a:t> </a:t>
            </a:r>
            <a:r>
              <a:rPr lang="en-IN" sz="2000" b="1" dirty="0"/>
              <a:t>O 7.8: </a:t>
            </a:r>
            <a:r>
              <a:rPr lang="en-IN" sz="2000" dirty="0"/>
              <a:t>Solve for </a:t>
            </a:r>
            <a:r>
              <a:rPr lang="en-IN" sz="2000" i="1" dirty="0"/>
              <a:t>x</a:t>
            </a:r>
            <a:r>
              <a:rPr lang="en-IN" sz="2000" dirty="0"/>
              <a:t> for a given exponential probability.</a:t>
            </a:r>
          </a:p>
          <a:p>
            <a:pPr marL="914400" indent="-914400"/>
            <a:r>
              <a:rPr lang="en-IN" sz="2000" b="1" dirty="0"/>
              <a:t>L</a:t>
            </a:r>
            <a:r>
              <a:rPr lang="en-IN" sz="100" b="1" dirty="0"/>
              <a:t> </a:t>
            </a:r>
            <a:r>
              <a:rPr lang="en-IN" sz="2000" b="1" dirty="0"/>
              <a:t>O 7.9: </a:t>
            </a:r>
            <a:r>
              <a:rPr lang="en-IN" sz="2000" dirty="0"/>
              <a:t>Use the triangular distribution for “what-if” analysis (optional).</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lstStyle/>
          <a:p>
            <a:r>
              <a:rPr lang="en-US" sz="3600" dirty="0"/>
              <a:t>Continuous Random Variables </a:t>
            </a:r>
            <a:r>
              <a:rPr lang="en-US" sz="1000" b="0" dirty="0"/>
              <a:t>1</a:t>
            </a:r>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10108" y="54864"/>
            <a:ext cx="476295" cy="1219217"/>
          </a:xfrm>
        </p:spPr>
        <p:txBody>
          <a:bodyPr vert="vert" tIns="45720" rIns="0"/>
          <a:lstStyle/>
          <a:p>
            <a:pPr marL="1025525" indent="-1025525"/>
            <a:r>
              <a:rPr lang="en-US" b="1" dirty="0"/>
              <a:t>L</a:t>
            </a:r>
            <a:r>
              <a:rPr lang="en-US" sz="100" b="1" dirty="0"/>
              <a:t> </a:t>
            </a:r>
            <a:r>
              <a:rPr lang="en-US" b="1" dirty="0"/>
              <a:t>O 7.1</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1"/>
            <a:ext cx="8019434" cy="3412220"/>
          </a:xfrm>
        </p:spPr>
        <p:txBody>
          <a:bodyPr/>
          <a:lstStyle/>
          <a:p>
            <a:pPr marL="292608" indent="-292608">
              <a:buFont typeface="Arial" panose="020B0604020202020204" pitchFamily="34" charset="0"/>
              <a:buChar char="•"/>
            </a:pPr>
            <a:r>
              <a:rPr lang="en-US" dirty="0"/>
              <a:t>A continuous random variable usually arises from </a:t>
            </a:r>
            <a:r>
              <a:rPr lang="en-US" i="1" dirty="0"/>
              <a:t>measuring </a:t>
            </a:r>
            <a:r>
              <a:rPr lang="en-US" dirty="0"/>
              <a:t>something such as the waiting time until the next customer arrives.</a:t>
            </a:r>
          </a:p>
          <a:p>
            <a:pPr marL="292608" indent="-292608">
              <a:buFont typeface="Arial" panose="020B0604020202020204" pitchFamily="34" charset="0"/>
              <a:buChar char="•"/>
            </a:pPr>
            <a:r>
              <a:rPr lang="en-US" dirty="0"/>
              <a:t>Unlike a discrete variable, a continuous random variable can have </a:t>
            </a:r>
            <a:r>
              <a:rPr lang="en-US" dirty="0" err="1"/>
              <a:t>noninteger</a:t>
            </a:r>
            <a:r>
              <a:rPr lang="en-US" dirty="0"/>
              <a:t> (decimal) values.</a:t>
            </a:r>
          </a:p>
          <a:p>
            <a:pPr marL="292608" indent="-292608">
              <a:buFont typeface="Arial" panose="020B0604020202020204" pitchFamily="34" charset="0"/>
              <a:buChar char="•"/>
            </a:pPr>
            <a:r>
              <a:rPr lang="en-US" dirty="0"/>
              <a:t>Probabilities are defined as </a:t>
            </a:r>
            <a:r>
              <a:rPr lang="en-US" i="1" dirty="0"/>
              <a:t>areas under a curve </a:t>
            </a:r>
            <a:r>
              <a:rPr lang="en-US" dirty="0"/>
              <a:t>called the </a:t>
            </a:r>
            <a:r>
              <a:rPr lang="en-US" i="1" dirty="0"/>
              <a:t>probability density function </a:t>
            </a:r>
            <a:r>
              <a:rPr lang="en-US" dirty="0"/>
              <a:t>(P</a:t>
            </a:r>
            <a:r>
              <a:rPr lang="en-US" sz="100" dirty="0"/>
              <a:t> </a:t>
            </a:r>
            <a:r>
              <a:rPr lang="en-US" dirty="0"/>
              <a:t>D</a:t>
            </a:r>
            <a:r>
              <a:rPr lang="en-US" sz="100" dirty="0"/>
              <a:t> </a:t>
            </a:r>
            <a:r>
              <a:rPr lang="en-US" dirty="0"/>
              <a:t>F).</a:t>
            </a:r>
          </a:p>
          <a:p>
            <a:pPr marL="292608" indent="-292608">
              <a:buFont typeface="Arial" panose="020B0604020202020204" pitchFamily="34" charset="0"/>
              <a:buChar char="•"/>
            </a:pPr>
            <a:r>
              <a:rPr lang="en-US" dirty="0"/>
              <a:t>Probabilities for a continuous random variable are</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4864661"/>
            <a:ext cx="4364011" cy="393811"/>
          </a:xfrm>
        </p:spPr>
        <p:txBody>
          <a:bodyPr tIns="0"/>
          <a:lstStyle/>
          <a:p>
            <a:pPr lvl="1" indent="0">
              <a:buNone/>
            </a:pPr>
            <a:r>
              <a:rPr lang="en-US" dirty="0"/>
              <a:t>defined on intervals such as</a:t>
            </a:r>
            <a:endParaRPr lang="en-IN" dirty="0"/>
          </a:p>
        </p:txBody>
      </p:sp>
      <p:graphicFrame>
        <p:nvGraphicFramePr>
          <p:cNvPr id="6" name="Object 5">
            <a:extLst>
              <a:ext uri="{FF2B5EF4-FFF2-40B4-BE49-F238E27FC236}">
                <a16:creationId xmlns:a16="http://schemas.microsoft.com/office/drawing/2014/main" id="{2EE1B3C4-905E-4A2B-952D-75A9F086C420}"/>
              </a:ext>
            </a:extLst>
          </p:cNvPr>
          <p:cNvGraphicFramePr>
            <a:graphicFrameLocks noChangeAspect="1"/>
          </p:cNvGraphicFramePr>
          <p:nvPr>
            <p:extLst>
              <p:ext uri="{D42A27DB-BD31-4B8C-83A1-F6EECF244321}">
                <p14:modId xmlns:p14="http://schemas.microsoft.com/office/powerpoint/2010/main" val="3158994881"/>
              </p:ext>
            </p:extLst>
          </p:nvPr>
        </p:nvGraphicFramePr>
        <p:xfrm>
          <a:off x="4737100" y="4910138"/>
          <a:ext cx="2811463" cy="369887"/>
        </p:xfrm>
        <a:graphic>
          <a:graphicData uri="http://schemas.openxmlformats.org/presentationml/2006/ole">
            <mc:AlternateContent xmlns:mc="http://schemas.openxmlformats.org/markup-compatibility/2006">
              <mc:Choice xmlns:v="urn:schemas-microsoft-com:vml" Requires="v">
                <p:oleObj name="Equation" r:id="rId2" imgW="2323800" imgH="304560" progId="Equation.DSMT4">
                  <p:embed/>
                </p:oleObj>
              </mc:Choice>
              <mc:Fallback>
                <p:oleObj name="Equation" r:id="rId2" imgW="2323800" imgH="304560" progId="Equation.DSMT4">
                  <p:embed/>
                  <p:pic>
                    <p:nvPicPr>
                      <p:cNvPr id="0" name=""/>
                      <p:cNvPicPr/>
                      <p:nvPr/>
                    </p:nvPicPr>
                    <p:blipFill>
                      <a:blip r:embed="rId3"/>
                      <a:stretch>
                        <a:fillRect/>
                      </a:stretch>
                    </p:blipFill>
                    <p:spPr>
                      <a:xfrm>
                        <a:off x="4737100" y="4910138"/>
                        <a:ext cx="2811463" cy="369887"/>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CFD96C7-04E1-45D2-9ED1-681D973A37C2}"/>
              </a:ext>
            </a:extLst>
          </p:cNvPr>
          <p:cNvGraphicFramePr>
            <a:graphicFrameLocks noChangeAspect="1"/>
          </p:cNvGraphicFramePr>
          <p:nvPr>
            <p:extLst>
              <p:ext uri="{D42A27DB-BD31-4B8C-83A1-F6EECF244321}">
                <p14:modId xmlns:p14="http://schemas.microsoft.com/office/powerpoint/2010/main" val="3101559714"/>
              </p:ext>
            </p:extLst>
          </p:nvPr>
        </p:nvGraphicFramePr>
        <p:xfrm>
          <a:off x="755650" y="5416550"/>
          <a:ext cx="3214688" cy="355600"/>
        </p:xfrm>
        <a:graphic>
          <a:graphicData uri="http://schemas.openxmlformats.org/presentationml/2006/ole">
            <mc:AlternateContent xmlns:mc="http://schemas.openxmlformats.org/markup-compatibility/2006">
              <mc:Choice xmlns:v="urn:schemas-microsoft-com:vml" Requires="v">
                <p:oleObj name="Equation" r:id="rId4" imgW="2755800" imgH="304560" progId="Equation.DSMT4">
                  <p:embed/>
                </p:oleObj>
              </mc:Choice>
              <mc:Fallback>
                <p:oleObj name="Equation" r:id="rId4" imgW="2755800" imgH="304560" progId="Equation.DSMT4">
                  <p:embed/>
                  <p:pic>
                    <p:nvPicPr>
                      <p:cNvPr id="0" name=""/>
                      <p:cNvPicPr/>
                      <p:nvPr/>
                    </p:nvPicPr>
                    <p:blipFill>
                      <a:blip r:embed="rId5"/>
                      <a:stretch>
                        <a:fillRect/>
                      </a:stretch>
                    </p:blipFill>
                    <p:spPr>
                      <a:xfrm>
                        <a:off x="755650" y="5416550"/>
                        <a:ext cx="3214688" cy="355600"/>
                      </a:xfrm>
                      <a:prstGeom prst="rect">
                        <a:avLst/>
                      </a:prstGeom>
                    </p:spPr>
                  </p:pic>
                </p:oleObj>
              </mc:Fallback>
            </mc:AlternateContent>
          </a:graphicData>
        </a:graphic>
      </p:graphicFrame>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3</a:t>
            </a:fld>
            <a:endParaRPr lang="en-US" dirty="0"/>
          </a:p>
        </p:txBody>
      </p:sp>
    </p:spTree>
    <p:extLst>
      <p:ext uri="{BB962C8B-B14F-4D97-AF65-F5344CB8AC3E}">
        <p14:creationId xmlns:p14="http://schemas.microsoft.com/office/powerpoint/2010/main" val="390462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666781" cy="903231"/>
          </a:xfrm>
        </p:spPr>
        <p:txBody>
          <a:bodyPr>
            <a:normAutofit/>
          </a:bodyPr>
          <a:lstStyle/>
          <a:p>
            <a:r>
              <a:rPr lang="en-US" sz="3600" dirty="0"/>
              <a:t>Continuous Random Variables </a:t>
            </a:r>
            <a:r>
              <a:rPr lang="en-US" sz="1000" b="0" dirty="0"/>
              <a:t>2</a:t>
            </a:r>
            <a:endParaRPr lang="en-IN" sz="1000" b="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9695" y="57509"/>
            <a:ext cx="449580" cy="1222651"/>
          </a:xfrm>
        </p:spPr>
        <p:txBody>
          <a:bodyPr vert="vert" rIns="0"/>
          <a:lstStyle/>
          <a:p>
            <a:pPr marL="1025525" indent="-1025525"/>
            <a:r>
              <a:rPr lang="en-US" b="1" dirty="0"/>
              <a:t>L</a:t>
            </a:r>
            <a:r>
              <a:rPr lang="en-US" sz="100" b="1" dirty="0"/>
              <a:t> </a:t>
            </a:r>
            <a:r>
              <a:rPr lang="en-US" b="1" dirty="0"/>
              <a:t>O 7.1</a:t>
            </a:r>
            <a:endParaRPr lang="en-IN" b="1" dirty="0"/>
          </a:p>
        </p:txBody>
      </p:sp>
      <p:sp>
        <p:nvSpPr>
          <p:cNvPr id="7" name="Content Placeholder 6"/>
          <p:cNvSpPr>
            <a:spLocks noGrp="1"/>
          </p:cNvSpPr>
          <p:nvPr>
            <p:ph sz="quarter" idx="14"/>
          </p:nvPr>
        </p:nvSpPr>
        <p:spPr>
          <a:xfrm>
            <a:off x="342900" y="1219200"/>
            <a:ext cx="7435287" cy="1066800"/>
          </a:xfrm>
        </p:spPr>
        <p:txBody>
          <a:bodyPr/>
          <a:lstStyle/>
          <a:p>
            <a:pPr marL="292608" indent="-292608">
              <a:buFont typeface="Arial" panose="020B0604020202020204" pitchFamily="34" charset="0"/>
              <a:buChar char="•"/>
            </a:pPr>
            <a:r>
              <a:rPr lang="en-IN" dirty="0"/>
              <a:t>The figure below illustrates the differences between discrete and continuous random variables.</a:t>
            </a:r>
          </a:p>
        </p:txBody>
      </p:sp>
      <p:pic>
        <p:nvPicPr>
          <p:cNvPr id="5" name="Picture 4" descr="A diagram shows the discrete variable and the continuous variable.">
            <a:extLst>
              <a:ext uri="{FF2B5EF4-FFF2-40B4-BE49-F238E27FC236}">
                <a16:creationId xmlns:a16="http://schemas.microsoft.com/office/drawing/2014/main" id="{62D2A27D-D158-4C7B-9196-CC122990EFE2}"/>
              </a:ext>
            </a:extLst>
          </p:cNvPr>
          <p:cNvPicPr>
            <a:picLocks noChangeAspect="1"/>
          </p:cNvPicPr>
          <p:nvPr/>
        </p:nvPicPr>
        <p:blipFill>
          <a:blip r:embed="rId2"/>
          <a:stretch>
            <a:fillRect/>
          </a:stretch>
        </p:blipFill>
        <p:spPr>
          <a:xfrm>
            <a:off x="2124696" y="3429000"/>
            <a:ext cx="5002811" cy="2031973"/>
          </a:xfrm>
          <a:prstGeom prst="rect">
            <a:avLst/>
          </a:prstGeom>
        </p:spPr>
      </p:pic>
      <p:sp>
        <p:nvSpPr>
          <p:cNvPr id="11" name="Text Placeholder 10">
            <a:extLst>
              <a:ext uri="{FF2B5EF4-FFF2-40B4-BE49-F238E27FC236}">
                <a16:creationId xmlns:a16="http://schemas.microsoft.com/office/drawing/2014/main" id="{1EA4E2F9-E956-1C5B-93B0-5585A484197B}"/>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2681229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315B-748F-43E7-989E-0F3A77FABD06}"/>
              </a:ext>
            </a:extLst>
          </p:cNvPr>
          <p:cNvSpPr>
            <a:spLocks noGrp="1"/>
          </p:cNvSpPr>
          <p:nvPr>
            <p:ph type="title"/>
          </p:nvPr>
        </p:nvSpPr>
        <p:spPr>
          <a:xfrm>
            <a:off x="342900" y="192490"/>
            <a:ext cx="7827706" cy="903231"/>
          </a:xfrm>
        </p:spPr>
        <p:txBody>
          <a:bodyPr>
            <a:normAutofit fontScale="90000"/>
          </a:bodyPr>
          <a:lstStyle/>
          <a:p>
            <a:r>
              <a:rPr lang="en-US" dirty="0"/>
              <a:t>Probability Density Function (P</a:t>
            </a:r>
            <a:r>
              <a:rPr lang="en-US" sz="100" dirty="0"/>
              <a:t> </a:t>
            </a:r>
            <a:r>
              <a:rPr lang="en-US" dirty="0"/>
              <a:t>D</a:t>
            </a:r>
            <a:r>
              <a:rPr lang="en-US" sz="100" dirty="0"/>
              <a:t> </a:t>
            </a:r>
            <a:r>
              <a:rPr lang="en-US" dirty="0"/>
              <a:t>F)</a:t>
            </a:r>
          </a:p>
        </p:txBody>
      </p:sp>
      <p:sp>
        <p:nvSpPr>
          <p:cNvPr id="3" name="Content Placeholder 2">
            <a:extLst>
              <a:ext uri="{FF2B5EF4-FFF2-40B4-BE49-F238E27FC236}">
                <a16:creationId xmlns:a16="http://schemas.microsoft.com/office/drawing/2014/main" id="{CEF5BB97-89DE-48A4-B8E8-FEC34869CF49}"/>
              </a:ext>
            </a:extLst>
          </p:cNvPr>
          <p:cNvSpPr>
            <a:spLocks noGrp="1"/>
          </p:cNvSpPr>
          <p:nvPr>
            <p:ph sz="quarter" idx="11"/>
          </p:nvPr>
        </p:nvSpPr>
        <p:spPr>
          <a:xfrm>
            <a:off x="8594621" y="58343"/>
            <a:ext cx="501445" cy="1230516"/>
          </a:xfrm>
        </p:spPr>
        <p:txBody>
          <a:bodyPr vert="vert" rIns="0"/>
          <a:lstStyle/>
          <a:p>
            <a:pPr marL="1025525" indent="-1025525"/>
            <a:r>
              <a:rPr lang="en-US" b="1" dirty="0"/>
              <a:t>L</a:t>
            </a:r>
            <a:r>
              <a:rPr lang="en-US" sz="100" b="1" dirty="0"/>
              <a:t> </a:t>
            </a:r>
            <a:r>
              <a:rPr lang="en-US" b="1" dirty="0"/>
              <a:t>O 7.1</a:t>
            </a:r>
            <a:endParaRPr lang="en-IN" b="1" dirty="0"/>
          </a:p>
        </p:txBody>
      </p:sp>
      <p:sp>
        <p:nvSpPr>
          <p:cNvPr id="4" name="Content Placeholder 3">
            <a:extLst>
              <a:ext uri="{FF2B5EF4-FFF2-40B4-BE49-F238E27FC236}">
                <a16:creationId xmlns:a16="http://schemas.microsoft.com/office/drawing/2014/main" id="{9C7C487C-D773-41C2-94EB-E15CFDAF98ED}"/>
              </a:ext>
            </a:extLst>
          </p:cNvPr>
          <p:cNvSpPr>
            <a:spLocks noGrp="1"/>
          </p:cNvSpPr>
          <p:nvPr>
            <p:ph sz="quarter" idx="14"/>
          </p:nvPr>
        </p:nvSpPr>
        <p:spPr>
          <a:xfrm>
            <a:off x="342899" y="1274111"/>
            <a:ext cx="2999908" cy="419778"/>
          </a:xfrm>
        </p:spPr>
        <p:txBody>
          <a:bodyPr/>
          <a:lstStyle/>
          <a:p>
            <a:pPr>
              <a:lnSpc>
                <a:spcPct val="90000"/>
              </a:lnSpc>
            </a:pPr>
            <a:r>
              <a:rPr lang="en-US" b="1" dirty="0"/>
              <a:t>Continuous P</a:t>
            </a:r>
            <a:r>
              <a:rPr lang="en-US" sz="100" b="1" dirty="0"/>
              <a:t> </a:t>
            </a:r>
            <a:r>
              <a:rPr lang="en-US" b="1" dirty="0"/>
              <a:t>D</a:t>
            </a:r>
            <a:r>
              <a:rPr lang="en-US" sz="100" b="1" dirty="0"/>
              <a:t> </a:t>
            </a:r>
            <a:r>
              <a:rPr lang="en-US" b="1" dirty="0"/>
              <a:t>Fs:</a:t>
            </a:r>
          </a:p>
        </p:txBody>
      </p:sp>
      <p:sp>
        <p:nvSpPr>
          <p:cNvPr id="5" name="Content Placeholder 4">
            <a:extLst>
              <a:ext uri="{FF2B5EF4-FFF2-40B4-BE49-F238E27FC236}">
                <a16:creationId xmlns:a16="http://schemas.microsoft.com/office/drawing/2014/main" id="{4E0FAB43-4848-42D0-9628-68CD4E6F35D3}"/>
              </a:ext>
            </a:extLst>
          </p:cNvPr>
          <p:cNvSpPr>
            <a:spLocks noGrp="1"/>
          </p:cNvSpPr>
          <p:nvPr>
            <p:ph sz="quarter" idx="15"/>
          </p:nvPr>
        </p:nvSpPr>
        <p:spPr>
          <a:xfrm>
            <a:off x="342900" y="1751444"/>
            <a:ext cx="1980576" cy="347179"/>
          </a:xfrm>
        </p:spPr>
        <p:txBody>
          <a:bodyPr lIns="91440" tIns="0"/>
          <a:lstStyle/>
          <a:p>
            <a:pPr marL="292608" indent="-292608">
              <a:buFont typeface="Arial" panose="020B0604020202020204" pitchFamily="34" charset="0"/>
              <a:buChar char="•"/>
            </a:pPr>
            <a:r>
              <a:rPr lang="en-US" sz="2200" dirty="0"/>
              <a:t>Denoted by</a:t>
            </a:r>
          </a:p>
        </p:txBody>
      </p:sp>
      <p:graphicFrame>
        <p:nvGraphicFramePr>
          <p:cNvPr id="9" name="Object 8">
            <a:extLst>
              <a:ext uri="{FF2B5EF4-FFF2-40B4-BE49-F238E27FC236}">
                <a16:creationId xmlns:a16="http://schemas.microsoft.com/office/drawing/2014/main" id="{0F2BA6DC-9388-4393-8138-3EE30B6EB57E}"/>
              </a:ext>
            </a:extLst>
          </p:cNvPr>
          <p:cNvGraphicFramePr>
            <a:graphicFrameLocks noChangeAspect="1"/>
          </p:cNvGraphicFramePr>
          <p:nvPr>
            <p:extLst>
              <p:ext uri="{D42A27DB-BD31-4B8C-83A1-F6EECF244321}">
                <p14:modId xmlns:p14="http://schemas.microsoft.com/office/powerpoint/2010/main" val="6114714"/>
              </p:ext>
            </p:extLst>
          </p:nvPr>
        </p:nvGraphicFramePr>
        <p:xfrm>
          <a:off x="2198688" y="1784350"/>
          <a:ext cx="650875" cy="325438"/>
        </p:xfrm>
        <a:graphic>
          <a:graphicData uri="http://schemas.openxmlformats.org/presentationml/2006/ole">
            <mc:AlternateContent xmlns:mc="http://schemas.openxmlformats.org/markup-compatibility/2006">
              <mc:Choice xmlns:v="urn:schemas-microsoft-com:vml" Requires="v">
                <p:oleObj name="Equation" r:id="rId2" imgW="609480" imgH="304560" progId="Equation.DSMT4">
                  <p:embed/>
                </p:oleObj>
              </mc:Choice>
              <mc:Fallback>
                <p:oleObj name="Equation" r:id="rId2" imgW="609480" imgH="304560" progId="Equation.DSMT4">
                  <p:embed/>
                  <p:pic>
                    <p:nvPicPr>
                      <p:cNvPr id="0" name=""/>
                      <p:cNvPicPr/>
                      <p:nvPr/>
                    </p:nvPicPr>
                    <p:blipFill>
                      <a:blip r:embed="rId3"/>
                      <a:stretch>
                        <a:fillRect/>
                      </a:stretch>
                    </p:blipFill>
                    <p:spPr>
                      <a:xfrm>
                        <a:off x="2198688" y="1784350"/>
                        <a:ext cx="650875" cy="32543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6959F964-781D-4897-A3E2-49001C8EE2AC}"/>
              </a:ext>
            </a:extLst>
          </p:cNvPr>
          <p:cNvSpPr>
            <a:spLocks noGrp="1"/>
          </p:cNvSpPr>
          <p:nvPr>
            <p:ph sz="quarter" idx="16"/>
          </p:nvPr>
        </p:nvSpPr>
        <p:spPr>
          <a:xfrm>
            <a:off x="342899" y="2209200"/>
            <a:ext cx="8306425" cy="2048144"/>
          </a:xfrm>
        </p:spPr>
        <p:txBody>
          <a:bodyPr tIns="0"/>
          <a:lstStyle/>
          <a:p>
            <a:pPr lvl="1">
              <a:lnSpc>
                <a:spcPct val="90000"/>
              </a:lnSpc>
            </a:pPr>
            <a:r>
              <a:rPr lang="en-US" sz="2200" dirty="0"/>
              <a:t>Must be nonnegative.</a:t>
            </a:r>
          </a:p>
          <a:p>
            <a:pPr lvl="1">
              <a:lnSpc>
                <a:spcPct val="90000"/>
              </a:lnSpc>
            </a:pPr>
            <a:r>
              <a:rPr lang="en-US" sz="2200" dirty="0"/>
              <a:t>Total area under curve = 1.</a:t>
            </a:r>
          </a:p>
          <a:p>
            <a:pPr lvl="1">
              <a:lnSpc>
                <a:spcPct val="90000"/>
              </a:lnSpc>
            </a:pPr>
            <a:r>
              <a:rPr lang="en-US" sz="2200" dirty="0"/>
              <a:t>Mean, variance, and shape depend on the P</a:t>
            </a:r>
            <a:r>
              <a:rPr lang="en-US" sz="100" dirty="0"/>
              <a:t> </a:t>
            </a:r>
            <a:r>
              <a:rPr lang="en-US" sz="2200" dirty="0"/>
              <a:t>D</a:t>
            </a:r>
            <a:r>
              <a:rPr lang="en-US" sz="100" dirty="0"/>
              <a:t> </a:t>
            </a:r>
            <a:r>
              <a:rPr lang="en-US" sz="2200" dirty="0"/>
              <a:t>F parameters.</a:t>
            </a:r>
          </a:p>
          <a:p>
            <a:pPr lvl="1">
              <a:lnSpc>
                <a:spcPct val="90000"/>
              </a:lnSpc>
            </a:pPr>
            <a:r>
              <a:rPr lang="en-US" sz="2200" dirty="0"/>
              <a:t>Reveals the shape of the distribution.</a:t>
            </a:r>
          </a:p>
          <a:p>
            <a:pPr lvl="1">
              <a:lnSpc>
                <a:spcPct val="90000"/>
              </a:lnSpc>
            </a:pPr>
            <a:r>
              <a:rPr lang="en-US" sz="2200" dirty="0"/>
              <a:t>An example is the normal P</a:t>
            </a:r>
            <a:r>
              <a:rPr lang="en-US" sz="100" dirty="0"/>
              <a:t> </a:t>
            </a:r>
            <a:r>
              <a:rPr lang="en-US" sz="2200" dirty="0"/>
              <a:t>D</a:t>
            </a:r>
            <a:r>
              <a:rPr lang="en-US" sz="100" dirty="0"/>
              <a:t> </a:t>
            </a:r>
            <a:r>
              <a:rPr lang="en-US" sz="2200" dirty="0"/>
              <a:t>F.</a:t>
            </a:r>
          </a:p>
        </p:txBody>
      </p:sp>
      <p:pic>
        <p:nvPicPr>
          <p:cNvPr id="13" name="Picture 12" descr="A graph plots f (x) versus miles per hour.">
            <a:extLst>
              <a:ext uri="{FF2B5EF4-FFF2-40B4-BE49-F238E27FC236}">
                <a16:creationId xmlns:a16="http://schemas.microsoft.com/office/drawing/2014/main" id="{A1A9B09F-8ED2-4EAB-8432-7D476D95A8F2}"/>
              </a:ext>
            </a:extLst>
          </p:cNvPr>
          <p:cNvPicPr>
            <a:picLocks noChangeAspect="1"/>
          </p:cNvPicPr>
          <p:nvPr/>
        </p:nvPicPr>
        <p:blipFill>
          <a:blip r:embed="rId4"/>
          <a:stretch>
            <a:fillRect/>
          </a:stretch>
        </p:blipFill>
        <p:spPr>
          <a:xfrm>
            <a:off x="2921907" y="4297722"/>
            <a:ext cx="3300186" cy="1939805"/>
          </a:xfrm>
          <a:prstGeom prst="rect">
            <a:avLst/>
          </a:prstGeom>
        </p:spPr>
      </p:pic>
      <p:sp>
        <p:nvSpPr>
          <p:cNvPr id="11" name="Text Placeholder 10">
            <a:extLst>
              <a:ext uri="{FF2B5EF4-FFF2-40B4-BE49-F238E27FC236}">
                <a16:creationId xmlns:a16="http://schemas.microsoft.com/office/drawing/2014/main" id="{D3EF74F6-ABA5-BC8A-1B11-DF9EDBB32913}"/>
              </a:ext>
            </a:extLst>
          </p:cNvPr>
          <p:cNvSpPr>
            <a:spLocks noGrp="1"/>
          </p:cNvSpPr>
          <p:nvPr>
            <p:ph type="body" sz="quarter" idx="12"/>
          </p:nvPr>
        </p:nvSpPr>
        <p:spPr>
          <a:xfrm>
            <a:off x="2811513" y="6324600"/>
            <a:ext cx="3520974"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1C2FC2FA-C132-4E5C-883D-A8294EB420B0}"/>
              </a:ext>
            </a:extLst>
          </p:cNvPr>
          <p:cNvSpPr>
            <a:spLocks noGrp="1"/>
          </p:cNvSpPr>
          <p:nvPr>
            <p:ph type="sldNum" sz="quarter" idx="10"/>
          </p:nvPr>
        </p:nvSpPr>
        <p:spPr/>
        <p:txBody>
          <a:bodyPr/>
          <a:lstStyle/>
          <a:p>
            <a:fld id="{68151E55-6873-49E2-B8D5-2F265E6F1973}" type="slidenum">
              <a:rPr lang="en-US" smtClean="0"/>
              <a:t>5</a:t>
            </a:fld>
            <a:endParaRPr lang="en-US"/>
          </a:p>
        </p:txBody>
      </p:sp>
    </p:spTree>
    <p:extLst>
      <p:ext uri="{BB962C8B-B14F-4D97-AF65-F5344CB8AC3E}">
        <p14:creationId xmlns:p14="http://schemas.microsoft.com/office/powerpoint/2010/main" val="785606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fontScale="90000"/>
          </a:bodyPr>
          <a:lstStyle/>
          <a:p>
            <a:r>
              <a:rPr lang="en-US" dirty="0"/>
              <a:t>Cumulative Distribution Function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7.1</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1" y="1279892"/>
            <a:ext cx="3009899" cy="380316"/>
          </a:xfrm>
        </p:spPr>
        <p:txBody>
          <a:bodyPr/>
          <a:lstStyle/>
          <a:p>
            <a:pPr>
              <a:lnSpc>
                <a:spcPct val="90000"/>
              </a:lnSpc>
            </a:pPr>
            <a:r>
              <a:rPr lang="en-US" b="1" dirty="0"/>
              <a:t>Continuous C</a:t>
            </a:r>
            <a:r>
              <a:rPr lang="en-US" sz="100" b="1" dirty="0"/>
              <a:t> </a:t>
            </a:r>
            <a:r>
              <a:rPr lang="en-US" b="1" dirty="0"/>
              <a:t>D</a:t>
            </a:r>
            <a:r>
              <a:rPr lang="en-US" sz="100" b="1" dirty="0"/>
              <a:t> </a:t>
            </a:r>
            <a:r>
              <a:rPr lang="en-US" b="1" dirty="0"/>
              <a:t>Fs:</a:t>
            </a:r>
          </a:p>
        </p:txBody>
      </p:sp>
      <p:sp>
        <p:nvSpPr>
          <p:cNvPr id="5" name="Content Placeholder 4">
            <a:extLst>
              <a:ext uri="{FF2B5EF4-FFF2-40B4-BE49-F238E27FC236}">
                <a16:creationId xmlns:a16="http://schemas.microsoft.com/office/drawing/2014/main" id="{0424ABC7-6BE7-4221-929D-C9F3974156B3}"/>
              </a:ext>
            </a:extLst>
          </p:cNvPr>
          <p:cNvSpPr>
            <a:spLocks noGrp="1"/>
          </p:cNvSpPr>
          <p:nvPr>
            <p:ph sz="quarter" idx="15"/>
          </p:nvPr>
        </p:nvSpPr>
        <p:spPr>
          <a:xfrm>
            <a:off x="342900" y="1758699"/>
            <a:ext cx="2025546" cy="380839"/>
          </a:xfrm>
        </p:spPr>
        <p:txBody>
          <a:bodyPr lIns="91440" tIns="0" rIns="0"/>
          <a:lstStyle/>
          <a:p>
            <a:pPr marL="292608" indent="-292608">
              <a:buFont typeface="Arial" panose="020B0604020202020204" pitchFamily="34" charset="0"/>
              <a:buChar char="•"/>
            </a:pPr>
            <a:r>
              <a:rPr lang="en-US" sz="2200" dirty="0"/>
              <a:t>Denoted by</a:t>
            </a:r>
          </a:p>
        </p:txBody>
      </p:sp>
      <p:graphicFrame>
        <p:nvGraphicFramePr>
          <p:cNvPr id="16" name="Object 15">
            <a:extLst>
              <a:ext uri="{FF2B5EF4-FFF2-40B4-BE49-F238E27FC236}">
                <a16:creationId xmlns:a16="http://schemas.microsoft.com/office/drawing/2014/main" id="{9394BB2D-0E7A-4887-B9BA-EBEA2FBE32E4}"/>
              </a:ext>
            </a:extLst>
          </p:cNvPr>
          <p:cNvGraphicFramePr>
            <a:graphicFrameLocks noChangeAspect="1"/>
          </p:cNvGraphicFramePr>
          <p:nvPr>
            <p:extLst>
              <p:ext uri="{D42A27DB-BD31-4B8C-83A1-F6EECF244321}">
                <p14:modId xmlns:p14="http://schemas.microsoft.com/office/powerpoint/2010/main" val="4118855996"/>
              </p:ext>
            </p:extLst>
          </p:nvPr>
        </p:nvGraphicFramePr>
        <p:xfrm>
          <a:off x="2208213" y="1798638"/>
          <a:ext cx="650875" cy="325437"/>
        </p:xfrm>
        <a:graphic>
          <a:graphicData uri="http://schemas.openxmlformats.org/presentationml/2006/ole">
            <mc:AlternateContent xmlns:mc="http://schemas.openxmlformats.org/markup-compatibility/2006">
              <mc:Choice xmlns:v="urn:schemas-microsoft-com:vml" Requires="v">
                <p:oleObj name="Equation" r:id="rId2" imgW="609480" imgH="304560" progId="Equation.DSMT4">
                  <p:embed/>
                </p:oleObj>
              </mc:Choice>
              <mc:Fallback>
                <p:oleObj name="Equation" r:id="rId2" imgW="609480" imgH="304560" progId="Equation.DSMT4">
                  <p:embed/>
                  <p:pic>
                    <p:nvPicPr>
                      <p:cNvPr id="9" name="Object 8">
                        <a:extLst>
                          <a:ext uri="{FF2B5EF4-FFF2-40B4-BE49-F238E27FC236}">
                            <a16:creationId xmlns:a16="http://schemas.microsoft.com/office/drawing/2014/main" id="{0F2BA6DC-9388-4393-8138-3EE30B6EB57E}"/>
                          </a:ext>
                        </a:extLst>
                      </p:cNvPr>
                      <p:cNvPicPr/>
                      <p:nvPr/>
                    </p:nvPicPr>
                    <p:blipFill>
                      <a:blip r:embed="rId3"/>
                      <a:stretch>
                        <a:fillRect/>
                      </a:stretch>
                    </p:blipFill>
                    <p:spPr>
                      <a:xfrm>
                        <a:off x="2208213" y="1798638"/>
                        <a:ext cx="650875" cy="32543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074C7A82-23BC-4D87-8784-66DA1AB69B48}"/>
              </a:ext>
            </a:extLst>
          </p:cNvPr>
          <p:cNvSpPr>
            <a:spLocks noGrp="1"/>
          </p:cNvSpPr>
          <p:nvPr>
            <p:ph sz="quarter" idx="16"/>
          </p:nvPr>
        </p:nvSpPr>
        <p:spPr>
          <a:xfrm>
            <a:off x="342902" y="2215144"/>
            <a:ext cx="1395958" cy="378154"/>
          </a:xfrm>
        </p:spPr>
        <p:txBody>
          <a:bodyPr tIns="0"/>
          <a:lstStyle/>
          <a:p>
            <a:pPr marL="292608" indent="-292608">
              <a:buFont typeface="Arial" panose="020B0604020202020204" pitchFamily="34" charset="0"/>
              <a:buChar char="•"/>
            </a:pPr>
            <a:r>
              <a:rPr lang="en-US" sz="2200" dirty="0"/>
              <a:t>Shows</a:t>
            </a:r>
            <a:endParaRPr lang="en-US" sz="2200" i="1" dirty="0"/>
          </a:p>
        </p:txBody>
      </p:sp>
      <p:graphicFrame>
        <p:nvGraphicFramePr>
          <p:cNvPr id="10" name="Object 9">
            <a:extLst>
              <a:ext uri="{FF2B5EF4-FFF2-40B4-BE49-F238E27FC236}">
                <a16:creationId xmlns:a16="http://schemas.microsoft.com/office/drawing/2014/main" id="{BA0AD1EA-183E-469A-A7BA-8F6B4E1E1B64}"/>
              </a:ext>
            </a:extLst>
          </p:cNvPr>
          <p:cNvGraphicFramePr>
            <a:graphicFrameLocks noChangeAspect="1"/>
          </p:cNvGraphicFramePr>
          <p:nvPr>
            <p:extLst>
              <p:ext uri="{D42A27DB-BD31-4B8C-83A1-F6EECF244321}">
                <p14:modId xmlns:p14="http://schemas.microsoft.com/office/powerpoint/2010/main" val="741564979"/>
              </p:ext>
            </p:extLst>
          </p:nvPr>
        </p:nvGraphicFramePr>
        <p:xfrm>
          <a:off x="1752600" y="2243138"/>
          <a:ext cx="1228725" cy="334962"/>
        </p:xfrm>
        <a:graphic>
          <a:graphicData uri="http://schemas.openxmlformats.org/presentationml/2006/ole">
            <mc:AlternateContent xmlns:mc="http://schemas.openxmlformats.org/markup-compatibility/2006">
              <mc:Choice xmlns:v="urn:schemas-microsoft-com:vml" Requires="v">
                <p:oleObj name="Equation" r:id="rId4" imgW="1117440" imgH="304560" progId="Equation.DSMT4">
                  <p:embed/>
                </p:oleObj>
              </mc:Choice>
              <mc:Fallback>
                <p:oleObj name="Equation" r:id="rId4" imgW="1117440" imgH="304560" progId="Equation.DSMT4">
                  <p:embed/>
                  <p:pic>
                    <p:nvPicPr>
                      <p:cNvPr id="0" name=""/>
                      <p:cNvPicPr/>
                      <p:nvPr/>
                    </p:nvPicPr>
                    <p:blipFill>
                      <a:blip r:embed="rId5"/>
                      <a:stretch>
                        <a:fillRect/>
                      </a:stretch>
                    </p:blipFill>
                    <p:spPr>
                      <a:xfrm>
                        <a:off x="1752600" y="2243138"/>
                        <a:ext cx="1228725" cy="33496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8B5AEC7B-FBB8-4E21-B8B2-F3E58C3315A1}"/>
              </a:ext>
            </a:extLst>
          </p:cNvPr>
          <p:cNvSpPr>
            <a:spLocks noGrp="1"/>
          </p:cNvSpPr>
          <p:nvPr>
            <p:ph sz="quarter" idx="17"/>
          </p:nvPr>
        </p:nvSpPr>
        <p:spPr>
          <a:xfrm>
            <a:off x="3056117" y="2221558"/>
            <a:ext cx="4798726" cy="399572"/>
          </a:xfrm>
        </p:spPr>
        <p:txBody>
          <a:bodyPr lIns="0" tIns="0"/>
          <a:lstStyle/>
          <a:p>
            <a:r>
              <a:rPr lang="en-US" sz="2200" dirty="0"/>
              <a:t>the cumulative proportion of scores.</a:t>
            </a:r>
          </a:p>
        </p:txBody>
      </p:sp>
      <p:sp>
        <p:nvSpPr>
          <p:cNvPr id="8" name="Content Placeholder 7">
            <a:extLst>
              <a:ext uri="{FF2B5EF4-FFF2-40B4-BE49-F238E27FC236}">
                <a16:creationId xmlns:a16="http://schemas.microsoft.com/office/drawing/2014/main" id="{FE34F757-2614-4213-8229-3B35E6F93CB9}"/>
              </a:ext>
            </a:extLst>
          </p:cNvPr>
          <p:cNvSpPr>
            <a:spLocks noGrp="1"/>
          </p:cNvSpPr>
          <p:nvPr>
            <p:ph sz="quarter" idx="18"/>
          </p:nvPr>
        </p:nvSpPr>
        <p:spPr>
          <a:xfrm>
            <a:off x="342900" y="2699414"/>
            <a:ext cx="7856720" cy="777511"/>
          </a:xfrm>
        </p:spPr>
        <p:txBody>
          <a:bodyPr lIns="91440" tIns="0"/>
          <a:lstStyle/>
          <a:p>
            <a:pPr lvl="1">
              <a:lnSpc>
                <a:spcPct val="90000"/>
              </a:lnSpc>
            </a:pPr>
            <a:r>
              <a:rPr lang="en-US" sz="2200" dirty="0"/>
              <a:t>Useful for finding probabilities.</a:t>
            </a:r>
          </a:p>
          <a:p>
            <a:pPr lvl="1">
              <a:lnSpc>
                <a:spcPct val="90000"/>
              </a:lnSpc>
            </a:pPr>
            <a:r>
              <a:rPr lang="en-US" sz="2200" dirty="0"/>
              <a:t>An example is the normal C</a:t>
            </a:r>
            <a:r>
              <a:rPr lang="en-US" sz="100" dirty="0"/>
              <a:t> </a:t>
            </a:r>
            <a:r>
              <a:rPr lang="en-US" sz="2200" dirty="0"/>
              <a:t>D</a:t>
            </a:r>
            <a:r>
              <a:rPr lang="en-US" sz="100" dirty="0"/>
              <a:t> </a:t>
            </a:r>
            <a:r>
              <a:rPr lang="en-US" sz="2200" dirty="0"/>
              <a:t>F.</a:t>
            </a:r>
          </a:p>
        </p:txBody>
      </p:sp>
      <p:pic>
        <p:nvPicPr>
          <p:cNvPr id="14" name="Picture 13" descr="A graph plots uppercase F (x) versus miles per hour.">
            <a:extLst>
              <a:ext uri="{FF2B5EF4-FFF2-40B4-BE49-F238E27FC236}">
                <a16:creationId xmlns:a16="http://schemas.microsoft.com/office/drawing/2014/main" id="{5269A5A0-12AF-4CB5-BF48-43CE49FBF146}"/>
              </a:ext>
            </a:extLst>
          </p:cNvPr>
          <p:cNvPicPr>
            <a:picLocks noChangeAspect="1"/>
          </p:cNvPicPr>
          <p:nvPr/>
        </p:nvPicPr>
        <p:blipFill>
          <a:blip r:embed="rId6"/>
          <a:stretch>
            <a:fillRect/>
          </a:stretch>
        </p:blipFill>
        <p:spPr>
          <a:xfrm>
            <a:off x="2571230" y="3661618"/>
            <a:ext cx="4001539" cy="2344393"/>
          </a:xfrm>
          <a:prstGeom prst="rect">
            <a:avLst/>
          </a:prstGeom>
        </p:spPr>
      </p:pic>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6</a:t>
            </a:fld>
            <a:endParaRPr lang="en-US"/>
          </a:p>
        </p:txBody>
      </p:sp>
    </p:spTree>
    <p:extLst>
      <p:ext uri="{BB962C8B-B14F-4D97-AF65-F5344CB8AC3E}">
        <p14:creationId xmlns:p14="http://schemas.microsoft.com/office/powerpoint/2010/main" val="941554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a:bodyPr>
          <a:lstStyle/>
          <a:p>
            <a:r>
              <a:rPr lang="en-US" sz="3600" dirty="0"/>
              <a:t>Probabilities as Areas</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5"/>
            <a:ext cx="486696" cy="1216008"/>
          </a:xfrm>
        </p:spPr>
        <p:txBody>
          <a:bodyPr vert="vert" rIns="0"/>
          <a:lstStyle/>
          <a:p>
            <a:r>
              <a:rPr lang="en-US" b="1" dirty="0"/>
              <a:t>L</a:t>
            </a:r>
            <a:r>
              <a:rPr lang="en-US" sz="100" b="1" dirty="0"/>
              <a:t> </a:t>
            </a:r>
            <a:r>
              <a:rPr lang="en-US" b="1" dirty="0"/>
              <a:t>O 7.1</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1" y="1268602"/>
            <a:ext cx="8036601" cy="2160397"/>
          </a:xfrm>
        </p:spPr>
        <p:txBody>
          <a:bodyPr/>
          <a:lstStyle/>
          <a:p>
            <a:pPr>
              <a:defRPr/>
            </a:pPr>
            <a:r>
              <a:rPr lang="en-US" b="1" dirty="0"/>
              <a:t>Continuous probability functions:</a:t>
            </a:r>
          </a:p>
          <a:p>
            <a:pPr lvl="1">
              <a:defRPr/>
            </a:pPr>
            <a:r>
              <a:rPr lang="en-US" sz="2200" dirty="0"/>
              <a:t>Unlike discrete distributions, the probability at any single point is 0.</a:t>
            </a:r>
          </a:p>
          <a:p>
            <a:pPr lvl="1">
              <a:defRPr/>
            </a:pPr>
            <a:r>
              <a:rPr lang="en-US" sz="2200" dirty="0"/>
              <a:t>The entire area under any P</a:t>
            </a:r>
            <a:r>
              <a:rPr lang="en-US" sz="100" dirty="0"/>
              <a:t> </a:t>
            </a:r>
            <a:r>
              <a:rPr lang="en-US" sz="2200" dirty="0"/>
              <a:t>D</a:t>
            </a:r>
            <a:r>
              <a:rPr lang="en-US" sz="100" dirty="0"/>
              <a:t> </a:t>
            </a:r>
            <a:r>
              <a:rPr lang="en-US" sz="2200" dirty="0"/>
              <a:t>F, by definition, is set to 1.</a:t>
            </a:r>
          </a:p>
          <a:p>
            <a:pPr lvl="1">
              <a:defRPr/>
            </a:pPr>
            <a:r>
              <a:rPr lang="en-US" sz="2200" dirty="0"/>
              <a:t>The mean is the balance point of the distribution.</a:t>
            </a:r>
          </a:p>
        </p:txBody>
      </p:sp>
      <p:sp>
        <p:nvSpPr>
          <p:cNvPr id="5" name="Content Placeholder 4">
            <a:extLst>
              <a:ext uri="{FF2B5EF4-FFF2-40B4-BE49-F238E27FC236}">
                <a16:creationId xmlns:a16="http://schemas.microsoft.com/office/drawing/2014/main" id="{0424ABC7-6BE7-4221-929D-C9F3974156B3}"/>
              </a:ext>
            </a:extLst>
          </p:cNvPr>
          <p:cNvSpPr>
            <a:spLocks noGrp="1"/>
          </p:cNvSpPr>
          <p:nvPr>
            <p:ph sz="quarter" idx="15"/>
          </p:nvPr>
        </p:nvSpPr>
        <p:spPr>
          <a:xfrm>
            <a:off x="342899" y="3932269"/>
            <a:ext cx="2655133" cy="1119412"/>
          </a:xfrm>
        </p:spPr>
        <p:txBody>
          <a:bodyPr lIns="91440" tIns="0" rIns="0"/>
          <a:lstStyle/>
          <a:p>
            <a:r>
              <a:rPr lang="en-US" dirty="0">
                <a:solidFill>
                  <a:schemeClr val="tx1"/>
                </a:solidFill>
              </a:rPr>
              <a:t>The area under the curve between </a:t>
            </a:r>
            <a:r>
              <a:rPr lang="en-US" i="1" dirty="0">
                <a:solidFill>
                  <a:schemeClr val="tx1"/>
                </a:solidFill>
              </a:rPr>
              <a:t>a</a:t>
            </a:r>
            <a:r>
              <a:rPr lang="en-US" dirty="0">
                <a:solidFill>
                  <a:schemeClr val="tx1"/>
                </a:solidFill>
              </a:rPr>
              <a:t> and </a:t>
            </a:r>
            <a:r>
              <a:rPr lang="en-US" i="1" dirty="0">
                <a:solidFill>
                  <a:schemeClr val="tx1"/>
                </a:solidFill>
              </a:rPr>
              <a:t>b</a:t>
            </a:r>
            <a:r>
              <a:rPr lang="en-US" dirty="0">
                <a:solidFill>
                  <a:schemeClr val="tx1"/>
                </a:solidFill>
              </a:rPr>
              <a:t> represents</a:t>
            </a:r>
            <a:endParaRPr lang="en-US" sz="2200" dirty="0">
              <a:solidFill>
                <a:schemeClr val="tx1"/>
              </a:solidFill>
            </a:endParaRPr>
          </a:p>
        </p:txBody>
      </p:sp>
      <p:graphicFrame>
        <p:nvGraphicFramePr>
          <p:cNvPr id="9" name="Object 8">
            <a:extLst>
              <a:ext uri="{FF2B5EF4-FFF2-40B4-BE49-F238E27FC236}">
                <a16:creationId xmlns:a16="http://schemas.microsoft.com/office/drawing/2014/main" id="{3623FE47-4764-4473-B397-3FE7EF6445F7}"/>
              </a:ext>
            </a:extLst>
          </p:cNvPr>
          <p:cNvGraphicFramePr>
            <a:graphicFrameLocks noChangeAspect="1"/>
          </p:cNvGraphicFramePr>
          <p:nvPr>
            <p:extLst>
              <p:ext uri="{D42A27DB-BD31-4B8C-83A1-F6EECF244321}">
                <p14:modId xmlns:p14="http://schemas.microsoft.com/office/powerpoint/2010/main" val="3028832150"/>
              </p:ext>
            </p:extLst>
          </p:nvPr>
        </p:nvGraphicFramePr>
        <p:xfrm>
          <a:off x="442913" y="5164138"/>
          <a:ext cx="1620837" cy="334962"/>
        </p:xfrm>
        <a:graphic>
          <a:graphicData uri="http://schemas.openxmlformats.org/presentationml/2006/ole">
            <mc:AlternateContent xmlns:mc="http://schemas.openxmlformats.org/markup-compatibility/2006">
              <mc:Choice xmlns:v="urn:schemas-microsoft-com:vml" Requires="v">
                <p:oleObj name="Equation" r:id="rId2" imgW="1473120" imgH="304560" progId="Equation.DSMT4">
                  <p:embed/>
                </p:oleObj>
              </mc:Choice>
              <mc:Fallback>
                <p:oleObj name="Equation" r:id="rId2" imgW="1473120" imgH="304560" progId="Equation.DSMT4">
                  <p:embed/>
                  <p:pic>
                    <p:nvPicPr>
                      <p:cNvPr id="0" name=""/>
                      <p:cNvPicPr/>
                      <p:nvPr/>
                    </p:nvPicPr>
                    <p:blipFill>
                      <a:blip r:embed="rId3"/>
                      <a:stretch>
                        <a:fillRect/>
                      </a:stretch>
                    </p:blipFill>
                    <p:spPr>
                      <a:xfrm>
                        <a:off x="442913" y="5164138"/>
                        <a:ext cx="1620837" cy="334962"/>
                      </a:xfrm>
                      <a:prstGeom prst="rect">
                        <a:avLst/>
                      </a:prstGeom>
                    </p:spPr>
                  </p:pic>
                </p:oleObj>
              </mc:Fallback>
            </mc:AlternateContent>
          </a:graphicData>
        </a:graphic>
      </p:graphicFrame>
      <p:pic>
        <p:nvPicPr>
          <p:cNvPr id="11" name="Picture 10" descr="Normal curve with the area shaded between the values a and b.">
            <a:extLst>
              <a:ext uri="{FF2B5EF4-FFF2-40B4-BE49-F238E27FC236}">
                <a16:creationId xmlns:a16="http://schemas.microsoft.com/office/drawing/2014/main" id="{4D2ED41D-79CC-48A7-9E7D-725F17FC0699}"/>
              </a:ext>
            </a:extLst>
          </p:cNvPr>
          <p:cNvPicPr>
            <a:picLocks noChangeAspect="1"/>
          </p:cNvPicPr>
          <p:nvPr/>
        </p:nvPicPr>
        <p:blipFill>
          <a:blip r:embed="rId4"/>
          <a:stretch>
            <a:fillRect/>
          </a:stretch>
        </p:blipFill>
        <p:spPr>
          <a:xfrm>
            <a:off x="3370402" y="3601880"/>
            <a:ext cx="4291956" cy="2200847"/>
          </a:xfrm>
          <a:prstGeom prst="rect">
            <a:avLst/>
          </a:prstGeom>
        </p:spPr>
      </p:pic>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7</a:t>
            </a:fld>
            <a:endParaRPr lang="en-US"/>
          </a:p>
        </p:txBody>
      </p:sp>
    </p:spTree>
    <p:extLst>
      <p:ext uri="{BB962C8B-B14F-4D97-AF65-F5344CB8AC3E}">
        <p14:creationId xmlns:p14="http://schemas.microsoft.com/office/powerpoint/2010/main" val="1709182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7856720" cy="903231"/>
          </a:xfrm>
        </p:spPr>
        <p:txBody>
          <a:bodyPr>
            <a:normAutofit/>
          </a:bodyPr>
          <a:lstStyle/>
          <a:p>
            <a:r>
              <a:rPr lang="en-US" sz="3600" dirty="0"/>
              <a:t>Expected Value and Variance</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15769"/>
          </a:xfrm>
        </p:spPr>
        <p:txBody>
          <a:bodyPr vert="vert" rIns="0"/>
          <a:lstStyle/>
          <a:p>
            <a:r>
              <a:rPr lang="en-US" b="1" dirty="0"/>
              <a:t>L</a:t>
            </a:r>
            <a:r>
              <a:rPr lang="en-US" sz="100" b="1" dirty="0"/>
              <a:t> </a:t>
            </a:r>
            <a:r>
              <a:rPr lang="en-US" b="1" dirty="0"/>
              <a:t>O 7.1</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899" y="1268362"/>
            <a:ext cx="8006621" cy="410536"/>
          </a:xfrm>
        </p:spPr>
        <p:txBody>
          <a:bodyPr/>
          <a:lstStyle/>
          <a:p>
            <a:pPr marL="292608" indent="-292608">
              <a:buFont typeface="Arial" panose="020B0604020202020204" pitchFamily="34" charset="0"/>
              <a:buChar char="•"/>
            </a:pPr>
            <a:r>
              <a:rPr lang="en-US" sz="2200" dirty="0"/>
              <a:t>The mean and variance of a continuous random variable are</a:t>
            </a:r>
          </a:p>
        </p:txBody>
      </p:sp>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342900" y="1734614"/>
            <a:ext cx="2085507" cy="379003"/>
          </a:xfrm>
        </p:spPr>
        <p:txBody>
          <a:bodyPr tIns="0"/>
          <a:lstStyle/>
          <a:p>
            <a:pPr marL="292608"/>
            <a:r>
              <a:rPr lang="en-US" sz="2200" dirty="0"/>
              <a:t>analogous to</a:t>
            </a:r>
          </a:p>
        </p:txBody>
      </p:sp>
      <p:graphicFrame>
        <p:nvGraphicFramePr>
          <p:cNvPr id="6" name="Object 5">
            <a:extLst>
              <a:ext uri="{FF2B5EF4-FFF2-40B4-BE49-F238E27FC236}">
                <a16:creationId xmlns:a16="http://schemas.microsoft.com/office/drawing/2014/main" id="{033B12A2-A13D-4968-B23B-45D484773237}"/>
              </a:ext>
            </a:extLst>
          </p:cNvPr>
          <p:cNvGraphicFramePr>
            <a:graphicFrameLocks noChangeAspect="1"/>
          </p:cNvGraphicFramePr>
          <p:nvPr>
            <p:extLst>
              <p:ext uri="{D42A27DB-BD31-4B8C-83A1-F6EECF244321}">
                <p14:modId xmlns:p14="http://schemas.microsoft.com/office/powerpoint/2010/main" val="767855794"/>
              </p:ext>
            </p:extLst>
          </p:nvPr>
        </p:nvGraphicFramePr>
        <p:xfrm>
          <a:off x="2430463" y="1773238"/>
          <a:ext cx="2236787" cy="334962"/>
        </p:xfrm>
        <a:graphic>
          <a:graphicData uri="http://schemas.openxmlformats.org/presentationml/2006/ole">
            <mc:AlternateContent xmlns:mc="http://schemas.openxmlformats.org/markup-compatibility/2006">
              <mc:Choice xmlns:v="urn:schemas-microsoft-com:vml" Requires="v">
                <p:oleObj name="Equation" r:id="rId2" imgW="2031840" imgH="304560" progId="Equation.DSMT4">
                  <p:embed/>
                </p:oleObj>
              </mc:Choice>
              <mc:Fallback>
                <p:oleObj name="Equation" r:id="rId2" imgW="2031840" imgH="304560" progId="Equation.DSMT4">
                  <p:embed/>
                  <p:pic>
                    <p:nvPicPr>
                      <p:cNvPr id="0" name=""/>
                      <p:cNvPicPr/>
                      <p:nvPr/>
                    </p:nvPicPr>
                    <p:blipFill>
                      <a:blip r:embed="rId3"/>
                      <a:stretch>
                        <a:fillRect/>
                      </a:stretch>
                    </p:blipFill>
                    <p:spPr>
                      <a:xfrm>
                        <a:off x="2430463" y="1773238"/>
                        <a:ext cx="2236787" cy="334962"/>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4765000" y="1744172"/>
            <a:ext cx="3899315" cy="376383"/>
          </a:xfrm>
        </p:spPr>
        <p:txBody>
          <a:bodyPr lIns="0" tIns="0" rIns="0"/>
          <a:lstStyle/>
          <a:p>
            <a:r>
              <a:rPr lang="en-US" sz="2200" dirty="0"/>
              <a:t>for a discrete random variable,</a:t>
            </a:r>
            <a:endParaRPr lang="en-IN" sz="2200" dirty="0"/>
          </a:p>
        </p:txBody>
      </p:sp>
      <p:sp>
        <p:nvSpPr>
          <p:cNvPr id="19" name="Content Placeholder 18">
            <a:extLst>
              <a:ext uri="{FF2B5EF4-FFF2-40B4-BE49-F238E27FC236}">
                <a16:creationId xmlns:a16="http://schemas.microsoft.com/office/drawing/2014/main" id="{E38AB1F1-7729-4A52-AA58-0ADABC4226A1}"/>
              </a:ext>
            </a:extLst>
          </p:cNvPr>
          <p:cNvSpPr>
            <a:spLocks noGrp="1"/>
          </p:cNvSpPr>
          <p:nvPr>
            <p:ph sz="quarter" idx="17"/>
          </p:nvPr>
        </p:nvSpPr>
        <p:spPr>
          <a:xfrm>
            <a:off x="342900" y="2179635"/>
            <a:ext cx="3944288" cy="383687"/>
          </a:xfrm>
        </p:spPr>
        <p:txBody>
          <a:bodyPr lIns="91440" tIns="0"/>
          <a:lstStyle/>
          <a:p>
            <a:pPr marL="292608"/>
            <a:r>
              <a:rPr lang="en-US" sz="2200" dirty="0"/>
              <a:t>except that the integral sign</a:t>
            </a:r>
          </a:p>
        </p:txBody>
      </p:sp>
      <p:graphicFrame>
        <p:nvGraphicFramePr>
          <p:cNvPr id="7" name="Object 6">
            <a:extLst>
              <a:ext uri="{FF2B5EF4-FFF2-40B4-BE49-F238E27FC236}">
                <a16:creationId xmlns:a16="http://schemas.microsoft.com/office/drawing/2014/main" id="{BBE27702-B1E3-47F0-8BFC-0D017E6247DA}"/>
              </a:ext>
            </a:extLst>
          </p:cNvPr>
          <p:cNvGraphicFramePr>
            <a:graphicFrameLocks noChangeAspect="1"/>
          </p:cNvGraphicFramePr>
          <p:nvPr>
            <p:extLst>
              <p:ext uri="{D42A27DB-BD31-4B8C-83A1-F6EECF244321}">
                <p14:modId xmlns:p14="http://schemas.microsoft.com/office/powerpoint/2010/main" val="3299065694"/>
              </p:ext>
            </p:extLst>
          </p:nvPr>
        </p:nvGraphicFramePr>
        <p:xfrm>
          <a:off x="4317885" y="2178973"/>
          <a:ext cx="153670" cy="384175"/>
        </p:xfrm>
        <a:graphic>
          <a:graphicData uri="http://schemas.openxmlformats.org/presentationml/2006/ole">
            <mc:AlternateContent xmlns:mc="http://schemas.openxmlformats.org/markup-compatibility/2006">
              <mc:Choice xmlns:v="urn:schemas-microsoft-com:vml" Requires="v">
                <p:oleObj name="Equation" r:id="rId4" imgW="126720" imgH="317160" progId="Equation.DSMT4">
                  <p:embed/>
                </p:oleObj>
              </mc:Choice>
              <mc:Fallback>
                <p:oleObj name="Equation" r:id="rId4" imgW="126720" imgH="317160" progId="Equation.DSMT4">
                  <p:embed/>
                  <p:pic>
                    <p:nvPicPr>
                      <p:cNvPr id="0" name=""/>
                      <p:cNvPicPr/>
                      <p:nvPr/>
                    </p:nvPicPr>
                    <p:blipFill>
                      <a:blip r:embed="rId5"/>
                      <a:stretch>
                        <a:fillRect/>
                      </a:stretch>
                    </p:blipFill>
                    <p:spPr>
                      <a:xfrm>
                        <a:off x="4317885" y="2178973"/>
                        <a:ext cx="153670" cy="384175"/>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6071B467-44EE-4A0A-8B7A-C9CD51AC77D4}"/>
              </a:ext>
            </a:extLst>
          </p:cNvPr>
          <p:cNvSpPr>
            <a:spLocks noGrp="1"/>
          </p:cNvSpPr>
          <p:nvPr>
            <p:ph sz="quarter" idx="18"/>
          </p:nvPr>
        </p:nvSpPr>
        <p:spPr>
          <a:xfrm>
            <a:off x="4508292" y="2168704"/>
            <a:ext cx="3689454" cy="369233"/>
          </a:xfrm>
        </p:spPr>
        <p:txBody>
          <a:bodyPr lIns="0" tIns="0" rIns="0"/>
          <a:lstStyle/>
          <a:p>
            <a:r>
              <a:rPr lang="en-US" sz="2200" dirty="0"/>
              <a:t>replaces the summation sign</a:t>
            </a:r>
          </a:p>
        </p:txBody>
      </p:sp>
      <p:graphicFrame>
        <p:nvGraphicFramePr>
          <p:cNvPr id="8" name="Object 7">
            <a:extLst>
              <a:ext uri="{FF2B5EF4-FFF2-40B4-BE49-F238E27FC236}">
                <a16:creationId xmlns:a16="http://schemas.microsoft.com/office/drawing/2014/main" id="{C96C296B-6D76-40EE-8C0D-FF9B1C015021}"/>
              </a:ext>
            </a:extLst>
          </p:cNvPr>
          <p:cNvGraphicFramePr>
            <a:graphicFrameLocks noChangeAspect="1"/>
          </p:cNvGraphicFramePr>
          <p:nvPr>
            <p:extLst>
              <p:ext uri="{D42A27DB-BD31-4B8C-83A1-F6EECF244321}">
                <p14:modId xmlns:p14="http://schemas.microsoft.com/office/powerpoint/2010/main" val="645660013"/>
              </p:ext>
            </p:extLst>
          </p:nvPr>
        </p:nvGraphicFramePr>
        <p:xfrm>
          <a:off x="8127647" y="2201048"/>
          <a:ext cx="304267" cy="321170"/>
        </p:xfrm>
        <a:graphic>
          <a:graphicData uri="http://schemas.openxmlformats.org/presentationml/2006/ole">
            <mc:AlternateContent xmlns:mc="http://schemas.openxmlformats.org/markup-compatibility/2006">
              <mc:Choice xmlns:v="urn:schemas-microsoft-com:vml" Requires="v">
                <p:oleObj name="Equation" r:id="rId6" imgW="228600" imgH="241200" progId="Equation.DSMT4">
                  <p:embed/>
                </p:oleObj>
              </mc:Choice>
              <mc:Fallback>
                <p:oleObj name="Equation" r:id="rId6" imgW="228600" imgH="241200" progId="Equation.DSMT4">
                  <p:embed/>
                  <p:pic>
                    <p:nvPicPr>
                      <p:cNvPr id="0" name=""/>
                      <p:cNvPicPr/>
                      <p:nvPr/>
                    </p:nvPicPr>
                    <p:blipFill>
                      <a:blip r:embed="rId7"/>
                      <a:stretch>
                        <a:fillRect/>
                      </a:stretch>
                    </p:blipFill>
                    <p:spPr>
                      <a:xfrm>
                        <a:off x="8127647" y="2201048"/>
                        <a:ext cx="304267" cy="321170"/>
                      </a:xfrm>
                      <a:prstGeom prst="rect">
                        <a:avLst/>
                      </a:prstGeom>
                    </p:spPr>
                  </p:pic>
                </p:oleObj>
              </mc:Fallback>
            </mc:AlternateContent>
          </a:graphicData>
        </a:graphic>
      </p:graphicFrame>
      <p:sp>
        <p:nvSpPr>
          <p:cNvPr id="21" name="Content Placeholder 20">
            <a:extLst>
              <a:ext uri="{FF2B5EF4-FFF2-40B4-BE49-F238E27FC236}">
                <a16:creationId xmlns:a16="http://schemas.microsoft.com/office/drawing/2014/main" id="{65EF8A4C-4768-4BDF-86EE-80284371CB61}"/>
              </a:ext>
            </a:extLst>
          </p:cNvPr>
          <p:cNvSpPr>
            <a:spLocks noGrp="1"/>
          </p:cNvSpPr>
          <p:nvPr>
            <p:ph sz="quarter" idx="19"/>
          </p:nvPr>
        </p:nvSpPr>
        <p:spPr>
          <a:xfrm>
            <a:off x="342899" y="2648187"/>
            <a:ext cx="8321415" cy="1507688"/>
          </a:xfrm>
        </p:spPr>
        <p:txBody>
          <a:bodyPr tIns="0"/>
          <a:lstStyle/>
          <a:p>
            <a:pPr marL="292608" indent="-292608">
              <a:buFont typeface="Arial" panose="020B0604020202020204" pitchFamily="34" charset="0"/>
              <a:buChar char="•"/>
            </a:pPr>
            <a:r>
              <a:rPr lang="en-US" sz="2200" dirty="0"/>
              <a:t>Integrals are taken over all </a:t>
            </a:r>
            <a:r>
              <a:rPr lang="en-US" sz="2200" i="1" dirty="0"/>
              <a:t>X</a:t>
            </a:r>
            <a:r>
              <a:rPr lang="en-US" sz="2200" dirty="0"/>
              <a:t>-values.</a:t>
            </a:r>
          </a:p>
          <a:p>
            <a:pPr marL="292608" indent="-292608">
              <a:buFont typeface="Arial" panose="020B0604020202020204" pitchFamily="34" charset="0"/>
              <a:buChar char="•"/>
            </a:pPr>
            <a:r>
              <a:rPr lang="en-US" sz="2200" dirty="0"/>
              <a:t>The mean is still the balancing point or fulcrum for the entire distribution, and the variance is still a measure of dispersion about the mean.</a:t>
            </a:r>
          </a:p>
        </p:txBody>
      </p:sp>
      <p:graphicFrame>
        <p:nvGraphicFramePr>
          <p:cNvPr id="24" name="Table 24">
            <a:extLst>
              <a:ext uri="{FF2B5EF4-FFF2-40B4-BE49-F238E27FC236}">
                <a16:creationId xmlns:a16="http://schemas.microsoft.com/office/drawing/2014/main" id="{E514F576-CB28-4981-A546-19967EE59EBC}"/>
              </a:ext>
            </a:extLst>
          </p:cNvPr>
          <p:cNvGraphicFramePr>
            <a:graphicFrameLocks noGrp="1"/>
          </p:cNvGraphicFramePr>
          <p:nvPr>
            <p:extLst>
              <p:ext uri="{D42A27DB-BD31-4B8C-83A1-F6EECF244321}">
                <p14:modId xmlns:p14="http://schemas.microsoft.com/office/powerpoint/2010/main" val="1395025982"/>
              </p:ext>
            </p:extLst>
          </p:nvPr>
        </p:nvGraphicFramePr>
        <p:xfrm>
          <a:off x="539646" y="4568904"/>
          <a:ext cx="8086766" cy="1806978"/>
        </p:xfrm>
        <a:graphic>
          <a:graphicData uri="http://schemas.openxmlformats.org/drawingml/2006/table">
            <a:tbl>
              <a:tblPr firstRow="1" bandRow="1">
                <a:tableStyleId>{5C22544A-7EE6-4342-B048-85BDC9FD1C3A}</a:tableStyleId>
              </a:tblPr>
              <a:tblGrid>
                <a:gridCol w="1676336">
                  <a:extLst>
                    <a:ext uri="{9D8B030D-6E8A-4147-A177-3AD203B41FA5}">
                      <a16:colId xmlns:a16="http://schemas.microsoft.com/office/drawing/2014/main" val="2834450912"/>
                    </a:ext>
                  </a:extLst>
                </a:gridCol>
                <a:gridCol w="3165487">
                  <a:extLst>
                    <a:ext uri="{9D8B030D-6E8A-4147-A177-3AD203B41FA5}">
                      <a16:colId xmlns:a16="http://schemas.microsoft.com/office/drawing/2014/main" val="4092508151"/>
                    </a:ext>
                  </a:extLst>
                </a:gridCol>
                <a:gridCol w="3244943">
                  <a:extLst>
                    <a:ext uri="{9D8B030D-6E8A-4147-A177-3AD203B41FA5}">
                      <a16:colId xmlns:a16="http://schemas.microsoft.com/office/drawing/2014/main" val="1803990576"/>
                    </a:ext>
                  </a:extLst>
                </a:gridCol>
              </a:tblGrid>
              <a:tr h="377850">
                <a:tc>
                  <a:txBody>
                    <a:bodyPr/>
                    <a:lstStyle/>
                    <a:p>
                      <a:endParaRPr lang="en-US"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1" u="none" strike="noStrike" kern="1200" baseline="0" dirty="0">
                        <a:solidFill>
                          <a:schemeClr val="tx1"/>
                        </a:solidFill>
                        <a:latin typeface="+mn-lt"/>
                        <a:ea typeface="+mn-ea"/>
                        <a:cs typeface="+mn-cs"/>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endParaRPr lang="en-US" b="0" i="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796383"/>
                  </a:ext>
                </a:extLst>
              </a:tr>
              <a:tr h="714564">
                <a:tc>
                  <a:txBody>
                    <a:bodyPr/>
                    <a:lstStyle/>
                    <a:p>
                      <a:endParaRPr lang="en-US"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9559983"/>
                  </a:ext>
                </a:extLst>
              </a:tr>
              <a:tr h="7145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088846"/>
                  </a:ext>
                </a:extLst>
              </a:tr>
            </a:tbl>
          </a:graphicData>
        </a:graphic>
      </p:graphicFrame>
      <p:graphicFrame>
        <p:nvGraphicFramePr>
          <p:cNvPr id="2" name="Object 1">
            <a:extLst>
              <a:ext uri="{FF2B5EF4-FFF2-40B4-BE49-F238E27FC236}">
                <a16:creationId xmlns:a16="http://schemas.microsoft.com/office/drawing/2014/main" id="{C0F9824A-F16B-4AB3-B3B1-E5B58284AE99}"/>
              </a:ext>
            </a:extLst>
          </p:cNvPr>
          <p:cNvGraphicFramePr>
            <a:graphicFrameLocks noChangeAspect="1"/>
          </p:cNvGraphicFramePr>
          <p:nvPr>
            <p:extLst>
              <p:ext uri="{D42A27DB-BD31-4B8C-83A1-F6EECF244321}">
                <p14:modId xmlns:p14="http://schemas.microsoft.com/office/powerpoint/2010/main" val="303939745"/>
              </p:ext>
            </p:extLst>
          </p:nvPr>
        </p:nvGraphicFramePr>
        <p:xfrm>
          <a:off x="2360613" y="4638675"/>
          <a:ext cx="2768600" cy="228600"/>
        </p:xfrm>
        <a:graphic>
          <a:graphicData uri="http://schemas.openxmlformats.org/presentationml/2006/ole">
            <mc:AlternateContent xmlns:mc="http://schemas.openxmlformats.org/markup-compatibility/2006">
              <mc:Choice xmlns:v="urn:schemas-microsoft-com:vml" Requires="v">
                <p:oleObj name="Equation" r:id="rId8" imgW="2768400" imgH="228600" progId="Equation.DSMT4">
                  <p:embed/>
                </p:oleObj>
              </mc:Choice>
              <mc:Fallback>
                <p:oleObj name="Equation" r:id="rId8" imgW="2768400" imgH="228600" progId="Equation.DSMT4">
                  <p:embed/>
                  <p:pic>
                    <p:nvPicPr>
                      <p:cNvPr id="0" name=""/>
                      <p:cNvPicPr/>
                      <p:nvPr/>
                    </p:nvPicPr>
                    <p:blipFill>
                      <a:blip r:embed="rId9"/>
                      <a:stretch>
                        <a:fillRect/>
                      </a:stretch>
                    </p:blipFill>
                    <p:spPr>
                      <a:xfrm>
                        <a:off x="2360613" y="4638675"/>
                        <a:ext cx="2768600" cy="22860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C3655285-7E67-4BB2-95B0-BCEACB3B102F}"/>
              </a:ext>
            </a:extLst>
          </p:cNvPr>
          <p:cNvGraphicFramePr>
            <a:graphicFrameLocks noChangeAspect="1"/>
          </p:cNvGraphicFramePr>
          <p:nvPr>
            <p:extLst>
              <p:ext uri="{D42A27DB-BD31-4B8C-83A1-F6EECF244321}">
                <p14:modId xmlns:p14="http://schemas.microsoft.com/office/powerpoint/2010/main" val="3911808965"/>
              </p:ext>
            </p:extLst>
          </p:nvPr>
        </p:nvGraphicFramePr>
        <p:xfrm>
          <a:off x="5534025" y="4633913"/>
          <a:ext cx="2501900" cy="228600"/>
        </p:xfrm>
        <a:graphic>
          <a:graphicData uri="http://schemas.openxmlformats.org/presentationml/2006/ole">
            <mc:AlternateContent xmlns:mc="http://schemas.openxmlformats.org/markup-compatibility/2006">
              <mc:Choice xmlns:v="urn:schemas-microsoft-com:vml" Requires="v">
                <p:oleObj name="Equation" r:id="rId10" imgW="2501640" imgH="228600" progId="Equation.DSMT4">
                  <p:embed/>
                </p:oleObj>
              </mc:Choice>
              <mc:Fallback>
                <p:oleObj name="Equation" r:id="rId10" imgW="2501640" imgH="228600" progId="Equation.DSMT4">
                  <p:embed/>
                  <p:pic>
                    <p:nvPicPr>
                      <p:cNvPr id="0" name=""/>
                      <p:cNvPicPr/>
                      <p:nvPr/>
                    </p:nvPicPr>
                    <p:blipFill>
                      <a:blip r:embed="rId11"/>
                      <a:stretch>
                        <a:fillRect/>
                      </a:stretch>
                    </p:blipFill>
                    <p:spPr>
                      <a:xfrm>
                        <a:off x="5534025" y="4633913"/>
                        <a:ext cx="2501900" cy="2286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4FA0EF4C-B392-4378-B746-68A538B1E54F}"/>
              </a:ext>
            </a:extLst>
          </p:cNvPr>
          <p:cNvGraphicFramePr>
            <a:graphicFrameLocks noChangeAspect="1"/>
          </p:cNvGraphicFramePr>
          <p:nvPr>
            <p:extLst>
              <p:ext uri="{D42A27DB-BD31-4B8C-83A1-F6EECF244321}">
                <p14:modId xmlns:p14="http://schemas.microsoft.com/office/powerpoint/2010/main" val="3761340581"/>
              </p:ext>
            </p:extLst>
          </p:nvPr>
        </p:nvGraphicFramePr>
        <p:xfrm>
          <a:off x="604786" y="5101982"/>
          <a:ext cx="571500" cy="228600"/>
        </p:xfrm>
        <a:graphic>
          <a:graphicData uri="http://schemas.openxmlformats.org/presentationml/2006/ole">
            <mc:AlternateContent xmlns:mc="http://schemas.openxmlformats.org/markup-compatibility/2006">
              <mc:Choice xmlns:v="urn:schemas-microsoft-com:vml" Requires="v">
                <p:oleObj name="Equation" r:id="rId12" imgW="571320" imgH="228600" progId="Equation.DSMT4">
                  <p:embed/>
                </p:oleObj>
              </mc:Choice>
              <mc:Fallback>
                <p:oleObj name="Equation" r:id="rId12" imgW="571320" imgH="228600" progId="Equation.DSMT4">
                  <p:embed/>
                  <p:pic>
                    <p:nvPicPr>
                      <p:cNvPr id="0" name=""/>
                      <p:cNvPicPr/>
                      <p:nvPr/>
                    </p:nvPicPr>
                    <p:blipFill>
                      <a:blip r:embed="rId13"/>
                      <a:stretch>
                        <a:fillRect/>
                      </a:stretch>
                    </p:blipFill>
                    <p:spPr>
                      <a:xfrm>
                        <a:off x="604786" y="5101982"/>
                        <a:ext cx="571500" cy="2286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AA45F0E4-2117-450F-AD99-587E537F86C3}"/>
              </a:ext>
            </a:extLst>
          </p:cNvPr>
          <p:cNvGraphicFramePr>
            <a:graphicFrameLocks noChangeAspect="1"/>
          </p:cNvGraphicFramePr>
          <p:nvPr>
            <p:extLst>
              <p:ext uri="{D42A27DB-BD31-4B8C-83A1-F6EECF244321}">
                <p14:modId xmlns:p14="http://schemas.microsoft.com/office/powerpoint/2010/main" val="1168664946"/>
              </p:ext>
            </p:extLst>
          </p:nvPr>
        </p:nvGraphicFramePr>
        <p:xfrm>
          <a:off x="2384425" y="4975225"/>
          <a:ext cx="2035175" cy="608013"/>
        </p:xfrm>
        <a:graphic>
          <a:graphicData uri="http://schemas.openxmlformats.org/presentationml/2006/ole">
            <mc:AlternateContent xmlns:mc="http://schemas.openxmlformats.org/markup-compatibility/2006">
              <mc:Choice xmlns:v="urn:schemas-microsoft-com:vml" Requires="v">
                <p:oleObj name="Equation" r:id="rId14" imgW="2463480" imgH="736560" progId="Equation.DSMT4">
                  <p:embed/>
                </p:oleObj>
              </mc:Choice>
              <mc:Fallback>
                <p:oleObj name="Equation" r:id="rId14" imgW="2463480" imgH="736560" progId="Equation.DSMT4">
                  <p:embed/>
                  <p:pic>
                    <p:nvPicPr>
                      <p:cNvPr id="0" name=""/>
                      <p:cNvPicPr/>
                      <p:nvPr/>
                    </p:nvPicPr>
                    <p:blipFill>
                      <a:blip r:embed="rId15"/>
                      <a:stretch>
                        <a:fillRect/>
                      </a:stretch>
                    </p:blipFill>
                    <p:spPr>
                      <a:xfrm>
                        <a:off x="2384425" y="4975225"/>
                        <a:ext cx="2035175" cy="608013"/>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C4E33304-98AD-4473-BFC4-F173640BE0AC}"/>
              </a:ext>
            </a:extLst>
          </p:cNvPr>
          <p:cNvGraphicFramePr>
            <a:graphicFrameLocks noChangeAspect="1"/>
          </p:cNvGraphicFramePr>
          <p:nvPr>
            <p:extLst>
              <p:ext uri="{D42A27DB-BD31-4B8C-83A1-F6EECF244321}">
                <p14:modId xmlns:p14="http://schemas.microsoft.com/office/powerpoint/2010/main" val="295687473"/>
              </p:ext>
            </p:extLst>
          </p:nvPr>
        </p:nvGraphicFramePr>
        <p:xfrm>
          <a:off x="5468938" y="5035550"/>
          <a:ext cx="2112962" cy="484188"/>
        </p:xfrm>
        <a:graphic>
          <a:graphicData uri="http://schemas.openxmlformats.org/presentationml/2006/ole">
            <mc:AlternateContent xmlns:mc="http://schemas.openxmlformats.org/markup-compatibility/2006">
              <mc:Choice xmlns:v="urn:schemas-microsoft-com:vml" Requires="v">
                <p:oleObj name="Equation" r:id="rId16" imgW="2323800" imgH="533160" progId="Equation.DSMT4">
                  <p:embed/>
                </p:oleObj>
              </mc:Choice>
              <mc:Fallback>
                <p:oleObj name="Equation" r:id="rId16" imgW="2323800" imgH="533160" progId="Equation.DSMT4">
                  <p:embed/>
                  <p:pic>
                    <p:nvPicPr>
                      <p:cNvPr id="0" name=""/>
                      <p:cNvPicPr/>
                      <p:nvPr/>
                    </p:nvPicPr>
                    <p:blipFill>
                      <a:blip r:embed="rId17"/>
                      <a:stretch>
                        <a:fillRect/>
                      </a:stretch>
                    </p:blipFill>
                    <p:spPr>
                      <a:xfrm>
                        <a:off x="5468938" y="5035550"/>
                        <a:ext cx="2112962" cy="484188"/>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8468882-0A19-47FA-A10F-BDB4F9112CC9}"/>
              </a:ext>
            </a:extLst>
          </p:cNvPr>
          <p:cNvGraphicFramePr>
            <a:graphicFrameLocks noChangeAspect="1"/>
          </p:cNvGraphicFramePr>
          <p:nvPr>
            <p:extLst>
              <p:ext uri="{D42A27DB-BD31-4B8C-83A1-F6EECF244321}">
                <p14:modId xmlns:p14="http://schemas.microsoft.com/office/powerpoint/2010/main" val="2772230979"/>
              </p:ext>
            </p:extLst>
          </p:nvPr>
        </p:nvGraphicFramePr>
        <p:xfrm>
          <a:off x="601081" y="5743611"/>
          <a:ext cx="863600" cy="228600"/>
        </p:xfrm>
        <a:graphic>
          <a:graphicData uri="http://schemas.openxmlformats.org/presentationml/2006/ole">
            <mc:AlternateContent xmlns:mc="http://schemas.openxmlformats.org/markup-compatibility/2006">
              <mc:Choice xmlns:v="urn:schemas-microsoft-com:vml" Requires="v">
                <p:oleObj name="Equation" r:id="rId18" imgW="863280" imgH="228600" progId="Equation.DSMT4">
                  <p:embed/>
                </p:oleObj>
              </mc:Choice>
              <mc:Fallback>
                <p:oleObj name="Equation" r:id="rId18" imgW="863280" imgH="228600" progId="Equation.DSMT4">
                  <p:embed/>
                  <p:pic>
                    <p:nvPicPr>
                      <p:cNvPr id="0" name=""/>
                      <p:cNvPicPr/>
                      <p:nvPr/>
                    </p:nvPicPr>
                    <p:blipFill>
                      <a:blip r:embed="rId19"/>
                      <a:stretch>
                        <a:fillRect/>
                      </a:stretch>
                    </p:blipFill>
                    <p:spPr>
                      <a:xfrm>
                        <a:off x="601081" y="5743611"/>
                        <a:ext cx="863600" cy="2286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C80C2F56-A017-493D-82A4-53A519507A2A}"/>
              </a:ext>
            </a:extLst>
          </p:cNvPr>
          <p:cNvGraphicFramePr>
            <a:graphicFrameLocks noChangeAspect="1"/>
          </p:cNvGraphicFramePr>
          <p:nvPr>
            <p:extLst>
              <p:ext uri="{D42A27DB-BD31-4B8C-83A1-F6EECF244321}">
                <p14:modId xmlns:p14="http://schemas.microsoft.com/office/powerpoint/2010/main" val="2129994756"/>
              </p:ext>
            </p:extLst>
          </p:nvPr>
        </p:nvGraphicFramePr>
        <p:xfrm>
          <a:off x="2308225" y="5691188"/>
          <a:ext cx="2971800" cy="608012"/>
        </p:xfrm>
        <a:graphic>
          <a:graphicData uri="http://schemas.openxmlformats.org/presentationml/2006/ole">
            <mc:AlternateContent xmlns:mc="http://schemas.openxmlformats.org/markup-compatibility/2006">
              <mc:Choice xmlns:v="urn:schemas-microsoft-com:vml" Requires="v">
                <p:oleObj name="Equation" r:id="rId20" imgW="3593880" imgH="736560" progId="Equation.DSMT4">
                  <p:embed/>
                </p:oleObj>
              </mc:Choice>
              <mc:Fallback>
                <p:oleObj name="Equation" r:id="rId20" imgW="3593880" imgH="736560" progId="Equation.DSMT4">
                  <p:embed/>
                  <p:pic>
                    <p:nvPicPr>
                      <p:cNvPr id="0" name=""/>
                      <p:cNvPicPr/>
                      <p:nvPr/>
                    </p:nvPicPr>
                    <p:blipFill>
                      <a:blip r:embed="rId21"/>
                      <a:stretch>
                        <a:fillRect/>
                      </a:stretch>
                    </p:blipFill>
                    <p:spPr>
                      <a:xfrm>
                        <a:off x="2308225" y="5691188"/>
                        <a:ext cx="2971800" cy="608012"/>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9180D1F7-9B38-4E56-B5DC-FAEED2934DE8}"/>
              </a:ext>
            </a:extLst>
          </p:cNvPr>
          <p:cNvGraphicFramePr>
            <a:graphicFrameLocks noChangeAspect="1"/>
          </p:cNvGraphicFramePr>
          <p:nvPr>
            <p:extLst>
              <p:ext uri="{D42A27DB-BD31-4B8C-83A1-F6EECF244321}">
                <p14:modId xmlns:p14="http://schemas.microsoft.com/office/powerpoint/2010/main" val="2876786667"/>
              </p:ext>
            </p:extLst>
          </p:nvPr>
        </p:nvGraphicFramePr>
        <p:xfrm>
          <a:off x="5584825" y="5754688"/>
          <a:ext cx="2735263" cy="482600"/>
        </p:xfrm>
        <a:graphic>
          <a:graphicData uri="http://schemas.openxmlformats.org/presentationml/2006/ole">
            <mc:AlternateContent xmlns:mc="http://schemas.openxmlformats.org/markup-compatibility/2006">
              <mc:Choice xmlns:v="urn:schemas-microsoft-com:vml" Requires="v">
                <p:oleObj name="Equation" r:id="rId22" imgW="3314520" imgH="583920" progId="Equation.DSMT4">
                  <p:embed/>
                </p:oleObj>
              </mc:Choice>
              <mc:Fallback>
                <p:oleObj name="Equation" r:id="rId22" imgW="3314520" imgH="583920" progId="Equation.DSMT4">
                  <p:embed/>
                  <p:pic>
                    <p:nvPicPr>
                      <p:cNvPr id="28" name="Object 27">
                        <a:extLst>
                          <a:ext uri="{FF2B5EF4-FFF2-40B4-BE49-F238E27FC236}">
                            <a16:creationId xmlns:a16="http://schemas.microsoft.com/office/drawing/2014/main" id="{C80C2F56-A017-493D-82A4-53A519507A2A}"/>
                          </a:ext>
                        </a:extLst>
                      </p:cNvPr>
                      <p:cNvPicPr/>
                      <p:nvPr/>
                    </p:nvPicPr>
                    <p:blipFill>
                      <a:blip r:embed="rId23"/>
                      <a:stretch>
                        <a:fillRect/>
                      </a:stretch>
                    </p:blipFill>
                    <p:spPr>
                      <a:xfrm>
                        <a:off x="5584825" y="5754688"/>
                        <a:ext cx="2735263" cy="48260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1680046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92490"/>
            <a:ext cx="7709719" cy="903231"/>
          </a:xfrm>
        </p:spPr>
        <p:txBody>
          <a:bodyPr>
            <a:normAutofit fontScale="90000"/>
          </a:bodyPr>
          <a:lstStyle/>
          <a:p>
            <a:r>
              <a:rPr lang="en-US" dirty="0"/>
              <a:t>Uniform Continuous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7.2</a:t>
            </a:r>
            <a:endParaRPr lang="en-IN" b="1" dirty="0"/>
          </a:p>
        </p:txBody>
      </p:sp>
      <p:sp>
        <p:nvSpPr>
          <p:cNvPr id="4" name="Content Placeholder 3">
            <a:extLst>
              <a:ext uri="{FF2B5EF4-FFF2-40B4-BE49-F238E27FC236}">
                <a16:creationId xmlns:a16="http://schemas.microsoft.com/office/drawing/2014/main" id="{23A9A32D-CAB2-4794-AE8E-4568E97A8AE7}"/>
              </a:ext>
            </a:extLst>
          </p:cNvPr>
          <p:cNvSpPr>
            <a:spLocks noGrp="1"/>
          </p:cNvSpPr>
          <p:nvPr>
            <p:ph sz="quarter" idx="14"/>
          </p:nvPr>
        </p:nvSpPr>
        <p:spPr>
          <a:xfrm>
            <a:off x="342901" y="1268602"/>
            <a:ext cx="7886699" cy="755069"/>
          </a:xfrm>
        </p:spPr>
        <p:txBody>
          <a:bodyPr/>
          <a:lstStyle/>
          <a:p>
            <a:pPr marL="292608" indent="-292608">
              <a:buFont typeface="Arial" panose="020B0604020202020204" pitchFamily="34" charset="0"/>
              <a:buChar char="•"/>
            </a:pPr>
            <a:r>
              <a:rPr lang="en-US" sz="2200" dirty="0"/>
              <a:t>If </a:t>
            </a:r>
            <a:r>
              <a:rPr lang="en-US" sz="2200" i="1" dirty="0"/>
              <a:t>X </a:t>
            </a:r>
            <a:r>
              <a:rPr lang="en-US" sz="2200" dirty="0"/>
              <a:t>is a random variable that is uniformly distributed between </a:t>
            </a:r>
            <a:r>
              <a:rPr lang="en-US" sz="2200" i="1" dirty="0"/>
              <a:t>a </a:t>
            </a:r>
            <a:r>
              <a:rPr lang="en-US" sz="2200" dirty="0"/>
              <a:t>and </a:t>
            </a:r>
            <a:r>
              <a:rPr lang="en-US" sz="2200" i="1" dirty="0"/>
              <a:t>b</a:t>
            </a:r>
            <a:r>
              <a:rPr lang="en-US" sz="2200" dirty="0"/>
              <a:t>, its P</a:t>
            </a:r>
            <a:r>
              <a:rPr lang="en-US" sz="100" dirty="0"/>
              <a:t> </a:t>
            </a:r>
            <a:r>
              <a:rPr lang="en-US" sz="2200" dirty="0"/>
              <a:t>D</a:t>
            </a:r>
            <a:r>
              <a:rPr lang="en-US" sz="100" dirty="0"/>
              <a:t> </a:t>
            </a:r>
            <a:r>
              <a:rPr lang="en-US" sz="2200" dirty="0"/>
              <a:t>F has constant height, as shown.</a:t>
            </a:r>
          </a:p>
        </p:txBody>
      </p:sp>
      <p:sp>
        <p:nvSpPr>
          <p:cNvPr id="5" name="Content Placeholder 4">
            <a:extLst>
              <a:ext uri="{FF2B5EF4-FFF2-40B4-BE49-F238E27FC236}">
                <a16:creationId xmlns:a16="http://schemas.microsoft.com/office/drawing/2014/main" id="{0424ABC7-6BE7-4221-929D-C9F3974156B3}"/>
              </a:ext>
            </a:extLst>
          </p:cNvPr>
          <p:cNvSpPr>
            <a:spLocks noGrp="1"/>
          </p:cNvSpPr>
          <p:nvPr>
            <p:ph sz="quarter" idx="15"/>
          </p:nvPr>
        </p:nvSpPr>
        <p:spPr>
          <a:xfrm>
            <a:off x="342899" y="2103470"/>
            <a:ext cx="7709719" cy="380839"/>
          </a:xfrm>
        </p:spPr>
        <p:txBody>
          <a:bodyPr lIns="91440" tIns="0" rIns="0"/>
          <a:lstStyle/>
          <a:p>
            <a:pPr marL="292608" indent="-292608">
              <a:buFont typeface="Arial" panose="020B0604020202020204" pitchFamily="34" charset="0"/>
              <a:buChar char="•"/>
            </a:pPr>
            <a:r>
              <a:rPr lang="en-IN" sz="2200" dirty="0"/>
              <a:t>The uniform continuous distribution is sometimes denoted</a:t>
            </a:r>
            <a:endParaRPr lang="en-US" sz="2200" dirty="0"/>
          </a:p>
        </p:txBody>
      </p:sp>
      <p:graphicFrame>
        <p:nvGraphicFramePr>
          <p:cNvPr id="9" name="Object 8">
            <a:extLst>
              <a:ext uri="{FF2B5EF4-FFF2-40B4-BE49-F238E27FC236}">
                <a16:creationId xmlns:a16="http://schemas.microsoft.com/office/drawing/2014/main" id="{03F210BA-4B7A-461F-BDDA-3FB0CC65DB2C}"/>
              </a:ext>
            </a:extLst>
          </p:cNvPr>
          <p:cNvGraphicFramePr>
            <a:graphicFrameLocks noChangeAspect="1"/>
          </p:cNvGraphicFramePr>
          <p:nvPr>
            <p:extLst>
              <p:ext uri="{D42A27DB-BD31-4B8C-83A1-F6EECF244321}">
                <p14:modId xmlns:p14="http://schemas.microsoft.com/office/powerpoint/2010/main" val="2683834814"/>
              </p:ext>
            </p:extLst>
          </p:nvPr>
        </p:nvGraphicFramePr>
        <p:xfrm>
          <a:off x="725488" y="2536825"/>
          <a:ext cx="963612" cy="419100"/>
        </p:xfrm>
        <a:graphic>
          <a:graphicData uri="http://schemas.openxmlformats.org/presentationml/2006/ole">
            <mc:AlternateContent xmlns:mc="http://schemas.openxmlformats.org/markup-compatibility/2006">
              <mc:Choice xmlns:v="urn:schemas-microsoft-com:vml" Requires="v">
                <p:oleObj name="Equation" r:id="rId2" imgW="876240" imgH="380880" progId="Equation.DSMT4">
                  <p:embed/>
                </p:oleObj>
              </mc:Choice>
              <mc:Fallback>
                <p:oleObj name="Equation" r:id="rId2" imgW="876240" imgH="380880" progId="Equation.DSMT4">
                  <p:embed/>
                  <p:pic>
                    <p:nvPicPr>
                      <p:cNvPr id="0" name=""/>
                      <p:cNvPicPr/>
                      <p:nvPr/>
                    </p:nvPicPr>
                    <p:blipFill>
                      <a:blip r:embed="rId3"/>
                      <a:stretch>
                        <a:fillRect/>
                      </a:stretch>
                    </p:blipFill>
                    <p:spPr>
                      <a:xfrm>
                        <a:off x="725488" y="2536825"/>
                        <a:ext cx="963612" cy="419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074C7A82-23BC-4D87-8784-66DA1AB69B48}"/>
              </a:ext>
            </a:extLst>
          </p:cNvPr>
          <p:cNvSpPr>
            <a:spLocks noGrp="1"/>
          </p:cNvSpPr>
          <p:nvPr>
            <p:ph sz="quarter" idx="16"/>
          </p:nvPr>
        </p:nvSpPr>
        <p:spPr>
          <a:xfrm>
            <a:off x="1781646" y="2541634"/>
            <a:ext cx="6627524" cy="378154"/>
          </a:xfrm>
        </p:spPr>
        <p:txBody>
          <a:bodyPr lIns="0" tIns="0"/>
          <a:lstStyle/>
          <a:p>
            <a:r>
              <a:rPr lang="en-US" sz="2200" dirty="0"/>
              <a:t>for short. Its mean and standard deviation are show.</a:t>
            </a:r>
            <a:endParaRPr lang="en-US" sz="2200" i="1" dirty="0"/>
          </a:p>
        </p:txBody>
      </p:sp>
      <p:sp>
        <p:nvSpPr>
          <p:cNvPr id="7" name="Content Placeholder 6">
            <a:extLst>
              <a:ext uri="{FF2B5EF4-FFF2-40B4-BE49-F238E27FC236}">
                <a16:creationId xmlns:a16="http://schemas.microsoft.com/office/drawing/2014/main" id="{8B5AEC7B-FBB8-4E21-B8B2-F3E58C3315A1}"/>
              </a:ext>
            </a:extLst>
          </p:cNvPr>
          <p:cNvSpPr>
            <a:spLocks noGrp="1"/>
          </p:cNvSpPr>
          <p:nvPr>
            <p:ph sz="quarter" idx="17"/>
          </p:nvPr>
        </p:nvSpPr>
        <p:spPr>
          <a:xfrm>
            <a:off x="342899" y="3031026"/>
            <a:ext cx="7946662" cy="356752"/>
          </a:xfrm>
        </p:spPr>
        <p:txBody>
          <a:bodyPr lIns="91440" tIns="0"/>
          <a:lstStyle/>
          <a:p>
            <a:pPr marL="292608" indent="-292608">
              <a:buFont typeface="Arial" panose="020B0604020202020204" pitchFamily="34" charset="0"/>
              <a:buChar char="•"/>
            </a:pPr>
            <a:r>
              <a:rPr lang="en-US" sz="2200" dirty="0"/>
              <a:t>The area under the curve is 1 by multiplying its base (</a:t>
            </a:r>
            <a:r>
              <a:rPr lang="en-US" sz="2200" i="1" dirty="0"/>
              <a:t>b </a:t>
            </a:r>
            <a:r>
              <a:rPr lang="en-US" sz="2200" dirty="0"/>
              <a:t>− </a:t>
            </a:r>
            <a:r>
              <a:rPr lang="en-US" sz="2200" i="1" dirty="0"/>
              <a:t>a</a:t>
            </a:r>
            <a:r>
              <a:rPr lang="en-US" sz="2200" dirty="0"/>
              <a:t>)</a:t>
            </a:r>
          </a:p>
        </p:txBody>
      </p:sp>
      <p:sp>
        <p:nvSpPr>
          <p:cNvPr id="8" name="Content Placeholder 7">
            <a:extLst>
              <a:ext uri="{FF2B5EF4-FFF2-40B4-BE49-F238E27FC236}">
                <a16:creationId xmlns:a16="http://schemas.microsoft.com/office/drawing/2014/main" id="{FE34F757-2614-4213-8229-3B35E6F93CB9}"/>
              </a:ext>
            </a:extLst>
          </p:cNvPr>
          <p:cNvSpPr>
            <a:spLocks noGrp="1"/>
          </p:cNvSpPr>
          <p:nvPr>
            <p:ph sz="quarter" idx="18"/>
          </p:nvPr>
        </p:nvSpPr>
        <p:spPr>
          <a:xfrm>
            <a:off x="342900" y="3443313"/>
            <a:ext cx="2040536" cy="364191"/>
          </a:xfrm>
        </p:spPr>
        <p:txBody>
          <a:bodyPr lIns="91440" tIns="0"/>
          <a:lstStyle/>
          <a:p>
            <a:pPr lvl="1" indent="0">
              <a:buNone/>
            </a:pPr>
            <a:r>
              <a:rPr lang="en-US" sz="2200" dirty="0"/>
              <a:t>by its height</a:t>
            </a:r>
          </a:p>
        </p:txBody>
      </p:sp>
      <p:graphicFrame>
        <p:nvGraphicFramePr>
          <p:cNvPr id="11" name="Object 10">
            <a:extLst>
              <a:ext uri="{FF2B5EF4-FFF2-40B4-BE49-F238E27FC236}">
                <a16:creationId xmlns:a16="http://schemas.microsoft.com/office/drawing/2014/main" id="{2031549C-2C36-47B7-BC69-8C143E169808}"/>
              </a:ext>
            </a:extLst>
          </p:cNvPr>
          <p:cNvGraphicFramePr>
            <a:graphicFrameLocks noChangeAspect="1"/>
          </p:cNvGraphicFramePr>
          <p:nvPr>
            <p:extLst>
              <p:ext uri="{D42A27DB-BD31-4B8C-83A1-F6EECF244321}">
                <p14:modId xmlns:p14="http://schemas.microsoft.com/office/powerpoint/2010/main" val="3286023748"/>
              </p:ext>
            </p:extLst>
          </p:nvPr>
        </p:nvGraphicFramePr>
        <p:xfrm>
          <a:off x="2323140" y="3420006"/>
          <a:ext cx="1131570" cy="419100"/>
        </p:xfrm>
        <a:graphic>
          <a:graphicData uri="http://schemas.openxmlformats.org/presentationml/2006/ole">
            <mc:AlternateContent xmlns:mc="http://schemas.openxmlformats.org/markup-compatibility/2006">
              <mc:Choice xmlns:v="urn:schemas-microsoft-com:vml" Requires="v">
                <p:oleObj name="Equation" r:id="rId4" imgW="1028520" imgH="380880" progId="Equation.DSMT4">
                  <p:embed/>
                </p:oleObj>
              </mc:Choice>
              <mc:Fallback>
                <p:oleObj name="Equation" r:id="rId4" imgW="1028520" imgH="380880" progId="Equation.DSMT4">
                  <p:embed/>
                  <p:pic>
                    <p:nvPicPr>
                      <p:cNvPr id="0" name=""/>
                      <p:cNvPicPr/>
                      <p:nvPr/>
                    </p:nvPicPr>
                    <p:blipFill>
                      <a:blip r:embed="rId5"/>
                      <a:stretch>
                        <a:fillRect/>
                      </a:stretch>
                    </p:blipFill>
                    <p:spPr>
                      <a:xfrm>
                        <a:off x="2323140" y="3420006"/>
                        <a:ext cx="1131570" cy="419100"/>
                      </a:xfrm>
                      <a:prstGeom prst="rect">
                        <a:avLst/>
                      </a:prstGeom>
                    </p:spPr>
                  </p:pic>
                </p:oleObj>
              </mc:Fallback>
            </mc:AlternateContent>
          </a:graphicData>
        </a:graphic>
      </p:graphicFrame>
      <p:pic>
        <p:nvPicPr>
          <p:cNvPr id="12" name="Picture 11" descr="Uniform density curve from a to b with a height of 1 over b minus a (shape is a rectangle) and the uniform CDF, which is linear.">
            <a:extLst>
              <a:ext uri="{FF2B5EF4-FFF2-40B4-BE49-F238E27FC236}">
                <a16:creationId xmlns:a16="http://schemas.microsoft.com/office/drawing/2014/main" id="{D5BDCEE1-6936-42B2-8463-CA3D19279D58}"/>
              </a:ext>
            </a:extLst>
          </p:cNvPr>
          <p:cNvPicPr>
            <a:picLocks noChangeAspect="1"/>
          </p:cNvPicPr>
          <p:nvPr/>
        </p:nvPicPr>
        <p:blipFill>
          <a:blip r:embed="rId6"/>
          <a:stretch>
            <a:fillRect/>
          </a:stretch>
        </p:blipFill>
        <p:spPr>
          <a:xfrm>
            <a:off x="1247940" y="4045365"/>
            <a:ext cx="6805943" cy="2078362"/>
          </a:xfrm>
          <a:prstGeom prst="rect">
            <a:avLst/>
          </a:prstGeom>
        </p:spPr>
      </p:pic>
      <p:sp>
        <p:nvSpPr>
          <p:cNvPr id="15" name="Text Placeholder 14">
            <a:extLst>
              <a:ext uri="{FF2B5EF4-FFF2-40B4-BE49-F238E27FC236}">
                <a16:creationId xmlns:a16="http://schemas.microsoft.com/office/drawing/2014/main" id="{8F14FC76-1130-4AF6-ACBE-D3145CB3D06F}"/>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9</a:t>
            </a:fld>
            <a:endParaRPr lang="en-US"/>
          </a:p>
        </p:txBody>
      </p:sp>
    </p:spTree>
    <p:extLst>
      <p:ext uri="{BB962C8B-B14F-4D97-AF65-F5344CB8AC3E}">
        <p14:creationId xmlns:p14="http://schemas.microsoft.com/office/powerpoint/2010/main" val="237083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55070"/>
            <a:ext cx="7709719" cy="978070"/>
          </a:xfrm>
        </p:spPr>
        <p:txBody>
          <a:bodyPr>
            <a:normAutofit fontScale="90000"/>
          </a:bodyPr>
          <a:lstStyle/>
          <a:p>
            <a:r>
              <a:rPr lang="en-US" dirty="0"/>
              <a:t>Characteristics of the Uniform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7.2</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2860246066"/>
              </p:ext>
            </p:extLst>
          </p:nvPr>
        </p:nvGraphicFramePr>
        <p:xfrm>
          <a:off x="1169233" y="1397000"/>
          <a:ext cx="6450767" cy="4994787"/>
        </p:xfrm>
        <a:graphic>
          <a:graphicData uri="http://schemas.openxmlformats.org/drawingml/2006/table">
            <a:tbl>
              <a:tblPr firstRow="1" bandRow="1">
                <a:tableStyleId>{5C22544A-7EE6-4342-B048-85BDC9FD1C3A}</a:tableStyleId>
              </a:tblPr>
              <a:tblGrid>
                <a:gridCol w="2473377">
                  <a:extLst>
                    <a:ext uri="{9D8B030D-6E8A-4147-A177-3AD203B41FA5}">
                      <a16:colId xmlns:a16="http://schemas.microsoft.com/office/drawing/2014/main" val="577382237"/>
                    </a:ext>
                  </a:extLst>
                </a:gridCol>
                <a:gridCol w="3977390">
                  <a:extLst>
                    <a:ext uri="{9D8B030D-6E8A-4147-A177-3AD203B41FA5}">
                      <a16:colId xmlns:a16="http://schemas.microsoft.com/office/drawing/2014/main" val="1076989983"/>
                    </a:ext>
                  </a:extLst>
                </a:gridCol>
              </a:tblGrid>
              <a:tr h="608781">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484453"/>
                  </a:ext>
                </a:extLst>
              </a:tr>
              <a:tr h="69809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3719792"/>
                  </a:ext>
                </a:extLst>
              </a:tr>
              <a:tr h="727587">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3920351"/>
                  </a:ext>
                </a:extLst>
              </a:tr>
              <a:tr h="373626">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837222"/>
                  </a:ext>
                </a:extLst>
              </a:tr>
              <a:tr h="678426">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586626"/>
                  </a:ext>
                </a:extLst>
              </a:tr>
              <a:tr h="727587">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135061"/>
                  </a:ext>
                </a:extLst>
              </a:tr>
              <a:tr h="344129">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3692399"/>
                  </a:ext>
                </a:extLst>
              </a:tr>
              <a:tr h="4306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3213687"/>
                  </a:ext>
                </a:extLst>
              </a:tr>
              <a:tr h="3842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5155877"/>
                  </a:ext>
                </a:extLst>
              </a:tr>
            </a:tbl>
          </a:graphicData>
        </a:graphic>
      </p:graphicFrame>
      <p:graphicFrame>
        <p:nvGraphicFramePr>
          <p:cNvPr id="4" name="Object 3">
            <a:extLst>
              <a:ext uri="{FF2B5EF4-FFF2-40B4-BE49-F238E27FC236}">
                <a16:creationId xmlns:a16="http://schemas.microsoft.com/office/drawing/2014/main" id="{8EC9D21D-40AE-4471-835A-ADAFEBDC1F46}"/>
              </a:ext>
            </a:extLst>
          </p:cNvPr>
          <p:cNvGraphicFramePr>
            <a:graphicFrameLocks noChangeAspect="1"/>
          </p:cNvGraphicFramePr>
          <p:nvPr>
            <p:extLst>
              <p:ext uri="{D42A27DB-BD31-4B8C-83A1-F6EECF244321}">
                <p14:modId xmlns:p14="http://schemas.microsoft.com/office/powerpoint/2010/main" val="4207939227"/>
              </p:ext>
            </p:extLst>
          </p:nvPr>
        </p:nvGraphicFramePr>
        <p:xfrm>
          <a:off x="1228225" y="1468746"/>
          <a:ext cx="1054100" cy="228600"/>
        </p:xfrm>
        <a:graphic>
          <a:graphicData uri="http://schemas.openxmlformats.org/presentationml/2006/ole">
            <mc:AlternateContent xmlns:mc="http://schemas.openxmlformats.org/markup-compatibility/2006">
              <mc:Choice xmlns:v="urn:schemas-microsoft-com:vml" Requires="v">
                <p:oleObj name="Equation" r:id="rId2" imgW="1054080" imgH="228600" progId="Equation.DSMT4">
                  <p:embed/>
                </p:oleObj>
              </mc:Choice>
              <mc:Fallback>
                <p:oleObj name="Equation" r:id="rId2" imgW="1054080" imgH="228600" progId="Equation.DSMT4">
                  <p:embed/>
                  <p:pic>
                    <p:nvPicPr>
                      <p:cNvPr id="0" name=""/>
                      <p:cNvPicPr/>
                      <p:nvPr/>
                    </p:nvPicPr>
                    <p:blipFill>
                      <a:blip r:embed="rId3"/>
                      <a:stretch>
                        <a:fillRect/>
                      </a:stretch>
                    </p:blipFill>
                    <p:spPr>
                      <a:xfrm>
                        <a:off x="1228225" y="1468746"/>
                        <a:ext cx="1054100" cy="2286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F81DC159-EC25-455B-B1AC-9B546D0DEF49}"/>
              </a:ext>
            </a:extLst>
          </p:cNvPr>
          <p:cNvGraphicFramePr>
            <a:graphicFrameLocks noChangeAspect="1"/>
          </p:cNvGraphicFramePr>
          <p:nvPr>
            <p:extLst>
              <p:ext uri="{D42A27DB-BD31-4B8C-83A1-F6EECF244321}">
                <p14:modId xmlns:p14="http://schemas.microsoft.com/office/powerpoint/2010/main" val="1023420657"/>
              </p:ext>
            </p:extLst>
          </p:nvPr>
        </p:nvGraphicFramePr>
        <p:xfrm>
          <a:off x="3707462" y="1439706"/>
          <a:ext cx="1397000" cy="228600"/>
        </p:xfrm>
        <a:graphic>
          <a:graphicData uri="http://schemas.openxmlformats.org/presentationml/2006/ole">
            <mc:AlternateContent xmlns:mc="http://schemas.openxmlformats.org/markup-compatibility/2006">
              <mc:Choice xmlns:v="urn:schemas-microsoft-com:vml" Requires="v">
                <p:oleObj name="Equation" r:id="rId4" imgW="1396800" imgH="228600" progId="Equation.DSMT4">
                  <p:embed/>
                </p:oleObj>
              </mc:Choice>
              <mc:Fallback>
                <p:oleObj name="Equation" r:id="rId4" imgW="1396800" imgH="228600" progId="Equation.DSMT4">
                  <p:embed/>
                  <p:pic>
                    <p:nvPicPr>
                      <p:cNvPr id="0" name=""/>
                      <p:cNvPicPr/>
                      <p:nvPr/>
                    </p:nvPicPr>
                    <p:blipFill>
                      <a:blip r:embed="rId5"/>
                      <a:stretch>
                        <a:fillRect/>
                      </a:stretch>
                    </p:blipFill>
                    <p:spPr>
                      <a:xfrm>
                        <a:off x="3707462" y="1439706"/>
                        <a:ext cx="1397000" cy="2286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BDFC4A8-F403-4BCD-B0A1-72D62DD62972}"/>
              </a:ext>
            </a:extLst>
          </p:cNvPr>
          <p:cNvGraphicFramePr>
            <a:graphicFrameLocks noChangeAspect="1"/>
          </p:cNvGraphicFramePr>
          <p:nvPr>
            <p:extLst>
              <p:ext uri="{D42A27DB-BD31-4B8C-83A1-F6EECF244321}">
                <p14:modId xmlns:p14="http://schemas.microsoft.com/office/powerpoint/2010/main" val="1015398762"/>
              </p:ext>
            </p:extLst>
          </p:nvPr>
        </p:nvGraphicFramePr>
        <p:xfrm>
          <a:off x="3722452" y="1702946"/>
          <a:ext cx="1397000" cy="266700"/>
        </p:xfrm>
        <a:graphic>
          <a:graphicData uri="http://schemas.openxmlformats.org/presentationml/2006/ole">
            <mc:AlternateContent xmlns:mc="http://schemas.openxmlformats.org/markup-compatibility/2006">
              <mc:Choice xmlns:v="urn:schemas-microsoft-com:vml" Requires="v">
                <p:oleObj name="Equation" r:id="rId6" imgW="1396800" imgH="266400" progId="Equation.DSMT4">
                  <p:embed/>
                </p:oleObj>
              </mc:Choice>
              <mc:Fallback>
                <p:oleObj name="Equation" r:id="rId6" imgW="1396800" imgH="266400" progId="Equation.DSMT4">
                  <p:embed/>
                  <p:pic>
                    <p:nvPicPr>
                      <p:cNvPr id="0" name=""/>
                      <p:cNvPicPr/>
                      <p:nvPr/>
                    </p:nvPicPr>
                    <p:blipFill>
                      <a:blip r:embed="rId7"/>
                      <a:stretch>
                        <a:fillRect/>
                      </a:stretch>
                    </p:blipFill>
                    <p:spPr>
                      <a:xfrm>
                        <a:off x="3722452" y="1702946"/>
                        <a:ext cx="1397000" cy="2667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3F1440A5-98EA-411D-A13E-8198DD1B4FBC}"/>
              </a:ext>
            </a:extLst>
          </p:cNvPr>
          <p:cNvGraphicFramePr>
            <a:graphicFrameLocks noChangeAspect="1"/>
          </p:cNvGraphicFramePr>
          <p:nvPr>
            <p:extLst>
              <p:ext uri="{D42A27DB-BD31-4B8C-83A1-F6EECF244321}">
                <p14:modId xmlns:p14="http://schemas.microsoft.com/office/powerpoint/2010/main" val="1134002265"/>
              </p:ext>
            </p:extLst>
          </p:nvPr>
        </p:nvGraphicFramePr>
        <p:xfrm>
          <a:off x="1272446" y="2114191"/>
          <a:ext cx="457200" cy="215900"/>
        </p:xfrm>
        <a:graphic>
          <a:graphicData uri="http://schemas.openxmlformats.org/presentationml/2006/ole">
            <mc:AlternateContent xmlns:mc="http://schemas.openxmlformats.org/markup-compatibility/2006">
              <mc:Choice xmlns:v="urn:schemas-microsoft-com:vml" Requires="v">
                <p:oleObj name="Equation" r:id="rId8" imgW="457200" imgH="215640" progId="Equation.DSMT4">
                  <p:embed/>
                </p:oleObj>
              </mc:Choice>
              <mc:Fallback>
                <p:oleObj name="Equation" r:id="rId8" imgW="457200" imgH="215640" progId="Equation.DSMT4">
                  <p:embed/>
                  <p:pic>
                    <p:nvPicPr>
                      <p:cNvPr id="0" name=""/>
                      <p:cNvPicPr/>
                      <p:nvPr/>
                    </p:nvPicPr>
                    <p:blipFill>
                      <a:blip r:embed="rId9"/>
                      <a:stretch>
                        <a:fillRect/>
                      </a:stretch>
                    </p:blipFill>
                    <p:spPr>
                      <a:xfrm>
                        <a:off x="1272446" y="2114191"/>
                        <a:ext cx="457200" cy="2159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FE5A0BD0-035C-4ABD-BCAB-D28F0CE053F7}"/>
              </a:ext>
            </a:extLst>
          </p:cNvPr>
          <p:cNvGraphicFramePr>
            <a:graphicFrameLocks noChangeAspect="1"/>
          </p:cNvGraphicFramePr>
          <p:nvPr>
            <p:extLst>
              <p:ext uri="{D42A27DB-BD31-4B8C-83A1-F6EECF244321}">
                <p14:modId xmlns:p14="http://schemas.microsoft.com/office/powerpoint/2010/main" val="1332578734"/>
              </p:ext>
            </p:extLst>
          </p:nvPr>
        </p:nvGraphicFramePr>
        <p:xfrm>
          <a:off x="3779838" y="2041525"/>
          <a:ext cx="1371600" cy="609600"/>
        </p:xfrm>
        <a:graphic>
          <a:graphicData uri="http://schemas.openxmlformats.org/presentationml/2006/ole">
            <mc:AlternateContent xmlns:mc="http://schemas.openxmlformats.org/markup-compatibility/2006">
              <mc:Choice xmlns:v="urn:schemas-microsoft-com:vml" Requires="v">
                <p:oleObj name="Equation" r:id="rId10" imgW="1371600" imgH="609480" progId="Equation.DSMT4">
                  <p:embed/>
                </p:oleObj>
              </mc:Choice>
              <mc:Fallback>
                <p:oleObj name="Equation" r:id="rId10" imgW="1371600" imgH="609480" progId="Equation.DSMT4">
                  <p:embed/>
                  <p:pic>
                    <p:nvPicPr>
                      <p:cNvPr id="0" name=""/>
                      <p:cNvPicPr/>
                      <p:nvPr/>
                    </p:nvPicPr>
                    <p:blipFill>
                      <a:blip r:embed="rId11"/>
                      <a:stretch>
                        <a:fillRect/>
                      </a:stretch>
                    </p:blipFill>
                    <p:spPr>
                      <a:xfrm>
                        <a:off x="3779838" y="2041525"/>
                        <a:ext cx="1371600" cy="6096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C7603ADE-7148-4DA8-A7AE-9C285CF09E05}"/>
              </a:ext>
            </a:extLst>
          </p:cNvPr>
          <p:cNvGraphicFramePr>
            <a:graphicFrameLocks noChangeAspect="1"/>
          </p:cNvGraphicFramePr>
          <p:nvPr>
            <p:extLst>
              <p:ext uri="{D42A27DB-BD31-4B8C-83A1-F6EECF244321}">
                <p14:modId xmlns:p14="http://schemas.microsoft.com/office/powerpoint/2010/main" val="2046641359"/>
              </p:ext>
            </p:extLst>
          </p:nvPr>
        </p:nvGraphicFramePr>
        <p:xfrm>
          <a:off x="1249916" y="2815765"/>
          <a:ext cx="482600" cy="228600"/>
        </p:xfrm>
        <a:graphic>
          <a:graphicData uri="http://schemas.openxmlformats.org/presentationml/2006/ole">
            <mc:AlternateContent xmlns:mc="http://schemas.openxmlformats.org/markup-compatibility/2006">
              <mc:Choice xmlns:v="urn:schemas-microsoft-com:vml" Requires="v">
                <p:oleObj name="Equation" r:id="rId12" imgW="482400" imgH="228600" progId="Equation.DSMT4">
                  <p:embed/>
                </p:oleObj>
              </mc:Choice>
              <mc:Fallback>
                <p:oleObj name="Equation" r:id="rId12" imgW="482400" imgH="228600" progId="Equation.DSMT4">
                  <p:embed/>
                  <p:pic>
                    <p:nvPicPr>
                      <p:cNvPr id="0" name=""/>
                      <p:cNvPicPr/>
                      <p:nvPr/>
                    </p:nvPicPr>
                    <p:blipFill>
                      <a:blip r:embed="rId13"/>
                      <a:stretch>
                        <a:fillRect/>
                      </a:stretch>
                    </p:blipFill>
                    <p:spPr>
                      <a:xfrm>
                        <a:off x="1249916" y="2815765"/>
                        <a:ext cx="482600" cy="2286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6DBEACC-6735-4911-9524-E58036CDBEC1}"/>
              </a:ext>
            </a:extLst>
          </p:cNvPr>
          <p:cNvGraphicFramePr>
            <a:graphicFrameLocks noChangeAspect="1"/>
          </p:cNvGraphicFramePr>
          <p:nvPr>
            <p:extLst>
              <p:ext uri="{D42A27DB-BD31-4B8C-83A1-F6EECF244321}">
                <p14:modId xmlns:p14="http://schemas.microsoft.com/office/powerpoint/2010/main" val="385179717"/>
              </p:ext>
            </p:extLst>
          </p:nvPr>
        </p:nvGraphicFramePr>
        <p:xfrm>
          <a:off x="3770313" y="2755900"/>
          <a:ext cx="1892300" cy="609600"/>
        </p:xfrm>
        <a:graphic>
          <a:graphicData uri="http://schemas.openxmlformats.org/presentationml/2006/ole">
            <mc:AlternateContent xmlns:mc="http://schemas.openxmlformats.org/markup-compatibility/2006">
              <mc:Choice xmlns:v="urn:schemas-microsoft-com:vml" Requires="v">
                <p:oleObj name="Equation" r:id="rId14" imgW="1892160" imgH="609480" progId="Equation.DSMT4">
                  <p:embed/>
                </p:oleObj>
              </mc:Choice>
              <mc:Fallback>
                <p:oleObj name="Equation" r:id="rId14" imgW="1892160" imgH="609480" progId="Equation.DSMT4">
                  <p:embed/>
                  <p:pic>
                    <p:nvPicPr>
                      <p:cNvPr id="0" name=""/>
                      <p:cNvPicPr/>
                      <p:nvPr/>
                    </p:nvPicPr>
                    <p:blipFill>
                      <a:blip r:embed="rId15"/>
                      <a:stretch>
                        <a:fillRect/>
                      </a:stretch>
                    </p:blipFill>
                    <p:spPr>
                      <a:xfrm>
                        <a:off x="3770313" y="2755900"/>
                        <a:ext cx="1892300" cy="6096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89483D2-90F7-48AD-8DF8-C8BFE2DEF5F4}"/>
              </a:ext>
            </a:extLst>
          </p:cNvPr>
          <p:cNvGraphicFramePr>
            <a:graphicFrameLocks noChangeAspect="1"/>
          </p:cNvGraphicFramePr>
          <p:nvPr>
            <p:extLst>
              <p:ext uri="{D42A27DB-BD31-4B8C-83A1-F6EECF244321}">
                <p14:modId xmlns:p14="http://schemas.microsoft.com/office/powerpoint/2010/main" val="773112300"/>
              </p:ext>
            </p:extLst>
          </p:nvPr>
        </p:nvGraphicFramePr>
        <p:xfrm>
          <a:off x="1249916" y="3536433"/>
          <a:ext cx="787400" cy="228600"/>
        </p:xfrm>
        <a:graphic>
          <a:graphicData uri="http://schemas.openxmlformats.org/presentationml/2006/ole">
            <mc:AlternateContent xmlns:mc="http://schemas.openxmlformats.org/markup-compatibility/2006">
              <mc:Choice xmlns:v="urn:schemas-microsoft-com:vml" Requires="v">
                <p:oleObj name="Equation" r:id="rId16" imgW="787320" imgH="228600" progId="Equation.DSMT4">
                  <p:embed/>
                </p:oleObj>
              </mc:Choice>
              <mc:Fallback>
                <p:oleObj name="Equation" r:id="rId16" imgW="787320" imgH="228600" progId="Equation.DSMT4">
                  <p:embed/>
                  <p:pic>
                    <p:nvPicPr>
                      <p:cNvPr id="0" name=""/>
                      <p:cNvPicPr/>
                      <p:nvPr/>
                    </p:nvPicPr>
                    <p:blipFill>
                      <a:blip r:embed="rId17"/>
                      <a:stretch>
                        <a:fillRect/>
                      </a:stretch>
                    </p:blipFill>
                    <p:spPr>
                      <a:xfrm>
                        <a:off x="1249916" y="3536433"/>
                        <a:ext cx="787400" cy="2286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848C0C2D-5750-484D-9869-6341A66E2F1F}"/>
              </a:ext>
            </a:extLst>
          </p:cNvPr>
          <p:cNvGraphicFramePr>
            <a:graphicFrameLocks noChangeAspect="1"/>
          </p:cNvGraphicFramePr>
          <p:nvPr>
            <p:extLst>
              <p:ext uri="{D42A27DB-BD31-4B8C-83A1-F6EECF244321}">
                <p14:modId xmlns:p14="http://schemas.microsoft.com/office/powerpoint/2010/main" val="3591634300"/>
              </p:ext>
            </p:extLst>
          </p:nvPr>
        </p:nvGraphicFramePr>
        <p:xfrm>
          <a:off x="3722452" y="3474400"/>
          <a:ext cx="1047750" cy="279400"/>
        </p:xfrm>
        <a:graphic>
          <a:graphicData uri="http://schemas.openxmlformats.org/presentationml/2006/ole">
            <mc:AlternateContent xmlns:mc="http://schemas.openxmlformats.org/markup-compatibility/2006">
              <mc:Choice xmlns:v="urn:schemas-microsoft-com:vml" Requires="v">
                <p:oleObj name="Equation" r:id="rId18" imgW="952200" imgH="253800" progId="Equation.DSMT4">
                  <p:embed/>
                </p:oleObj>
              </mc:Choice>
              <mc:Fallback>
                <p:oleObj name="Equation" r:id="rId18" imgW="952200" imgH="253800" progId="Equation.DSMT4">
                  <p:embed/>
                  <p:pic>
                    <p:nvPicPr>
                      <p:cNvPr id="0" name=""/>
                      <p:cNvPicPr/>
                      <p:nvPr/>
                    </p:nvPicPr>
                    <p:blipFill>
                      <a:blip r:embed="rId19"/>
                      <a:stretch>
                        <a:fillRect/>
                      </a:stretch>
                    </p:blipFill>
                    <p:spPr>
                      <a:xfrm>
                        <a:off x="3722452" y="3474400"/>
                        <a:ext cx="1047750" cy="2794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D22AA9A1-8DFE-4DED-90CC-A657C279B49A}"/>
              </a:ext>
            </a:extLst>
          </p:cNvPr>
          <p:cNvGraphicFramePr>
            <a:graphicFrameLocks noChangeAspect="1"/>
          </p:cNvGraphicFramePr>
          <p:nvPr>
            <p:extLst>
              <p:ext uri="{D42A27DB-BD31-4B8C-83A1-F6EECF244321}">
                <p14:modId xmlns:p14="http://schemas.microsoft.com/office/powerpoint/2010/main" val="2153183616"/>
              </p:ext>
            </p:extLst>
          </p:nvPr>
        </p:nvGraphicFramePr>
        <p:xfrm>
          <a:off x="1238250" y="3977795"/>
          <a:ext cx="571500" cy="228600"/>
        </p:xfrm>
        <a:graphic>
          <a:graphicData uri="http://schemas.openxmlformats.org/presentationml/2006/ole">
            <mc:AlternateContent xmlns:mc="http://schemas.openxmlformats.org/markup-compatibility/2006">
              <mc:Choice xmlns:v="urn:schemas-microsoft-com:vml" Requires="v">
                <p:oleObj name="Equation" r:id="rId20" imgW="571320" imgH="228600" progId="Equation.DSMT4">
                  <p:embed/>
                </p:oleObj>
              </mc:Choice>
              <mc:Fallback>
                <p:oleObj name="Equation" r:id="rId20" imgW="571320" imgH="228600" progId="Equation.DSMT4">
                  <p:embed/>
                  <p:pic>
                    <p:nvPicPr>
                      <p:cNvPr id="0" name=""/>
                      <p:cNvPicPr/>
                      <p:nvPr/>
                    </p:nvPicPr>
                    <p:blipFill>
                      <a:blip r:embed="rId21"/>
                      <a:stretch>
                        <a:fillRect/>
                      </a:stretch>
                    </p:blipFill>
                    <p:spPr>
                      <a:xfrm>
                        <a:off x="1238250" y="3977795"/>
                        <a:ext cx="571500" cy="2286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20F20BB2-6128-42F9-B19B-47C9558626A8}"/>
              </a:ext>
            </a:extLst>
          </p:cNvPr>
          <p:cNvGraphicFramePr>
            <a:graphicFrameLocks noChangeAspect="1"/>
          </p:cNvGraphicFramePr>
          <p:nvPr>
            <p:extLst>
              <p:ext uri="{D42A27DB-BD31-4B8C-83A1-F6EECF244321}">
                <p14:modId xmlns:p14="http://schemas.microsoft.com/office/powerpoint/2010/main" val="2104241615"/>
              </p:ext>
            </p:extLst>
          </p:nvPr>
        </p:nvGraphicFramePr>
        <p:xfrm>
          <a:off x="3707462" y="3826421"/>
          <a:ext cx="571500" cy="622300"/>
        </p:xfrm>
        <a:graphic>
          <a:graphicData uri="http://schemas.openxmlformats.org/presentationml/2006/ole">
            <mc:AlternateContent xmlns:mc="http://schemas.openxmlformats.org/markup-compatibility/2006">
              <mc:Choice xmlns:v="urn:schemas-microsoft-com:vml" Requires="v">
                <p:oleObj name="Equation" r:id="rId22" imgW="571320" imgH="622080" progId="Equation.DSMT4">
                  <p:embed/>
                </p:oleObj>
              </mc:Choice>
              <mc:Fallback>
                <p:oleObj name="Equation" r:id="rId22" imgW="571320" imgH="622080" progId="Equation.DSMT4">
                  <p:embed/>
                  <p:pic>
                    <p:nvPicPr>
                      <p:cNvPr id="0" name=""/>
                      <p:cNvPicPr/>
                      <p:nvPr/>
                    </p:nvPicPr>
                    <p:blipFill>
                      <a:blip r:embed="rId23"/>
                      <a:stretch>
                        <a:fillRect/>
                      </a:stretch>
                    </p:blipFill>
                    <p:spPr>
                      <a:xfrm>
                        <a:off x="3707462" y="3826421"/>
                        <a:ext cx="571500" cy="6223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C42DAFFB-F3E7-4886-B3BB-584C9A6BA88F}"/>
              </a:ext>
            </a:extLst>
          </p:cNvPr>
          <p:cNvGraphicFramePr>
            <a:graphicFrameLocks noChangeAspect="1"/>
          </p:cNvGraphicFramePr>
          <p:nvPr>
            <p:extLst>
              <p:ext uri="{D42A27DB-BD31-4B8C-83A1-F6EECF244321}">
                <p14:modId xmlns:p14="http://schemas.microsoft.com/office/powerpoint/2010/main" val="2616560480"/>
              </p:ext>
            </p:extLst>
          </p:nvPr>
        </p:nvGraphicFramePr>
        <p:xfrm>
          <a:off x="1272446" y="4621630"/>
          <a:ext cx="1752600" cy="228600"/>
        </p:xfrm>
        <a:graphic>
          <a:graphicData uri="http://schemas.openxmlformats.org/presentationml/2006/ole">
            <mc:AlternateContent xmlns:mc="http://schemas.openxmlformats.org/markup-compatibility/2006">
              <mc:Choice xmlns:v="urn:schemas-microsoft-com:vml" Requires="v">
                <p:oleObj name="Equation" r:id="rId24" imgW="1752480" imgH="228600" progId="Equation.DSMT4">
                  <p:embed/>
                </p:oleObj>
              </mc:Choice>
              <mc:Fallback>
                <p:oleObj name="Equation" r:id="rId24" imgW="1752480" imgH="228600" progId="Equation.DSMT4">
                  <p:embed/>
                  <p:pic>
                    <p:nvPicPr>
                      <p:cNvPr id="0" name=""/>
                      <p:cNvPicPr/>
                      <p:nvPr/>
                    </p:nvPicPr>
                    <p:blipFill>
                      <a:blip r:embed="rId25"/>
                      <a:stretch>
                        <a:fillRect/>
                      </a:stretch>
                    </p:blipFill>
                    <p:spPr>
                      <a:xfrm>
                        <a:off x="1272446" y="4621630"/>
                        <a:ext cx="1752600" cy="2286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A21254D0-E0D3-4235-B918-05A14AEE20E6}"/>
              </a:ext>
            </a:extLst>
          </p:cNvPr>
          <p:cNvGraphicFramePr>
            <a:graphicFrameLocks noChangeAspect="1"/>
          </p:cNvGraphicFramePr>
          <p:nvPr>
            <p:extLst>
              <p:ext uri="{D42A27DB-BD31-4B8C-83A1-F6EECF244321}">
                <p14:modId xmlns:p14="http://schemas.microsoft.com/office/powerpoint/2010/main" val="4244975267"/>
              </p:ext>
            </p:extLst>
          </p:nvPr>
        </p:nvGraphicFramePr>
        <p:xfrm>
          <a:off x="3687714" y="4515681"/>
          <a:ext cx="881653" cy="661240"/>
        </p:xfrm>
        <a:graphic>
          <a:graphicData uri="http://schemas.openxmlformats.org/presentationml/2006/ole">
            <mc:AlternateContent xmlns:mc="http://schemas.openxmlformats.org/markup-compatibility/2006">
              <mc:Choice xmlns:v="urn:schemas-microsoft-com:vml" Requires="v">
                <p:oleObj name="Equation" r:id="rId26" imgW="1066680" imgH="799920" progId="Equation.DSMT4">
                  <p:embed/>
                </p:oleObj>
              </mc:Choice>
              <mc:Fallback>
                <p:oleObj name="Equation" r:id="rId26" imgW="1066680" imgH="799920" progId="Equation.DSMT4">
                  <p:embed/>
                  <p:pic>
                    <p:nvPicPr>
                      <p:cNvPr id="0" name=""/>
                      <p:cNvPicPr/>
                      <p:nvPr/>
                    </p:nvPicPr>
                    <p:blipFill>
                      <a:blip r:embed="rId27"/>
                      <a:stretch>
                        <a:fillRect/>
                      </a:stretch>
                    </p:blipFill>
                    <p:spPr>
                      <a:xfrm>
                        <a:off x="3687714" y="4515681"/>
                        <a:ext cx="881653" cy="66124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6EBC1B4D-1450-4C28-9EEA-000B9ED623D9}"/>
              </a:ext>
            </a:extLst>
          </p:cNvPr>
          <p:cNvGraphicFramePr>
            <a:graphicFrameLocks noChangeAspect="1"/>
          </p:cNvGraphicFramePr>
          <p:nvPr>
            <p:extLst>
              <p:ext uri="{D42A27DB-BD31-4B8C-83A1-F6EECF244321}">
                <p14:modId xmlns:p14="http://schemas.microsoft.com/office/powerpoint/2010/main" val="1444432994"/>
              </p:ext>
            </p:extLst>
          </p:nvPr>
        </p:nvGraphicFramePr>
        <p:xfrm>
          <a:off x="1272446" y="5265465"/>
          <a:ext cx="596900" cy="266700"/>
        </p:xfrm>
        <a:graphic>
          <a:graphicData uri="http://schemas.openxmlformats.org/presentationml/2006/ole">
            <mc:AlternateContent xmlns:mc="http://schemas.openxmlformats.org/markup-compatibility/2006">
              <mc:Choice xmlns:v="urn:schemas-microsoft-com:vml" Requires="v">
                <p:oleObj name="Equation" r:id="rId28" imgW="596880" imgH="266400" progId="Equation.DSMT4">
                  <p:embed/>
                </p:oleObj>
              </mc:Choice>
              <mc:Fallback>
                <p:oleObj name="Equation" r:id="rId28" imgW="596880" imgH="266400" progId="Equation.DSMT4">
                  <p:embed/>
                  <p:pic>
                    <p:nvPicPr>
                      <p:cNvPr id="0" name=""/>
                      <p:cNvPicPr/>
                      <p:nvPr/>
                    </p:nvPicPr>
                    <p:blipFill>
                      <a:blip r:embed="rId29"/>
                      <a:stretch>
                        <a:fillRect/>
                      </a:stretch>
                    </p:blipFill>
                    <p:spPr>
                      <a:xfrm>
                        <a:off x="1272446" y="5265465"/>
                        <a:ext cx="596900" cy="2667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ED0458B5-3D21-49EE-9B8B-38B7C1B89D57}"/>
              </a:ext>
            </a:extLst>
          </p:cNvPr>
          <p:cNvGraphicFramePr>
            <a:graphicFrameLocks noChangeAspect="1"/>
          </p:cNvGraphicFramePr>
          <p:nvPr>
            <p:extLst>
              <p:ext uri="{D42A27DB-BD31-4B8C-83A1-F6EECF244321}">
                <p14:modId xmlns:p14="http://schemas.microsoft.com/office/powerpoint/2010/main" val="917364755"/>
              </p:ext>
            </p:extLst>
          </p:nvPr>
        </p:nvGraphicFramePr>
        <p:xfrm>
          <a:off x="3712620" y="5255633"/>
          <a:ext cx="2374900" cy="266700"/>
        </p:xfrm>
        <a:graphic>
          <a:graphicData uri="http://schemas.openxmlformats.org/presentationml/2006/ole">
            <mc:AlternateContent xmlns:mc="http://schemas.openxmlformats.org/markup-compatibility/2006">
              <mc:Choice xmlns:v="urn:schemas-microsoft-com:vml" Requires="v">
                <p:oleObj name="Equation" r:id="rId30" imgW="2374560" imgH="266400" progId="Equation.DSMT4">
                  <p:embed/>
                </p:oleObj>
              </mc:Choice>
              <mc:Fallback>
                <p:oleObj name="Equation" r:id="rId30" imgW="2374560" imgH="266400" progId="Equation.DSMT4">
                  <p:embed/>
                  <p:pic>
                    <p:nvPicPr>
                      <p:cNvPr id="0" name=""/>
                      <p:cNvPicPr/>
                      <p:nvPr/>
                    </p:nvPicPr>
                    <p:blipFill>
                      <a:blip r:embed="rId31"/>
                      <a:stretch>
                        <a:fillRect/>
                      </a:stretch>
                    </p:blipFill>
                    <p:spPr>
                      <a:xfrm>
                        <a:off x="3712620" y="5255633"/>
                        <a:ext cx="2374900" cy="2667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F1F3AF26-94DC-4E1B-80C8-06953CD88008}"/>
              </a:ext>
            </a:extLst>
          </p:cNvPr>
          <p:cNvGraphicFramePr>
            <a:graphicFrameLocks noChangeAspect="1"/>
          </p:cNvGraphicFramePr>
          <p:nvPr>
            <p:extLst>
              <p:ext uri="{D42A27DB-BD31-4B8C-83A1-F6EECF244321}">
                <p14:modId xmlns:p14="http://schemas.microsoft.com/office/powerpoint/2010/main" val="495181547"/>
              </p:ext>
            </p:extLst>
          </p:nvPr>
        </p:nvGraphicFramePr>
        <p:xfrm>
          <a:off x="1272446" y="5649331"/>
          <a:ext cx="2057400" cy="228600"/>
        </p:xfrm>
        <a:graphic>
          <a:graphicData uri="http://schemas.openxmlformats.org/presentationml/2006/ole">
            <mc:AlternateContent xmlns:mc="http://schemas.openxmlformats.org/markup-compatibility/2006">
              <mc:Choice xmlns:v="urn:schemas-microsoft-com:vml" Requires="v">
                <p:oleObj name="Equation" r:id="rId32" imgW="2057400" imgH="228600" progId="Equation.DSMT4">
                  <p:embed/>
                </p:oleObj>
              </mc:Choice>
              <mc:Fallback>
                <p:oleObj name="Equation" r:id="rId32" imgW="2057400" imgH="228600" progId="Equation.DSMT4">
                  <p:embed/>
                  <p:pic>
                    <p:nvPicPr>
                      <p:cNvPr id="0" name=""/>
                      <p:cNvPicPr/>
                      <p:nvPr/>
                    </p:nvPicPr>
                    <p:blipFill>
                      <a:blip r:embed="rId33"/>
                      <a:stretch>
                        <a:fillRect/>
                      </a:stretch>
                    </p:blipFill>
                    <p:spPr>
                      <a:xfrm>
                        <a:off x="1272446" y="5649331"/>
                        <a:ext cx="2057400" cy="2286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B73C32BA-E5F3-4CE5-AF71-63799A644A2E}"/>
              </a:ext>
            </a:extLst>
          </p:cNvPr>
          <p:cNvGraphicFramePr>
            <a:graphicFrameLocks noChangeAspect="1"/>
          </p:cNvGraphicFramePr>
          <p:nvPr>
            <p:extLst>
              <p:ext uri="{D42A27DB-BD31-4B8C-83A1-F6EECF244321}">
                <p14:modId xmlns:p14="http://schemas.microsoft.com/office/powerpoint/2010/main" val="4057213652"/>
              </p:ext>
            </p:extLst>
          </p:nvPr>
        </p:nvGraphicFramePr>
        <p:xfrm>
          <a:off x="3689350" y="5643563"/>
          <a:ext cx="3730625" cy="276225"/>
        </p:xfrm>
        <a:graphic>
          <a:graphicData uri="http://schemas.openxmlformats.org/presentationml/2006/ole">
            <mc:AlternateContent xmlns:mc="http://schemas.openxmlformats.org/markup-compatibility/2006">
              <mc:Choice xmlns:v="urn:schemas-microsoft-com:vml" Requires="v">
                <p:oleObj name="Equation" r:id="rId34" imgW="4127400" imgH="304560" progId="Equation.DSMT4">
                  <p:embed/>
                </p:oleObj>
              </mc:Choice>
              <mc:Fallback>
                <p:oleObj name="Equation" r:id="rId34" imgW="4127400" imgH="304560" progId="Equation.DSMT4">
                  <p:embed/>
                  <p:pic>
                    <p:nvPicPr>
                      <p:cNvPr id="0" name=""/>
                      <p:cNvPicPr/>
                      <p:nvPr/>
                    </p:nvPicPr>
                    <p:blipFill>
                      <a:blip r:embed="rId35"/>
                      <a:stretch>
                        <a:fillRect/>
                      </a:stretch>
                    </p:blipFill>
                    <p:spPr>
                      <a:xfrm>
                        <a:off x="3689350" y="5643563"/>
                        <a:ext cx="3730625" cy="27622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032805CF-499F-4AE9-B178-B0457F9FF33A}"/>
              </a:ext>
            </a:extLst>
          </p:cNvPr>
          <p:cNvGraphicFramePr>
            <a:graphicFrameLocks noChangeAspect="1"/>
          </p:cNvGraphicFramePr>
          <p:nvPr>
            <p:extLst>
              <p:ext uri="{D42A27DB-BD31-4B8C-83A1-F6EECF244321}">
                <p14:modId xmlns:p14="http://schemas.microsoft.com/office/powerpoint/2010/main" val="2530790549"/>
              </p:ext>
            </p:extLst>
          </p:nvPr>
        </p:nvGraphicFramePr>
        <p:xfrm>
          <a:off x="1270000" y="6008688"/>
          <a:ext cx="1689100" cy="228600"/>
        </p:xfrm>
        <a:graphic>
          <a:graphicData uri="http://schemas.openxmlformats.org/presentationml/2006/ole">
            <mc:AlternateContent xmlns:mc="http://schemas.openxmlformats.org/markup-compatibility/2006">
              <mc:Choice xmlns:v="urn:schemas-microsoft-com:vml" Requires="v">
                <p:oleObj name="Equation" r:id="rId36" imgW="1688760" imgH="228600" progId="Equation.DSMT4">
                  <p:embed/>
                </p:oleObj>
              </mc:Choice>
              <mc:Fallback>
                <p:oleObj name="Equation" r:id="rId36" imgW="1688760" imgH="228600" progId="Equation.DSMT4">
                  <p:embed/>
                  <p:pic>
                    <p:nvPicPr>
                      <p:cNvPr id="0" name=""/>
                      <p:cNvPicPr/>
                      <p:nvPr/>
                    </p:nvPicPr>
                    <p:blipFill>
                      <a:blip r:embed="rId37"/>
                      <a:stretch>
                        <a:fillRect/>
                      </a:stretch>
                    </p:blipFill>
                    <p:spPr>
                      <a:xfrm>
                        <a:off x="1270000" y="6008688"/>
                        <a:ext cx="1689100" cy="2286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5CF40C53-6127-4027-B9C8-C4ACD7D10733}"/>
              </a:ext>
            </a:extLst>
          </p:cNvPr>
          <p:cNvGraphicFramePr>
            <a:graphicFrameLocks noChangeAspect="1"/>
          </p:cNvGraphicFramePr>
          <p:nvPr>
            <p:extLst>
              <p:ext uri="{D42A27DB-BD31-4B8C-83A1-F6EECF244321}">
                <p14:modId xmlns:p14="http://schemas.microsoft.com/office/powerpoint/2010/main" val="621035313"/>
              </p:ext>
            </p:extLst>
          </p:nvPr>
        </p:nvGraphicFramePr>
        <p:xfrm>
          <a:off x="3713163" y="6051550"/>
          <a:ext cx="2781300" cy="279400"/>
        </p:xfrm>
        <a:graphic>
          <a:graphicData uri="http://schemas.openxmlformats.org/presentationml/2006/ole">
            <mc:AlternateContent xmlns:mc="http://schemas.openxmlformats.org/markup-compatibility/2006">
              <mc:Choice xmlns:v="urn:schemas-microsoft-com:vml" Requires="v">
                <p:oleObj name="Equation" r:id="rId38" imgW="2781000" imgH="279360" progId="Equation.DSMT4">
                  <p:embed/>
                </p:oleObj>
              </mc:Choice>
              <mc:Fallback>
                <p:oleObj name="Equation" r:id="rId38" imgW="2781000" imgH="279360" progId="Equation.DSMT4">
                  <p:embed/>
                  <p:pic>
                    <p:nvPicPr>
                      <p:cNvPr id="0" name=""/>
                      <p:cNvPicPr/>
                      <p:nvPr/>
                    </p:nvPicPr>
                    <p:blipFill>
                      <a:blip r:embed="rId39"/>
                      <a:stretch>
                        <a:fillRect/>
                      </a:stretch>
                    </p:blipFill>
                    <p:spPr>
                      <a:xfrm>
                        <a:off x="3713163" y="6051550"/>
                        <a:ext cx="2781300" cy="2794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469702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45374ED-5CC1-4694-9C54-F44E9FCB9E4F}"/>
              </a:ext>
            </a:extLst>
          </p:cNvPr>
          <p:cNvSpPr>
            <a:spLocks noGrp="1"/>
          </p:cNvSpPr>
          <p:nvPr>
            <p:ph type="title"/>
          </p:nvPr>
        </p:nvSpPr>
        <p:spPr>
          <a:xfrm>
            <a:off x="342900" y="192490"/>
            <a:ext cx="8051592" cy="903231"/>
          </a:xfrm>
        </p:spPr>
        <p:txBody>
          <a:bodyPr>
            <a:normAutofit fontScale="90000"/>
          </a:bodyPr>
          <a:lstStyle/>
          <a:p>
            <a:r>
              <a:rPr lang="en-US" dirty="0"/>
              <a:t>Example: Anesthesia Effectiveness </a:t>
            </a:r>
            <a:r>
              <a:rPr lang="en-US" sz="1100" b="0" dirty="0"/>
              <a:t>1</a:t>
            </a:r>
          </a:p>
        </p:txBody>
      </p:sp>
      <p:sp>
        <p:nvSpPr>
          <p:cNvPr id="13" name="Content Placeholder 12">
            <a:extLst>
              <a:ext uri="{FF2B5EF4-FFF2-40B4-BE49-F238E27FC236}">
                <a16:creationId xmlns:a16="http://schemas.microsoft.com/office/drawing/2014/main" id="{54F381F7-596D-4595-84D2-A02A77D1D514}"/>
              </a:ext>
            </a:extLst>
          </p:cNvPr>
          <p:cNvSpPr>
            <a:spLocks noGrp="1"/>
          </p:cNvSpPr>
          <p:nvPr>
            <p:ph sz="quarter" idx="11"/>
          </p:nvPr>
        </p:nvSpPr>
        <p:spPr>
          <a:xfrm>
            <a:off x="8672051" y="52593"/>
            <a:ext cx="427703" cy="1260013"/>
          </a:xfrm>
        </p:spPr>
        <p:txBody>
          <a:bodyPr vert="vert" rIns="0"/>
          <a:lstStyle/>
          <a:p>
            <a:r>
              <a:rPr lang="en-US" b="1" dirty="0"/>
              <a:t>L</a:t>
            </a:r>
            <a:r>
              <a:rPr lang="en-US" sz="100" b="1" dirty="0"/>
              <a:t> </a:t>
            </a:r>
            <a:r>
              <a:rPr lang="en-US" b="1" dirty="0"/>
              <a:t>O 7.2</a:t>
            </a:r>
            <a:endParaRPr lang="en-IN" b="1" dirty="0"/>
          </a:p>
        </p:txBody>
      </p:sp>
      <p:sp>
        <p:nvSpPr>
          <p:cNvPr id="16" name="Content Placeholder 15">
            <a:extLst>
              <a:ext uri="{FF2B5EF4-FFF2-40B4-BE49-F238E27FC236}">
                <a16:creationId xmlns:a16="http://schemas.microsoft.com/office/drawing/2014/main" id="{690B2578-4F4E-4704-A5A0-8E1D80730372}"/>
              </a:ext>
            </a:extLst>
          </p:cNvPr>
          <p:cNvSpPr>
            <a:spLocks noGrp="1"/>
          </p:cNvSpPr>
          <p:nvPr>
            <p:ph sz="quarter" idx="14"/>
          </p:nvPr>
        </p:nvSpPr>
        <p:spPr>
          <a:xfrm>
            <a:off x="342901" y="1268362"/>
            <a:ext cx="7871709" cy="1924543"/>
          </a:xfrm>
        </p:spPr>
        <p:txBody>
          <a:bodyPr/>
          <a:lstStyle/>
          <a:p>
            <a:pPr marL="292608" indent="-292608">
              <a:buFont typeface="Arial" panose="020B0604020202020204" pitchFamily="34" charset="0"/>
              <a:buChar char="•"/>
            </a:pPr>
            <a:r>
              <a:rPr lang="en-US" dirty="0"/>
              <a:t>An oral surgeon injects a painkiller prior to extracting a tooth. Given the varying characteristics of patients, the dentist views the time for anesthesia effectiveness as a uniform random variable that takes between 15 and 30 minutes. In short notation, we could say that </a:t>
            </a:r>
            <a:r>
              <a:rPr lang="en-US" i="1" dirty="0"/>
              <a:t>X </a:t>
            </a:r>
            <a:r>
              <a:rPr lang="en-US" dirty="0"/>
              <a:t>is</a:t>
            </a:r>
            <a:endParaRPr lang="en-IN" dirty="0"/>
          </a:p>
        </p:txBody>
      </p:sp>
      <p:graphicFrame>
        <p:nvGraphicFramePr>
          <p:cNvPr id="2" name="Object 1">
            <a:extLst>
              <a:ext uri="{FF2B5EF4-FFF2-40B4-BE49-F238E27FC236}">
                <a16:creationId xmlns:a16="http://schemas.microsoft.com/office/drawing/2014/main" id="{4691B98B-32DC-4F92-AC59-FD8472474C4B}"/>
              </a:ext>
            </a:extLst>
          </p:cNvPr>
          <p:cNvGraphicFramePr>
            <a:graphicFrameLocks noChangeAspect="1"/>
          </p:cNvGraphicFramePr>
          <p:nvPr>
            <p:extLst>
              <p:ext uri="{D42A27DB-BD31-4B8C-83A1-F6EECF244321}">
                <p14:modId xmlns:p14="http://schemas.microsoft.com/office/powerpoint/2010/main" val="2443114240"/>
              </p:ext>
            </p:extLst>
          </p:nvPr>
        </p:nvGraphicFramePr>
        <p:xfrm>
          <a:off x="686633" y="3200452"/>
          <a:ext cx="1384300" cy="450850"/>
        </p:xfrm>
        <a:graphic>
          <a:graphicData uri="http://schemas.openxmlformats.org/presentationml/2006/ole">
            <mc:AlternateContent xmlns:mc="http://schemas.openxmlformats.org/markup-compatibility/2006">
              <mc:Choice xmlns:v="urn:schemas-microsoft-com:vml" Requires="v">
                <p:oleObj name="Equation" r:id="rId2" imgW="1168200" imgH="380880" progId="Equation.DSMT4">
                  <p:embed/>
                </p:oleObj>
              </mc:Choice>
              <mc:Fallback>
                <p:oleObj name="Equation" r:id="rId2" imgW="1168200" imgH="380880" progId="Equation.DSMT4">
                  <p:embed/>
                  <p:pic>
                    <p:nvPicPr>
                      <p:cNvPr id="0" name=""/>
                      <p:cNvPicPr/>
                      <p:nvPr/>
                    </p:nvPicPr>
                    <p:blipFill>
                      <a:blip r:embed="rId3"/>
                      <a:stretch>
                        <a:fillRect/>
                      </a:stretch>
                    </p:blipFill>
                    <p:spPr>
                      <a:xfrm>
                        <a:off x="686633" y="3200452"/>
                        <a:ext cx="1384300" cy="45085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A9D2C124-8E9D-41C1-BEDA-419FFD7641B4}"/>
              </a:ext>
            </a:extLst>
          </p:cNvPr>
          <p:cNvSpPr>
            <a:spLocks noGrp="1"/>
          </p:cNvSpPr>
          <p:nvPr>
            <p:ph sz="quarter" idx="15"/>
          </p:nvPr>
        </p:nvSpPr>
        <p:spPr>
          <a:xfrm>
            <a:off x="2116078" y="3191512"/>
            <a:ext cx="5817120" cy="414806"/>
          </a:xfrm>
        </p:spPr>
        <p:txBody>
          <a:bodyPr lIns="0" tIns="0"/>
          <a:lstStyle/>
          <a:p>
            <a:r>
              <a:rPr lang="en-US" dirty="0"/>
              <a:t>Setting </a:t>
            </a:r>
            <a:r>
              <a:rPr lang="en-US" i="1" dirty="0"/>
              <a:t>a </a:t>
            </a:r>
            <a:r>
              <a:rPr lang="en-US" dirty="0"/>
              <a:t>= 15 and </a:t>
            </a:r>
            <a:r>
              <a:rPr lang="en-US" i="1" dirty="0"/>
              <a:t>b </a:t>
            </a:r>
            <a:r>
              <a:rPr lang="en-US" dirty="0"/>
              <a:t>= 30, we obtain the</a:t>
            </a:r>
            <a:endParaRPr lang="en-IN" dirty="0"/>
          </a:p>
        </p:txBody>
      </p:sp>
      <p:sp>
        <p:nvSpPr>
          <p:cNvPr id="18" name="Content Placeholder 17">
            <a:extLst>
              <a:ext uri="{FF2B5EF4-FFF2-40B4-BE49-F238E27FC236}">
                <a16:creationId xmlns:a16="http://schemas.microsoft.com/office/drawing/2014/main" id="{B19BABEE-396F-41CE-B232-B98482744C38}"/>
              </a:ext>
            </a:extLst>
          </p:cNvPr>
          <p:cNvSpPr>
            <a:spLocks noGrp="1"/>
          </p:cNvSpPr>
          <p:nvPr>
            <p:ph sz="quarter" idx="16"/>
          </p:nvPr>
        </p:nvSpPr>
        <p:spPr>
          <a:xfrm>
            <a:off x="342900" y="3629412"/>
            <a:ext cx="4483933" cy="417470"/>
          </a:xfrm>
        </p:spPr>
        <p:txBody>
          <a:bodyPr lIns="91440" tIns="0" rIns="0"/>
          <a:lstStyle/>
          <a:p>
            <a:pPr marL="292608"/>
            <a:r>
              <a:rPr lang="en-US" dirty="0"/>
              <a:t>mean and standard deviation:</a:t>
            </a:r>
            <a:endParaRPr lang="en-IN" dirty="0"/>
          </a:p>
        </p:txBody>
      </p:sp>
      <p:graphicFrame>
        <p:nvGraphicFramePr>
          <p:cNvPr id="4" name="Object 3">
            <a:extLst>
              <a:ext uri="{FF2B5EF4-FFF2-40B4-BE49-F238E27FC236}">
                <a16:creationId xmlns:a16="http://schemas.microsoft.com/office/drawing/2014/main" id="{B65EEFB9-7CCC-46E5-8210-7F8D847874D8}"/>
              </a:ext>
            </a:extLst>
          </p:cNvPr>
          <p:cNvGraphicFramePr>
            <a:graphicFrameLocks noChangeAspect="1"/>
          </p:cNvGraphicFramePr>
          <p:nvPr>
            <p:extLst>
              <p:ext uri="{D42A27DB-BD31-4B8C-83A1-F6EECF244321}">
                <p14:modId xmlns:p14="http://schemas.microsoft.com/office/powerpoint/2010/main" val="758522691"/>
              </p:ext>
            </p:extLst>
          </p:nvPr>
        </p:nvGraphicFramePr>
        <p:xfrm>
          <a:off x="2433638" y="4332288"/>
          <a:ext cx="3870325" cy="671512"/>
        </p:xfrm>
        <a:graphic>
          <a:graphicData uri="http://schemas.openxmlformats.org/presentationml/2006/ole">
            <mc:AlternateContent xmlns:mc="http://schemas.openxmlformats.org/markup-compatibility/2006">
              <mc:Choice xmlns:v="urn:schemas-microsoft-com:vml" Requires="v">
                <p:oleObj name="Equation" r:id="rId4" imgW="3517560" imgH="609480" progId="Equation.DSMT4">
                  <p:embed/>
                </p:oleObj>
              </mc:Choice>
              <mc:Fallback>
                <p:oleObj name="Equation" r:id="rId4" imgW="3517560" imgH="609480" progId="Equation.DSMT4">
                  <p:embed/>
                  <p:pic>
                    <p:nvPicPr>
                      <p:cNvPr id="0" name=""/>
                      <p:cNvPicPr/>
                      <p:nvPr/>
                    </p:nvPicPr>
                    <p:blipFill>
                      <a:blip r:embed="rId5"/>
                      <a:stretch>
                        <a:fillRect/>
                      </a:stretch>
                    </p:blipFill>
                    <p:spPr>
                      <a:xfrm>
                        <a:off x="2433638" y="4332288"/>
                        <a:ext cx="3870325" cy="67151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8706D028-AB3E-4A2A-8E7C-E00397FC1B68}"/>
              </a:ext>
            </a:extLst>
          </p:cNvPr>
          <p:cNvGraphicFramePr>
            <a:graphicFrameLocks noChangeAspect="1"/>
          </p:cNvGraphicFramePr>
          <p:nvPr>
            <p:extLst>
              <p:ext uri="{D42A27DB-BD31-4B8C-83A1-F6EECF244321}">
                <p14:modId xmlns:p14="http://schemas.microsoft.com/office/powerpoint/2010/main" val="1796438528"/>
              </p:ext>
            </p:extLst>
          </p:nvPr>
        </p:nvGraphicFramePr>
        <p:xfrm>
          <a:off x="2355631" y="5213725"/>
          <a:ext cx="5043170" cy="880110"/>
        </p:xfrm>
        <a:graphic>
          <a:graphicData uri="http://schemas.openxmlformats.org/presentationml/2006/ole">
            <mc:AlternateContent xmlns:mc="http://schemas.openxmlformats.org/markup-compatibility/2006">
              <mc:Choice xmlns:v="urn:schemas-microsoft-com:vml" Requires="v">
                <p:oleObj name="Equation" r:id="rId6" imgW="4584600" imgH="799920" progId="Equation.DSMT4">
                  <p:embed/>
                </p:oleObj>
              </mc:Choice>
              <mc:Fallback>
                <p:oleObj name="Equation" r:id="rId6" imgW="4584600" imgH="799920" progId="Equation.DSMT4">
                  <p:embed/>
                  <p:pic>
                    <p:nvPicPr>
                      <p:cNvPr id="0" name=""/>
                      <p:cNvPicPr/>
                      <p:nvPr/>
                    </p:nvPicPr>
                    <p:blipFill>
                      <a:blip r:embed="rId7"/>
                      <a:stretch>
                        <a:fillRect/>
                      </a:stretch>
                    </p:blipFill>
                    <p:spPr>
                      <a:xfrm>
                        <a:off x="2355631" y="5213725"/>
                        <a:ext cx="5043170" cy="880110"/>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CAB2EC91-82EF-4873-B3E3-17C46C50C1F2}"/>
              </a:ext>
            </a:extLst>
          </p:cNvPr>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877149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23CCD-C9FF-4400-8CFC-48A437074F86}"/>
              </a:ext>
            </a:extLst>
          </p:cNvPr>
          <p:cNvSpPr>
            <a:spLocks noGrp="1"/>
          </p:cNvSpPr>
          <p:nvPr>
            <p:ph type="title"/>
          </p:nvPr>
        </p:nvSpPr>
        <p:spPr>
          <a:xfrm>
            <a:off x="342900" y="192490"/>
            <a:ext cx="8056382" cy="903231"/>
          </a:xfrm>
        </p:spPr>
        <p:txBody>
          <a:bodyPr>
            <a:normAutofit fontScale="90000"/>
          </a:bodyPr>
          <a:lstStyle/>
          <a:p>
            <a:r>
              <a:rPr lang="en-US" dirty="0"/>
              <a:t>Example: Anesthesia Effectiveness </a:t>
            </a:r>
            <a:r>
              <a:rPr lang="en-US" sz="1100" b="0" dirty="0"/>
              <a:t>2</a:t>
            </a:r>
            <a:endParaRPr lang="en-US" dirty="0"/>
          </a:p>
        </p:txBody>
      </p:sp>
      <p:sp>
        <p:nvSpPr>
          <p:cNvPr id="3" name="Content Placeholder 2">
            <a:extLst>
              <a:ext uri="{FF2B5EF4-FFF2-40B4-BE49-F238E27FC236}">
                <a16:creationId xmlns:a16="http://schemas.microsoft.com/office/drawing/2014/main" id="{CAC1F77B-40B1-46F1-8640-942C85E78347}"/>
              </a:ext>
            </a:extLst>
          </p:cNvPr>
          <p:cNvSpPr>
            <a:spLocks noGrp="1"/>
          </p:cNvSpPr>
          <p:nvPr>
            <p:ph sz="quarter" idx="11"/>
          </p:nvPr>
        </p:nvSpPr>
        <p:spPr>
          <a:xfrm>
            <a:off x="8632825" y="78202"/>
            <a:ext cx="401817" cy="1131806"/>
          </a:xfrm>
        </p:spPr>
        <p:txBody>
          <a:bodyPr vert="vert" rIns="0"/>
          <a:lstStyle/>
          <a:p>
            <a:r>
              <a:rPr lang="en-US" b="1" dirty="0"/>
              <a:t>L</a:t>
            </a:r>
            <a:r>
              <a:rPr lang="en-US" sz="100" b="1" dirty="0"/>
              <a:t> </a:t>
            </a:r>
            <a:r>
              <a:rPr lang="en-US" b="1" dirty="0"/>
              <a:t>O 7.2</a:t>
            </a:r>
            <a:endParaRPr lang="en-IN" b="1" dirty="0"/>
          </a:p>
        </p:txBody>
      </p:sp>
      <p:sp>
        <p:nvSpPr>
          <p:cNvPr id="4" name="Content Placeholder 3">
            <a:extLst>
              <a:ext uri="{FF2B5EF4-FFF2-40B4-BE49-F238E27FC236}">
                <a16:creationId xmlns:a16="http://schemas.microsoft.com/office/drawing/2014/main" id="{1242DEA2-0C77-459B-82AE-E08214202968}"/>
              </a:ext>
            </a:extLst>
          </p:cNvPr>
          <p:cNvSpPr>
            <a:spLocks noGrp="1"/>
          </p:cNvSpPr>
          <p:nvPr>
            <p:ph sz="quarter" idx="14"/>
          </p:nvPr>
        </p:nvSpPr>
        <p:spPr>
          <a:xfrm>
            <a:off x="342900" y="1250976"/>
            <a:ext cx="8458200" cy="1195298"/>
          </a:xfrm>
        </p:spPr>
        <p:txBody>
          <a:bodyPr/>
          <a:lstStyle/>
          <a:p>
            <a:r>
              <a:rPr lang="en-US" dirty="0"/>
              <a:t>An event probability is simply an interval width expressed as a proportion of the total. Thus, the probability of taking between </a:t>
            </a:r>
            <a:r>
              <a:rPr lang="en-US" i="1" dirty="0"/>
              <a:t>c </a:t>
            </a:r>
            <a:r>
              <a:rPr lang="en-US" dirty="0"/>
              <a:t>and </a:t>
            </a:r>
            <a:r>
              <a:rPr lang="en-US" i="1" dirty="0"/>
              <a:t>d </a:t>
            </a:r>
            <a:r>
              <a:rPr lang="en-US" dirty="0"/>
              <a:t>minutes is,</a:t>
            </a:r>
          </a:p>
        </p:txBody>
      </p:sp>
      <p:sp>
        <p:nvSpPr>
          <p:cNvPr id="5" name="Content Placeholder 4">
            <a:extLst>
              <a:ext uri="{FF2B5EF4-FFF2-40B4-BE49-F238E27FC236}">
                <a16:creationId xmlns:a16="http://schemas.microsoft.com/office/drawing/2014/main" id="{A398050F-BF5B-4A41-84E6-5894FE8AE34D}"/>
              </a:ext>
            </a:extLst>
          </p:cNvPr>
          <p:cNvSpPr>
            <a:spLocks noGrp="1"/>
          </p:cNvSpPr>
          <p:nvPr>
            <p:ph sz="quarter" idx="15"/>
          </p:nvPr>
        </p:nvSpPr>
        <p:spPr>
          <a:xfrm>
            <a:off x="342900" y="2538649"/>
            <a:ext cx="366713" cy="355618"/>
          </a:xfrm>
        </p:spPr>
        <p:txBody>
          <a:bodyPr lIns="91440" tIns="0"/>
          <a:lstStyle/>
          <a:p>
            <a:pPr>
              <a:buFont typeface="Arial" panose="020B0604020202020204" pitchFamily="34" charset="0"/>
              <a:buChar char="•"/>
            </a:pPr>
            <a:r>
              <a:rPr lang="en-US" sz="2200" dirty="0"/>
              <a:t> </a:t>
            </a:r>
          </a:p>
        </p:txBody>
      </p:sp>
      <p:graphicFrame>
        <p:nvGraphicFramePr>
          <p:cNvPr id="12" name="Object 11">
            <a:extLst>
              <a:ext uri="{FF2B5EF4-FFF2-40B4-BE49-F238E27FC236}">
                <a16:creationId xmlns:a16="http://schemas.microsoft.com/office/drawing/2014/main" id="{A84ED3AF-4340-4288-BF3D-AE10EFDCA638}"/>
              </a:ext>
            </a:extLst>
          </p:cNvPr>
          <p:cNvGraphicFramePr>
            <a:graphicFrameLocks noChangeAspect="1"/>
          </p:cNvGraphicFramePr>
          <p:nvPr>
            <p:extLst>
              <p:ext uri="{D42A27DB-BD31-4B8C-83A1-F6EECF244321}">
                <p14:modId xmlns:p14="http://schemas.microsoft.com/office/powerpoint/2010/main" val="3066574106"/>
              </p:ext>
            </p:extLst>
          </p:nvPr>
        </p:nvGraphicFramePr>
        <p:xfrm>
          <a:off x="709612" y="2573402"/>
          <a:ext cx="3271837" cy="385762"/>
        </p:xfrm>
        <a:graphic>
          <a:graphicData uri="http://schemas.openxmlformats.org/presentationml/2006/ole">
            <mc:AlternateContent xmlns:mc="http://schemas.openxmlformats.org/markup-compatibility/2006">
              <mc:Choice xmlns:v="urn:schemas-microsoft-com:vml" Requires="v">
                <p:oleObj name="Equation" r:id="rId2" imgW="3238200" imgH="380880" progId="Equation.DSMT4">
                  <p:embed/>
                </p:oleObj>
              </mc:Choice>
              <mc:Fallback>
                <p:oleObj name="Equation" r:id="rId2" imgW="3238200" imgH="380880" progId="Equation.DSMT4">
                  <p:embed/>
                  <p:pic>
                    <p:nvPicPr>
                      <p:cNvPr id="15" name="Object 14">
                        <a:extLst>
                          <a:ext uri="{FF2B5EF4-FFF2-40B4-BE49-F238E27FC236}">
                            <a16:creationId xmlns:a16="http://schemas.microsoft.com/office/drawing/2014/main" id="{DA7B7FBB-6B5E-4C24-AD96-FF7739D9A9E1}"/>
                          </a:ext>
                        </a:extLst>
                      </p:cNvPr>
                      <p:cNvPicPr/>
                      <p:nvPr/>
                    </p:nvPicPr>
                    <p:blipFill>
                      <a:blip r:embed="rId3"/>
                      <a:stretch>
                        <a:fillRect/>
                      </a:stretch>
                    </p:blipFill>
                    <p:spPr>
                      <a:xfrm>
                        <a:off x="709612" y="2573402"/>
                        <a:ext cx="3271837" cy="385762"/>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3D30F492-A33C-4642-B925-677A0A840168}"/>
              </a:ext>
            </a:extLst>
          </p:cNvPr>
          <p:cNvSpPr>
            <a:spLocks noGrp="1"/>
          </p:cNvSpPr>
          <p:nvPr>
            <p:ph sz="quarter" idx="18"/>
          </p:nvPr>
        </p:nvSpPr>
        <p:spPr>
          <a:xfrm>
            <a:off x="3975983" y="2560413"/>
            <a:ext cx="5049232" cy="389324"/>
          </a:xfrm>
        </p:spPr>
        <p:txBody>
          <a:bodyPr/>
          <a:lstStyle/>
          <a:p>
            <a:r>
              <a:rPr lang="en-US" sz="2000" dirty="0"/>
              <a:t>(area between </a:t>
            </a:r>
            <a:r>
              <a:rPr lang="en-US" sz="2000" i="1" dirty="0"/>
              <a:t>c</a:t>
            </a:r>
            <a:r>
              <a:rPr lang="en-US" sz="2000" dirty="0"/>
              <a:t> and </a:t>
            </a:r>
            <a:r>
              <a:rPr lang="en-US" sz="2000" i="1" dirty="0"/>
              <a:t>d</a:t>
            </a:r>
            <a:r>
              <a:rPr lang="en-US" sz="2000" dirty="0"/>
              <a:t> in a uniform model)</a:t>
            </a:r>
          </a:p>
        </p:txBody>
      </p:sp>
      <p:sp>
        <p:nvSpPr>
          <p:cNvPr id="6" name="Content Placeholder 5">
            <a:extLst>
              <a:ext uri="{FF2B5EF4-FFF2-40B4-BE49-F238E27FC236}">
                <a16:creationId xmlns:a16="http://schemas.microsoft.com/office/drawing/2014/main" id="{418B8A2B-AA10-4ACF-B31A-3DD668F57653}"/>
              </a:ext>
            </a:extLst>
          </p:cNvPr>
          <p:cNvSpPr>
            <a:spLocks noGrp="1"/>
          </p:cNvSpPr>
          <p:nvPr>
            <p:ph sz="quarter" idx="16"/>
          </p:nvPr>
        </p:nvSpPr>
        <p:spPr>
          <a:xfrm>
            <a:off x="342899" y="3052077"/>
            <a:ext cx="8458200" cy="755060"/>
          </a:xfrm>
        </p:spPr>
        <p:txBody>
          <a:bodyPr tIns="0"/>
          <a:lstStyle/>
          <a:p>
            <a:r>
              <a:rPr lang="en-US" dirty="0"/>
              <a:t>For example, the probability that the anesthetic takes between 20 and 25 minutes is,</a:t>
            </a:r>
          </a:p>
        </p:txBody>
      </p:sp>
      <p:sp>
        <p:nvSpPr>
          <p:cNvPr id="8" name="Content Placeholder 7">
            <a:extLst>
              <a:ext uri="{FF2B5EF4-FFF2-40B4-BE49-F238E27FC236}">
                <a16:creationId xmlns:a16="http://schemas.microsoft.com/office/drawing/2014/main" id="{1BE84D20-D492-4C48-9E6E-0B4CC44C0824}"/>
              </a:ext>
            </a:extLst>
          </p:cNvPr>
          <p:cNvSpPr>
            <a:spLocks noGrp="1"/>
          </p:cNvSpPr>
          <p:nvPr>
            <p:ph sz="quarter" idx="17"/>
          </p:nvPr>
        </p:nvSpPr>
        <p:spPr>
          <a:xfrm>
            <a:off x="342899" y="3940526"/>
            <a:ext cx="366713" cy="389323"/>
          </a:xfrm>
        </p:spPr>
        <p:txBody>
          <a:bodyPr tIns="0"/>
          <a:lstStyle/>
          <a:p>
            <a:pPr>
              <a:buFont typeface="Arial" panose="020B0604020202020204" pitchFamily="34" charset="0"/>
              <a:buChar char="•"/>
            </a:pPr>
            <a:r>
              <a:rPr lang="en-US" sz="2200" dirty="0"/>
              <a:t> </a:t>
            </a:r>
          </a:p>
        </p:txBody>
      </p:sp>
      <p:graphicFrame>
        <p:nvGraphicFramePr>
          <p:cNvPr id="7" name="Object 6">
            <a:extLst>
              <a:ext uri="{FF2B5EF4-FFF2-40B4-BE49-F238E27FC236}">
                <a16:creationId xmlns:a16="http://schemas.microsoft.com/office/drawing/2014/main" id="{907F59A0-3F4D-4875-AEC9-D0B84A29188A}"/>
              </a:ext>
            </a:extLst>
          </p:cNvPr>
          <p:cNvGraphicFramePr>
            <a:graphicFrameLocks noChangeAspect="1"/>
          </p:cNvGraphicFramePr>
          <p:nvPr>
            <p:extLst>
              <p:ext uri="{D42A27DB-BD31-4B8C-83A1-F6EECF244321}">
                <p14:modId xmlns:p14="http://schemas.microsoft.com/office/powerpoint/2010/main" val="1388194864"/>
              </p:ext>
            </p:extLst>
          </p:nvPr>
        </p:nvGraphicFramePr>
        <p:xfrm>
          <a:off x="709612" y="3940526"/>
          <a:ext cx="7459662" cy="407988"/>
        </p:xfrm>
        <a:graphic>
          <a:graphicData uri="http://schemas.openxmlformats.org/presentationml/2006/ole">
            <mc:AlternateContent xmlns:mc="http://schemas.openxmlformats.org/markup-compatibility/2006">
              <mc:Choice xmlns:v="urn:schemas-microsoft-com:vml" Requires="v">
                <p:oleObj name="Equation" r:id="rId4" imgW="6959520" imgH="380880" progId="Equation.DSMT4">
                  <p:embed/>
                </p:oleObj>
              </mc:Choice>
              <mc:Fallback>
                <p:oleObj name="Equation" r:id="rId4" imgW="6959520" imgH="380880" progId="Equation.DSMT4">
                  <p:embed/>
                  <p:pic>
                    <p:nvPicPr>
                      <p:cNvPr id="0" name=""/>
                      <p:cNvPicPr/>
                      <p:nvPr/>
                    </p:nvPicPr>
                    <p:blipFill>
                      <a:blip r:embed="rId5"/>
                      <a:stretch>
                        <a:fillRect/>
                      </a:stretch>
                    </p:blipFill>
                    <p:spPr>
                      <a:xfrm>
                        <a:off x="709612" y="3940526"/>
                        <a:ext cx="7459662" cy="407988"/>
                      </a:xfrm>
                      <a:prstGeom prst="rect">
                        <a:avLst/>
                      </a:prstGeom>
                    </p:spPr>
                  </p:pic>
                </p:oleObj>
              </mc:Fallback>
            </mc:AlternateContent>
          </a:graphicData>
        </a:graphic>
      </p:graphicFrame>
      <p:pic>
        <p:nvPicPr>
          <p:cNvPr id="9" name="Picture 8" descr="Uniform Probability P (20 less than X less than 25).">
            <a:extLst>
              <a:ext uri="{FF2B5EF4-FFF2-40B4-BE49-F238E27FC236}">
                <a16:creationId xmlns:a16="http://schemas.microsoft.com/office/drawing/2014/main" id="{81982CDA-1DD3-4FDF-AE92-1EBCD92C61D8}"/>
              </a:ext>
            </a:extLst>
          </p:cNvPr>
          <p:cNvPicPr>
            <a:picLocks noChangeAspect="1"/>
          </p:cNvPicPr>
          <p:nvPr/>
        </p:nvPicPr>
        <p:blipFill>
          <a:blip r:embed="rId6"/>
          <a:stretch>
            <a:fillRect/>
          </a:stretch>
        </p:blipFill>
        <p:spPr>
          <a:xfrm>
            <a:off x="2851513" y="4523607"/>
            <a:ext cx="3440974" cy="1693813"/>
          </a:xfrm>
          <a:prstGeom prst="rect">
            <a:avLst/>
          </a:prstGeom>
        </p:spPr>
      </p:pic>
      <p:sp>
        <p:nvSpPr>
          <p:cNvPr id="15" name="Text Placeholder 14">
            <a:extLst>
              <a:ext uri="{FF2B5EF4-FFF2-40B4-BE49-F238E27FC236}">
                <a16:creationId xmlns:a16="http://schemas.microsoft.com/office/drawing/2014/main" id="{C12026E4-4663-416D-9563-9FA6F5BD2013}"/>
              </a:ext>
            </a:extLst>
          </p:cNvPr>
          <p:cNvSpPr>
            <a:spLocks noGrp="1"/>
          </p:cNvSpPr>
          <p:nvPr>
            <p:ph type="body" sz="quarter" idx="12"/>
          </p:nvPr>
        </p:nvSpPr>
        <p:spPr>
          <a:xfrm>
            <a:off x="2985681" y="6324599"/>
            <a:ext cx="3172638" cy="227029"/>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584A2F89-4D3D-4C99-BDC0-F8B6C6FECF06}"/>
              </a:ext>
            </a:extLst>
          </p:cNvPr>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41464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normAutofit/>
          </a:bodyPr>
          <a:lstStyle/>
          <a:p>
            <a:r>
              <a:rPr lang="en-US" sz="3600" dirty="0"/>
              <a:t>Normal Distribution</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7.3</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900" y="1259175"/>
            <a:ext cx="7362044" cy="464694"/>
          </a:xfrm>
        </p:spPr>
        <p:txBody>
          <a:bodyPr/>
          <a:lstStyle/>
          <a:p>
            <a:r>
              <a:rPr lang="en-US" dirty="0"/>
              <a:t>Normal or Gaussian (or bell shaped) distribution.</a:t>
            </a:r>
          </a:p>
        </p:txBody>
      </p:sp>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42900" y="1866627"/>
            <a:ext cx="3914307" cy="381902"/>
          </a:xfrm>
        </p:spPr>
        <p:txBody>
          <a:bodyPr tIns="0"/>
          <a:lstStyle/>
          <a:p>
            <a:pPr marL="292608" indent="-292608">
              <a:buFont typeface="Arial" panose="020B0604020202020204" pitchFamily="34" charset="0"/>
              <a:buChar char="•"/>
            </a:pPr>
            <a:r>
              <a:rPr lang="en-US" sz="2200" dirty="0"/>
              <a:t>Defined by two parameters,</a:t>
            </a:r>
          </a:p>
        </p:txBody>
      </p:sp>
      <p:graphicFrame>
        <p:nvGraphicFramePr>
          <p:cNvPr id="18" name="Object 17">
            <a:extLst>
              <a:ext uri="{FF2B5EF4-FFF2-40B4-BE49-F238E27FC236}">
                <a16:creationId xmlns:a16="http://schemas.microsoft.com/office/drawing/2014/main" id="{0CA53F26-446E-4FCF-940D-0412489AF1AD}"/>
              </a:ext>
            </a:extLst>
          </p:cNvPr>
          <p:cNvGraphicFramePr>
            <a:graphicFrameLocks noChangeAspect="1"/>
          </p:cNvGraphicFramePr>
          <p:nvPr>
            <p:extLst>
              <p:ext uri="{D42A27DB-BD31-4B8C-83A1-F6EECF244321}">
                <p14:modId xmlns:p14="http://schemas.microsoft.com/office/powerpoint/2010/main" val="989324028"/>
              </p:ext>
            </p:extLst>
          </p:nvPr>
        </p:nvGraphicFramePr>
        <p:xfrm>
          <a:off x="4206875" y="1870075"/>
          <a:ext cx="1120775" cy="368300"/>
        </p:xfrm>
        <a:graphic>
          <a:graphicData uri="http://schemas.openxmlformats.org/presentationml/2006/ole">
            <mc:AlternateContent xmlns:mc="http://schemas.openxmlformats.org/markup-compatibility/2006">
              <mc:Choice xmlns:v="urn:schemas-microsoft-com:vml" Requires="v">
                <p:oleObj name="Equation" r:id="rId2" imgW="927000" imgH="304560" progId="Equation.DSMT4">
                  <p:embed/>
                </p:oleObj>
              </mc:Choice>
              <mc:Fallback>
                <p:oleObj name="Equation" r:id="rId2" imgW="927000" imgH="304560" progId="Equation.DSMT4">
                  <p:embed/>
                  <p:pic>
                    <p:nvPicPr>
                      <p:cNvPr id="0" name=""/>
                      <p:cNvPicPr/>
                      <p:nvPr/>
                    </p:nvPicPr>
                    <p:blipFill>
                      <a:blip r:embed="rId3"/>
                      <a:stretch>
                        <a:fillRect/>
                      </a:stretch>
                    </p:blipFill>
                    <p:spPr>
                      <a:xfrm>
                        <a:off x="4206875" y="1870075"/>
                        <a:ext cx="1120775" cy="3683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342900" y="2391252"/>
            <a:ext cx="1965585" cy="381931"/>
          </a:xfrm>
        </p:spPr>
        <p:txBody>
          <a:bodyPr tIns="0"/>
          <a:lstStyle/>
          <a:p>
            <a:pPr marL="292608" indent="-292608">
              <a:buFont typeface="Arial" panose="020B0604020202020204" pitchFamily="34" charset="0"/>
              <a:buChar char="•"/>
            </a:pPr>
            <a:r>
              <a:rPr lang="en-US" sz="2200" dirty="0"/>
              <a:t>Denoted by</a:t>
            </a:r>
          </a:p>
        </p:txBody>
      </p:sp>
      <p:graphicFrame>
        <p:nvGraphicFramePr>
          <p:cNvPr id="19" name="Object 18">
            <a:extLst>
              <a:ext uri="{FF2B5EF4-FFF2-40B4-BE49-F238E27FC236}">
                <a16:creationId xmlns:a16="http://schemas.microsoft.com/office/drawing/2014/main" id="{D2E03260-DF43-4EAE-85AE-D370A59D7BC6}"/>
              </a:ext>
            </a:extLst>
          </p:cNvPr>
          <p:cNvGraphicFramePr>
            <a:graphicFrameLocks noChangeAspect="1"/>
          </p:cNvGraphicFramePr>
          <p:nvPr>
            <p:extLst>
              <p:ext uri="{D42A27DB-BD31-4B8C-83A1-F6EECF244321}">
                <p14:modId xmlns:p14="http://schemas.microsoft.com/office/powerpoint/2010/main" val="2071011088"/>
              </p:ext>
            </p:extLst>
          </p:nvPr>
        </p:nvGraphicFramePr>
        <p:xfrm>
          <a:off x="2197100" y="2435225"/>
          <a:ext cx="1103313" cy="334963"/>
        </p:xfrm>
        <a:graphic>
          <a:graphicData uri="http://schemas.openxmlformats.org/presentationml/2006/ole">
            <mc:AlternateContent xmlns:mc="http://schemas.openxmlformats.org/markup-compatibility/2006">
              <mc:Choice xmlns:v="urn:schemas-microsoft-com:vml" Requires="v">
                <p:oleObj name="Equation" r:id="rId4" imgW="1002960" imgH="304560" progId="Equation.DSMT4">
                  <p:embed/>
                </p:oleObj>
              </mc:Choice>
              <mc:Fallback>
                <p:oleObj name="Equation" r:id="rId4" imgW="1002960" imgH="304560" progId="Equation.DSMT4">
                  <p:embed/>
                  <p:pic>
                    <p:nvPicPr>
                      <p:cNvPr id="0" name=""/>
                      <p:cNvPicPr/>
                      <p:nvPr/>
                    </p:nvPicPr>
                    <p:blipFill>
                      <a:blip r:embed="rId5"/>
                      <a:stretch>
                        <a:fillRect/>
                      </a:stretch>
                    </p:blipFill>
                    <p:spPr>
                      <a:xfrm>
                        <a:off x="2197100" y="2435225"/>
                        <a:ext cx="1103313" cy="3349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42900" y="2956269"/>
            <a:ext cx="1740733" cy="341570"/>
          </a:xfrm>
        </p:spPr>
        <p:txBody>
          <a:bodyPr tIns="0"/>
          <a:lstStyle/>
          <a:p>
            <a:pPr marL="292608" indent="-292608">
              <a:buFont typeface="Arial" panose="020B0604020202020204" pitchFamily="34" charset="0"/>
              <a:buChar char="•"/>
            </a:pPr>
            <a:r>
              <a:rPr lang="en-US" sz="2200" dirty="0"/>
              <a:t>Domain is</a:t>
            </a:r>
          </a:p>
        </p:txBody>
      </p:sp>
      <p:graphicFrame>
        <p:nvGraphicFramePr>
          <p:cNvPr id="20" name="Object 19">
            <a:extLst>
              <a:ext uri="{FF2B5EF4-FFF2-40B4-BE49-F238E27FC236}">
                <a16:creationId xmlns:a16="http://schemas.microsoft.com/office/drawing/2014/main" id="{B3406BAD-9D85-40E7-A846-1A414FA75507}"/>
              </a:ext>
            </a:extLst>
          </p:cNvPr>
          <p:cNvGraphicFramePr>
            <a:graphicFrameLocks noChangeAspect="1"/>
          </p:cNvGraphicFramePr>
          <p:nvPr>
            <p:extLst>
              <p:ext uri="{D42A27DB-BD31-4B8C-83A1-F6EECF244321}">
                <p14:modId xmlns:p14="http://schemas.microsoft.com/office/powerpoint/2010/main" val="4227417956"/>
              </p:ext>
            </p:extLst>
          </p:nvPr>
        </p:nvGraphicFramePr>
        <p:xfrm>
          <a:off x="2035175" y="3016250"/>
          <a:ext cx="1549400" cy="250825"/>
        </p:xfrm>
        <a:graphic>
          <a:graphicData uri="http://schemas.openxmlformats.org/presentationml/2006/ole">
            <mc:AlternateContent xmlns:mc="http://schemas.openxmlformats.org/markup-compatibility/2006">
              <mc:Choice xmlns:v="urn:schemas-microsoft-com:vml" Requires="v">
                <p:oleObj name="Equation" r:id="rId6" imgW="1409400" imgH="228600" progId="Equation.DSMT4">
                  <p:embed/>
                </p:oleObj>
              </mc:Choice>
              <mc:Fallback>
                <p:oleObj name="Equation" r:id="rId6" imgW="1409400" imgH="228600" progId="Equation.DSMT4">
                  <p:embed/>
                  <p:pic>
                    <p:nvPicPr>
                      <p:cNvPr id="0" name=""/>
                      <p:cNvPicPr/>
                      <p:nvPr/>
                    </p:nvPicPr>
                    <p:blipFill>
                      <a:blip r:embed="rId7"/>
                      <a:stretch>
                        <a:fillRect/>
                      </a:stretch>
                    </p:blipFill>
                    <p:spPr>
                      <a:xfrm>
                        <a:off x="2035175" y="3016250"/>
                        <a:ext cx="1549400" cy="250825"/>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CC14C16-7B58-491B-A07A-754D184E5270}"/>
              </a:ext>
            </a:extLst>
          </p:cNvPr>
          <p:cNvSpPr>
            <a:spLocks noGrp="1"/>
          </p:cNvSpPr>
          <p:nvPr>
            <p:ph sz="quarter" idx="18"/>
          </p:nvPr>
        </p:nvSpPr>
        <p:spPr>
          <a:xfrm>
            <a:off x="3690813" y="2956269"/>
            <a:ext cx="2445270" cy="391150"/>
          </a:xfrm>
        </p:spPr>
        <p:txBody>
          <a:bodyPr lIns="0" tIns="0" rIns="0" bIns="0"/>
          <a:lstStyle/>
          <a:p>
            <a:r>
              <a:rPr lang="en-US" sz="2200" dirty="0">
                <a:sym typeface="Symbol" pitchFamily="18" charset="2"/>
              </a:rPr>
              <a:t>(continuous scale).</a:t>
            </a:r>
            <a:endParaRPr lang="en-US" sz="2200" dirty="0"/>
          </a:p>
        </p:txBody>
      </p:sp>
      <p:sp>
        <p:nvSpPr>
          <p:cNvPr id="9" name="Content Placeholder 8">
            <a:extLst>
              <a:ext uri="{FF2B5EF4-FFF2-40B4-BE49-F238E27FC236}">
                <a16:creationId xmlns:a16="http://schemas.microsoft.com/office/drawing/2014/main" id="{FEA6592A-24DF-474E-A8E8-936E57959F9B}"/>
              </a:ext>
            </a:extLst>
          </p:cNvPr>
          <p:cNvSpPr>
            <a:spLocks noGrp="1"/>
          </p:cNvSpPr>
          <p:nvPr>
            <p:ph sz="quarter" idx="19"/>
          </p:nvPr>
        </p:nvSpPr>
        <p:spPr>
          <a:xfrm>
            <a:off x="342899" y="3458393"/>
            <a:ext cx="5488275" cy="673725"/>
          </a:xfrm>
        </p:spPr>
        <p:txBody>
          <a:bodyPr tIns="0"/>
          <a:lstStyle/>
          <a:p>
            <a:pPr marL="292608" indent="-292608">
              <a:buFont typeface="Arial" panose="020B0604020202020204" pitchFamily="34" charset="0"/>
              <a:buChar char="•"/>
            </a:pPr>
            <a:r>
              <a:rPr lang="en-US" sz="2200" dirty="0">
                <a:sym typeface="Times New Roman" pitchFamily="18" charset="0"/>
              </a:rPr>
              <a:t>Almost all (99.7%) of the area under the normal curve is included in this interval:</a:t>
            </a:r>
            <a:endParaRPr lang="en-US" sz="2200" dirty="0"/>
          </a:p>
        </p:txBody>
      </p:sp>
      <p:graphicFrame>
        <p:nvGraphicFramePr>
          <p:cNvPr id="21" name="Object 20">
            <a:extLst>
              <a:ext uri="{FF2B5EF4-FFF2-40B4-BE49-F238E27FC236}">
                <a16:creationId xmlns:a16="http://schemas.microsoft.com/office/drawing/2014/main" id="{6C019B87-8536-463B-B77E-1CE5E963C1F3}"/>
              </a:ext>
            </a:extLst>
          </p:cNvPr>
          <p:cNvGraphicFramePr>
            <a:graphicFrameLocks noChangeAspect="1"/>
          </p:cNvGraphicFramePr>
          <p:nvPr>
            <p:extLst>
              <p:ext uri="{D42A27DB-BD31-4B8C-83A1-F6EECF244321}">
                <p14:modId xmlns:p14="http://schemas.microsoft.com/office/powerpoint/2010/main" val="1886998305"/>
              </p:ext>
            </p:extLst>
          </p:nvPr>
        </p:nvGraphicFramePr>
        <p:xfrm>
          <a:off x="1470910" y="4257557"/>
          <a:ext cx="2343150" cy="322262"/>
        </p:xfrm>
        <a:graphic>
          <a:graphicData uri="http://schemas.openxmlformats.org/presentationml/2006/ole">
            <mc:AlternateContent xmlns:mc="http://schemas.openxmlformats.org/markup-compatibility/2006">
              <mc:Choice xmlns:v="urn:schemas-microsoft-com:vml" Requires="v">
                <p:oleObj name="Equation" r:id="rId8" imgW="2133360" imgH="291960" progId="Equation.DSMT4">
                  <p:embed/>
                </p:oleObj>
              </mc:Choice>
              <mc:Fallback>
                <p:oleObj name="Equation" r:id="rId8" imgW="2133360" imgH="291960" progId="Equation.DSMT4">
                  <p:embed/>
                  <p:pic>
                    <p:nvPicPr>
                      <p:cNvPr id="0" name=""/>
                      <p:cNvPicPr/>
                      <p:nvPr/>
                    </p:nvPicPr>
                    <p:blipFill>
                      <a:blip r:embed="rId9"/>
                      <a:stretch>
                        <a:fillRect/>
                      </a:stretch>
                    </p:blipFill>
                    <p:spPr>
                      <a:xfrm>
                        <a:off x="1470910" y="4257557"/>
                        <a:ext cx="2343150" cy="322262"/>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E3D6930F-7D54-4D6D-88EB-51FBE3CAFC19}"/>
              </a:ext>
            </a:extLst>
          </p:cNvPr>
          <p:cNvSpPr>
            <a:spLocks noGrp="1"/>
          </p:cNvSpPr>
          <p:nvPr>
            <p:ph sz="quarter" idx="20"/>
          </p:nvPr>
        </p:nvSpPr>
        <p:spPr>
          <a:xfrm>
            <a:off x="342899" y="4752909"/>
            <a:ext cx="4723776" cy="759902"/>
          </a:xfrm>
        </p:spPr>
        <p:txBody>
          <a:bodyPr tIns="0"/>
          <a:lstStyle/>
          <a:p>
            <a:pPr marL="292608" indent="-292608">
              <a:buFont typeface="Arial" panose="020B0604020202020204" pitchFamily="34" charset="0"/>
              <a:buChar char="•"/>
            </a:pPr>
            <a:r>
              <a:rPr lang="en-US" sz="2200" dirty="0">
                <a:sym typeface="Symbol" pitchFamily="18" charset="2"/>
              </a:rPr>
              <a:t>The distribution is symmetric and unimodal about the mean.</a:t>
            </a:r>
            <a:endParaRPr lang="en-US" sz="2200" dirty="0">
              <a:sym typeface="Times New Roman" pitchFamily="18" charset="0"/>
            </a:endParaRPr>
          </a:p>
        </p:txBody>
      </p:sp>
      <p:pic>
        <p:nvPicPr>
          <p:cNvPr id="23" name="Picture 22" descr="A normal distribution curve.">
            <a:extLst>
              <a:ext uri="{FF2B5EF4-FFF2-40B4-BE49-F238E27FC236}">
                <a16:creationId xmlns:a16="http://schemas.microsoft.com/office/drawing/2014/main" id="{829252E7-1013-44CA-8BA7-5037A12E489E}"/>
              </a:ext>
            </a:extLst>
          </p:cNvPr>
          <p:cNvPicPr>
            <a:picLocks noChangeAspect="1"/>
          </p:cNvPicPr>
          <p:nvPr/>
        </p:nvPicPr>
        <p:blipFill>
          <a:blip r:embed="rId10"/>
          <a:stretch>
            <a:fillRect/>
          </a:stretch>
        </p:blipFill>
        <p:spPr>
          <a:xfrm>
            <a:off x="5427832" y="4375523"/>
            <a:ext cx="3217638" cy="1731675"/>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11"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749579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14550"/>
            <a:ext cx="7709719" cy="1059110"/>
          </a:xfrm>
        </p:spPr>
        <p:txBody>
          <a:bodyPr>
            <a:normAutofit fontScale="90000"/>
          </a:bodyPr>
          <a:lstStyle/>
          <a:p>
            <a:r>
              <a:rPr lang="en-US" dirty="0"/>
              <a:t>Characteristics of the Normal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a:t>O 7.3</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2540599732"/>
              </p:ext>
            </p:extLst>
          </p:nvPr>
        </p:nvGraphicFramePr>
        <p:xfrm>
          <a:off x="1169233" y="1397000"/>
          <a:ext cx="6568754" cy="4256548"/>
        </p:xfrm>
        <a:graphic>
          <a:graphicData uri="http://schemas.openxmlformats.org/drawingml/2006/table">
            <a:tbl>
              <a:tblPr firstRow="1" bandRow="1">
                <a:tableStyleId>{5C22544A-7EE6-4342-B048-85BDC9FD1C3A}</a:tableStyleId>
              </a:tblPr>
              <a:tblGrid>
                <a:gridCol w="2473377">
                  <a:extLst>
                    <a:ext uri="{9D8B030D-6E8A-4147-A177-3AD203B41FA5}">
                      <a16:colId xmlns:a16="http://schemas.microsoft.com/office/drawing/2014/main" val="577382237"/>
                    </a:ext>
                  </a:extLst>
                </a:gridCol>
                <a:gridCol w="4095377">
                  <a:extLst>
                    <a:ext uri="{9D8B030D-6E8A-4147-A177-3AD203B41FA5}">
                      <a16:colId xmlns:a16="http://schemas.microsoft.com/office/drawing/2014/main" val="1076989983"/>
                    </a:ext>
                  </a:extLst>
                </a:gridCol>
              </a:tblGrid>
              <a:tr h="687439">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484453"/>
                  </a:ext>
                </a:extLst>
              </a:tr>
              <a:tr h="747251">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3719792"/>
                  </a:ext>
                </a:extLst>
              </a:tr>
              <a:tr h="383458">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837222"/>
                  </a:ext>
                </a:extLst>
              </a:tr>
              <a:tr h="344129">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586626"/>
                  </a:ext>
                </a:extLst>
              </a:tr>
              <a:tr h="37166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135061"/>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04571186"/>
                  </a:ext>
                </a:extLst>
              </a:tr>
              <a:tr h="445237">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endParaRPr lang="nn-NO"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3692399"/>
                  </a:ext>
                </a:extLst>
              </a:tr>
              <a:tr h="4227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endParaRPr lang="nn-NO"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7598648"/>
                  </a:ext>
                </a:extLst>
              </a:tr>
              <a:tr h="462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3213687"/>
                  </a:ext>
                </a:extLst>
              </a:tr>
            </a:tbl>
          </a:graphicData>
        </a:graphic>
      </p:graphicFrame>
      <p:graphicFrame>
        <p:nvGraphicFramePr>
          <p:cNvPr id="9" name="Object 8">
            <a:extLst>
              <a:ext uri="{FF2B5EF4-FFF2-40B4-BE49-F238E27FC236}">
                <a16:creationId xmlns:a16="http://schemas.microsoft.com/office/drawing/2014/main" id="{B85CAEE9-0E2E-4651-B218-0FB8793A46EA}"/>
              </a:ext>
            </a:extLst>
          </p:cNvPr>
          <p:cNvGraphicFramePr>
            <a:graphicFrameLocks noChangeAspect="1"/>
          </p:cNvGraphicFramePr>
          <p:nvPr>
            <p:extLst>
              <p:ext uri="{D42A27DB-BD31-4B8C-83A1-F6EECF244321}">
                <p14:modId xmlns:p14="http://schemas.microsoft.com/office/powerpoint/2010/main" val="832797218"/>
              </p:ext>
            </p:extLst>
          </p:nvPr>
        </p:nvGraphicFramePr>
        <p:xfrm>
          <a:off x="1249312" y="1463675"/>
          <a:ext cx="1054100" cy="228600"/>
        </p:xfrm>
        <a:graphic>
          <a:graphicData uri="http://schemas.openxmlformats.org/presentationml/2006/ole">
            <mc:AlternateContent xmlns:mc="http://schemas.openxmlformats.org/markup-compatibility/2006">
              <mc:Choice xmlns:v="urn:schemas-microsoft-com:vml" Requires="v">
                <p:oleObj name="Equation" r:id="rId2" imgW="1054080" imgH="228600" progId="Equation.DSMT4">
                  <p:embed/>
                </p:oleObj>
              </mc:Choice>
              <mc:Fallback>
                <p:oleObj name="Equation" r:id="rId2" imgW="1054080" imgH="228600" progId="Equation.DSMT4">
                  <p:embed/>
                  <p:pic>
                    <p:nvPicPr>
                      <p:cNvPr id="0" name=""/>
                      <p:cNvPicPr/>
                      <p:nvPr/>
                    </p:nvPicPr>
                    <p:blipFill>
                      <a:blip r:embed="rId3"/>
                      <a:stretch>
                        <a:fillRect/>
                      </a:stretch>
                    </p:blipFill>
                    <p:spPr>
                      <a:xfrm>
                        <a:off x="1249312" y="1463675"/>
                        <a:ext cx="1054100" cy="2286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2D7B7EB1-BD16-4432-8449-FD15E1BD40C5}"/>
              </a:ext>
            </a:extLst>
          </p:cNvPr>
          <p:cNvGraphicFramePr>
            <a:graphicFrameLocks noChangeAspect="1"/>
          </p:cNvGraphicFramePr>
          <p:nvPr>
            <p:extLst>
              <p:ext uri="{D42A27DB-BD31-4B8C-83A1-F6EECF244321}">
                <p14:modId xmlns:p14="http://schemas.microsoft.com/office/powerpoint/2010/main" val="479916687"/>
              </p:ext>
            </p:extLst>
          </p:nvPr>
        </p:nvGraphicFramePr>
        <p:xfrm>
          <a:off x="3843952" y="1436381"/>
          <a:ext cx="1955800" cy="266700"/>
        </p:xfrm>
        <a:graphic>
          <a:graphicData uri="http://schemas.openxmlformats.org/presentationml/2006/ole">
            <mc:AlternateContent xmlns:mc="http://schemas.openxmlformats.org/markup-compatibility/2006">
              <mc:Choice xmlns:v="urn:schemas-microsoft-com:vml" Requires="v">
                <p:oleObj name="Equation" r:id="rId4" imgW="1955520" imgH="266400" progId="Equation.DSMT4">
                  <p:embed/>
                </p:oleObj>
              </mc:Choice>
              <mc:Fallback>
                <p:oleObj name="Equation" r:id="rId4" imgW="1955520" imgH="266400" progId="Equation.DSMT4">
                  <p:embed/>
                  <p:pic>
                    <p:nvPicPr>
                      <p:cNvPr id="0" name=""/>
                      <p:cNvPicPr/>
                      <p:nvPr/>
                    </p:nvPicPr>
                    <p:blipFill>
                      <a:blip r:embed="rId5"/>
                      <a:stretch>
                        <a:fillRect/>
                      </a:stretch>
                    </p:blipFill>
                    <p:spPr>
                      <a:xfrm>
                        <a:off x="3843952" y="1436381"/>
                        <a:ext cx="1955800" cy="2667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5AFCF301-F565-4C49-AD32-514D520848B2}"/>
              </a:ext>
            </a:extLst>
          </p:cNvPr>
          <p:cNvGraphicFramePr>
            <a:graphicFrameLocks noChangeAspect="1"/>
          </p:cNvGraphicFramePr>
          <p:nvPr>
            <p:extLst>
              <p:ext uri="{D42A27DB-BD31-4B8C-83A1-F6EECF244321}">
                <p14:modId xmlns:p14="http://schemas.microsoft.com/office/powerpoint/2010/main" val="3073849099"/>
              </p:ext>
            </p:extLst>
          </p:nvPr>
        </p:nvGraphicFramePr>
        <p:xfrm>
          <a:off x="3843952" y="1757669"/>
          <a:ext cx="3200400" cy="266700"/>
        </p:xfrm>
        <a:graphic>
          <a:graphicData uri="http://schemas.openxmlformats.org/presentationml/2006/ole">
            <mc:AlternateContent xmlns:mc="http://schemas.openxmlformats.org/markup-compatibility/2006">
              <mc:Choice xmlns:v="urn:schemas-microsoft-com:vml" Requires="v">
                <p:oleObj name="Equation" r:id="rId6" imgW="3200400" imgH="266400" progId="Equation.DSMT4">
                  <p:embed/>
                </p:oleObj>
              </mc:Choice>
              <mc:Fallback>
                <p:oleObj name="Equation" r:id="rId6" imgW="3200400" imgH="266400" progId="Equation.DSMT4">
                  <p:embed/>
                  <p:pic>
                    <p:nvPicPr>
                      <p:cNvPr id="0" name=""/>
                      <p:cNvPicPr/>
                      <p:nvPr/>
                    </p:nvPicPr>
                    <p:blipFill>
                      <a:blip r:embed="rId7"/>
                      <a:stretch>
                        <a:fillRect/>
                      </a:stretch>
                    </p:blipFill>
                    <p:spPr>
                      <a:xfrm>
                        <a:off x="3843952" y="1757669"/>
                        <a:ext cx="3200400" cy="2667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457220AE-4FA8-4254-B5E1-256348DEFEE6}"/>
              </a:ext>
            </a:extLst>
          </p:cNvPr>
          <p:cNvGraphicFramePr>
            <a:graphicFrameLocks noChangeAspect="1"/>
          </p:cNvGraphicFramePr>
          <p:nvPr>
            <p:extLst>
              <p:ext uri="{D42A27DB-BD31-4B8C-83A1-F6EECF244321}">
                <p14:modId xmlns:p14="http://schemas.microsoft.com/office/powerpoint/2010/main" val="1795727130"/>
              </p:ext>
            </p:extLst>
          </p:nvPr>
        </p:nvGraphicFramePr>
        <p:xfrm>
          <a:off x="1287924" y="2210548"/>
          <a:ext cx="457200" cy="215900"/>
        </p:xfrm>
        <a:graphic>
          <a:graphicData uri="http://schemas.openxmlformats.org/presentationml/2006/ole">
            <mc:AlternateContent xmlns:mc="http://schemas.openxmlformats.org/markup-compatibility/2006">
              <mc:Choice xmlns:v="urn:schemas-microsoft-com:vml" Requires="v">
                <p:oleObj name="Equation" r:id="rId8" imgW="457200" imgH="215640" progId="Equation.DSMT4">
                  <p:embed/>
                </p:oleObj>
              </mc:Choice>
              <mc:Fallback>
                <p:oleObj name="Equation" r:id="rId8" imgW="457200" imgH="215640" progId="Equation.DSMT4">
                  <p:embed/>
                  <p:pic>
                    <p:nvPicPr>
                      <p:cNvPr id="0" name=""/>
                      <p:cNvPicPr/>
                      <p:nvPr/>
                    </p:nvPicPr>
                    <p:blipFill>
                      <a:blip r:embed="rId9"/>
                      <a:stretch>
                        <a:fillRect/>
                      </a:stretch>
                    </p:blipFill>
                    <p:spPr>
                      <a:xfrm>
                        <a:off x="1287924" y="2210548"/>
                        <a:ext cx="457200" cy="2159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FE5A0BD0-035C-4ABD-BCAB-D28F0CE053F7}"/>
              </a:ext>
            </a:extLst>
          </p:cNvPr>
          <p:cNvGraphicFramePr>
            <a:graphicFrameLocks noChangeAspect="1"/>
          </p:cNvGraphicFramePr>
          <p:nvPr>
            <p:extLst>
              <p:ext uri="{D42A27DB-BD31-4B8C-83A1-F6EECF244321}">
                <p14:modId xmlns:p14="http://schemas.microsoft.com/office/powerpoint/2010/main" val="1397824007"/>
              </p:ext>
            </p:extLst>
          </p:nvPr>
        </p:nvGraphicFramePr>
        <p:xfrm>
          <a:off x="3803650" y="2162175"/>
          <a:ext cx="1795463" cy="577850"/>
        </p:xfrm>
        <a:graphic>
          <a:graphicData uri="http://schemas.openxmlformats.org/presentationml/2006/ole">
            <mc:AlternateContent xmlns:mc="http://schemas.openxmlformats.org/markup-compatibility/2006">
              <mc:Choice xmlns:v="urn:schemas-microsoft-com:vml" Requires="v">
                <p:oleObj name="Equation" r:id="rId10" imgW="2171520" imgH="698400" progId="Equation.DSMT4">
                  <p:embed/>
                </p:oleObj>
              </mc:Choice>
              <mc:Fallback>
                <p:oleObj name="Equation" r:id="rId10" imgW="2171520" imgH="698400" progId="Equation.DSMT4">
                  <p:embed/>
                  <p:pic>
                    <p:nvPicPr>
                      <p:cNvPr id="8" name="Object 7">
                        <a:extLst>
                          <a:ext uri="{FF2B5EF4-FFF2-40B4-BE49-F238E27FC236}">
                            <a16:creationId xmlns:a16="http://schemas.microsoft.com/office/drawing/2014/main" id="{FE5A0BD0-035C-4ABD-BCAB-D28F0CE053F7}"/>
                          </a:ext>
                        </a:extLst>
                      </p:cNvPr>
                      <p:cNvPicPr/>
                      <p:nvPr/>
                    </p:nvPicPr>
                    <p:blipFill>
                      <a:blip r:embed="rId11"/>
                      <a:stretch>
                        <a:fillRect/>
                      </a:stretch>
                    </p:blipFill>
                    <p:spPr>
                      <a:xfrm>
                        <a:off x="3803650" y="2162175"/>
                        <a:ext cx="1795463" cy="57785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48CE3907-C724-4E3B-A525-6BF0EAD1ECF7}"/>
              </a:ext>
            </a:extLst>
          </p:cNvPr>
          <p:cNvGraphicFramePr>
            <a:graphicFrameLocks noChangeAspect="1"/>
          </p:cNvGraphicFramePr>
          <p:nvPr>
            <p:extLst>
              <p:ext uri="{D42A27DB-BD31-4B8C-83A1-F6EECF244321}">
                <p14:modId xmlns:p14="http://schemas.microsoft.com/office/powerpoint/2010/main" val="535409986"/>
              </p:ext>
            </p:extLst>
          </p:nvPr>
        </p:nvGraphicFramePr>
        <p:xfrm>
          <a:off x="1263138" y="2901251"/>
          <a:ext cx="787400" cy="228600"/>
        </p:xfrm>
        <a:graphic>
          <a:graphicData uri="http://schemas.openxmlformats.org/presentationml/2006/ole">
            <mc:AlternateContent xmlns:mc="http://schemas.openxmlformats.org/markup-compatibility/2006">
              <mc:Choice xmlns:v="urn:schemas-microsoft-com:vml" Requires="v">
                <p:oleObj name="Equation" r:id="rId12" imgW="787320" imgH="228600" progId="Equation.DSMT4">
                  <p:embed/>
                </p:oleObj>
              </mc:Choice>
              <mc:Fallback>
                <p:oleObj name="Equation" r:id="rId12" imgW="787320" imgH="228600" progId="Equation.DSMT4">
                  <p:embed/>
                  <p:pic>
                    <p:nvPicPr>
                      <p:cNvPr id="0" name=""/>
                      <p:cNvPicPr/>
                      <p:nvPr/>
                    </p:nvPicPr>
                    <p:blipFill>
                      <a:blip r:embed="rId13"/>
                      <a:stretch>
                        <a:fillRect/>
                      </a:stretch>
                    </p:blipFill>
                    <p:spPr>
                      <a:xfrm>
                        <a:off x="1263138" y="2901251"/>
                        <a:ext cx="787400" cy="2286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7F3F04D9-0D36-4B81-B929-0A8D1C9E2EF3}"/>
              </a:ext>
            </a:extLst>
          </p:cNvPr>
          <p:cNvGraphicFramePr>
            <a:graphicFrameLocks noChangeAspect="1"/>
          </p:cNvGraphicFramePr>
          <p:nvPr>
            <p:extLst>
              <p:ext uri="{D42A27DB-BD31-4B8C-83A1-F6EECF244321}">
                <p14:modId xmlns:p14="http://schemas.microsoft.com/office/powerpoint/2010/main" val="649609749"/>
              </p:ext>
            </p:extLst>
          </p:nvPr>
        </p:nvGraphicFramePr>
        <p:xfrm>
          <a:off x="3798888" y="2892373"/>
          <a:ext cx="1397000" cy="238125"/>
        </p:xfrm>
        <a:graphic>
          <a:graphicData uri="http://schemas.openxmlformats.org/presentationml/2006/ole">
            <mc:AlternateContent xmlns:mc="http://schemas.openxmlformats.org/markup-compatibility/2006">
              <mc:Choice xmlns:v="urn:schemas-microsoft-com:vml" Requires="v">
                <p:oleObj name="Equation" r:id="rId14" imgW="1269720" imgH="215640" progId="Equation.DSMT4">
                  <p:embed/>
                </p:oleObj>
              </mc:Choice>
              <mc:Fallback>
                <p:oleObj name="Equation" r:id="rId14" imgW="1269720" imgH="215640" progId="Equation.DSMT4">
                  <p:embed/>
                  <p:pic>
                    <p:nvPicPr>
                      <p:cNvPr id="20" name="Object 19">
                        <a:extLst>
                          <a:ext uri="{FF2B5EF4-FFF2-40B4-BE49-F238E27FC236}">
                            <a16:creationId xmlns:a16="http://schemas.microsoft.com/office/drawing/2014/main" id="{B3406BAD-9D85-40E7-A846-1A414FA75507}"/>
                          </a:ext>
                        </a:extLst>
                      </p:cNvPr>
                      <p:cNvPicPr/>
                      <p:nvPr/>
                    </p:nvPicPr>
                    <p:blipFill>
                      <a:blip r:embed="rId15"/>
                      <a:stretch>
                        <a:fillRect/>
                      </a:stretch>
                    </p:blipFill>
                    <p:spPr>
                      <a:xfrm>
                        <a:off x="3798888" y="2892373"/>
                        <a:ext cx="1397000" cy="238125"/>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4FF18225-C113-451A-9D4F-34612B571F57}"/>
              </a:ext>
            </a:extLst>
          </p:cNvPr>
          <p:cNvGraphicFramePr>
            <a:graphicFrameLocks noChangeAspect="1"/>
          </p:cNvGraphicFramePr>
          <p:nvPr>
            <p:extLst>
              <p:ext uri="{D42A27DB-BD31-4B8C-83A1-F6EECF244321}">
                <p14:modId xmlns:p14="http://schemas.microsoft.com/office/powerpoint/2010/main" val="2807199478"/>
              </p:ext>
            </p:extLst>
          </p:nvPr>
        </p:nvGraphicFramePr>
        <p:xfrm>
          <a:off x="1288538" y="3287762"/>
          <a:ext cx="571500" cy="228600"/>
        </p:xfrm>
        <a:graphic>
          <a:graphicData uri="http://schemas.openxmlformats.org/presentationml/2006/ole">
            <mc:AlternateContent xmlns:mc="http://schemas.openxmlformats.org/markup-compatibility/2006">
              <mc:Choice xmlns:v="urn:schemas-microsoft-com:vml" Requires="v">
                <p:oleObj name="Equation" r:id="rId16" imgW="571320" imgH="228600" progId="Equation.DSMT4">
                  <p:embed/>
                </p:oleObj>
              </mc:Choice>
              <mc:Fallback>
                <p:oleObj name="Equation" r:id="rId16" imgW="571320" imgH="228600" progId="Equation.DSMT4">
                  <p:embed/>
                  <p:pic>
                    <p:nvPicPr>
                      <p:cNvPr id="0" name=""/>
                      <p:cNvPicPr/>
                      <p:nvPr/>
                    </p:nvPicPr>
                    <p:blipFill>
                      <a:blip r:embed="rId17"/>
                      <a:stretch>
                        <a:fillRect/>
                      </a:stretch>
                    </p:blipFill>
                    <p:spPr>
                      <a:xfrm>
                        <a:off x="1288538" y="3287762"/>
                        <a:ext cx="571500" cy="2286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C13A89D2-A901-45DB-A04F-674FFE6D8562}"/>
              </a:ext>
            </a:extLst>
          </p:cNvPr>
          <p:cNvGraphicFramePr>
            <a:graphicFrameLocks noChangeAspect="1"/>
          </p:cNvGraphicFramePr>
          <p:nvPr>
            <p:extLst>
              <p:ext uri="{D42A27DB-BD31-4B8C-83A1-F6EECF244321}">
                <p14:modId xmlns:p14="http://schemas.microsoft.com/office/powerpoint/2010/main" val="4002127389"/>
              </p:ext>
            </p:extLst>
          </p:nvPr>
        </p:nvGraphicFramePr>
        <p:xfrm>
          <a:off x="3810000" y="3292782"/>
          <a:ext cx="190500" cy="215900"/>
        </p:xfrm>
        <a:graphic>
          <a:graphicData uri="http://schemas.openxmlformats.org/presentationml/2006/ole">
            <mc:AlternateContent xmlns:mc="http://schemas.openxmlformats.org/markup-compatibility/2006">
              <mc:Choice xmlns:v="urn:schemas-microsoft-com:vml" Requires="v">
                <p:oleObj name="Equation" r:id="rId18" imgW="190440" imgH="215640" progId="Equation.DSMT4">
                  <p:embed/>
                </p:oleObj>
              </mc:Choice>
              <mc:Fallback>
                <p:oleObj name="Equation" r:id="rId18" imgW="190440" imgH="215640" progId="Equation.DSMT4">
                  <p:embed/>
                  <p:pic>
                    <p:nvPicPr>
                      <p:cNvPr id="4" name="Object 3">
                        <a:extLst>
                          <a:ext uri="{FF2B5EF4-FFF2-40B4-BE49-F238E27FC236}">
                            <a16:creationId xmlns:a16="http://schemas.microsoft.com/office/drawing/2014/main" id="{2D7B7EB1-BD16-4432-8449-FD15E1BD40C5}"/>
                          </a:ext>
                        </a:extLst>
                      </p:cNvPr>
                      <p:cNvPicPr/>
                      <p:nvPr/>
                    </p:nvPicPr>
                    <p:blipFill>
                      <a:blip r:embed="rId19"/>
                      <a:stretch>
                        <a:fillRect/>
                      </a:stretch>
                    </p:blipFill>
                    <p:spPr>
                      <a:xfrm>
                        <a:off x="3810000" y="3292782"/>
                        <a:ext cx="190500" cy="2159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6234F7F3-1C24-4F1C-B500-426BD7C288A5}"/>
              </a:ext>
            </a:extLst>
          </p:cNvPr>
          <p:cNvGraphicFramePr>
            <a:graphicFrameLocks noChangeAspect="1"/>
          </p:cNvGraphicFramePr>
          <p:nvPr>
            <p:extLst>
              <p:ext uri="{D42A27DB-BD31-4B8C-83A1-F6EECF244321}">
                <p14:modId xmlns:p14="http://schemas.microsoft.com/office/powerpoint/2010/main" val="3906346619"/>
              </p:ext>
            </p:extLst>
          </p:nvPr>
        </p:nvGraphicFramePr>
        <p:xfrm>
          <a:off x="1259655" y="3641774"/>
          <a:ext cx="1752600" cy="228600"/>
        </p:xfrm>
        <a:graphic>
          <a:graphicData uri="http://schemas.openxmlformats.org/presentationml/2006/ole">
            <mc:AlternateContent xmlns:mc="http://schemas.openxmlformats.org/markup-compatibility/2006">
              <mc:Choice xmlns:v="urn:schemas-microsoft-com:vml" Requires="v">
                <p:oleObj name="Equation" r:id="rId20" imgW="1752480" imgH="228600" progId="Equation.DSMT4">
                  <p:embed/>
                </p:oleObj>
              </mc:Choice>
              <mc:Fallback>
                <p:oleObj name="Equation" r:id="rId20" imgW="1752480" imgH="228600" progId="Equation.DSMT4">
                  <p:embed/>
                  <p:pic>
                    <p:nvPicPr>
                      <p:cNvPr id="0" name=""/>
                      <p:cNvPicPr/>
                      <p:nvPr/>
                    </p:nvPicPr>
                    <p:blipFill>
                      <a:blip r:embed="rId21"/>
                      <a:stretch>
                        <a:fillRect/>
                      </a:stretch>
                    </p:blipFill>
                    <p:spPr>
                      <a:xfrm>
                        <a:off x="1259655" y="3641774"/>
                        <a:ext cx="1752600" cy="2286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4876D66-0D8B-430D-BD70-11B8AC667411}"/>
              </a:ext>
            </a:extLst>
          </p:cNvPr>
          <p:cNvGraphicFramePr>
            <a:graphicFrameLocks noChangeAspect="1"/>
          </p:cNvGraphicFramePr>
          <p:nvPr>
            <p:extLst>
              <p:ext uri="{D42A27DB-BD31-4B8C-83A1-F6EECF244321}">
                <p14:modId xmlns:p14="http://schemas.microsoft.com/office/powerpoint/2010/main" val="2211031985"/>
              </p:ext>
            </p:extLst>
          </p:nvPr>
        </p:nvGraphicFramePr>
        <p:xfrm>
          <a:off x="3811228" y="3665283"/>
          <a:ext cx="203200" cy="177800"/>
        </p:xfrm>
        <a:graphic>
          <a:graphicData uri="http://schemas.openxmlformats.org/presentationml/2006/ole">
            <mc:AlternateContent xmlns:mc="http://schemas.openxmlformats.org/markup-compatibility/2006">
              <mc:Choice xmlns:v="urn:schemas-microsoft-com:vml" Requires="v">
                <p:oleObj name="Equation" r:id="rId22" imgW="203040" imgH="177480" progId="Equation.DSMT4">
                  <p:embed/>
                </p:oleObj>
              </mc:Choice>
              <mc:Fallback>
                <p:oleObj name="Equation" r:id="rId22" imgW="203040" imgH="177480" progId="Equation.DSMT4">
                  <p:embed/>
                  <p:pic>
                    <p:nvPicPr>
                      <p:cNvPr id="6" name="Object 5">
                        <a:extLst>
                          <a:ext uri="{FF2B5EF4-FFF2-40B4-BE49-F238E27FC236}">
                            <a16:creationId xmlns:a16="http://schemas.microsoft.com/office/drawing/2014/main" id="{5AFCF301-F565-4C49-AD32-514D520848B2}"/>
                          </a:ext>
                        </a:extLst>
                      </p:cNvPr>
                      <p:cNvPicPr/>
                      <p:nvPr/>
                    </p:nvPicPr>
                    <p:blipFill>
                      <a:blip r:embed="rId23"/>
                      <a:stretch>
                        <a:fillRect/>
                      </a:stretch>
                    </p:blipFill>
                    <p:spPr>
                      <a:xfrm>
                        <a:off x="3811228" y="3665283"/>
                        <a:ext cx="203200" cy="1778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0EF16055-5516-4CD9-8D4A-F08A56F9AC77}"/>
              </a:ext>
            </a:extLst>
          </p:cNvPr>
          <p:cNvGraphicFramePr>
            <a:graphicFrameLocks noChangeAspect="1"/>
          </p:cNvGraphicFramePr>
          <p:nvPr>
            <p:extLst>
              <p:ext uri="{D42A27DB-BD31-4B8C-83A1-F6EECF244321}">
                <p14:modId xmlns:p14="http://schemas.microsoft.com/office/powerpoint/2010/main" val="449694623"/>
              </p:ext>
            </p:extLst>
          </p:nvPr>
        </p:nvGraphicFramePr>
        <p:xfrm>
          <a:off x="1259655" y="4008359"/>
          <a:ext cx="596900" cy="266700"/>
        </p:xfrm>
        <a:graphic>
          <a:graphicData uri="http://schemas.openxmlformats.org/presentationml/2006/ole">
            <mc:AlternateContent xmlns:mc="http://schemas.openxmlformats.org/markup-compatibility/2006">
              <mc:Choice xmlns:v="urn:schemas-microsoft-com:vml" Requires="v">
                <p:oleObj name="Equation" r:id="rId24" imgW="596880" imgH="266400" progId="Equation.DSMT4">
                  <p:embed/>
                </p:oleObj>
              </mc:Choice>
              <mc:Fallback>
                <p:oleObj name="Equation" r:id="rId24" imgW="596880" imgH="266400" progId="Equation.DSMT4">
                  <p:embed/>
                  <p:pic>
                    <p:nvPicPr>
                      <p:cNvPr id="0" name=""/>
                      <p:cNvPicPr/>
                      <p:nvPr/>
                    </p:nvPicPr>
                    <p:blipFill>
                      <a:blip r:embed="rId25"/>
                      <a:stretch>
                        <a:fillRect/>
                      </a:stretch>
                    </p:blipFill>
                    <p:spPr>
                      <a:xfrm>
                        <a:off x="1259655" y="4008359"/>
                        <a:ext cx="596900" cy="2667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432EECBC-E421-4AC1-87A5-BBF508680A3E}"/>
              </a:ext>
            </a:extLst>
          </p:cNvPr>
          <p:cNvGraphicFramePr>
            <a:graphicFrameLocks noChangeAspect="1"/>
          </p:cNvGraphicFramePr>
          <p:nvPr>
            <p:extLst>
              <p:ext uri="{D42A27DB-BD31-4B8C-83A1-F6EECF244321}">
                <p14:modId xmlns:p14="http://schemas.microsoft.com/office/powerpoint/2010/main" val="4147311507"/>
              </p:ext>
            </p:extLst>
          </p:nvPr>
        </p:nvGraphicFramePr>
        <p:xfrm>
          <a:off x="3711575" y="3997325"/>
          <a:ext cx="3733800" cy="266700"/>
        </p:xfrm>
        <a:graphic>
          <a:graphicData uri="http://schemas.openxmlformats.org/presentationml/2006/ole">
            <mc:AlternateContent xmlns:mc="http://schemas.openxmlformats.org/markup-compatibility/2006">
              <mc:Choice xmlns:v="urn:schemas-microsoft-com:vml" Requires="v">
                <p:oleObj name="Equation" r:id="rId26" imgW="3733560" imgH="266400" progId="Equation.DSMT4">
                  <p:embed/>
                </p:oleObj>
              </mc:Choice>
              <mc:Fallback>
                <p:oleObj name="Equation" r:id="rId26" imgW="3733560" imgH="266400" progId="Equation.DSMT4">
                  <p:embed/>
                  <p:pic>
                    <p:nvPicPr>
                      <p:cNvPr id="0" name=""/>
                      <p:cNvPicPr/>
                      <p:nvPr/>
                    </p:nvPicPr>
                    <p:blipFill>
                      <a:blip r:embed="rId27"/>
                      <a:stretch>
                        <a:fillRect/>
                      </a:stretch>
                    </p:blipFill>
                    <p:spPr>
                      <a:xfrm>
                        <a:off x="3711575" y="3997325"/>
                        <a:ext cx="3733800" cy="2667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3A3B71C1-BE79-4606-B497-3DF79D40C615}"/>
              </a:ext>
            </a:extLst>
          </p:cNvPr>
          <p:cNvGraphicFramePr>
            <a:graphicFrameLocks noChangeAspect="1"/>
          </p:cNvGraphicFramePr>
          <p:nvPr>
            <p:extLst>
              <p:ext uri="{D42A27DB-BD31-4B8C-83A1-F6EECF244321}">
                <p14:modId xmlns:p14="http://schemas.microsoft.com/office/powerpoint/2010/main" val="1659512512"/>
              </p:ext>
            </p:extLst>
          </p:nvPr>
        </p:nvGraphicFramePr>
        <p:xfrm>
          <a:off x="1252538" y="4408488"/>
          <a:ext cx="1333500" cy="279400"/>
        </p:xfrm>
        <a:graphic>
          <a:graphicData uri="http://schemas.openxmlformats.org/presentationml/2006/ole">
            <mc:AlternateContent xmlns:mc="http://schemas.openxmlformats.org/markup-compatibility/2006">
              <mc:Choice xmlns:v="urn:schemas-microsoft-com:vml" Requires="v">
                <p:oleObj name="Equation" r:id="rId28" imgW="1333440" imgH="279360" progId="Equation.DSMT4">
                  <p:embed/>
                </p:oleObj>
              </mc:Choice>
              <mc:Fallback>
                <p:oleObj name="Equation" r:id="rId28" imgW="1333440" imgH="279360" progId="Equation.DSMT4">
                  <p:embed/>
                  <p:pic>
                    <p:nvPicPr>
                      <p:cNvPr id="0" name=""/>
                      <p:cNvPicPr/>
                      <p:nvPr/>
                    </p:nvPicPr>
                    <p:blipFill>
                      <a:blip r:embed="rId29"/>
                      <a:stretch>
                        <a:fillRect/>
                      </a:stretch>
                    </p:blipFill>
                    <p:spPr>
                      <a:xfrm>
                        <a:off x="1252538" y="4408488"/>
                        <a:ext cx="1333500" cy="2794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3DB9641-1525-4FA5-990B-4E3D13B45B48}"/>
              </a:ext>
            </a:extLst>
          </p:cNvPr>
          <p:cNvGraphicFramePr>
            <a:graphicFrameLocks noChangeAspect="1"/>
          </p:cNvGraphicFramePr>
          <p:nvPr>
            <p:extLst>
              <p:ext uri="{D42A27DB-BD31-4B8C-83A1-F6EECF244321}">
                <p14:modId xmlns:p14="http://schemas.microsoft.com/office/powerpoint/2010/main" val="2734575250"/>
              </p:ext>
            </p:extLst>
          </p:nvPr>
        </p:nvGraphicFramePr>
        <p:xfrm>
          <a:off x="3743325" y="4432300"/>
          <a:ext cx="2192338" cy="231775"/>
        </p:xfrm>
        <a:graphic>
          <a:graphicData uri="http://schemas.openxmlformats.org/presentationml/2006/ole">
            <mc:AlternateContent xmlns:mc="http://schemas.openxmlformats.org/markup-compatibility/2006">
              <mc:Choice xmlns:v="urn:schemas-microsoft-com:vml" Requires="v">
                <p:oleObj name="Equation" r:id="rId30" imgW="2654280" imgH="279360" progId="Equation.DSMT4">
                  <p:embed/>
                </p:oleObj>
              </mc:Choice>
              <mc:Fallback>
                <p:oleObj name="Equation" r:id="rId30" imgW="2654280" imgH="279360" progId="Equation.DSMT4">
                  <p:embed/>
                  <p:pic>
                    <p:nvPicPr>
                      <p:cNvPr id="0" name=""/>
                      <p:cNvPicPr/>
                      <p:nvPr/>
                    </p:nvPicPr>
                    <p:blipFill>
                      <a:blip r:embed="rId31"/>
                      <a:stretch>
                        <a:fillRect/>
                      </a:stretch>
                    </p:blipFill>
                    <p:spPr>
                      <a:xfrm>
                        <a:off x="3743325" y="4432300"/>
                        <a:ext cx="2192338" cy="231775"/>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54F6DDBC-612A-4FBF-9534-E185B71CC2CB}"/>
              </a:ext>
            </a:extLst>
          </p:cNvPr>
          <p:cNvGraphicFramePr>
            <a:graphicFrameLocks noChangeAspect="1"/>
          </p:cNvGraphicFramePr>
          <p:nvPr>
            <p:extLst>
              <p:ext uri="{D42A27DB-BD31-4B8C-83A1-F6EECF244321}">
                <p14:modId xmlns:p14="http://schemas.microsoft.com/office/powerpoint/2010/main" val="2355176208"/>
              </p:ext>
            </p:extLst>
          </p:nvPr>
        </p:nvGraphicFramePr>
        <p:xfrm>
          <a:off x="1235075" y="4813300"/>
          <a:ext cx="1358900" cy="279400"/>
        </p:xfrm>
        <a:graphic>
          <a:graphicData uri="http://schemas.openxmlformats.org/presentationml/2006/ole">
            <mc:AlternateContent xmlns:mc="http://schemas.openxmlformats.org/markup-compatibility/2006">
              <mc:Choice xmlns:v="urn:schemas-microsoft-com:vml" Requires="v">
                <p:oleObj name="Equation" r:id="rId32" imgW="1358640" imgH="279360" progId="Equation.DSMT4">
                  <p:embed/>
                </p:oleObj>
              </mc:Choice>
              <mc:Fallback>
                <p:oleObj name="Equation" r:id="rId32" imgW="1358640" imgH="279360" progId="Equation.DSMT4">
                  <p:embed/>
                  <p:pic>
                    <p:nvPicPr>
                      <p:cNvPr id="0" name=""/>
                      <p:cNvPicPr/>
                      <p:nvPr/>
                    </p:nvPicPr>
                    <p:blipFill>
                      <a:blip r:embed="rId33"/>
                      <a:stretch>
                        <a:fillRect/>
                      </a:stretch>
                    </p:blipFill>
                    <p:spPr>
                      <a:xfrm>
                        <a:off x="1235075" y="4813300"/>
                        <a:ext cx="1358900" cy="2794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A1EF7904-72CC-43A7-AA1B-5AFCA540F984}"/>
              </a:ext>
            </a:extLst>
          </p:cNvPr>
          <p:cNvGraphicFramePr>
            <a:graphicFrameLocks noChangeAspect="1"/>
          </p:cNvGraphicFramePr>
          <p:nvPr>
            <p:extLst>
              <p:ext uri="{D42A27DB-BD31-4B8C-83A1-F6EECF244321}">
                <p14:modId xmlns:p14="http://schemas.microsoft.com/office/powerpoint/2010/main" val="1316077539"/>
              </p:ext>
            </p:extLst>
          </p:nvPr>
        </p:nvGraphicFramePr>
        <p:xfrm>
          <a:off x="3721100" y="4865688"/>
          <a:ext cx="2184400" cy="230187"/>
        </p:xfrm>
        <a:graphic>
          <a:graphicData uri="http://schemas.openxmlformats.org/presentationml/2006/ole">
            <mc:AlternateContent xmlns:mc="http://schemas.openxmlformats.org/markup-compatibility/2006">
              <mc:Choice xmlns:v="urn:schemas-microsoft-com:vml" Requires="v">
                <p:oleObj name="Equation" r:id="rId34" imgW="2641320" imgH="279360" progId="Equation.DSMT4">
                  <p:embed/>
                </p:oleObj>
              </mc:Choice>
              <mc:Fallback>
                <p:oleObj name="Equation" r:id="rId34" imgW="2641320" imgH="279360" progId="Equation.DSMT4">
                  <p:embed/>
                  <p:pic>
                    <p:nvPicPr>
                      <p:cNvPr id="7" name="Object 6">
                        <a:extLst>
                          <a:ext uri="{FF2B5EF4-FFF2-40B4-BE49-F238E27FC236}">
                            <a16:creationId xmlns:a16="http://schemas.microsoft.com/office/drawing/2014/main" id="{D3DB9641-1525-4FA5-990B-4E3D13B45B48}"/>
                          </a:ext>
                        </a:extLst>
                      </p:cNvPr>
                      <p:cNvPicPr/>
                      <p:nvPr/>
                    </p:nvPicPr>
                    <p:blipFill>
                      <a:blip r:embed="rId35"/>
                      <a:stretch>
                        <a:fillRect/>
                      </a:stretch>
                    </p:blipFill>
                    <p:spPr>
                      <a:xfrm>
                        <a:off x="3721100" y="4865688"/>
                        <a:ext cx="2184400" cy="230187"/>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DD2B41E0-ABC1-473D-BC61-2E3F10198AEF}"/>
              </a:ext>
            </a:extLst>
          </p:cNvPr>
          <p:cNvGraphicFramePr>
            <a:graphicFrameLocks noChangeAspect="1"/>
          </p:cNvGraphicFramePr>
          <p:nvPr>
            <p:extLst>
              <p:ext uri="{D42A27DB-BD31-4B8C-83A1-F6EECF244321}">
                <p14:modId xmlns:p14="http://schemas.microsoft.com/office/powerpoint/2010/main" val="2419054377"/>
              </p:ext>
            </p:extLst>
          </p:nvPr>
        </p:nvGraphicFramePr>
        <p:xfrm>
          <a:off x="1249312" y="5297718"/>
          <a:ext cx="2057400" cy="228600"/>
        </p:xfrm>
        <a:graphic>
          <a:graphicData uri="http://schemas.openxmlformats.org/presentationml/2006/ole">
            <mc:AlternateContent xmlns:mc="http://schemas.openxmlformats.org/markup-compatibility/2006">
              <mc:Choice xmlns:v="urn:schemas-microsoft-com:vml" Requires="v">
                <p:oleObj name="Equation" r:id="rId36" imgW="2057400" imgH="228600" progId="Equation.DSMT4">
                  <p:embed/>
                </p:oleObj>
              </mc:Choice>
              <mc:Fallback>
                <p:oleObj name="Equation" r:id="rId36" imgW="2057400" imgH="228600" progId="Equation.DSMT4">
                  <p:embed/>
                  <p:pic>
                    <p:nvPicPr>
                      <p:cNvPr id="0" name=""/>
                      <p:cNvPicPr/>
                      <p:nvPr/>
                    </p:nvPicPr>
                    <p:blipFill>
                      <a:blip r:embed="rId37"/>
                      <a:stretch>
                        <a:fillRect/>
                      </a:stretch>
                    </p:blipFill>
                    <p:spPr>
                      <a:xfrm>
                        <a:off x="1249312" y="5297718"/>
                        <a:ext cx="2057400" cy="2286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DCF14C70-1A74-4D62-84AD-F0716D046415}"/>
              </a:ext>
            </a:extLst>
          </p:cNvPr>
          <p:cNvGraphicFramePr>
            <a:graphicFrameLocks noChangeAspect="1"/>
          </p:cNvGraphicFramePr>
          <p:nvPr>
            <p:extLst>
              <p:ext uri="{D42A27DB-BD31-4B8C-83A1-F6EECF244321}">
                <p14:modId xmlns:p14="http://schemas.microsoft.com/office/powerpoint/2010/main" val="941387593"/>
              </p:ext>
            </p:extLst>
          </p:nvPr>
        </p:nvGraphicFramePr>
        <p:xfrm>
          <a:off x="3742711" y="5298869"/>
          <a:ext cx="2678163" cy="245499"/>
        </p:xfrm>
        <a:graphic>
          <a:graphicData uri="http://schemas.openxmlformats.org/presentationml/2006/ole">
            <mc:AlternateContent xmlns:mc="http://schemas.openxmlformats.org/markup-compatibility/2006">
              <mc:Choice xmlns:v="urn:schemas-microsoft-com:vml" Requires="v">
                <p:oleObj name="Equation" r:id="rId38" imgW="3047760" imgH="279360" progId="Equation.DSMT4">
                  <p:embed/>
                </p:oleObj>
              </mc:Choice>
              <mc:Fallback>
                <p:oleObj name="Equation" r:id="rId38" imgW="3047760" imgH="279360" progId="Equation.DSMT4">
                  <p:embed/>
                  <p:pic>
                    <p:nvPicPr>
                      <p:cNvPr id="0" name=""/>
                      <p:cNvPicPr/>
                      <p:nvPr/>
                    </p:nvPicPr>
                    <p:blipFill>
                      <a:blip r:embed="rId39"/>
                      <a:stretch>
                        <a:fillRect/>
                      </a:stretch>
                    </p:blipFill>
                    <p:spPr>
                      <a:xfrm>
                        <a:off x="3742711" y="5298869"/>
                        <a:ext cx="2678163" cy="245499"/>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2322775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 </a:t>
            </a:r>
            <a:r>
              <a:rPr lang="en-US" sz="1000" b="0" dirty="0"/>
              <a:t>1</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7.3</a:t>
            </a:r>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4"/>
            <a:ext cx="8156523" cy="3444801"/>
          </a:xfrm>
        </p:spPr>
        <p:txBody>
          <a:bodyPr/>
          <a:lstStyle/>
          <a:p>
            <a:pPr marL="292608" indent="-292608">
              <a:buFont typeface="Arial" panose="020B0604020202020204" pitchFamily="34" charset="0"/>
              <a:buChar char="•"/>
            </a:pPr>
            <a:r>
              <a:rPr lang="en-US" sz="2200" dirty="0"/>
              <a:t>All normal distributions have the same general shape, differing only in the axis scales.</a:t>
            </a:r>
          </a:p>
          <a:p>
            <a:pPr marL="292608" indent="-292608">
              <a:buFont typeface="Arial" panose="020B0604020202020204" pitchFamily="34" charset="0"/>
              <a:buChar char="•"/>
            </a:pPr>
            <a:r>
              <a:rPr lang="en-US" sz="2200" dirty="0"/>
              <a:t>The left chart shows the distribution of diameters of golf balls from a manufacturing process that produces normally distributed diameters </a:t>
            </a:r>
            <a:r>
              <a:rPr lang="en-IN" sz="2200" dirty="0"/>
              <a:t>with a mean diameter of </a:t>
            </a:r>
            <a:r>
              <a:rPr lang="el-GR" sz="2200" i="1" dirty="0"/>
              <a:t>μ</a:t>
            </a:r>
            <a:r>
              <a:rPr lang="en-US" sz="2200" dirty="0"/>
              <a:t> = 42.70 mm and a standard deviation </a:t>
            </a:r>
            <a:r>
              <a:rPr lang="el-GR" sz="2200" i="1" dirty="0"/>
              <a:t>σ</a:t>
            </a:r>
            <a:r>
              <a:rPr lang="en-US" sz="2200" dirty="0"/>
              <a:t> = 0.01 mm.</a:t>
            </a:r>
          </a:p>
          <a:p>
            <a:pPr marL="292608" indent="-292608">
              <a:buFont typeface="Arial" panose="020B0604020202020204" pitchFamily="34" charset="0"/>
              <a:buChar char="•"/>
            </a:pPr>
            <a:r>
              <a:rPr lang="en-US" sz="2200" dirty="0"/>
              <a:t>The right chart shows the distribution of scores on the C</a:t>
            </a:r>
            <a:r>
              <a:rPr lang="en-US" sz="100" dirty="0"/>
              <a:t> </a:t>
            </a:r>
            <a:r>
              <a:rPr lang="en-US" sz="2200" dirty="0"/>
              <a:t>P</a:t>
            </a:r>
            <a:r>
              <a:rPr lang="en-US" sz="100" dirty="0"/>
              <a:t> </a:t>
            </a:r>
            <a:r>
              <a:rPr lang="en-US" sz="2200" dirty="0"/>
              <a:t>A theory exam, assumed to be normal with a mean of </a:t>
            </a:r>
            <a:r>
              <a:rPr lang="el-GR" sz="2200" i="1" dirty="0"/>
              <a:t>μ</a:t>
            </a:r>
            <a:r>
              <a:rPr lang="en-US" sz="2200" i="1" dirty="0"/>
              <a:t> </a:t>
            </a:r>
            <a:r>
              <a:rPr lang="en-US" sz="2200" dirty="0"/>
              <a:t>= 70 and a standard deviation </a:t>
            </a:r>
            <a:r>
              <a:rPr lang="el-GR" sz="2200" i="1" dirty="0"/>
              <a:t>σ</a:t>
            </a:r>
            <a:r>
              <a:rPr lang="en-US" sz="2200" i="1" dirty="0"/>
              <a:t> </a:t>
            </a:r>
            <a:r>
              <a:rPr lang="en-US" sz="2200" dirty="0"/>
              <a:t>= 10.</a:t>
            </a:r>
          </a:p>
        </p:txBody>
      </p:sp>
      <p:pic>
        <p:nvPicPr>
          <p:cNvPr id="10" name="Picture 9" descr="2 normal distribution curves.">
            <a:extLst>
              <a:ext uri="{FF2B5EF4-FFF2-40B4-BE49-F238E27FC236}">
                <a16:creationId xmlns:a16="http://schemas.microsoft.com/office/drawing/2014/main" id="{62843A14-3973-45BE-8D3D-35C09292C07D}"/>
              </a:ext>
            </a:extLst>
          </p:cNvPr>
          <p:cNvPicPr>
            <a:picLocks noChangeAspect="1"/>
          </p:cNvPicPr>
          <p:nvPr/>
        </p:nvPicPr>
        <p:blipFill>
          <a:blip r:embed="rId2"/>
          <a:stretch>
            <a:fillRect/>
          </a:stretch>
        </p:blipFill>
        <p:spPr>
          <a:xfrm>
            <a:off x="2554049" y="4985899"/>
            <a:ext cx="4035902" cy="1213209"/>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3763944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08DA-7088-49FD-A9F2-FA30ACCB8868}"/>
              </a:ext>
            </a:extLst>
          </p:cNvPr>
          <p:cNvSpPr>
            <a:spLocks noGrp="1"/>
          </p:cNvSpPr>
          <p:nvPr>
            <p:ph type="title"/>
          </p:nvPr>
        </p:nvSpPr>
        <p:spPr>
          <a:xfrm>
            <a:off x="342900" y="192490"/>
            <a:ext cx="8048932" cy="903231"/>
          </a:xfrm>
        </p:spPr>
        <p:txBody>
          <a:bodyPr>
            <a:normAutofit/>
          </a:bodyPr>
          <a:lstStyle/>
          <a:p>
            <a:r>
              <a:rPr lang="en-US" sz="3600" dirty="0"/>
              <a:t>What is Normal?</a:t>
            </a:r>
            <a:endParaRPr lang="en-US" sz="3600" b="0" dirty="0"/>
          </a:p>
        </p:txBody>
      </p:sp>
      <p:sp>
        <p:nvSpPr>
          <p:cNvPr id="3" name="Content Placeholder 2">
            <a:extLst>
              <a:ext uri="{FF2B5EF4-FFF2-40B4-BE49-F238E27FC236}">
                <a16:creationId xmlns:a16="http://schemas.microsoft.com/office/drawing/2014/main" id="{4C065CB2-E625-44CC-81FB-94A257AA3562}"/>
              </a:ext>
            </a:extLst>
          </p:cNvPr>
          <p:cNvSpPr>
            <a:spLocks noGrp="1"/>
          </p:cNvSpPr>
          <p:nvPr>
            <p:ph sz="quarter" idx="11"/>
          </p:nvPr>
        </p:nvSpPr>
        <p:spPr>
          <a:xfrm>
            <a:off x="8625098" y="54864"/>
            <a:ext cx="476295" cy="1295711"/>
          </a:xfrm>
        </p:spPr>
        <p:txBody>
          <a:bodyPr vert="vert" tIns="45720" rIns="0"/>
          <a:lstStyle/>
          <a:p>
            <a:pPr marL="1025525" indent="-1025525"/>
            <a:r>
              <a:rPr lang="en-US" b="1" dirty="0"/>
              <a:t>L</a:t>
            </a:r>
            <a:r>
              <a:rPr lang="en-US" sz="100" b="1" dirty="0"/>
              <a:t> </a:t>
            </a:r>
            <a:r>
              <a:rPr lang="en-US" b="1" dirty="0"/>
              <a:t>O 7.3</a:t>
            </a:r>
            <a:endParaRPr lang="en-IN" b="1" dirty="0"/>
          </a:p>
        </p:txBody>
      </p:sp>
      <p:sp>
        <p:nvSpPr>
          <p:cNvPr id="4" name="Content Placeholder 3">
            <a:extLst>
              <a:ext uri="{FF2B5EF4-FFF2-40B4-BE49-F238E27FC236}">
                <a16:creationId xmlns:a16="http://schemas.microsoft.com/office/drawing/2014/main" id="{53AA3923-E6FA-4CE2-89E3-2D6CF078E7F7}"/>
              </a:ext>
            </a:extLst>
          </p:cNvPr>
          <p:cNvSpPr>
            <a:spLocks noGrp="1"/>
          </p:cNvSpPr>
          <p:nvPr>
            <p:ph sz="quarter" idx="14"/>
          </p:nvPr>
        </p:nvSpPr>
        <p:spPr>
          <a:xfrm>
            <a:off x="342901" y="1274080"/>
            <a:ext cx="8019434" cy="2908175"/>
          </a:xfrm>
        </p:spPr>
        <p:txBody>
          <a:bodyPr/>
          <a:lstStyle/>
          <a:p>
            <a:r>
              <a:rPr lang="en-US" sz="2200" dirty="0"/>
              <a:t>To be regarded as a candidate for normality, a random variable should:</a:t>
            </a:r>
          </a:p>
          <a:p>
            <a:pPr lvl="1"/>
            <a:r>
              <a:rPr lang="en-US" sz="2000" dirty="0"/>
              <a:t>Be measured on a continuous scale.</a:t>
            </a:r>
          </a:p>
          <a:p>
            <a:pPr lvl="1"/>
            <a:r>
              <a:rPr lang="en-US" sz="2000" dirty="0"/>
              <a:t>Possess a clear center.</a:t>
            </a:r>
          </a:p>
          <a:p>
            <a:pPr lvl="1"/>
            <a:r>
              <a:rPr lang="en-US" sz="2000" dirty="0"/>
              <a:t>Have only one peak (unimodal).</a:t>
            </a:r>
          </a:p>
          <a:p>
            <a:pPr lvl="1"/>
            <a:r>
              <a:rPr lang="en-US" sz="2000" dirty="0"/>
              <a:t>Exhibit tapering tails.</a:t>
            </a:r>
          </a:p>
          <a:p>
            <a:pPr lvl="1"/>
            <a:r>
              <a:rPr lang="en-US" sz="2000" dirty="0"/>
              <a:t>Be symmetric about the mean (equal tails).</a:t>
            </a:r>
          </a:p>
        </p:txBody>
      </p:sp>
      <p:sp>
        <p:nvSpPr>
          <p:cNvPr id="5" name="Content Placeholder 4">
            <a:extLst>
              <a:ext uri="{FF2B5EF4-FFF2-40B4-BE49-F238E27FC236}">
                <a16:creationId xmlns:a16="http://schemas.microsoft.com/office/drawing/2014/main" id="{12D71DC9-9D4D-498C-92D5-611B71434CCC}"/>
              </a:ext>
            </a:extLst>
          </p:cNvPr>
          <p:cNvSpPr>
            <a:spLocks noGrp="1"/>
          </p:cNvSpPr>
          <p:nvPr>
            <p:ph sz="quarter" idx="15"/>
          </p:nvPr>
        </p:nvSpPr>
        <p:spPr>
          <a:xfrm>
            <a:off x="342900" y="4357643"/>
            <a:ext cx="8267208" cy="2050822"/>
          </a:xfrm>
        </p:spPr>
        <p:txBody>
          <a:bodyPr tIns="0"/>
          <a:lstStyle/>
          <a:p>
            <a:r>
              <a:rPr lang="en-US" sz="2200" dirty="0"/>
              <a:t>Variables that </a:t>
            </a:r>
            <a:r>
              <a:rPr lang="en-US" sz="2200" i="1" dirty="0"/>
              <a:t>might </a:t>
            </a:r>
            <a:r>
              <a:rPr lang="en-US" sz="2200" dirty="0"/>
              <a:t>be expected to be normally distributed:</a:t>
            </a:r>
          </a:p>
          <a:p>
            <a:pPr lvl="1"/>
            <a:r>
              <a:rPr lang="en-US" sz="2000" i="1" dirty="0"/>
              <a:t>X </a:t>
            </a:r>
            <a:r>
              <a:rPr lang="en-US" sz="2000" dirty="0"/>
              <a:t>= quantity of beverage in a 2-liter bottle of Diet Pepsi.</a:t>
            </a:r>
          </a:p>
          <a:p>
            <a:pPr lvl="1"/>
            <a:r>
              <a:rPr lang="en-US" sz="2000" i="1" dirty="0"/>
              <a:t>X </a:t>
            </a:r>
            <a:r>
              <a:rPr lang="en-US" sz="2000" dirty="0"/>
              <a:t>= cockpit noise level in a Boeing 777 at the captain’s left ear during cruise.</a:t>
            </a:r>
          </a:p>
          <a:p>
            <a:pPr lvl="1"/>
            <a:r>
              <a:rPr lang="en-US" sz="2000" i="1" dirty="0"/>
              <a:t>X </a:t>
            </a:r>
            <a:r>
              <a:rPr lang="en-US" sz="2000" dirty="0"/>
              <a:t>= diameter in millimeters of a manufactured steel ball bearing.</a:t>
            </a:r>
          </a:p>
        </p:txBody>
      </p:sp>
      <p:sp>
        <p:nvSpPr>
          <p:cNvPr id="10" name="Slide Number Placeholder 9">
            <a:extLst>
              <a:ext uri="{FF2B5EF4-FFF2-40B4-BE49-F238E27FC236}">
                <a16:creationId xmlns:a16="http://schemas.microsoft.com/office/drawing/2014/main" id="{B024B0F4-BF34-49B8-B1F0-1C3B1F4220DB}"/>
              </a:ext>
            </a:extLst>
          </p:cNvPr>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2791661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8140700" cy="903231"/>
          </a:xfrm>
        </p:spPr>
        <p:txBody>
          <a:bodyPr>
            <a:normAutofit/>
          </a:bodyPr>
          <a:lstStyle/>
          <a:p>
            <a:r>
              <a:rPr lang="en-US" sz="3600" dirty="0"/>
              <a:t>Standard Normal Distribution</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02480" y="62507"/>
            <a:ext cx="496549" cy="1256628"/>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74164"/>
            <a:ext cx="8036599" cy="1487890"/>
          </a:xfrm>
        </p:spPr>
        <p:txBody>
          <a:bodyPr/>
          <a:lstStyle/>
          <a:p>
            <a:pPr marL="292608" indent="-292608">
              <a:buFont typeface="Arial" panose="020B0604020202020204" pitchFamily="34" charset="0"/>
              <a:buChar char="•"/>
            </a:pPr>
            <a:r>
              <a:rPr lang="en-US" sz="2200" dirty="0"/>
              <a:t>Since for every value of </a:t>
            </a:r>
            <a:r>
              <a:rPr lang="el-GR" sz="2200" i="1" dirty="0"/>
              <a:t>μ</a:t>
            </a:r>
            <a:r>
              <a:rPr lang="en-US" sz="2200" dirty="0"/>
              <a:t> and </a:t>
            </a:r>
            <a:r>
              <a:rPr lang="el-GR" sz="2200" i="1" dirty="0"/>
              <a:t>σ</a:t>
            </a:r>
            <a:r>
              <a:rPr lang="en-US" sz="2200" dirty="0"/>
              <a:t>, there is a different normal distribution, we can transform a normal random variable to a </a:t>
            </a:r>
            <a:r>
              <a:rPr lang="en-US" sz="2200" b="1" dirty="0"/>
              <a:t>standard normal distribution </a:t>
            </a:r>
            <a:r>
              <a:rPr lang="en-US" sz="2200" dirty="0"/>
              <a:t>with </a:t>
            </a:r>
            <a:r>
              <a:rPr lang="el-GR" sz="2200" i="1" dirty="0"/>
              <a:t>μ</a:t>
            </a:r>
            <a:r>
              <a:rPr lang="en-US" sz="2200" dirty="0"/>
              <a:t> = 0 and </a:t>
            </a:r>
            <a:r>
              <a:rPr lang="el-GR" sz="2200" i="1" dirty="0"/>
              <a:t>σ</a:t>
            </a:r>
            <a:r>
              <a:rPr lang="en-US" sz="2200" dirty="0"/>
              <a:t> = 1 using this formula:</a:t>
            </a:r>
          </a:p>
        </p:txBody>
      </p:sp>
      <p:graphicFrame>
        <p:nvGraphicFramePr>
          <p:cNvPr id="25" name="Object 24">
            <a:extLst>
              <a:ext uri="{FF2B5EF4-FFF2-40B4-BE49-F238E27FC236}">
                <a16:creationId xmlns:a16="http://schemas.microsoft.com/office/drawing/2014/main" id="{40800666-4E8C-47E5-A6F9-0783A0EE30F9}"/>
              </a:ext>
            </a:extLst>
          </p:cNvPr>
          <p:cNvGraphicFramePr>
            <a:graphicFrameLocks noChangeAspect="1"/>
          </p:cNvGraphicFramePr>
          <p:nvPr>
            <p:extLst>
              <p:ext uri="{D42A27DB-BD31-4B8C-83A1-F6EECF244321}">
                <p14:modId xmlns:p14="http://schemas.microsoft.com/office/powerpoint/2010/main" val="2166322658"/>
              </p:ext>
            </p:extLst>
          </p:nvPr>
        </p:nvGraphicFramePr>
        <p:xfrm>
          <a:off x="1594266" y="2871708"/>
          <a:ext cx="1066800" cy="673100"/>
        </p:xfrm>
        <a:graphic>
          <a:graphicData uri="http://schemas.openxmlformats.org/presentationml/2006/ole">
            <mc:AlternateContent xmlns:mc="http://schemas.openxmlformats.org/markup-compatibility/2006">
              <mc:Choice xmlns:v="urn:schemas-microsoft-com:vml" Requires="v">
                <p:oleObj name="Equation" r:id="rId2" imgW="965160" imgH="609480" progId="Equation.DSMT4">
                  <p:embed/>
                </p:oleObj>
              </mc:Choice>
              <mc:Fallback>
                <p:oleObj name="Equation" r:id="rId2" imgW="965160" imgH="609480" progId="Equation.DSMT4">
                  <p:embed/>
                  <p:pic>
                    <p:nvPicPr>
                      <p:cNvPr id="0" name=""/>
                      <p:cNvPicPr/>
                      <p:nvPr/>
                    </p:nvPicPr>
                    <p:blipFill>
                      <a:blip r:embed="rId3"/>
                      <a:stretch>
                        <a:fillRect/>
                      </a:stretch>
                    </p:blipFill>
                    <p:spPr>
                      <a:xfrm>
                        <a:off x="1594266" y="2871708"/>
                        <a:ext cx="1066800" cy="673100"/>
                      </a:xfrm>
                      <a:prstGeom prst="rect">
                        <a:avLst/>
                      </a:prstGeom>
                    </p:spPr>
                  </p:pic>
                </p:oleObj>
              </mc:Fallback>
            </mc:AlternateContent>
          </a:graphicData>
        </a:graphic>
      </p:graphicFrame>
      <p:sp>
        <p:nvSpPr>
          <p:cNvPr id="22" name="Content Placeholder 21">
            <a:extLst>
              <a:ext uri="{FF2B5EF4-FFF2-40B4-BE49-F238E27FC236}">
                <a16:creationId xmlns:a16="http://schemas.microsoft.com/office/drawing/2014/main" id="{194D5B6C-04D3-4E00-8FDF-55EBF85DA719}"/>
              </a:ext>
            </a:extLst>
          </p:cNvPr>
          <p:cNvSpPr>
            <a:spLocks noGrp="1"/>
          </p:cNvSpPr>
          <p:nvPr>
            <p:ph sz="quarter" idx="23"/>
          </p:nvPr>
        </p:nvSpPr>
        <p:spPr>
          <a:xfrm>
            <a:off x="2865748" y="3022975"/>
            <a:ext cx="4769963" cy="370566"/>
          </a:xfrm>
        </p:spPr>
        <p:txBody>
          <a:bodyPr lIns="0" tIns="0" rIns="0"/>
          <a:lstStyle/>
          <a:p>
            <a:r>
              <a:rPr lang="en-US" sz="2000" dirty="0"/>
              <a:t>(transformation of each </a:t>
            </a:r>
            <a:r>
              <a:rPr lang="en-US" sz="2000" i="1" dirty="0"/>
              <a:t>x</a:t>
            </a:r>
            <a:r>
              <a:rPr lang="en-US" sz="2000" dirty="0"/>
              <a:t>­-value to </a:t>
            </a:r>
            <a:r>
              <a:rPr lang="en-US" sz="2000" i="1" dirty="0"/>
              <a:t>z</a:t>
            </a:r>
            <a:r>
              <a:rPr lang="en-US" sz="2000" dirty="0"/>
              <a:t>-value)</a:t>
            </a:r>
          </a:p>
        </p:txBody>
      </p:sp>
      <p:sp>
        <p:nvSpPr>
          <p:cNvPr id="9" name="Content Placeholder 8">
            <a:extLst>
              <a:ext uri="{FF2B5EF4-FFF2-40B4-BE49-F238E27FC236}">
                <a16:creationId xmlns:a16="http://schemas.microsoft.com/office/drawing/2014/main" id="{FEA6592A-24DF-474E-A8E8-936E57959F9B}"/>
              </a:ext>
            </a:extLst>
          </p:cNvPr>
          <p:cNvSpPr>
            <a:spLocks noGrp="1"/>
          </p:cNvSpPr>
          <p:nvPr>
            <p:ph sz="quarter" idx="19"/>
          </p:nvPr>
        </p:nvSpPr>
        <p:spPr>
          <a:xfrm>
            <a:off x="342899" y="3740401"/>
            <a:ext cx="8036601" cy="1224566"/>
          </a:xfrm>
        </p:spPr>
        <p:txBody>
          <a:bodyPr tIns="0"/>
          <a:lstStyle/>
          <a:p>
            <a:pPr marL="292608" indent="-292608">
              <a:buFont typeface="Arial" panose="020B0604020202020204" pitchFamily="34" charset="0"/>
              <a:buChar char="•"/>
            </a:pPr>
            <a:r>
              <a:rPr lang="en-US" sz="2200" dirty="0"/>
              <a:t>If </a:t>
            </a:r>
            <a:r>
              <a:rPr lang="en-US" sz="2200" i="1" dirty="0"/>
              <a:t>X </a:t>
            </a:r>
            <a:r>
              <a:rPr lang="en-US" sz="2200" dirty="0"/>
              <a:t>is normally distributed, the standardized variable </a:t>
            </a:r>
            <a:r>
              <a:rPr lang="en-US" sz="2200" i="1" dirty="0"/>
              <a:t>Z </a:t>
            </a:r>
            <a:r>
              <a:rPr lang="en-US" sz="2200" dirty="0"/>
              <a:t>has a </a:t>
            </a:r>
            <a:r>
              <a:rPr lang="en-US" sz="2200" b="1" dirty="0"/>
              <a:t>standard normal distribution</a:t>
            </a:r>
            <a:r>
              <a:rPr lang="en-US" sz="2200" dirty="0"/>
              <a:t>.</a:t>
            </a:r>
          </a:p>
          <a:p>
            <a:pPr marL="292608" indent="-292608">
              <a:buFont typeface="Arial" panose="020B0604020202020204" pitchFamily="34" charset="0"/>
              <a:buChar char="•"/>
            </a:pPr>
            <a:r>
              <a:rPr lang="en-US" sz="2200" dirty="0"/>
              <a:t>Its mean is 0 and its standard deviation is 1.</a:t>
            </a:r>
          </a:p>
        </p:txBody>
      </p:sp>
      <p:sp>
        <p:nvSpPr>
          <p:cNvPr id="10" name="Content Placeholder 9">
            <a:extLst>
              <a:ext uri="{FF2B5EF4-FFF2-40B4-BE49-F238E27FC236}">
                <a16:creationId xmlns:a16="http://schemas.microsoft.com/office/drawing/2014/main" id="{E3D6930F-7D54-4D6D-88EB-51FBE3CAFC19}"/>
              </a:ext>
            </a:extLst>
          </p:cNvPr>
          <p:cNvSpPr>
            <a:spLocks noGrp="1"/>
          </p:cNvSpPr>
          <p:nvPr>
            <p:ph sz="quarter" idx="20"/>
          </p:nvPr>
        </p:nvSpPr>
        <p:spPr>
          <a:xfrm>
            <a:off x="342899" y="5112760"/>
            <a:ext cx="3434622" cy="380300"/>
          </a:xfrm>
        </p:spPr>
        <p:txBody>
          <a:bodyPr tIns="0"/>
          <a:lstStyle/>
          <a:p>
            <a:pPr marL="292608" indent="-292608">
              <a:buFont typeface="Arial" panose="020B0604020202020204" pitchFamily="34" charset="0"/>
              <a:buChar char="•"/>
            </a:pPr>
            <a:r>
              <a:rPr lang="en-US" sz="2200" dirty="0"/>
              <a:t>The maximum height of</a:t>
            </a:r>
            <a:endParaRPr lang="en-US" sz="2200" dirty="0">
              <a:sym typeface="Times New Roman" pitchFamily="18" charset="0"/>
            </a:endParaRPr>
          </a:p>
        </p:txBody>
      </p:sp>
      <p:graphicFrame>
        <p:nvGraphicFramePr>
          <p:cNvPr id="26" name="Object 25">
            <a:extLst>
              <a:ext uri="{FF2B5EF4-FFF2-40B4-BE49-F238E27FC236}">
                <a16:creationId xmlns:a16="http://schemas.microsoft.com/office/drawing/2014/main" id="{F23ECD3C-4DAC-4BEF-AA64-CC52BB00D329}"/>
              </a:ext>
            </a:extLst>
          </p:cNvPr>
          <p:cNvGraphicFramePr>
            <a:graphicFrameLocks noChangeAspect="1"/>
          </p:cNvGraphicFramePr>
          <p:nvPr>
            <p:extLst>
              <p:ext uri="{D42A27DB-BD31-4B8C-83A1-F6EECF244321}">
                <p14:modId xmlns:p14="http://schemas.microsoft.com/office/powerpoint/2010/main" val="136931512"/>
              </p:ext>
            </p:extLst>
          </p:nvPr>
        </p:nvGraphicFramePr>
        <p:xfrm>
          <a:off x="3784635" y="5108342"/>
          <a:ext cx="708025" cy="369887"/>
        </p:xfrm>
        <a:graphic>
          <a:graphicData uri="http://schemas.openxmlformats.org/presentationml/2006/ole">
            <mc:AlternateContent xmlns:mc="http://schemas.openxmlformats.org/markup-compatibility/2006">
              <mc:Choice xmlns:v="urn:schemas-microsoft-com:vml" Requires="v">
                <p:oleObj name="Equation" r:id="rId4" imgW="583920" imgH="304560" progId="Equation.DSMT4">
                  <p:embed/>
                </p:oleObj>
              </mc:Choice>
              <mc:Fallback>
                <p:oleObj name="Equation" r:id="rId4" imgW="583920" imgH="304560" progId="Equation.DSMT4">
                  <p:embed/>
                  <p:pic>
                    <p:nvPicPr>
                      <p:cNvPr id="0" name=""/>
                      <p:cNvPicPr/>
                      <p:nvPr/>
                    </p:nvPicPr>
                    <p:blipFill>
                      <a:blip r:embed="rId5"/>
                      <a:stretch>
                        <a:fillRect/>
                      </a:stretch>
                    </p:blipFill>
                    <p:spPr>
                      <a:xfrm>
                        <a:off x="3784635" y="5108342"/>
                        <a:ext cx="708025" cy="369887"/>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A082D8FF-836A-4EE9-8D2F-0F878A70B827}"/>
              </a:ext>
            </a:extLst>
          </p:cNvPr>
          <p:cNvSpPr>
            <a:spLocks noGrp="1"/>
          </p:cNvSpPr>
          <p:nvPr>
            <p:ph sz="quarter" idx="21"/>
          </p:nvPr>
        </p:nvSpPr>
        <p:spPr>
          <a:xfrm>
            <a:off x="4651341" y="5110371"/>
            <a:ext cx="3951139" cy="406732"/>
          </a:xfrm>
        </p:spPr>
        <p:txBody>
          <a:bodyPr lIns="0" tIns="0" rIns="0" bIns="0"/>
          <a:lstStyle/>
          <a:p>
            <a:r>
              <a:rPr lang="en-US" sz="2200" dirty="0"/>
              <a:t>is at 0 (the mean) and its</a:t>
            </a:r>
          </a:p>
        </p:txBody>
      </p:sp>
      <p:sp>
        <p:nvSpPr>
          <p:cNvPr id="16" name="Content Placeholder 15">
            <a:extLst>
              <a:ext uri="{FF2B5EF4-FFF2-40B4-BE49-F238E27FC236}">
                <a16:creationId xmlns:a16="http://schemas.microsoft.com/office/drawing/2014/main" id="{525C4478-992B-4B3E-BF7D-5B1F0F252BA2}"/>
              </a:ext>
            </a:extLst>
          </p:cNvPr>
          <p:cNvSpPr>
            <a:spLocks noGrp="1"/>
          </p:cNvSpPr>
          <p:nvPr>
            <p:ph sz="quarter" idx="22"/>
          </p:nvPr>
        </p:nvSpPr>
        <p:spPr>
          <a:xfrm>
            <a:off x="342898" y="5563367"/>
            <a:ext cx="8283514" cy="380300"/>
          </a:xfrm>
        </p:spPr>
        <p:txBody>
          <a:bodyPr lIns="91440" tIns="0" rIns="91440"/>
          <a:lstStyle/>
          <a:p>
            <a:pPr marL="292608"/>
            <a:r>
              <a:rPr lang="en-US" sz="2200" dirty="0"/>
              <a:t>points of inflection are at </a:t>
            </a:r>
            <a:r>
              <a:rPr lang="en-US" sz="2200" dirty="0">
                <a:latin typeface="Arial" panose="020B0604020202020204" pitchFamily="34" charset="0"/>
                <a:cs typeface="Arial" panose="020B0604020202020204" pitchFamily="34" charset="0"/>
              </a:rPr>
              <a:t>± 1 </a:t>
            </a:r>
            <a:r>
              <a:rPr lang="en-US" sz="2200" dirty="0"/>
              <a:t>(the standard deviation).</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3929430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AD81-B51C-423A-BCE1-751A55B4CEAD}"/>
              </a:ext>
            </a:extLst>
          </p:cNvPr>
          <p:cNvSpPr>
            <a:spLocks noGrp="1"/>
          </p:cNvSpPr>
          <p:nvPr>
            <p:ph type="title"/>
          </p:nvPr>
        </p:nvSpPr>
        <p:spPr>
          <a:xfrm>
            <a:off x="342900" y="114550"/>
            <a:ext cx="7709719" cy="1059110"/>
          </a:xfrm>
        </p:spPr>
        <p:txBody>
          <a:bodyPr>
            <a:normAutofit fontScale="90000"/>
          </a:bodyPr>
          <a:lstStyle/>
          <a:p>
            <a:r>
              <a:rPr lang="en-US" dirty="0"/>
              <a:t>Characteristics of the Standard Normal Distribution</a:t>
            </a:r>
          </a:p>
        </p:txBody>
      </p:sp>
      <p:sp>
        <p:nvSpPr>
          <p:cNvPr id="3" name="Content Placeholder 2">
            <a:extLst>
              <a:ext uri="{FF2B5EF4-FFF2-40B4-BE49-F238E27FC236}">
                <a16:creationId xmlns:a16="http://schemas.microsoft.com/office/drawing/2014/main" id="{0F15A480-A68A-49B2-B003-B39945D09C53}"/>
              </a:ext>
            </a:extLst>
          </p:cNvPr>
          <p:cNvSpPr>
            <a:spLocks noGrp="1"/>
          </p:cNvSpPr>
          <p:nvPr>
            <p:ph sz="quarter" idx="11"/>
          </p:nvPr>
        </p:nvSpPr>
        <p:spPr>
          <a:xfrm>
            <a:off x="8613058" y="52594"/>
            <a:ext cx="486696" cy="1274761"/>
          </a:xfrm>
        </p:spPr>
        <p:txBody>
          <a:bodyPr vert="vert" rIns="0"/>
          <a:lstStyle/>
          <a:p>
            <a:r>
              <a:rPr lang="en-US" b="1" dirty="0"/>
              <a:t>L</a:t>
            </a:r>
            <a:r>
              <a:rPr lang="en-US" sz="100" b="1" dirty="0"/>
              <a:t> </a:t>
            </a:r>
            <a:r>
              <a:rPr lang="en-US" b="1" dirty="0"/>
              <a:t>O 7.4</a:t>
            </a:r>
            <a:endParaRPr lang="en-IN" b="1" dirty="0"/>
          </a:p>
        </p:txBody>
      </p:sp>
      <p:graphicFrame>
        <p:nvGraphicFramePr>
          <p:cNvPr id="5" name="Table 5">
            <a:extLst>
              <a:ext uri="{FF2B5EF4-FFF2-40B4-BE49-F238E27FC236}">
                <a16:creationId xmlns:a16="http://schemas.microsoft.com/office/drawing/2014/main" id="{C9354C85-765D-4D52-9E81-7ADCE04C7D15}"/>
              </a:ext>
            </a:extLst>
          </p:cNvPr>
          <p:cNvGraphicFramePr>
            <a:graphicFrameLocks noGrp="1"/>
          </p:cNvGraphicFramePr>
          <p:nvPr>
            <p:extLst>
              <p:ext uri="{D42A27DB-BD31-4B8C-83A1-F6EECF244321}">
                <p14:modId xmlns:p14="http://schemas.microsoft.com/office/powerpoint/2010/main" val="3586443192"/>
              </p:ext>
            </p:extLst>
          </p:nvPr>
        </p:nvGraphicFramePr>
        <p:xfrm>
          <a:off x="824459" y="1397000"/>
          <a:ext cx="7228160" cy="5010730"/>
        </p:xfrm>
        <a:graphic>
          <a:graphicData uri="http://schemas.openxmlformats.org/drawingml/2006/table">
            <a:tbl>
              <a:tblPr firstRow="1" bandRow="1">
                <a:tableStyleId>{5C22544A-7EE6-4342-B048-85BDC9FD1C3A}</a:tableStyleId>
              </a:tblPr>
              <a:tblGrid>
                <a:gridCol w="2563318">
                  <a:extLst>
                    <a:ext uri="{9D8B030D-6E8A-4147-A177-3AD203B41FA5}">
                      <a16:colId xmlns:a16="http://schemas.microsoft.com/office/drawing/2014/main" val="577382237"/>
                    </a:ext>
                  </a:extLst>
                </a:gridCol>
                <a:gridCol w="4664842">
                  <a:extLst>
                    <a:ext uri="{9D8B030D-6E8A-4147-A177-3AD203B41FA5}">
                      <a16:colId xmlns:a16="http://schemas.microsoft.com/office/drawing/2014/main" val="1076989983"/>
                    </a:ext>
                  </a:extLst>
                </a:gridCol>
              </a:tblGrid>
              <a:tr h="677606">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b="0" i="0" u="none" strike="noStrike" kern="1200" baseline="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5484453"/>
                  </a:ext>
                </a:extLst>
              </a:tr>
              <a:tr h="70612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3719792"/>
                  </a:ext>
                </a:extLst>
              </a:tr>
              <a:tr h="449705">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34837222"/>
                  </a:ext>
                </a:extLst>
              </a:tr>
              <a:tr h="494675">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3586626"/>
                  </a:ext>
                </a:extLst>
              </a:tr>
              <a:tr h="464695">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0135061"/>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04571186"/>
                  </a:ext>
                </a:extLst>
              </a:tr>
              <a:tr h="370840">
                <a:tc>
                  <a:txBody>
                    <a:bodyPr/>
                    <a:lstStyle/>
                    <a:p>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endParaRPr lang="nn-NO"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36923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a:endParaRPr lang="nn-NO"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75986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3213687"/>
                  </a:ext>
                </a:extLst>
              </a:tr>
              <a:tr h="7345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it-IT"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u="none" strike="noStrike" kern="1200" baseline="0" dirty="0">
                        <a:solidFill>
                          <a:schemeClr val="dk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4005742"/>
                  </a:ext>
                </a:extLst>
              </a:tr>
            </a:tbl>
          </a:graphicData>
        </a:graphic>
      </p:graphicFrame>
      <p:graphicFrame>
        <p:nvGraphicFramePr>
          <p:cNvPr id="7" name="Object 6">
            <a:extLst>
              <a:ext uri="{FF2B5EF4-FFF2-40B4-BE49-F238E27FC236}">
                <a16:creationId xmlns:a16="http://schemas.microsoft.com/office/drawing/2014/main" id="{A962F84D-7874-42A7-A721-89E70E562FEE}"/>
              </a:ext>
            </a:extLst>
          </p:cNvPr>
          <p:cNvGraphicFramePr>
            <a:graphicFrameLocks noChangeAspect="1"/>
          </p:cNvGraphicFramePr>
          <p:nvPr>
            <p:extLst>
              <p:ext uri="{D42A27DB-BD31-4B8C-83A1-F6EECF244321}">
                <p14:modId xmlns:p14="http://schemas.microsoft.com/office/powerpoint/2010/main" val="47598760"/>
              </p:ext>
            </p:extLst>
          </p:nvPr>
        </p:nvGraphicFramePr>
        <p:xfrm>
          <a:off x="895350" y="1481138"/>
          <a:ext cx="1054100" cy="228600"/>
        </p:xfrm>
        <a:graphic>
          <a:graphicData uri="http://schemas.openxmlformats.org/presentationml/2006/ole">
            <mc:AlternateContent xmlns:mc="http://schemas.openxmlformats.org/markup-compatibility/2006">
              <mc:Choice xmlns:v="urn:schemas-microsoft-com:vml" Requires="v">
                <p:oleObj name="Equation" r:id="rId2" imgW="1054080" imgH="228600" progId="Equation.DSMT4">
                  <p:embed/>
                </p:oleObj>
              </mc:Choice>
              <mc:Fallback>
                <p:oleObj name="Equation" r:id="rId2" imgW="1054080" imgH="228600" progId="Equation.DSMT4">
                  <p:embed/>
                  <p:pic>
                    <p:nvPicPr>
                      <p:cNvPr id="0" name=""/>
                      <p:cNvPicPr/>
                      <p:nvPr/>
                    </p:nvPicPr>
                    <p:blipFill>
                      <a:blip r:embed="rId3"/>
                      <a:stretch>
                        <a:fillRect/>
                      </a:stretch>
                    </p:blipFill>
                    <p:spPr>
                      <a:xfrm>
                        <a:off x="895350" y="1481138"/>
                        <a:ext cx="1054100" cy="2286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2D7B7EB1-BD16-4432-8449-FD15E1BD40C5}"/>
              </a:ext>
            </a:extLst>
          </p:cNvPr>
          <p:cNvGraphicFramePr>
            <a:graphicFrameLocks noChangeAspect="1"/>
          </p:cNvGraphicFramePr>
          <p:nvPr>
            <p:extLst>
              <p:ext uri="{D42A27DB-BD31-4B8C-83A1-F6EECF244321}">
                <p14:modId xmlns:p14="http://schemas.microsoft.com/office/powerpoint/2010/main" val="2683128527"/>
              </p:ext>
            </p:extLst>
          </p:nvPr>
        </p:nvGraphicFramePr>
        <p:xfrm>
          <a:off x="3500441" y="1429110"/>
          <a:ext cx="1955800" cy="266700"/>
        </p:xfrm>
        <a:graphic>
          <a:graphicData uri="http://schemas.openxmlformats.org/presentationml/2006/ole">
            <mc:AlternateContent xmlns:mc="http://schemas.openxmlformats.org/markup-compatibility/2006">
              <mc:Choice xmlns:v="urn:schemas-microsoft-com:vml" Requires="v">
                <p:oleObj name="Equation" r:id="rId4" imgW="1955520" imgH="266400" progId="Equation.DSMT4">
                  <p:embed/>
                </p:oleObj>
              </mc:Choice>
              <mc:Fallback>
                <p:oleObj name="Equation" r:id="rId4" imgW="1955520" imgH="266400" progId="Equation.DSMT4">
                  <p:embed/>
                  <p:pic>
                    <p:nvPicPr>
                      <p:cNvPr id="4" name="Object 3">
                        <a:extLst>
                          <a:ext uri="{FF2B5EF4-FFF2-40B4-BE49-F238E27FC236}">
                            <a16:creationId xmlns:a16="http://schemas.microsoft.com/office/drawing/2014/main" id="{2D7B7EB1-BD16-4432-8449-FD15E1BD40C5}"/>
                          </a:ext>
                        </a:extLst>
                      </p:cNvPr>
                      <p:cNvPicPr/>
                      <p:nvPr/>
                    </p:nvPicPr>
                    <p:blipFill>
                      <a:blip r:embed="rId5"/>
                      <a:stretch>
                        <a:fillRect/>
                      </a:stretch>
                    </p:blipFill>
                    <p:spPr>
                      <a:xfrm>
                        <a:off x="3500441" y="1429110"/>
                        <a:ext cx="1955800" cy="2667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5AFCF301-F565-4C49-AD32-514D520848B2}"/>
              </a:ext>
            </a:extLst>
          </p:cNvPr>
          <p:cNvGraphicFramePr>
            <a:graphicFrameLocks noChangeAspect="1"/>
          </p:cNvGraphicFramePr>
          <p:nvPr>
            <p:extLst>
              <p:ext uri="{D42A27DB-BD31-4B8C-83A1-F6EECF244321}">
                <p14:modId xmlns:p14="http://schemas.microsoft.com/office/powerpoint/2010/main" val="299699499"/>
              </p:ext>
            </p:extLst>
          </p:nvPr>
        </p:nvGraphicFramePr>
        <p:xfrm>
          <a:off x="3492192" y="1738006"/>
          <a:ext cx="3136900" cy="266700"/>
        </p:xfrm>
        <a:graphic>
          <a:graphicData uri="http://schemas.openxmlformats.org/presentationml/2006/ole">
            <mc:AlternateContent xmlns:mc="http://schemas.openxmlformats.org/markup-compatibility/2006">
              <mc:Choice xmlns:v="urn:schemas-microsoft-com:vml" Requires="v">
                <p:oleObj name="Equation" r:id="rId6" imgW="3136680" imgH="266400" progId="Equation.DSMT4">
                  <p:embed/>
                </p:oleObj>
              </mc:Choice>
              <mc:Fallback>
                <p:oleObj name="Equation" r:id="rId6" imgW="3136680" imgH="266400" progId="Equation.DSMT4">
                  <p:embed/>
                  <p:pic>
                    <p:nvPicPr>
                      <p:cNvPr id="6" name="Object 5">
                        <a:extLst>
                          <a:ext uri="{FF2B5EF4-FFF2-40B4-BE49-F238E27FC236}">
                            <a16:creationId xmlns:a16="http://schemas.microsoft.com/office/drawing/2014/main" id="{5AFCF301-F565-4C49-AD32-514D520848B2}"/>
                          </a:ext>
                        </a:extLst>
                      </p:cNvPr>
                      <p:cNvPicPr/>
                      <p:nvPr/>
                    </p:nvPicPr>
                    <p:blipFill>
                      <a:blip r:embed="rId7"/>
                      <a:stretch>
                        <a:fillRect/>
                      </a:stretch>
                    </p:blipFill>
                    <p:spPr>
                      <a:xfrm>
                        <a:off x="3492192" y="1738006"/>
                        <a:ext cx="3136900" cy="2667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6A2560FF-A343-49CD-B49C-DDE81B6730BC}"/>
              </a:ext>
            </a:extLst>
          </p:cNvPr>
          <p:cNvGraphicFramePr>
            <a:graphicFrameLocks noChangeAspect="1"/>
          </p:cNvGraphicFramePr>
          <p:nvPr>
            <p:extLst>
              <p:ext uri="{D42A27DB-BD31-4B8C-83A1-F6EECF244321}">
                <p14:modId xmlns:p14="http://schemas.microsoft.com/office/powerpoint/2010/main" val="1338996807"/>
              </p:ext>
            </p:extLst>
          </p:nvPr>
        </p:nvGraphicFramePr>
        <p:xfrm>
          <a:off x="895350" y="2200530"/>
          <a:ext cx="457200" cy="215900"/>
        </p:xfrm>
        <a:graphic>
          <a:graphicData uri="http://schemas.openxmlformats.org/presentationml/2006/ole">
            <mc:AlternateContent xmlns:mc="http://schemas.openxmlformats.org/markup-compatibility/2006">
              <mc:Choice xmlns:v="urn:schemas-microsoft-com:vml" Requires="v">
                <p:oleObj name="Equation" r:id="rId8" imgW="457200" imgH="215640" progId="Equation.DSMT4">
                  <p:embed/>
                </p:oleObj>
              </mc:Choice>
              <mc:Fallback>
                <p:oleObj name="Equation" r:id="rId8" imgW="457200" imgH="215640" progId="Equation.DSMT4">
                  <p:embed/>
                  <p:pic>
                    <p:nvPicPr>
                      <p:cNvPr id="0" name=""/>
                      <p:cNvPicPr/>
                      <p:nvPr/>
                    </p:nvPicPr>
                    <p:blipFill>
                      <a:blip r:embed="rId9"/>
                      <a:stretch>
                        <a:fillRect/>
                      </a:stretch>
                    </p:blipFill>
                    <p:spPr>
                      <a:xfrm>
                        <a:off x="895350" y="2200530"/>
                        <a:ext cx="457200" cy="2159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FE5A0BD0-035C-4ABD-BCAB-D28F0CE053F7}"/>
              </a:ext>
            </a:extLst>
          </p:cNvPr>
          <p:cNvGraphicFramePr>
            <a:graphicFrameLocks noChangeAspect="1"/>
          </p:cNvGraphicFramePr>
          <p:nvPr>
            <p:extLst>
              <p:ext uri="{D42A27DB-BD31-4B8C-83A1-F6EECF244321}">
                <p14:modId xmlns:p14="http://schemas.microsoft.com/office/powerpoint/2010/main" val="659632453"/>
              </p:ext>
            </p:extLst>
          </p:nvPr>
        </p:nvGraphicFramePr>
        <p:xfrm>
          <a:off x="3443288" y="2200275"/>
          <a:ext cx="2605087" cy="495300"/>
        </p:xfrm>
        <a:graphic>
          <a:graphicData uri="http://schemas.openxmlformats.org/presentationml/2006/ole">
            <mc:AlternateContent xmlns:mc="http://schemas.openxmlformats.org/markup-compatibility/2006">
              <mc:Choice xmlns:v="urn:schemas-microsoft-com:vml" Requires="v">
                <p:oleObj name="Equation" r:id="rId10" imgW="3149280" imgH="596880" progId="Equation.DSMT4">
                  <p:embed/>
                </p:oleObj>
              </mc:Choice>
              <mc:Fallback>
                <p:oleObj name="Equation" r:id="rId10" imgW="3149280" imgH="596880" progId="Equation.DSMT4">
                  <p:embed/>
                  <p:pic>
                    <p:nvPicPr>
                      <p:cNvPr id="8" name="Object 7">
                        <a:extLst>
                          <a:ext uri="{FF2B5EF4-FFF2-40B4-BE49-F238E27FC236}">
                            <a16:creationId xmlns:a16="http://schemas.microsoft.com/office/drawing/2014/main" id="{FE5A0BD0-035C-4ABD-BCAB-D28F0CE053F7}"/>
                          </a:ext>
                        </a:extLst>
                      </p:cNvPr>
                      <p:cNvPicPr/>
                      <p:nvPr/>
                    </p:nvPicPr>
                    <p:blipFill>
                      <a:blip r:embed="rId11"/>
                      <a:stretch>
                        <a:fillRect/>
                      </a:stretch>
                    </p:blipFill>
                    <p:spPr>
                      <a:xfrm>
                        <a:off x="3443288" y="2200275"/>
                        <a:ext cx="2605087" cy="4953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BCB5575B-2F4E-46EA-B039-1DFA1448B34C}"/>
              </a:ext>
            </a:extLst>
          </p:cNvPr>
          <p:cNvGraphicFramePr>
            <a:graphicFrameLocks noChangeAspect="1"/>
          </p:cNvGraphicFramePr>
          <p:nvPr>
            <p:extLst>
              <p:ext uri="{D42A27DB-BD31-4B8C-83A1-F6EECF244321}">
                <p14:modId xmlns:p14="http://schemas.microsoft.com/office/powerpoint/2010/main" val="1858405474"/>
              </p:ext>
            </p:extLst>
          </p:nvPr>
        </p:nvGraphicFramePr>
        <p:xfrm>
          <a:off x="895350" y="2911370"/>
          <a:ext cx="787400" cy="228600"/>
        </p:xfrm>
        <a:graphic>
          <a:graphicData uri="http://schemas.openxmlformats.org/presentationml/2006/ole">
            <mc:AlternateContent xmlns:mc="http://schemas.openxmlformats.org/markup-compatibility/2006">
              <mc:Choice xmlns:v="urn:schemas-microsoft-com:vml" Requires="v">
                <p:oleObj name="Equation" r:id="rId12" imgW="787320" imgH="228600" progId="Equation.DSMT4">
                  <p:embed/>
                </p:oleObj>
              </mc:Choice>
              <mc:Fallback>
                <p:oleObj name="Equation" r:id="rId12" imgW="787320" imgH="228600" progId="Equation.DSMT4">
                  <p:embed/>
                  <p:pic>
                    <p:nvPicPr>
                      <p:cNvPr id="0" name=""/>
                      <p:cNvPicPr/>
                      <p:nvPr/>
                    </p:nvPicPr>
                    <p:blipFill>
                      <a:blip r:embed="rId13"/>
                      <a:stretch>
                        <a:fillRect/>
                      </a:stretch>
                    </p:blipFill>
                    <p:spPr>
                      <a:xfrm>
                        <a:off x="895350" y="2911370"/>
                        <a:ext cx="787400" cy="2286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168BC778-0ED6-4603-A0BE-4F4C2CD42CC5}"/>
              </a:ext>
            </a:extLst>
          </p:cNvPr>
          <p:cNvGraphicFramePr>
            <a:graphicFrameLocks noChangeAspect="1"/>
          </p:cNvGraphicFramePr>
          <p:nvPr>
            <p:extLst>
              <p:ext uri="{D42A27DB-BD31-4B8C-83A1-F6EECF244321}">
                <p14:modId xmlns:p14="http://schemas.microsoft.com/office/powerpoint/2010/main" val="3550793557"/>
              </p:ext>
            </p:extLst>
          </p:nvPr>
        </p:nvGraphicFramePr>
        <p:xfrm>
          <a:off x="3489071" y="2943120"/>
          <a:ext cx="1298575" cy="196850"/>
        </p:xfrm>
        <a:graphic>
          <a:graphicData uri="http://schemas.openxmlformats.org/presentationml/2006/ole">
            <mc:AlternateContent xmlns:mc="http://schemas.openxmlformats.org/markup-compatibility/2006">
              <mc:Choice xmlns:v="urn:schemas-microsoft-com:vml" Requires="v">
                <p:oleObj name="Equation" r:id="rId14" imgW="1180800" imgH="177480" progId="Equation.DSMT4">
                  <p:embed/>
                </p:oleObj>
              </mc:Choice>
              <mc:Fallback>
                <p:oleObj name="Equation" r:id="rId14" imgW="1180800" imgH="177480" progId="Equation.DSMT4">
                  <p:embed/>
                  <p:pic>
                    <p:nvPicPr>
                      <p:cNvPr id="14" name="Object 13">
                        <a:extLst>
                          <a:ext uri="{FF2B5EF4-FFF2-40B4-BE49-F238E27FC236}">
                            <a16:creationId xmlns:a16="http://schemas.microsoft.com/office/drawing/2014/main" id="{7F3F04D9-0D36-4B81-B929-0A8D1C9E2EF3}"/>
                          </a:ext>
                        </a:extLst>
                      </p:cNvPr>
                      <p:cNvPicPr/>
                      <p:nvPr/>
                    </p:nvPicPr>
                    <p:blipFill>
                      <a:blip r:embed="rId15"/>
                      <a:stretch>
                        <a:fillRect/>
                      </a:stretch>
                    </p:blipFill>
                    <p:spPr>
                      <a:xfrm>
                        <a:off x="3489071" y="2943120"/>
                        <a:ext cx="1298575" cy="19685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904CB94-F3D9-4ACF-800E-75310B71659F}"/>
              </a:ext>
            </a:extLst>
          </p:cNvPr>
          <p:cNvGraphicFramePr>
            <a:graphicFrameLocks noChangeAspect="1"/>
          </p:cNvGraphicFramePr>
          <p:nvPr>
            <p:extLst>
              <p:ext uri="{D42A27DB-BD31-4B8C-83A1-F6EECF244321}">
                <p14:modId xmlns:p14="http://schemas.microsoft.com/office/powerpoint/2010/main" val="2485030375"/>
              </p:ext>
            </p:extLst>
          </p:nvPr>
        </p:nvGraphicFramePr>
        <p:xfrm>
          <a:off x="895350" y="3343065"/>
          <a:ext cx="571500" cy="228600"/>
        </p:xfrm>
        <a:graphic>
          <a:graphicData uri="http://schemas.openxmlformats.org/presentationml/2006/ole">
            <mc:AlternateContent xmlns:mc="http://schemas.openxmlformats.org/markup-compatibility/2006">
              <mc:Choice xmlns:v="urn:schemas-microsoft-com:vml" Requires="v">
                <p:oleObj name="Equation" r:id="rId16" imgW="571320" imgH="228600" progId="Equation.DSMT4">
                  <p:embed/>
                </p:oleObj>
              </mc:Choice>
              <mc:Fallback>
                <p:oleObj name="Equation" r:id="rId16" imgW="571320" imgH="228600" progId="Equation.DSMT4">
                  <p:embed/>
                  <p:pic>
                    <p:nvPicPr>
                      <p:cNvPr id="0" name=""/>
                      <p:cNvPicPr/>
                      <p:nvPr/>
                    </p:nvPicPr>
                    <p:blipFill>
                      <a:blip r:embed="rId17"/>
                      <a:stretch>
                        <a:fillRect/>
                      </a:stretch>
                    </p:blipFill>
                    <p:spPr>
                      <a:xfrm>
                        <a:off x="895350" y="3343065"/>
                        <a:ext cx="571500" cy="2286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F84E796A-ECB7-4EC0-87BA-98E65D42AEC6}"/>
              </a:ext>
            </a:extLst>
          </p:cNvPr>
          <p:cNvGraphicFramePr>
            <a:graphicFrameLocks noChangeAspect="1"/>
          </p:cNvGraphicFramePr>
          <p:nvPr>
            <p:extLst>
              <p:ext uri="{D42A27DB-BD31-4B8C-83A1-F6EECF244321}">
                <p14:modId xmlns:p14="http://schemas.microsoft.com/office/powerpoint/2010/main" val="1662090626"/>
              </p:ext>
            </p:extLst>
          </p:nvPr>
        </p:nvGraphicFramePr>
        <p:xfrm>
          <a:off x="3460131" y="3346706"/>
          <a:ext cx="152400" cy="228600"/>
        </p:xfrm>
        <a:graphic>
          <a:graphicData uri="http://schemas.openxmlformats.org/presentationml/2006/ole">
            <mc:AlternateContent xmlns:mc="http://schemas.openxmlformats.org/markup-compatibility/2006">
              <mc:Choice xmlns:v="urn:schemas-microsoft-com:vml" Requires="v">
                <p:oleObj name="Equation" r:id="rId18" imgW="152280" imgH="228600" progId="Equation.DSMT4">
                  <p:embed/>
                </p:oleObj>
              </mc:Choice>
              <mc:Fallback>
                <p:oleObj name="Equation" r:id="rId18" imgW="152280" imgH="228600" progId="Equation.DSMT4">
                  <p:embed/>
                  <p:pic>
                    <p:nvPicPr>
                      <p:cNvPr id="0" name=""/>
                      <p:cNvPicPr/>
                      <p:nvPr/>
                    </p:nvPicPr>
                    <p:blipFill>
                      <a:blip r:embed="rId19"/>
                      <a:stretch>
                        <a:fillRect/>
                      </a:stretch>
                    </p:blipFill>
                    <p:spPr>
                      <a:xfrm>
                        <a:off x="3460131" y="3346706"/>
                        <a:ext cx="152400" cy="2286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8B0C990F-03A7-4CDD-BB2C-B90F636395D2}"/>
              </a:ext>
            </a:extLst>
          </p:cNvPr>
          <p:cNvGraphicFramePr>
            <a:graphicFrameLocks noChangeAspect="1"/>
          </p:cNvGraphicFramePr>
          <p:nvPr>
            <p:extLst>
              <p:ext uri="{D42A27DB-BD31-4B8C-83A1-F6EECF244321}">
                <p14:modId xmlns:p14="http://schemas.microsoft.com/office/powerpoint/2010/main" val="2744992114"/>
              </p:ext>
            </p:extLst>
          </p:nvPr>
        </p:nvGraphicFramePr>
        <p:xfrm>
          <a:off x="895350" y="3839659"/>
          <a:ext cx="1752600" cy="228600"/>
        </p:xfrm>
        <a:graphic>
          <a:graphicData uri="http://schemas.openxmlformats.org/presentationml/2006/ole">
            <mc:AlternateContent xmlns:mc="http://schemas.openxmlformats.org/markup-compatibility/2006">
              <mc:Choice xmlns:v="urn:schemas-microsoft-com:vml" Requires="v">
                <p:oleObj name="Equation" r:id="rId20" imgW="1752480" imgH="228600" progId="Equation.DSMT4">
                  <p:embed/>
                </p:oleObj>
              </mc:Choice>
              <mc:Fallback>
                <p:oleObj name="Equation" r:id="rId20" imgW="1752480" imgH="228600" progId="Equation.DSMT4">
                  <p:embed/>
                  <p:pic>
                    <p:nvPicPr>
                      <p:cNvPr id="0" name=""/>
                      <p:cNvPicPr/>
                      <p:nvPr/>
                    </p:nvPicPr>
                    <p:blipFill>
                      <a:blip r:embed="rId21"/>
                      <a:stretch>
                        <a:fillRect/>
                      </a:stretch>
                    </p:blipFill>
                    <p:spPr>
                      <a:xfrm>
                        <a:off x="895350" y="3839659"/>
                        <a:ext cx="1752600" cy="2286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C663A718-B029-4938-9790-D005E220C48E}"/>
              </a:ext>
            </a:extLst>
          </p:cNvPr>
          <p:cNvGraphicFramePr>
            <a:graphicFrameLocks noChangeAspect="1"/>
          </p:cNvGraphicFramePr>
          <p:nvPr>
            <p:extLst>
              <p:ext uri="{D42A27DB-BD31-4B8C-83A1-F6EECF244321}">
                <p14:modId xmlns:p14="http://schemas.microsoft.com/office/powerpoint/2010/main" val="2366366184"/>
              </p:ext>
            </p:extLst>
          </p:nvPr>
        </p:nvGraphicFramePr>
        <p:xfrm>
          <a:off x="3498846" y="3854501"/>
          <a:ext cx="114300" cy="215900"/>
        </p:xfrm>
        <a:graphic>
          <a:graphicData uri="http://schemas.openxmlformats.org/presentationml/2006/ole">
            <mc:AlternateContent xmlns:mc="http://schemas.openxmlformats.org/markup-compatibility/2006">
              <mc:Choice xmlns:v="urn:schemas-microsoft-com:vml" Requires="v">
                <p:oleObj name="Equation" r:id="rId22" imgW="114120" imgH="215640" progId="Equation.DSMT4">
                  <p:embed/>
                </p:oleObj>
              </mc:Choice>
              <mc:Fallback>
                <p:oleObj name="Equation" r:id="rId22" imgW="114120" imgH="215640" progId="Equation.DSMT4">
                  <p:embed/>
                  <p:pic>
                    <p:nvPicPr>
                      <p:cNvPr id="0" name=""/>
                      <p:cNvPicPr/>
                      <p:nvPr/>
                    </p:nvPicPr>
                    <p:blipFill>
                      <a:blip r:embed="rId23"/>
                      <a:stretch>
                        <a:fillRect/>
                      </a:stretch>
                    </p:blipFill>
                    <p:spPr>
                      <a:xfrm>
                        <a:off x="3498846" y="3854501"/>
                        <a:ext cx="114300" cy="2159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2A02D7A9-42B3-4198-B0D5-2D0CF4DD5B1E}"/>
              </a:ext>
            </a:extLst>
          </p:cNvPr>
          <p:cNvGraphicFramePr>
            <a:graphicFrameLocks noChangeAspect="1"/>
          </p:cNvGraphicFramePr>
          <p:nvPr>
            <p:extLst>
              <p:ext uri="{D42A27DB-BD31-4B8C-83A1-F6EECF244321}">
                <p14:modId xmlns:p14="http://schemas.microsoft.com/office/powerpoint/2010/main" val="1169678603"/>
              </p:ext>
            </p:extLst>
          </p:nvPr>
        </p:nvGraphicFramePr>
        <p:xfrm>
          <a:off x="915014" y="4250970"/>
          <a:ext cx="596900" cy="266700"/>
        </p:xfrm>
        <a:graphic>
          <a:graphicData uri="http://schemas.openxmlformats.org/presentationml/2006/ole">
            <mc:AlternateContent xmlns:mc="http://schemas.openxmlformats.org/markup-compatibility/2006">
              <mc:Choice xmlns:v="urn:schemas-microsoft-com:vml" Requires="v">
                <p:oleObj name="Equation" r:id="rId24" imgW="596880" imgH="266400" progId="Equation.DSMT4">
                  <p:embed/>
                </p:oleObj>
              </mc:Choice>
              <mc:Fallback>
                <p:oleObj name="Equation" r:id="rId24" imgW="596880" imgH="266400" progId="Equation.DSMT4">
                  <p:embed/>
                  <p:pic>
                    <p:nvPicPr>
                      <p:cNvPr id="0" name=""/>
                      <p:cNvPicPr/>
                      <p:nvPr/>
                    </p:nvPicPr>
                    <p:blipFill>
                      <a:blip r:embed="rId25"/>
                      <a:stretch>
                        <a:fillRect/>
                      </a:stretch>
                    </p:blipFill>
                    <p:spPr>
                      <a:xfrm>
                        <a:off x="915014" y="4250970"/>
                        <a:ext cx="596900" cy="2667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0642F4EA-8EFE-4B0E-A84E-92C25D3367B1}"/>
              </a:ext>
            </a:extLst>
          </p:cNvPr>
          <p:cNvGraphicFramePr>
            <a:graphicFrameLocks noChangeAspect="1"/>
          </p:cNvGraphicFramePr>
          <p:nvPr>
            <p:extLst>
              <p:ext uri="{D42A27DB-BD31-4B8C-83A1-F6EECF244321}">
                <p14:modId xmlns:p14="http://schemas.microsoft.com/office/powerpoint/2010/main" val="170396146"/>
              </p:ext>
            </p:extLst>
          </p:nvPr>
        </p:nvGraphicFramePr>
        <p:xfrm>
          <a:off x="3498846" y="4250509"/>
          <a:ext cx="3733800" cy="266700"/>
        </p:xfrm>
        <a:graphic>
          <a:graphicData uri="http://schemas.openxmlformats.org/presentationml/2006/ole">
            <mc:AlternateContent xmlns:mc="http://schemas.openxmlformats.org/markup-compatibility/2006">
              <mc:Choice xmlns:v="urn:schemas-microsoft-com:vml" Requires="v">
                <p:oleObj name="Equation" r:id="rId26" imgW="3733560" imgH="266400" progId="Equation.DSMT4">
                  <p:embed/>
                </p:oleObj>
              </mc:Choice>
              <mc:Fallback>
                <p:oleObj name="Equation" r:id="rId26" imgW="3733560" imgH="266400" progId="Equation.DSMT4">
                  <p:embed/>
                  <p:pic>
                    <p:nvPicPr>
                      <p:cNvPr id="0" name=""/>
                      <p:cNvPicPr/>
                      <p:nvPr/>
                    </p:nvPicPr>
                    <p:blipFill>
                      <a:blip r:embed="rId27"/>
                      <a:stretch>
                        <a:fillRect/>
                      </a:stretch>
                    </p:blipFill>
                    <p:spPr>
                      <a:xfrm>
                        <a:off x="3498846" y="4250509"/>
                        <a:ext cx="3733800" cy="2667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5F8C232C-5ABC-4182-B2FF-E86A39EC08C6}"/>
              </a:ext>
            </a:extLst>
          </p:cNvPr>
          <p:cNvGraphicFramePr>
            <a:graphicFrameLocks noChangeAspect="1"/>
          </p:cNvGraphicFramePr>
          <p:nvPr>
            <p:extLst>
              <p:ext uri="{D42A27DB-BD31-4B8C-83A1-F6EECF244321}">
                <p14:modId xmlns:p14="http://schemas.microsoft.com/office/powerpoint/2010/main" val="3073715232"/>
              </p:ext>
            </p:extLst>
          </p:nvPr>
        </p:nvGraphicFramePr>
        <p:xfrm>
          <a:off x="912813" y="4621213"/>
          <a:ext cx="1333500" cy="279400"/>
        </p:xfrm>
        <a:graphic>
          <a:graphicData uri="http://schemas.openxmlformats.org/presentationml/2006/ole">
            <mc:AlternateContent xmlns:mc="http://schemas.openxmlformats.org/markup-compatibility/2006">
              <mc:Choice xmlns:v="urn:schemas-microsoft-com:vml" Requires="v">
                <p:oleObj name="Equation" r:id="rId28" imgW="1333440" imgH="279360" progId="Equation.DSMT4">
                  <p:embed/>
                </p:oleObj>
              </mc:Choice>
              <mc:Fallback>
                <p:oleObj name="Equation" r:id="rId28" imgW="1333440" imgH="279360" progId="Equation.DSMT4">
                  <p:embed/>
                  <p:pic>
                    <p:nvPicPr>
                      <p:cNvPr id="0" name=""/>
                      <p:cNvPicPr/>
                      <p:nvPr/>
                    </p:nvPicPr>
                    <p:blipFill>
                      <a:blip r:embed="rId29"/>
                      <a:stretch>
                        <a:fillRect/>
                      </a:stretch>
                    </p:blipFill>
                    <p:spPr>
                      <a:xfrm>
                        <a:off x="912813" y="4621213"/>
                        <a:ext cx="1333500" cy="2794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0281A0AF-6ECF-4116-9B1D-7499E029164F}"/>
              </a:ext>
            </a:extLst>
          </p:cNvPr>
          <p:cNvGraphicFramePr>
            <a:graphicFrameLocks noChangeAspect="1"/>
          </p:cNvGraphicFramePr>
          <p:nvPr>
            <p:extLst>
              <p:ext uri="{D42A27DB-BD31-4B8C-83A1-F6EECF244321}">
                <p14:modId xmlns:p14="http://schemas.microsoft.com/office/powerpoint/2010/main" val="2658257531"/>
              </p:ext>
            </p:extLst>
          </p:nvPr>
        </p:nvGraphicFramePr>
        <p:xfrm>
          <a:off x="3392488" y="4627563"/>
          <a:ext cx="2209800" cy="266700"/>
        </p:xfrm>
        <a:graphic>
          <a:graphicData uri="http://schemas.openxmlformats.org/presentationml/2006/ole">
            <mc:AlternateContent xmlns:mc="http://schemas.openxmlformats.org/markup-compatibility/2006">
              <mc:Choice xmlns:v="urn:schemas-microsoft-com:vml" Requires="v">
                <p:oleObj name="Equation" r:id="rId30" imgW="2209680" imgH="266400" progId="Equation.DSMT4">
                  <p:embed/>
                </p:oleObj>
              </mc:Choice>
              <mc:Fallback>
                <p:oleObj name="Equation" r:id="rId30" imgW="2209680" imgH="266400" progId="Equation.DSMT4">
                  <p:embed/>
                  <p:pic>
                    <p:nvPicPr>
                      <p:cNvPr id="0" name=""/>
                      <p:cNvPicPr/>
                      <p:nvPr/>
                    </p:nvPicPr>
                    <p:blipFill>
                      <a:blip r:embed="rId31"/>
                      <a:stretch>
                        <a:fillRect/>
                      </a:stretch>
                    </p:blipFill>
                    <p:spPr>
                      <a:xfrm>
                        <a:off x="3392488" y="4627563"/>
                        <a:ext cx="2209800" cy="2667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01775339-3B8F-4D56-986F-55D77A739667}"/>
              </a:ext>
            </a:extLst>
          </p:cNvPr>
          <p:cNvGraphicFramePr>
            <a:graphicFrameLocks noChangeAspect="1"/>
          </p:cNvGraphicFramePr>
          <p:nvPr>
            <p:extLst>
              <p:ext uri="{D42A27DB-BD31-4B8C-83A1-F6EECF244321}">
                <p14:modId xmlns:p14="http://schemas.microsoft.com/office/powerpoint/2010/main" val="2281648732"/>
              </p:ext>
            </p:extLst>
          </p:nvPr>
        </p:nvGraphicFramePr>
        <p:xfrm>
          <a:off x="912813" y="4986338"/>
          <a:ext cx="1358900" cy="279400"/>
        </p:xfrm>
        <a:graphic>
          <a:graphicData uri="http://schemas.openxmlformats.org/presentationml/2006/ole">
            <mc:AlternateContent xmlns:mc="http://schemas.openxmlformats.org/markup-compatibility/2006">
              <mc:Choice xmlns:v="urn:schemas-microsoft-com:vml" Requires="v">
                <p:oleObj name="Equation" r:id="rId32" imgW="1358640" imgH="279360" progId="Equation.DSMT4">
                  <p:embed/>
                </p:oleObj>
              </mc:Choice>
              <mc:Fallback>
                <p:oleObj name="Equation" r:id="rId32" imgW="1358640" imgH="279360" progId="Equation.DSMT4">
                  <p:embed/>
                  <p:pic>
                    <p:nvPicPr>
                      <p:cNvPr id="0" name=""/>
                      <p:cNvPicPr/>
                      <p:nvPr/>
                    </p:nvPicPr>
                    <p:blipFill>
                      <a:blip r:embed="rId33"/>
                      <a:stretch>
                        <a:fillRect/>
                      </a:stretch>
                    </p:blipFill>
                    <p:spPr>
                      <a:xfrm>
                        <a:off x="912813" y="4986338"/>
                        <a:ext cx="1358900" cy="2794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3A83C941-C43B-4134-8CB2-E58F412C4195}"/>
              </a:ext>
            </a:extLst>
          </p:cNvPr>
          <p:cNvGraphicFramePr>
            <a:graphicFrameLocks noChangeAspect="1"/>
          </p:cNvGraphicFramePr>
          <p:nvPr>
            <p:extLst>
              <p:ext uri="{D42A27DB-BD31-4B8C-83A1-F6EECF244321}">
                <p14:modId xmlns:p14="http://schemas.microsoft.com/office/powerpoint/2010/main" val="4119499868"/>
              </p:ext>
            </p:extLst>
          </p:nvPr>
        </p:nvGraphicFramePr>
        <p:xfrm>
          <a:off x="3365500" y="4999038"/>
          <a:ext cx="2171700" cy="266700"/>
        </p:xfrm>
        <a:graphic>
          <a:graphicData uri="http://schemas.openxmlformats.org/presentationml/2006/ole">
            <mc:AlternateContent xmlns:mc="http://schemas.openxmlformats.org/markup-compatibility/2006">
              <mc:Choice xmlns:v="urn:schemas-microsoft-com:vml" Requires="v">
                <p:oleObj name="Equation" r:id="rId34" imgW="2171520" imgH="266400" progId="Equation.DSMT4">
                  <p:embed/>
                </p:oleObj>
              </mc:Choice>
              <mc:Fallback>
                <p:oleObj name="Equation" r:id="rId34" imgW="2171520" imgH="266400" progId="Equation.DSMT4">
                  <p:embed/>
                  <p:pic>
                    <p:nvPicPr>
                      <p:cNvPr id="0" name=""/>
                      <p:cNvPicPr/>
                      <p:nvPr/>
                    </p:nvPicPr>
                    <p:blipFill>
                      <a:blip r:embed="rId35"/>
                      <a:stretch>
                        <a:fillRect/>
                      </a:stretch>
                    </p:blipFill>
                    <p:spPr>
                      <a:xfrm>
                        <a:off x="3365500" y="4999038"/>
                        <a:ext cx="2171700" cy="2667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4AB7DC9C-42D2-4A6B-A5D8-3CB4FADBAAB8}"/>
              </a:ext>
            </a:extLst>
          </p:cNvPr>
          <p:cNvGraphicFramePr>
            <a:graphicFrameLocks noChangeAspect="1"/>
          </p:cNvGraphicFramePr>
          <p:nvPr>
            <p:extLst>
              <p:ext uri="{D42A27DB-BD31-4B8C-83A1-F6EECF244321}">
                <p14:modId xmlns:p14="http://schemas.microsoft.com/office/powerpoint/2010/main" val="2058694109"/>
              </p:ext>
            </p:extLst>
          </p:nvPr>
        </p:nvGraphicFramePr>
        <p:xfrm>
          <a:off x="933450" y="5364163"/>
          <a:ext cx="2120900" cy="279400"/>
        </p:xfrm>
        <a:graphic>
          <a:graphicData uri="http://schemas.openxmlformats.org/presentationml/2006/ole">
            <mc:AlternateContent xmlns:mc="http://schemas.openxmlformats.org/markup-compatibility/2006">
              <mc:Choice xmlns:v="urn:schemas-microsoft-com:vml" Requires="v">
                <p:oleObj name="Equation" r:id="rId36" imgW="2120760" imgH="279360" progId="Equation.DSMT4">
                  <p:embed/>
                </p:oleObj>
              </mc:Choice>
              <mc:Fallback>
                <p:oleObj name="Equation" r:id="rId36" imgW="2120760" imgH="279360" progId="Equation.DSMT4">
                  <p:embed/>
                  <p:pic>
                    <p:nvPicPr>
                      <p:cNvPr id="0" name=""/>
                      <p:cNvPicPr/>
                      <p:nvPr/>
                    </p:nvPicPr>
                    <p:blipFill>
                      <a:blip r:embed="rId37"/>
                      <a:stretch>
                        <a:fillRect/>
                      </a:stretch>
                    </p:blipFill>
                    <p:spPr>
                      <a:xfrm>
                        <a:off x="933450" y="5364163"/>
                        <a:ext cx="2120900" cy="2794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BA5C679A-C207-47E2-A0B1-CBAFD1FC70A7}"/>
              </a:ext>
            </a:extLst>
          </p:cNvPr>
          <p:cNvGraphicFramePr>
            <a:graphicFrameLocks noChangeAspect="1"/>
          </p:cNvGraphicFramePr>
          <p:nvPr>
            <p:extLst>
              <p:ext uri="{D42A27DB-BD31-4B8C-83A1-F6EECF244321}">
                <p14:modId xmlns:p14="http://schemas.microsoft.com/office/powerpoint/2010/main" val="840562456"/>
              </p:ext>
            </p:extLst>
          </p:nvPr>
        </p:nvGraphicFramePr>
        <p:xfrm>
          <a:off x="3365500" y="5401169"/>
          <a:ext cx="2501900" cy="266700"/>
        </p:xfrm>
        <a:graphic>
          <a:graphicData uri="http://schemas.openxmlformats.org/presentationml/2006/ole">
            <mc:AlternateContent xmlns:mc="http://schemas.openxmlformats.org/markup-compatibility/2006">
              <mc:Choice xmlns:v="urn:schemas-microsoft-com:vml" Requires="v">
                <p:oleObj name="Equation" r:id="rId38" imgW="2501640" imgH="266400" progId="Equation.DSMT4">
                  <p:embed/>
                </p:oleObj>
              </mc:Choice>
              <mc:Fallback>
                <p:oleObj name="Equation" r:id="rId38" imgW="2501640" imgH="266400" progId="Equation.DSMT4">
                  <p:embed/>
                  <p:pic>
                    <p:nvPicPr>
                      <p:cNvPr id="0" name=""/>
                      <p:cNvPicPr/>
                      <p:nvPr/>
                    </p:nvPicPr>
                    <p:blipFill>
                      <a:blip r:embed="rId39"/>
                      <a:stretch>
                        <a:fillRect/>
                      </a:stretch>
                    </p:blipFill>
                    <p:spPr>
                      <a:xfrm>
                        <a:off x="3365500" y="5401169"/>
                        <a:ext cx="2501900" cy="2667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A06A217B-E21B-47D7-B52A-A4C11BAA872E}"/>
              </a:ext>
            </a:extLst>
          </p:cNvPr>
          <p:cNvGraphicFramePr>
            <a:graphicFrameLocks noChangeAspect="1"/>
          </p:cNvGraphicFramePr>
          <p:nvPr>
            <p:extLst>
              <p:ext uri="{D42A27DB-BD31-4B8C-83A1-F6EECF244321}">
                <p14:modId xmlns:p14="http://schemas.microsoft.com/office/powerpoint/2010/main" val="2231000835"/>
              </p:ext>
            </p:extLst>
          </p:nvPr>
        </p:nvGraphicFramePr>
        <p:xfrm>
          <a:off x="915014" y="5793608"/>
          <a:ext cx="952500" cy="228600"/>
        </p:xfrm>
        <a:graphic>
          <a:graphicData uri="http://schemas.openxmlformats.org/presentationml/2006/ole">
            <mc:AlternateContent xmlns:mc="http://schemas.openxmlformats.org/markup-compatibility/2006">
              <mc:Choice xmlns:v="urn:schemas-microsoft-com:vml" Requires="v">
                <p:oleObj name="Equation" r:id="rId40" imgW="952200" imgH="228600" progId="Equation.DSMT4">
                  <p:embed/>
                </p:oleObj>
              </mc:Choice>
              <mc:Fallback>
                <p:oleObj name="Equation" r:id="rId40" imgW="952200" imgH="228600" progId="Equation.DSMT4">
                  <p:embed/>
                  <p:pic>
                    <p:nvPicPr>
                      <p:cNvPr id="0" name=""/>
                      <p:cNvPicPr/>
                      <p:nvPr/>
                    </p:nvPicPr>
                    <p:blipFill>
                      <a:blip r:embed="rId41"/>
                      <a:stretch>
                        <a:fillRect/>
                      </a:stretch>
                    </p:blipFill>
                    <p:spPr>
                      <a:xfrm>
                        <a:off x="915014" y="5793608"/>
                        <a:ext cx="952500" cy="2286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C500A122-2C5F-476E-9886-DCA29F6318DF}"/>
              </a:ext>
            </a:extLst>
          </p:cNvPr>
          <p:cNvGraphicFramePr>
            <a:graphicFrameLocks noChangeAspect="1"/>
          </p:cNvGraphicFramePr>
          <p:nvPr>
            <p:extLst>
              <p:ext uri="{D42A27DB-BD31-4B8C-83A1-F6EECF244321}">
                <p14:modId xmlns:p14="http://schemas.microsoft.com/office/powerpoint/2010/main" val="572539811"/>
              </p:ext>
            </p:extLst>
          </p:nvPr>
        </p:nvGraphicFramePr>
        <p:xfrm>
          <a:off x="3460131" y="5767755"/>
          <a:ext cx="4038600" cy="266700"/>
        </p:xfrm>
        <a:graphic>
          <a:graphicData uri="http://schemas.openxmlformats.org/presentationml/2006/ole">
            <mc:AlternateContent xmlns:mc="http://schemas.openxmlformats.org/markup-compatibility/2006">
              <mc:Choice xmlns:v="urn:schemas-microsoft-com:vml" Requires="v">
                <p:oleObj name="Equation" r:id="rId42" imgW="4038480" imgH="266400" progId="Equation.DSMT4">
                  <p:embed/>
                </p:oleObj>
              </mc:Choice>
              <mc:Fallback>
                <p:oleObj name="Equation" r:id="rId42" imgW="4038480" imgH="266400" progId="Equation.DSMT4">
                  <p:embed/>
                  <p:pic>
                    <p:nvPicPr>
                      <p:cNvPr id="0" name=""/>
                      <p:cNvPicPr/>
                      <p:nvPr/>
                    </p:nvPicPr>
                    <p:blipFill>
                      <a:blip r:embed="rId43"/>
                      <a:stretch>
                        <a:fillRect/>
                      </a:stretch>
                    </p:blipFill>
                    <p:spPr>
                      <a:xfrm>
                        <a:off x="3460131" y="5767755"/>
                        <a:ext cx="4038600" cy="2667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4149521E-D9A2-4536-BAD5-F5FFF168AE68}"/>
              </a:ext>
            </a:extLst>
          </p:cNvPr>
          <p:cNvGraphicFramePr>
            <a:graphicFrameLocks noChangeAspect="1"/>
          </p:cNvGraphicFramePr>
          <p:nvPr>
            <p:extLst>
              <p:ext uri="{D42A27DB-BD31-4B8C-83A1-F6EECF244321}">
                <p14:modId xmlns:p14="http://schemas.microsoft.com/office/powerpoint/2010/main" val="770064438"/>
              </p:ext>
            </p:extLst>
          </p:nvPr>
        </p:nvGraphicFramePr>
        <p:xfrm>
          <a:off x="3487325" y="6090087"/>
          <a:ext cx="2501900" cy="228600"/>
        </p:xfrm>
        <a:graphic>
          <a:graphicData uri="http://schemas.openxmlformats.org/presentationml/2006/ole">
            <mc:AlternateContent xmlns:mc="http://schemas.openxmlformats.org/markup-compatibility/2006">
              <mc:Choice xmlns:v="urn:schemas-microsoft-com:vml" Requires="v">
                <p:oleObj name="Equation" r:id="rId44" imgW="2501640" imgH="228600" progId="Equation.DSMT4">
                  <p:embed/>
                </p:oleObj>
              </mc:Choice>
              <mc:Fallback>
                <p:oleObj name="Equation" r:id="rId44" imgW="2501640" imgH="228600" progId="Equation.DSMT4">
                  <p:embed/>
                  <p:pic>
                    <p:nvPicPr>
                      <p:cNvPr id="0" name=""/>
                      <p:cNvPicPr/>
                      <p:nvPr/>
                    </p:nvPicPr>
                    <p:blipFill>
                      <a:blip r:embed="rId45"/>
                      <a:stretch>
                        <a:fillRect/>
                      </a:stretch>
                    </p:blipFill>
                    <p:spPr>
                      <a:xfrm>
                        <a:off x="3487325" y="6090087"/>
                        <a:ext cx="2501900" cy="2286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359071FE-CF97-4793-AEAB-F90F15021657}"/>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723355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 </a:t>
            </a:r>
            <a:r>
              <a:rPr lang="en-US" sz="1000" b="0" dirty="0"/>
              <a:t>2</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5"/>
            <a:ext cx="8156523" cy="794478"/>
          </a:xfrm>
        </p:spPr>
        <p:txBody>
          <a:bodyPr/>
          <a:lstStyle/>
          <a:p>
            <a:pPr marL="292608" indent="-292608">
              <a:buFont typeface="Arial" panose="020B0604020202020204" pitchFamily="34" charset="0"/>
              <a:buChar char="•"/>
            </a:pPr>
            <a:r>
              <a:rPr lang="en-US" dirty="0"/>
              <a:t>Because every transformed normal distribution will look the same, we can use a common scale, usually labeled</a:t>
            </a:r>
          </a:p>
        </p:txBody>
      </p:sp>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42899" y="2113787"/>
            <a:ext cx="3644485" cy="419551"/>
          </a:xfrm>
        </p:spPr>
        <p:txBody>
          <a:bodyPr lIns="91440" tIns="0"/>
          <a:lstStyle/>
          <a:p>
            <a:pPr marL="292608"/>
            <a:r>
              <a:rPr lang="en-US" dirty="0"/>
              <a:t>from −3 to +3. Because</a:t>
            </a:r>
          </a:p>
        </p:txBody>
      </p:sp>
      <p:graphicFrame>
        <p:nvGraphicFramePr>
          <p:cNvPr id="10" name="Object 9">
            <a:extLst>
              <a:ext uri="{FF2B5EF4-FFF2-40B4-BE49-F238E27FC236}">
                <a16:creationId xmlns:a16="http://schemas.microsoft.com/office/drawing/2014/main" id="{D64ADA5C-1C95-4C13-82A6-C25E6DDC943D}"/>
              </a:ext>
            </a:extLst>
          </p:cNvPr>
          <p:cNvGraphicFramePr>
            <a:graphicFrameLocks noChangeAspect="1"/>
          </p:cNvGraphicFramePr>
          <p:nvPr>
            <p:extLst>
              <p:ext uri="{D42A27DB-BD31-4B8C-83A1-F6EECF244321}">
                <p14:modId xmlns:p14="http://schemas.microsoft.com/office/powerpoint/2010/main" val="14951861"/>
              </p:ext>
            </p:extLst>
          </p:nvPr>
        </p:nvGraphicFramePr>
        <p:xfrm>
          <a:off x="3987384" y="2156080"/>
          <a:ext cx="642937" cy="334963"/>
        </p:xfrm>
        <a:graphic>
          <a:graphicData uri="http://schemas.openxmlformats.org/presentationml/2006/ole">
            <mc:AlternateContent xmlns:mc="http://schemas.openxmlformats.org/markup-compatibility/2006">
              <mc:Choice xmlns:v="urn:schemas-microsoft-com:vml" Requires="v">
                <p:oleObj name="Equation" r:id="rId2" imgW="583920" imgH="304560" progId="Equation.DSMT4">
                  <p:embed/>
                </p:oleObj>
              </mc:Choice>
              <mc:Fallback>
                <p:oleObj name="Equation" r:id="rId2" imgW="583920" imgH="304560" progId="Equation.DSMT4">
                  <p:embed/>
                  <p:pic>
                    <p:nvPicPr>
                      <p:cNvPr id="0" name=""/>
                      <p:cNvPicPr/>
                      <p:nvPr/>
                    </p:nvPicPr>
                    <p:blipFill>
                      <a:blip r:embed="rId3"/>
                      <a:stretch>
                        <a:fillRect/>
                      </a:stretch>
                    </p:blipFill>
                    <p:spPr>
                      <a:xfrm>
                        <a:off x="3987384" y="2156080"/>
                        <a:ext cx="642937" cy="334963"/>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4720264" y="2129881"/>
            <a:ext cx="3554542" cy="386785"/>
          </a:xfrm>
        </p:spPr>
        <p:txBody>
          <a:bodyPr lIns="0" tIns="0" rIns="0"/>
          <a:lstStyle/>
          <a:p>
            <a:r>
              <a:rPr lang="en-US" sz="2200" dirty="0"/>
              <a:t>is a probability density</a:t>
            </a:r>
          </a:p>
        </p:txBody>
      </p:sp>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42900" y="2547873"/>
            <a:ext cx="8156522" cy="377831"/>
          </a:xfrm>
        </p:spPr>
        <p:txBody>
          <a:bodyPr tIns="0"/>
          <a:lstStyle/>
          <a:p>
            <a:pPr marL="292608"/>
            <a:r>
              <a:rPr lang="en-US" sz="2200" dirty="0"/>
              <a:t>function, the entire area under the curve is 1.</a:t>
            </a:r>
          </a:p>
        </p:txBody>
      </p:sp>
      <p:pic>
        <p:nvPicPr>
          <p:cNvPr id="22" name="Picture 21" descr="A diagram shows the standard normal P D F.">
            <a:extLst>
              <a:ext uri="{FF2B5EF4-FFF2-40B4-BE49-F238E27FC236}">
                <a16:creationId xmlns:a16="http://schemas.microsoft.com/office/drawing/2014/main" id="{21E0EA59-3190-4D56-A33D-B7298257A64E}"/>
              </a:ext>
            </a:extLst>
          </p:cNvPr>
          <p:cNvPicPr>
            <a:picLocks noChangeAspect="1"/>
          </p:cNvPicPr>
          <p:nvPr/>
        </p:nvPicPr>
        <p:blipFill>
          <a:blip r:embed="rId4"/>
          <a:stretch>
            <a:fillRect/>
          </a:stretch>
        </p:blipFill>
        <p:spPr>
          <a:xfrm>
            <a:off x="2166642" y="3146859"/>
            <a:ext cx="4810715" cy="2826572"/>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759284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8036599" cy="903231"/>
          </a:xfrm>
        </p:spPr>
        <p:txBody>
          <a:bodyPr>
            <a:normAutofit/>
          </a:bodyPr>
          <a:lstStyle/>
          <a:p>
            <a:r>
              <a:rPr lang="en-US" sz="3600" dirty="0"/>
              <a:t>Normal Distribution </a:t>
            </a:r>
            <a:r>
              <a:rPr lang="en-US" sz="1000" b="0" dirty="0"/>
              <a:t>3</a:t>
            </a:r>
            <a:endParaRPr lang="en-US" dirty="0"/>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02480" y="62507"/>
            <a:ext cx="496549" cy="1256628"/>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900" y="1274164"/>
            <a:ext cx="8036599" cy="874077"/>
          </a:xfrm>
        </p:spPr>
        <p:txBody>
          <a:bodyPr/>
          <a:lstStyle/>
          <a:p>
            <a:pPr marL="292608" indent="-292608">
              <a:buFont typeface="Arial" panose="020B0604020202020204" pitchFamily="34" charset="0"/>
              <a:buChar char="•"/>
            </a:pPr>
            <a:r>
              <a:rPr lang="en-US" dirty="0"/>
              <a:t>Appendix C-1 allows you to find the area under the curve from 0 to </a:t>
            </a:r>
            <a:r>
              <a:rPr lang="en-US" i="1" dirty="0"/>
              <a:t>z</a:t>
            </a:r>
            <a:r>
              <a:rPr lang="en-US" dirty="0"/>
              <a:t>.</a:t>
            </a:r>
            <a:endParaRPr lang="en-US" dirty="0">
              <a:sym typeface="Times New Roman" pitchFamily="18" charset="0"/>
            </a:endParaRPr>
          </a:p>
        </p:txBody>
      </p:sp>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57893" y="2193638"/>
            <a:ext cx="3940732" cy="461399"/>
          </a:xfrm>
        </p:spPr>
        <p:txBody>
          <a:bodyPr lIns="91440" tIns="0"/>
          <a:lstStyle/>
          <a:p>
            <a:pPr marL="292608" indent="-292608">
              <a:buFont typeface="Arial" panose="020B0604020202020204" pitchFamily="34" charset="0"/>
              <a:buChar char="•"/>
            </a:pPr>
            <a:r>
              <a:rPr lang="en-US" dirty="0"/>
              <a:t>For example, to calculate</a:t>
            </a:r>
          </a:p>
        </p:txBody>
      </p:sp>
      <p:graphicFrame>
        <p:nvGraphicFramePr>
          <p:cNvPr id="13" name="Object 12">
            <a:extLst>
              <a:ext uri="{FF2B5EF4-FFF2-40B4-BE49-F238E27FC236}">
                <a16:creationId xmlns:a16="http://schemas.microsoft.com/office/drawing/2014/main" id="{5729E078-08FA-44F6-A849-3BDC3888C7EC}"/>
              </a:ext>
            </a:extLst>
          </p:cNvPr>
          <p:cNvGraphicFramePr>
            <a:graphicFrameLocks noChangeAspect="1"/>
          </p:cNvGraphicFramePr>
          <p:nvPr>
            <p:extLst>
              <p:ext uri="{D42A27DB-BD31-4B8C-83A1-F6EECF244321}">
                <p14:modId xmlns:p14="http://schemas.microsoft.com/office/powerpoint/2010/main" val="2186684064"/>
              </p:ext>
            </p:extLst>
          </p:nvPr>
        </p:nvGraphicFramePr>
        <p:xfrm>
          <a:off x="4242063" y="2225238"/>
          <a:ext cx="2316163" cy="406400"/>
        </p:xfrm>
        <a:graphic>
          <a:graphicData uri="http://schemas.openxmlformats.org/presentationml/2006/ole">
            <mc:AlternateContent xmlns:mc="http://schemas.openxmlformats.org/markup-compatibility/2006">
              <mc:Choice xmlns:v="urn:schemas-microsoft-com:vml" Requires="v">
                <p:oleObj name="Equation" r:id="rId2" imgW="1739880" imgH="304560" progId="Equation.DSMT4">
                  <p:embed/>
                </p:oleObj>
              </mc:Choice>
              <mc:Fallback>
                <p:oleObj name="Equation" r:id="rId2" imgW="1739880" imgH="304560" progId="Equation.DSMT4">
                  <p:embed/>
                  <p:pic>
                    <p:nvPicPr>
                      <p:cNvPr id="0" name=""/>
                      <p:cNvPicPr/>
                      <p:nvPr/>
                    </p:nvPicPr>
                    <p:blipFill>
                      <a:blip r:embed="rId3"/>
                      <a:stretch>
                        <a:fillRect/>
                      </a:stretch>
                    </p:blipFill>
                    <p:spPr>
                      <a:xfrm>
                        <a:off x="4242063" y="2225238"/>
                        <a:ext cx="2316163" cy="4064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CC14C16-7B58-491B-A07A-754D184E5270}"/>
              </a:ext>
            </a:extLst>
          </p:cNvPr>
          <p:cNvSpPr>
            <a:spLocks noGrp="1"/>
          </p:cNvSpPr>
          <p:nvPr>
            <p:ph sz="quarter" idx="18"/>
          </p:nvPr>
        </p:nvSpPr>
        <p:spPr>
          <a:xfrm>
            <a:off x="6534293" y="2206180"/>
            <a:ext cx="2068187" cy="420349"/>
          </a:xfrm>
        </p:spPr>
        <p:txBody>
          <a:bodyPr lIns="91440" tIns="0" rIns="0" bIns="0"/>
          <a:lstStyle/>
          <a:p>
            <a:r>
              <a:rPr lang="en-US" dirty="0"/>
              <a:t>select</a:t>
            </a:r>
          </a:p>
        </p:txBody>
      </p:sp>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357891" y="2663482"/>
            <a:ext cx="8154513" cy="851232"/>
          </a:xfrm>
        </p:spPr>
        <p:txBody>
          <a:bodyPr tIns="0"/>
          <a:lstStyle/>
          <a:p>
            <a:pPr marL="292608"/>
            <a:r>
              <a:rPr lang="en-US" dirty="0"/>
              <a:t>the row for </a:t>
            </a:r>
            <a:r>
              <a:rPr lang="en-US" i="1" dirty="0"/>
              <a:t>z </a:t>
            </a:r>
            <a:r>
              <a:rPr lang="en-US" dirty="0"/>
              <a:t>= 1.9 and the column for 0.06 (because 1.96 = 1.90 + 0.06).</a:t>
            </a:r>
          </a:p>
        </p:txBody>
      </p:sp>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42900" y="3517504"/>
            <a:ext cx="8051594" cy="757432"/>
          </a:xfrm>
        </p:spPr>
        <p:txBody>
          <a:bodyPr tIns="0"/>
          <a:lstStyle/>
          <a:p>
            <a:pPr marL="292608"/>
            <a:r>
              <a:rPr lang="en-US" dirty="0"/>
              <a:t>This row and column are shaded. At the intersection of the shaded row and column, we see</a:t>
            </a:r>
          </a:p>
        </p:txBody>
      </p:sp>
      <p:graphicFrame>
        <p:nvGraphicFramePr>
          <p:cNvPr id="15" name="Object 14">
            <a:extLst>
              <a:ext uri="{FF2B5EF4-FFF2-40B4-BE49-F238E27FC236}">
                <a16:creationId xmlns:a16="http://schemas.microsoft.com/office/drawing/2014/main" id="{F17710AF-78B2-4C2F-9DA0-7266FD403169}"/>
              </a:ext>
            </a:extLst>
          </p:cNvPr>
          <p:cNvGraphicFramePr>
            <a:graphicFrameLocks noChangeAspect="1"/>
          </p:cNvGraphicFramePr>
          <p:nvPr>
            <p:extLst>
              <p:ext uri="{D42A27DB-BD31-4B8C-83A1-F6EECF244321}">
                <p14:modId xmlns:p14="http://schemas.microsoft.com/office/powerpoint/2010/main" val="3440197520"/>
              </p:ext>
            </p:extLst>
          </p:nvPr>
        </p:nvGraphicFramePr>
        <p:xfrm>
          <a:off x="5727702" y="3921341"/>
          <a:ext cx="3073400" cy="368300"/>
        </p:xfrm>
        <a:graphic>
          <a:graphicData uri="http://schemas.openxmlformats.org/presentationml/2006/ole">
            <mc:AlternateContent xmlns:mc="http://schemas.openxmlformats.org/markup-compatibility/2006">
              <mc:Choice xmlns:v="urn:schemas-microsoft-com:vml" Requires="v">
                <p:oleObj name="Equation" r:id="rId4" imgW="2539800" imgH="304560" progId="Equation.DSMT4">
                  <p:embed/>
                </p:oleObj>
              </mc:Choice>
              <mc:Fallback>
                <p:oleObj name="Equation" r:id="rId4" imgW="2539800" imgH="304560" progId="Equation.DSMT4">
                  <p:embed/>
                  <p:pic>
                    <p:nvPicPr>
                      <p:cNvPr id="0" name=""/>
                      <p:cNvPicPr/>
                      <p:nvPr/>
                    </p:nvPicPr>
                    <p:blipFill>
                      <a:blip r:embed="rId5"/>
                      <a:stretch>
                        <a:fillRect/>
                      </a:stretch>
                    </p:blipFill>
                    <p:spPr>
                      <a:xfrm>
                        <a:off x="5727702" y="3921341"/>
                        <a:ext cx="3073400" cy="3683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1649893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8036599" cy="903231"/>
          </a:xfrm>
        </p:spPr>
        <p:txBody>
          <a:bodyPr>
            <a:normAutofit/>
          </a:bodyPr>
          <a:lstStyle/>
          <a:p>
            <a:r>
              <a:rPr lang="en-US" sz="3600" dirty="0"/>
              <a:t>Normal Distribution</a:t>
            </a:r>
            <a:r>
              <a:rPr lang="en-US" dirty="0"/>
              <a:t> </a:t>
            </a:r>
            <a:r>
              <a:rPr lang="en-US" sz="1000" b="0" dirty="0"/>
              <a:t>4</a:t>
            </a:r>
            <a:endParaRPr lang="en-US" dirty="0"/>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02480" y="62507"/>
            <a:ext cx="496549" cy="1118593"/>
          </a:xfrm>
        </p:spPr>
        <p:txBody>
          <a:bodyPr vert="vert" rIns="0"/>
          <a:lstStyle/>
          <a:p>
            <a:r>
              <a:rPr lang="en-US" b="1" dirty="0"/>
              <a:t>L</a:t>
            </a:r>
            <a:r>
              <a:rPr lang="en-US" sz="100" b="1" dirty="0"/>
              <a:t> </a:t>
            </a:r>
            <a:r>
              <a:rPr lang="en-US" b="1" dirty="0"/>
              <a:t>O 7.4</a:t>
            </a:r>
            <a:endParaRPr lang="en-IN" b="1" dirty="0"/>
          </a:p>
        </p:txBody>
      </p:sp>
      <p:graphicFrame>
        <p:nvGraphicFramePr>
          <p:cNvPr id="22" name="Table 22">
            <a:extLst>
              <a:ext uri="{FF2B5EF4-FFF2-40B4-BE49-F238E27FC236}">
                <a16:creationId xmlns:a16="http://schemas.microsoft.com/office/drawing/2014/main" id="{010312D1-C79E-43BB-BA8D-99A6E3B0B55E}"/>
              </a:ext>
            </a:extLst>
          </p:cNvPr>
          <p:cNvGraphicFramePr>
            <a:graphicFrameLocks noGrp="1"/>
          </p:cNvGraphicFramePr>
          <p:nvPr>
            <p:extLst>
              <p:ext uri="{D42A27DB-BD31-4B8C-83A1-F6EECF244321}">
                <p14:modId xmlns:p14="http://schemas.microsoft.com/office/powerpoint/2010/main" val="1206785133"/>
              </p:ext>
            </p:extLst>
          </p:nvPr>
        </p:nvGraphicFramePr>
        <p:xfrm>
          <a:off x="342895" y="1397000"/>
          <a:ext cx="8036600" cy="4876800"/>
        </p:xfrm>
        <a:graphic>
          <a:graphicData uri="http://schemas.openxmlformats.org/drawingml/2006/table">
            <a:tbl>
              <a:tblPr firstRow="1" bandRow="1">
                <a:tableStyleId>{5C22544A-7EE6-4342-B048-85BDC9FD1C3A}</a:tableStyleId>
              </a:tblPr>
              <a:tblGrid>
                <a:gridCol w="730600">
                  <a:extLst>
                    <a:ext uri="{9D8B030D-6E8A-4147-A177-3AD203B41FA5}">
                      <a16:colId xmlns:a16="http://schemas.microsoft.com/office/drawing/2014/main" val="239387057"/>
                    </a:ext>
                  </a:extLst>
                </a:gridCol>
                <a:gridCol w="730600">
                  <a:extLst>
                    <a:ext uri="{9D8B030D-6E8A-4147-A177-3AD203B41FA5}">
                      <a16:colId xmlns:a16="http://schemas.microsoft.com/office/drawing/2014/main" val="1242270560"/>
                    </a:ext>
                  </a:extLst>
                </a:gridCol>
                <a:gridCol w="730600">
                  <a:extLst>
                    <a:ext uri="{9D8B030D-6E8A-4147-A177-3AD203B41FA5}">
                      <a16:colId xmlns:a16="http://schemas.microsoft.com/office/drawing/2014/main" val="4260530131"/>
                    </a:ext>
                  </a:extLst>
                </a:gridCol>
                <a:gridCol w="730600">
                  <a:extLst>
                    <a:ext uri="{9D8B030D-6E8A-4147-A177-3AD203B41FA5}">
                      <a16:colId xmlns:a16="http://schemas.microsoft.com/office/drawing/2014/main" val="2163554220"/>
                    </a:ext>
                  </a:extLst>
                </a:gridCol>
                <a:gridCol w="730600">
                  <a:extLst>
                    <a:ext uri="{9D8B030D-6E8A-4147-A177-3AD203B41FA5}">
                      <a16:colId xmlns:a16="http://schemas.microsoft.com/office/drawing/2014/main" val="854279114"/>
                    </a:ext>
                  </a:extLst>
                </a:gridCol>
                <a:gridCol w="730600">
                  <a:extLst>
                    <a:ext uri="{9D8B030D-6E8A-4147-A177-3AD203B41FA5}">
                      <a16:colId xmlns:a16="http://schemas.microsoft.com/office/drawing/2014/main" val="3581178560"/>
                    </a:ext>
                  </a:extLst>
                </a:gridCol>
                <a:gridCol w="730600">
                  <a:extLst>
                    <a:ext uri="{9D8B030D-6E8A-4147-A177-3AD203B41FA5}">
                      <a16:colId xmlns:a16="http://schemas.microsoft.com/office/drawing/2014/main" val="1118837579"/>
                    </a:ext>
                  </a:extLst>
                </a:gridCol>
                <a:gridCol w="730600">
                  <a:extLst>
                    <a:ext uri="{9D8B030D-6E8A-4147-A177-3AD203B41FA5}">
                      <a16:colId xmlns:a16="http://schemas.microsoft.com/office/drawing/2014/main" val="1805347898"/>
                    </a:ext>
                  </a:extLst>
                </a:gridCol>
                <a:gridCol w="730600">
                  <a:extLst>
                    <a:ext uri="{9D8B030D-6E8A-4147-A177-3AD203B41FA5}">
                      <a16:colId xmlns:a16="http://schemas.microsoft.com/office/drawing/2014/main" val="4050957294"/>
                    </a:ext>
                  </a:extLst>
                </a:gridCol>
                <a:gridCol w="730600">
                  <a:extLst>
                    <a:ext uri="{9D8B030D-6E8A-4147-A177-3AD203B41FA5}">
                      <a16:colId xmlns:a16="http://schemas.microsoft.com/office/drawing/2014/main" val="3767419450"/>
                    </a:ext>
                  </a:extLst>
                </a:gridCol>
                <a:gridCol w="730600">
                  <a:extLst>
                    <a:ext uri="{9D8B030D-6E8A-4147-A177-3AD203B41FA5}">
                      <a16:colId xmlns:a16="http://schemas.microsoft.com/office/drawing/2014/main" val="2062955355"/>
                    </a:ext>
                  </a:extLst>
                </a:gridCol>
              </a:tblGrid>
              <a:tr h="278181">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tc>
                  <a:txBody>
                    <a:bodyPr/>
                    <a:lstStyle/>
                    <a:p>
                      <a:pPr algn="l" fontAlgn="t"/>
                      <a:endParaRPr lang="en-US" sz="1400" b="1" i="0" u="none" strike="noStrike" dirty="0">
                        <a:effectLst/>
                        <a:latin typeface="+mn-lt"/>
                      </a:endParaRPr>
                    </a:p>
                  </a:txBody>
                  <a:tcPr anchor="b"/>
                </a:tc>
                <a:tc>
                  <a:txBody>
                    <a:bodyPr/>
                    <a:lstStyle/>
                    <a:p>
                      <a:pPr algn="ctr" fontAlgn="t"/>
                      <a:endParaRPr lang="en-US" sz="1400" b="1" i="0" u="none" strike="noStrike" dirty="0">
                        <a:effectLst/>
                        <a:latin typeface="+mn-lt"/>
                      </a:endParaRPr>
                    </a:p>
                  </a:txBody>
                  <a:tcPr anchor="b"/>
                </a:tc>
                <a:extLst>
                  <a:ext uri="{0D108BD9-81ED-4DB2-BD59-A6C34878D82A}">
                    <a16:rowId xmlns:a16="http://schemas.microsoft.com/office/drawing/2014/main" val="3514552095"/>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3541958662"/>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170544266"/>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3611827191"/>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1857570449"/>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3855477113"/>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1670506126"/>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lnB w="12700" cap="flat" cmpd="sng" algn="ctr">
                      <a:solidFill>
                        <a:schemeClr val="tx1"/>
                      </a:solidFill>
                      <a:prstDash val="solid"/>
                      <a:round/>
                      <a:headEnd type="none" w="med" len="med"/>
                      <a:tailEnd type="none" w="med" len="med"/>
                    </a:lnB>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26725913"/>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lnR w="12700" cap="flat" cmpd="sng" algn="ctr">
                      <a:solidFill>
                        <a:schemeClr val="tx1"/>
                      </a:solidFill>
                      <a:prstDash val="solid"/>
                      <a:round/>
                      <a:headEnd type="none" w="med" len="med"/>
                      <a:tailEnd type="none" w="med" len="med"/>
                    </a:lnR>
                  </a:tcPr>
                </a:tc>
                <a:tc>
                  <a:txBody>
                    <a:bodyPr/>
                    <a:lstStyle/>
                    <a:p>
                      <a:pPr algn="ctr" fontAlgn="t"/>
                      <a:endParaRPr lang="en-US" sz="1400" b="0" i="0" u="none" strike="noStrike" dirty="0">
                        <a:effectLst/>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en-US" sz="1400" b="0" i="0" u="none" strike="noStrike" dirty="0">
                        <a:effectLst/>
                        <a:latin typeface="+mn-lt"/>
                      </a:endParaRPr>
                    </a:p>
                  </a:txBody>
                  <a:tcPr>
                    <a:lnL w="12700" cap="flat" cmpd="sng" algn="ctr">
                      <a:solidFill>
                        <a:schemeClr val="tx1"/>
                      </a:solidFill>
                      <a:prstDash val="solid"/>
                      <a:round/>
                      <a:headEnd type="none" w="med" len="med"/>
                      <a:tailEnd type="none" w="med" len="med"/>
                    </a:lnL>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29048772"/>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lnT w="12700" cap="flat" cmpd="sng" algn="ctr">
                      <a:solidFill>
                        <a:schemeClr val="tx1"/>
                      </a:solidFill>
                      <a:prstDash val="solid"/>
                      <a:round/>
                      <a:headEnd type="none" w="med" len="med"/>
                      <a:tailEnd type="none" w="med" len="med"/>
                    </a:lnT>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495696557"/>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r>
                        <a:rPr lang="en-US" sz="1400" b="0" i="0" u="none" strike="noStrike" dirty="0">
                          <a:effectLst/>
                          <a:latin typeface="+mn-lt"/>
                        </a:rPr>
                        <a:t>.</a:t>
                      </a: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2609167768"/>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311349866"/>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1742960211"/>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ctr" fontAlgn="t"/>
                      <a:endParaRPr lang="en-US" sz="1400" b="0" i="0" u="none" strike="noStrike">
                        <a:effectLst/>
                        <a:latin typeface="+mn-lt"/>
                      </a:endParaRPr>
                    </a:p>
                  </a:txBody>
                  <a:tcPr/>
                </a:tc>
                <a:tc>
                  <a:txBody>
                    <a:bodyPr/>
                    <a:lstStyle/>
                    <a:p>
                      <a:pPr algn="l" fontAlgn="t"/>
                      <a:endParaRPr lang="en-US" sz="1400" b="0" i="0" u="none" strike="noStrike">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979262455"/>
                  </a:ext>
                </a:extLst>
              </a:tr>
              <a:tr h="278181">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tc>
                  <a:txBody>
                    <a:bodyPr/>
                    <a:lstStyle/>
                    <a:p>
                      <a:pPr algn="l" fontAlgn="b"/>
                      <a:endParaRPr lang="en-US" sz="1400" b="0" i="0" u="none" strike="noStrike" dirty="0">
                        <a:effectLst/>
                        <a:latin typeface="+mn-lt"/>
                      </a:endParaRPr>
                    </a:p>
                  </a:txBody>
                  <a:tcPr anchor="b"/>
                </a:tc>
                <a:tc>
                  <a:txBody>
                    <a:bodyPr/>
                    <a:lstStyle/>
                    <a:p>
                      <a:pPr algn="ctr" fontAlgn="b"/>
                      <a:endParaRPr lang="en-US" sz="1400" b="0" i="0" u="none" strike="noStrike" dirty="0">
                        <a:effectLst/>
                        <a:latin typeface="+mn-lt"/>
                      </a:endParaRPr>
                    </a:p>
                  </a:txBody>
                  <a:tcPr anchor="b"/>
                </a:tc>
                <a:extLst>
                  <a:ext uri="{0D108BD9-81ED-4DB2-BD59-A6C34878D82A}">
                    <a16:rowId xmlns:a16="http://schemas.microsoft.com/office/drawing/2014/main" val="2511192349"/>
                  </a:ext>
                </a:extLst>
              </a:tr>
              <a:tr h="278181">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tc>
                  <a:txBody>
                    <a:bodyPr/>
                    <a:lstStyle/>
                    <a:p>
                      <a:pPr algn="l" fontAlgn="t"/>
                      <a:endParaRPr lang="en-US" sz="1400" b="0" i="0" u="none" strike="noStrike" dirty="0">
                        <a:effectLst/>
                        <a:latin typeface="+mn-lt"/>
                      </a:endParaRPr>
                    </a:p>
                  </a:txBody>
                  <a:tcPr/>
                </a:tc>
                <a:tc>
                  <a:txBody>
                    <a:bodyPr/>
                    <a:lstStyle/>
                    <a:p>
                      <a:pPr algn="ctr" fontAlgn="t"/>
                      <a:endParaRPr lang="en-US" sz="1400" b="0" i="0" u="none" strike="noStrike" dirty="0">
                        <a:effectLst/>
                        <a:latin typeface="+mn-lt"/>
                      </a:endParaRPr>
                    </a:p>
                  </a:txBody>
                  <a:tcPr/>
                </a:tc>
                <a:extLst>
                  <a:ext uri="{0D108BD9-81ED-4DB2-BD59-A6C34878D82A}">
                    <a16:rowId xmlns:a16="http://schemas.microsoft.com/office/drawing/2014/main" val="2841926335"/>
                  </a:ext>
                </a:extLst>
              </a:tr>
            </a:tbl>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208227288"/>
              </p:ext>
            </p:extLst>
          </p:nvPr>
        </p:nvGraphicFramePr>
        <p:xfrm>
          <a:off x="650875" y="1465263"/>
          <a:ext cx="144463" cy="158750"/>
        </p:xfrm>
        <a:graphic>
          <a:graphicData uri="http://schemas.openxmlformats.org/presentationml/2006/ole">
            <mc:AlternateContent xmlns:mc="http://schemas.openxmlformats.org/markup-compatibility/2006">
              <mc:Choice xmlns:v="urn:schemas-microsoft-com:vml" Requires="v">
                <p:oleObj name="Equation" r:id="rId2" imgW="126720" imgH="139680" progId="Equation.DSMT4">
                  <p:embed/>
                </p:oleObj>
              </mc:Choice>
              <mc:Fallback>
                <p:oleObj name="Equation" r:id="rId2" imgW="126720" imgH="139680" progId="Equation.DSMT4">
                  <p:embed/>
                  <p:pic>
                    <p:nvPicPr>
                      <p:cNvPr id="0" name=""/>
                      <p:cNvPicPr/>
                      <p:nvPr/>
                    </p:nvPicPr>
                    <p:blipFill>
                      <a:blip r:embed="rId3"/>
                      <a:stretch>
                        <a:fillRect/>
                      </a:stretch>
                    </p:blipFill>
                    <p:spPr>
                      <a:xfrm>
                        <a:off x="650875" y="1465263"/>
                        <a:ext cx="144463" cy="1587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621400346"/>
              </p:ext>
            </p:extLst>
          </p:nvPr>
        </p:nvGraphicFramePr>
        <p:xfrm>
          <a:off x="1264070" y="1452098"/>
          <a:ext cx="355600" cy="190500"/>
        </p:xfrm>
        <a:graphic>
          <a:graphicData uri="http://schemas.openxmlformats.org/presentationml/2006/ole">
            <mc:AlternateContent xmlns:mc="http://schemas.openxmlformats.org/markup-compatibility/2006">
              <mc:Choice xmlns:v="urn:schemas-microsoft-com:vml" Requires="v">
                <p:oleObj name="Equation" r:id="rId4" imgW="355320" imgH="190440" progId="Equation.DSMT4">
                  <p:embed/>
                </p:oleObj>
              </mc:Choice>
              <mc:Fallback>
                <p:oleObj name="Equation" r:id="rId4" imgW="355320" imgH="190440" progId="Equation.DSMT4">
                  <p:embed/>
                  <p:pic>
                    <p:nvPicPr>
                      <p:cNvPr id="0" name=""/>
                      <p:cNvPicPr/>
                      <p:nvPr/>
                    </p:nvPicPr>
                    <p:blipFill>
                      <a:blip r:embed="rId5"/>
                      <a:stretch>
                        <a:fillRect/>
                      </a:stretch>
                    </p:blipFill>
                    <p:spPr>
                      <a:xfrm>
                        <a:off x="1264070" y="1452098"/>
                        <a:ext cx="355600" cy="190500"/>
                      </a:xfrm>
                      <a:prstGeom prst="rect">
                        <a:avLst/>
                      </a:prstGeom>
                    </p:spPr>
                  </p:pic>
                </p:oleObj>
              </mc:Fallback>
            </mc:AlternateContent>
          </a:graphicData>
        </a:graphic>
      </p:graphicFrame>
      <p:graphicFrame>
        <p:nvGraphicFramePr>
          <p:cNvPr id="46" name="Object 45"/>
          <p:cNvGraphicFramePr>
            <a:graphicFrameLocks noChangeAspect="1"/>
          </p:cNvGraphicFramePr>
          <p:nvPr>
            <p:extLst>
              <p:ext uri="{D42A27DB-BD31-4B8C-83A1-F6EECF244321}">
                <p14:modId xmlns:p14="http://schemas.microsoft.com/office/powerpoint/2010/main" val="2179274969"/>
              </p:ext>
            </p:extLst>
          </p:nvPr>
        </p:nvGraphicFramePr>
        <p:xfrm>
          <a:off x="1998663" y="1457325"/>
          <a:ext cx="342900" cy="190500"/>
        </p:xfrm>
        <a:graphic>
          <a:graphicData uri="http://schemas.openxmlformats.org/presentationml/2006/ole">
            <mc:AlternateContent xmlns:mc="http://schemas.openxmlformats.org/markup-compatibility/2006">
              <mc:Choice xmlns:v="urn:schemas-microsoft-com:vml" Requires="v">
                <p:oleObj name="Equation" r:id="rId6" imgW="342720" imgH="190440" progId="Equation.DSMT4">
                  <p:embed/>
                </p:oleObj>
              </mc:Choice>
              <mc:Fallback>
                <p:oleObj name="Equation" r:id="rId6" imgW="342720" imgH="190440" progId="Equation.DSMT4">
                  <p:embed/>
                  <p:pic>
                    <p:nvPicPr>
                      <p:cNvPr id="5" name="Object 4"/>
                      <p:cNvPicPr/>
                      <p:nvPr/>
                    </p:nvPicPr>
                    <p:blipFill>
                      <a:blip r:embed="rId7"/>
                      <a:stretch>
                        <a:fillRect/>
                      </a:stretch>
                    </p:blipFill>
                    <p:spPr>
                      <a:xfrm>
                        <a:off x="1998663" y="1457325"/>
                        <a:ext cx="342900" cy="190500"/>
                      </a:xfrm>
                      <a:prstGeom prst="rect">
                        <a:avLst/>
                      </a:prstGeom>
                    </p:spPr>
                  </p:pic>
                </p:oleObj>
              </mc:Fallback>
            </mc:AlternateContent>
          </a:graphicData>
        </a:graphic>
      </p:graphicFrame>
      <p:graphicFrame>
        <p:nvGraphicFramePr>
          <p:cNvPr id="47" name="Object 46"/>
          <p:cNvGraphicFramePr>
            <a:graphicFrameLocks noChangeAspect="1"/>
          </p:cNvGraphicFramePr>
          <p:nvPr>
            <p:extLst>
              <p:ext uri="{D42A27DB-BD31-4B8C-83A1-F6EECF244321}">
                <p14:modId xmlns:p14="http://schemas.microsoft.com/office/powerpoint/2010/main" val="1565514432"/>
              </p:ext>
            </p:extLst>
          </p:nvPr>
        </p:nvGraphicFramePr>
        <p:xfrm>
          <a:off x="2735263" y="1447800"/>
          <a:ext cx="355600" cy="190500"/>
        </p:xfrm>
        <a:graphic>
          <a:graphicData uri="http://schemas.openxmlformats.org/presentationml/2006/ole">
            <mc:AlternateContent xmlns:mc="http://schemas.openxmlformats.org/markup-compatibility/2006">
              <mc:Choice xmlns:v="urn:schemas-microsoft-com:vml" Requires="v">
                <p:oleObj name="Equation" r:id="rId8" imgW="355320" imgH="190440" progId="Equation.DSMT4">
                  <p:embed/>
                </p:oleObj>
              </mc:Choice>
              <mc:Fallback>
                <p:oleObj name="Equation" r:id="rId8" imgW="355320" imgH="190440" progId="Equation.DSMT4">
                  <p:embed/>
                  <p:pic>
                    <p:nvPicPr>
                      <p:cNvPr id="46" name="Object 45"/>
                      <p:cNvPicPr/>
                      <p:nvPr/>
                    </p:nvPicPr>
                    <p:blipFill>
                      <a:blip r:embed="rId9"/>
                      <a:stretch>
                        <a:fillRect/>
                      </a:stretch>
                    </p:blipFill>
                    <p:spPr>
                      <a:xfrm>
                        <a:off x="2735263" y="1447800"/>
                        <a:ext cx="355600" cy="190500"/>
                      </a:xfrm>
                      <a:prstGeom prst="rect">
                        <a:avLst/>
                      </a:prstGeom>
                    </p:spPr>
                  </p:pic>
                </p:oleObj>
              </mc:Fallback>
            </mc:AlternateContent>
          </a:graphicData>
        </a:graphic>
      </p:graphicFrame>
      <p:graphicFrame>
        <p:nvGraphicFramePr>
          <p:cNvPr id="48" name="Object 47"/>
          <p:cNvGraphicFramePr>
            <a:graphicFrameLocks noChangeAspect="1"/>
          </p:cNvGraphicFramePr>
          <p:nvPr>
            <p:extLst>
              <p:ext uri="{D42A27DB-BD31-4B8C-83A1-F6EECF244321}">
                <p14:modId xmlns:p14="http://schemas.microsoft.com/office/powerpoint/2010/main" val="450216633"/>
              </p:ext>
            </p:extLst>
          </p:nvPr>
        </p:nvGraphicFramePr>
        <p:xfrm>
          <a:off x="3507097" y="1437969"/>
          <a:ext cx="355600" cy="190500"/>
        </p:xfrm>
        <a:graphic>
          <a:graphicData uri="http://schemas.openxmlformats.org/presentationml/2006/ole">
            <mc:AlternateContent xmlns:mc="http://schemas.openxmlformats.org/markup-compatibility/2006">
              <mc:Choice xmlns:v="urn:schemas-microsoft-com:vml" Requires="v">
                <p:oleObj name="Equation" r:id="rId10" imgW="355320" imgH="190440" progId="Equation.DSMT4">
                  <p:embed/>
                </p:oleObj>
              </mc:Choice>
              <mc:Fallback>
                <p:oleObj name="Equation" r:id="rId10" imgW="355320" imgH="190440" progId="Equation.DSMT4">
                  <p:embed/>
                  <p:pic>
                    <p:nvPicPr>
                      <p:cNvPr id="47" name="Object 46"/>
                      <p:cNvPicPr/>
                      <p:nvPr/>
                    </p:nvPicPr>
                    <p:blipFill>
                      <a:blip r:embed="rId11"/>
                      <a:stretch>
                        <a:fillRect/>
                      </a:stretch>
                    </p:blipFill>
                    <p:spPr>
                      <a:xfrm>
                        <a:off x="3507097" y="1437969"/>
                        <a:ext cx="355600" cy="190500"/>
                      </a:xfrm>
                      <a:prstGeom prst="rect">
                        <a:avLst/>
                      </a:prstGeom>
                    </p:spPr>
                  </p:pic>
                </p:oleObj>
              </mc:Fallback>
            </mc:AlternateContent>
          </a:graphicData>
        </a:graphic>
      </p:graphicFrame>
      <p:graphicFrame>
        <p:nvGraphicFramePr>
          <p:cNvPr id="49" name="Object 48"/>
          <p:cNvGraphicFramePr>
            <a:graphicFrameLocks noChangeAspect="1"/>
          </p:cNvGraphicFramePr>
          <p:nvPr>
            <p:extLst>
              <p:ext uri="{D42A27DB-BD31-4B8C-83A1-F6EECF244321}">
                <p14:modId xmlns:p14="http://schemas.microsoft.com/office/powerpoint/2010/main" val="1994637681"/>
              </p:ext>
            </p:extLst>
          </p:nvPr>
        </p:nvGraphicFramePr>
        <p:xfrm>
          <a:off x="4190440" y="1442887"/>
          <a:ext cx="355600" cy="190500"/>
        </p:xfrm>
        <a:graphic>
          <a:graphicData uri="http://schemas.openxmlformats.org/presentationml/2006/ole">
            <mc:AlternateContent xmlns:mc="http://schemas.openxmlformats.org/markup-compatibility/2006">
              <mc:Choice xmlns:v="urn:schemas-microsoft-com:vml" Requires="v">
                <p:oleObj name="Equation" r:id="rId12" imgW="355320" imgH="190440" progId="Equation.DSMT4">
                  <p:embed/>
                </p:oleObj>
              </mc:Choice>
              <mc:Fallback>
                <p:oleObj name="Equation" r:id="rId12" imgW="355320" imgH="190440" progId="Equation.DSMT4">
                  <p:embed/>
                  <p:pic>
                    <p:nvPicPr>
                      <p:cNvPr id="48" name="Object 47"/>
                      <p:cNvPicPr/>
                      <p:nvPr/>
                    </p:nvPicPr>
                    <p:blipFill>
                      <a:blip r:embed="rId13"/>
                      <a:stretch>
                        <a:fillRect/>
                      </a:stretch>
                    </p:blipFill>
                    <p:spPr>
                      <a:xfrm>
                        <a:off x="4190440" y="1442887"/>
                        <a:ext cx="355600" cy="190500"/>
                      </a:xfrm>
                      <a:prstGeom prst="rect">
                        <a:avLst/>
                      </a:prstGeom>
                    </p:spPr>
                  </p:pic>
                </p:oleObj>
              </mc:Fallback>
            </mc:AlternateContent>
          </a:graphicData>
        </a:graphic>
      </p:graphicFrame>
      <p:graphicFrame>
        <p:nvGraphicFramePr>
          <p:cNvPr id="50" name="Object 49"/>
          <p:cNvGraphicFramePr>
            <a:graphicFrameLocks noChangeAspect="1"/>
          </p:cNvGraphicFramePr>
          <p:nvPr>
            <p:extLst>
              <p:ext uri="{D42A27DB-BD31-4B8C-83A1-F6EECF244321}">
                <p14:modId xmlns:p14="http://schemas.microsoft.com/office/powerpoint/2010/main" val="4046236611"/>
              </p:ext>
            </p:extLst>
          </p:nvPr>
        </p:nvGraphicFramePr>
        <p:xfrm>
          <a:off x="4903276" y="1462552"/>
          <a:ext cx="355600" cy="190500"/>
        </p:xfrm>
        <a:graphic>
          <a:graphicData uri="http://schemas.openxmlformats.org/presentationml/2006/ole">
            <mc:AlternateContent xmlns:mc="http://schemas.openxmlformats.org/markup-compatibility/2006">
              <mc:Choice xmlns:v="urn:schemas-microsoft-com:vml" Requires="v">
                <p:oleObj name="Equation" r:id="rId14" imgW="355320" imgH="190440" progId="Equation.DSMT4">
                  <p:embed/>
                </p:oleObj>
              </mc:Choice>
              <mc:Fallback>
                <p:oleObj name="Equation" r:id="rId14" imgW="355320" imgH="190440" progId="Equation.DSMT4">
                  <p:embed/>
                  <p:pic>
                    <p:nvPicPr>
                      <p:cNvPr id="49" name="Object 48"/>
                      <p:cNvPicPr/>
                      <p:nvPr/>
                    </p:nvPicPr>
                    <p:blipFill>
                      <a:blip r:embed="rId15"/>
                      <a:stretch>
                        <a:fillRect/>
                      </a:stretch>
                    </p:blipFill>
                    <p:spPr>
                      <a:xfrm>
                        <a:off x="4903276" y="1462552"/>
                        <a:ext cx="355600" cy="190500"/>
                      </a:xfrm>
                      <a:prstGeom prst="rect">
                        <a:avLst/>
                      </a:prstGeom>
                    </p:spPr>
                  </p:pic>
                </p:oleObj>
              </mc:Fallback>
            </mc:AlternateContent>
          </a:graphicData>
        </a:graphic>
      </p:graphicFrame>
      <p:graphicFrame>
        <p:nvGraphicFramePr>
          <p:cNvPr id="51" name="Object 50"/>
          <p:cNvGraphicFramePr>
            <a:graphicFrameLocks noChangeAspect="1"/>
          </p:cNvGraphicFramePr>
          <p:nvPr>
            <p:extLst>
              <p:ext uri="{D42A27DB-BD31-4B8C-83A1-F6EECF244321}">
                <p14:modId xmlns:p14="http://schemas.microsoft.com/office/powerpoint/2010/main" val="3951466222"/>
              </p:ext>
            </p:extLst>
          </p:nvPr>
        </p:nvGraphicFramePr>
        <p:xfrm>
          <a:off x="5645614" y="1437973"/>
          <a:ext cx="355600" cy="190500"/>
        </p:xfrm>
        <a:graphic>
          <a:graphicData uri="http://schemas.openxmlformats.org/presentationml/2006/ole">
            <mc:AlternateContent xmlns:mc="http://schemas.openxmlformats.org/markup-compatibility/2006">
              <mc:Choice xmlns:v="urn:schemas-microsoft-com:vml" Requires="v">
                <p:oleObj name="Equation" r:id="rId16" imgW="355320" imgH="190440" progId="Equation.DSMT4">
                  <p:embed/>
                </p:oleObj>
              </mc:Choice>
              <mc:Fallback>
                <p:oleObj name="Equation" r:id="rId16" imgW="355320" imgH="190440" progId="Equation.DSMT4">
                  <p:embed/>
                  <p:pic>
                    <p:nvPicPr>
                      <p:cNvPr id="50" name="Object 49"/>
                      <p:cNvPicPr/>
                      <p:nvPr/>
                    </p:nvPicPr>
                    <p:blipFill>
                      <a:blip r:embed="rId17"/>
                      <a:stretch>
                        <a:fillRect/>
                      </a:stretch>
                    </p:blipFill>
                    <p:spPr>
                      <a:xfrm>
                        <a:off x="5645614" y="1437973"/>
                        <a:ext cx="355600" cy="190500"/>
                      </a:xfrm>
                      <a:prstGeom prst="rect">
                        <a:avLst/>
                      </a:prstGeom>
                    </p:spPr>
                  </p:pic>
                </p:oleObj>
              </mc:Fallback>
            </mc:AlternateContent>
          </a:graphicData>
        </a:graphic>
      </p:graphicFrame>
      <p:graphicFrame>
        <p:nvGraphicFramePr>
          <p:cNvPr id="52" name="Object 51"/>
          <p:cNvGraphicFramePr>
            <a:graphicFrameLocks noChangeAspect="1"/>
          </p:cNvGraphicFramePr>
          <p:nvPr>
            <p:extLst>
              <p:ext uri="{D42A27DB-BD31-4B8C-83A1-F6EECF244321}">
                <p14:modId xmlns:p14="http://schemas.microsoft.com/office/powerpoint/2010/main" val="913698689"/>
              </p:ext>
            </p:extLst>
          </p:nvPr>
        </p:nvGraphicFramePr>
        <p:xfrm>
          <a:off x="6387950" y="1457641"/>
          <a:ext cx="355600" cy="190500"/>
        </p:xfrm>
        <a:graphic>
          <a:graphicData uri="http://schemas.openxmlformats.org/presentationml/2006/ole">
            <mc:AlternateContent xmlns:mc="http://schemas.openxmlformats.org/markup-compatibility/2006">
              <mc:Choice xmlns:v="urn:schemas-microsoft-com:vml" Requires="v">
                <p:oleObj name="Equation" r:id="rId18" imgW="355320" imgH="190440" progId="Equation.DSMT4">
                  <p:embed/>
                </p:oleObj>
              </mc:Choice>
              <mc:Fallback>
                <p:oleObj name="Equation" r:id="rId18" imgW="355320" imgH="190440" progId="Equation.DSMT4">
                  <p:embed/>
                  <p:pic>
                    <p:nvPicPr>
                      <p:cNvPr id="51" name="Object 50"/>
                      <p:cNvPicPr/>
                      <p:nvPr/>
                    </p:nvPicPr>
                    <p:blipFill>
                      <a:blip r:embed="rId19"/>
                      <a:stretch>
                        <a:fillRect/>
                      </a:stretch>
                    </p:blipFill>
                    <p:spPr>
                      <a:xfrm>
                        <a:off x="6387950" y="1457641"/>
                        <a:ext cx="355600" cy="190500"/>
                      </a:xfrm>
                      <a:prstGeom prst="rect">
                        <a:avLst/>
                      </a:prstGeom>
                    </p:spPr>
                  </p:pic>
                </p:oleObj>
              </mc:Fallback>
            </mc:AlternateContent>
          </a:graphicData>
        </a:graphic>
      </p:graphicFrame>
      <p:graphicFrame>
        <p:nvGraphicFramePr>
          <p:cNvPr id="53" name="Object 52"/>
          <p:cNvGraphicFramePr>
            <a:graphicFrameLocks noChangeAspect="1"/>
          </p:cNvGraphicFramePr>
          <p:nvPr>
            <p:extLst>
              <p:ext uri="{D42A27DB-BD31-4B8C-83A1-F6EECF244321}">
                <p14:modId xmlns:p14="http://schemas.microsoft.com/office/powerpoint/2010/main" val="2960618639"/>
              </p:ext>
            </p:extLst>
          </p:nvPr>
        </p:nvGraphicFramePr>
        <p:xfrm>
          <a:off x="7100786" y="1462559"/>
          <a:ext cx="355600" cy="190500"/>
        </p:xfrm>
        <a:graphic>
          <a:graphicData uri="http://schemas.openxmlformats.org/presentationml/2006/ole">
            <mc:AlternateContent xmlns:mc="http://schemas.openxmlformats.org/markup-compatibility/2006">
              <mc:Choice xmlns:v="urn:schemas-microsoft-com:vml" Requires="v">
                <p:oleObj name="Equation" r:id="rId20" imgW="355320" imgH="190440" progId="Equation.DSMT4">
                  <p:embed/>
                </p:oleObj>
              </mc:Choice>
              <mc:Fallback>
                <p:oleObj name="Equation" r:id="rId20" imgW="355320" imgH="190440" progId="Equation.DSMT4">
                  <p:embed/>
                  <p:pic>
                    <p:nvPicPr>
                      <p:cNvPr id="52" name="Object 51"/>
                      <p:cNvPicPr/>
                      <p:nvPr/>
                    </p:nvPicPr>
                    <p:blipFill>
                      <a:blip r:embed="rId21"/>
                      <a:stretch>
                        <a:fillRect/>
                      </a:stretch>
                    </p:blipFill>
                    <p:spPr>
                      <a:xfrm>
                        <a:off x="7100786" y="1462559"/>
                        <a:ext cx="355600" cy="190500"/>
                      </a:xfrm>
                      <a:prstGeom prst="rect">
                        <a:avLst/>
                      </a:prstGeom>
                    </p:spPr>
                  </p:pic>
                </p:oleObj>
              </mc:Fallback>
            </mc:AlternateContent>
          </a:graphicData>
        </a:graphic>
      </p:graphicFrame>
      <p:graphicFrame>
        <p:nvGraphicFramePr>
          <p:cNvPr id="54" name="Object 53"/>
          <p:cNvGraphicFramePr>
            <a:graphicFrameLocks noChangeAspect="1"/>
          </p:cNvGraphicFramePr>
          <p:nvPr>
            <p:extLst>
              <p:ext uri="{D42A27DB-BD31-4B8C-83A1-F6EECF244321}">
                <p14:modId xmlns:p14="http://schemas.microsoft.com/office/powerpoint/2010/main" val="357542570"/>
              </p:ext>
            </p:extLst>
          </p:nvPr>
        </p:nvGraphicFramePr>
        <p:xfrm>
          <a:off x="7857866" y="1437978"/>
          <a:ext cx="355600" cy="190500"/>
        </p:xfrm>
        <a:graphic>
          <a:graphicData uri="http://schemas.openxmlformats.org/presentationml/2006/ole">
            <mc:AlternateContent xmlns:mc="http://schemas.openxmlformats.org/markup-compatibility/2006">
              <mc:Choice xmlns:v="urn:schemas-microsoft-com:vml" Requires="v">
                <p:oleObj name="Equation" r:id="rId22" imgW="355320" imgH="190440" progId="Equation.DSMT4">
                  <p:embed/>
                </p:oleObj>
              </mc:Choice>
              <mc:Fallback>
                <p:oleObj name="Equation" r:id="rId22" imgW="355320" imgH="190440" progId="Equation.DSMT4">
                  <p:embed/>
                  <p:pic>
                    <p:nvPicPr>
                      <p:cNvPr id="53" name="Object 52"/>
                      <p:cNvPicPr/>
                      <p:nvPr/>
                    </p:nvPicPr>
                    <p:blipFill>
                      <a:blip r:embed="rId23"/>
                      <a:stretch>
                        <a:fillRect/>
                      </a:stretch>
                    </p:blipFill>
                    <p:spPr>
                      <a:xfrm>
                        <a:off x="7857866" y="1437978"/>
                        <a:ext cx="355600" cy="1905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923699442"/>
              </p:ext>
            </p:extLst>
          </p:nvPr>
        </p:nvGraphicFramePr>
        <p:xfrm>
          <a:off x="598739" y="1748918"/>
          <a:ext cx="266700" cy="190500"/>
        </p:xfrm>
        <a:graphic>
          <a:graphicData uri="http://schemas.openxmlformats.org/presentationml/2006/ole">
            <mc:AlternateContent xmlns:mc="http://schemas.openxmlformats.org/markup-compatibility/2006">
              <mc:Choice xmlns:v="urn:schemas-microsoft-com:vml" Requires="v">
                <p:oleObj name="Equation" r:id="rId24" imgW="266400" imgH="190440" progId="Equation.DSMT4">
                  <p:embed/>
                </p:oleObj>
              </mc:Choice>
              <mc:Fallback>
                <p:oleObj name="Equation" r:id="rId24" imgW="266400" imgH="190440" progId="Equation.DSMT4">
                  <p:embed/>
                  <p:pic>
                    <p:nvPicPr>
                      <p:cNvPr id="0" name=""/>
                      <p:cNvPicPr/>
                      <p:nvPr/>
                    </p:nvPicPr>
                    <p:blipFill>
                      <a:blip r:embed="rId25"/>
                      <a:stretch>
                        <a:fillRect/>
                      </a:stretch>
                    </p:blipFill>
                    <p:spPr>
                      <a:xfrm>
                        <a:off x="598739" y="1748918"/>
                        <a:ext cx="266700" cy="1905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481478869"/>
              </p:ext>
            </p:extLst>
          </p:nvPr>
        </p:nvGraphicFramePr>
        <p:xfrm>
          <a:off x="1253613" y="1734166"/>
          <a:ext cx="431800" cy="190500"/>
        </p:xfrm>
        <a:graphic>
          <a:graphicData uri="http://schemas.openxmlformats.org/presentationml/2006/ole">
            <mc:AlternateContent xmlns:mc="http://schemas.openxmlformats.org/markup-compatibility/2006">
              <mc:Choice xmlns:v="urn:schemas-microsoft-com:vml" Requires="v">
                <p:oleObj name="Equation" r:id="rId26" imgW="431640" imgH="190440" progId="Equation.DSMT4">
                  <p:embed/>
                </p:oleObj>
              </mc:Choice>
              <mc:Fallback>
                <p:oleObj name="Equation" r:id="rId26" imgW="431640" imgH="190440" progId="Equation.DSMT4">
                  <p:embed/>
                  <p:pic>
                    <p:nvPicPr>
                      <p:cNvPr id="0" name=""/>
                      <p:cNvPicPr/>
                      <p:nvPr/>
                    </p:nvPicPr>
                    <p:blipFill>
                      <a:blip r:embed="rId27"/>
                      <a:stretch>
                        <a:fillRect/>
                      </a:stretch>
                    </p:blipFill>
                    <p:spPr>
                      <a:xfrm>
                        <a:off x="1253613" y="1734166"/>
                        <a:ext cx="431800" cy="1905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562734279"/>
              </p:ext>
            </p:extLst>
          </p:nvPr>
        </p:nvGraphicFramePr>
        <p:xfrm>
          <a:off x="1962150" y="1763713"/>
          <a:ext cx="431800" cy="190500"/>
        </p:xfrm>
        <a:graphic>
          <a:graphicData uri="http://schemas.openxmlformats.org/presentationml/2006/ole">
            <mc:AlternateContent xmlns:mc="http://schemas.openxmlformats.org/markup-compatibility/2006">
              <mc:Choice xmlns:v="urn:schemas-microsoft-com:vml" Requires="v">
                <p:oleObj name="Equation" r:id="rId28" imgW="431640" imgH="190440" progId="Equation.DSMT4">
                  <p:embed/>
                </p:oleObj>
              </mc:Choice>
              <mc:Fallback>
                <p:oleObj name="Equation" r:id="rId28" imgW="431640" imgH="190440" progId="Equation.DSMT4">
                  <p:embed/>
                  <p:pic>
                    <p:nvPicPr>
                      <p:cNvPr id="0" name=""/>
                      <p:cNvPicPr/>
                      <p:nvPr/>
                    </p:nvPicPr>
                    <p:blipFill>
                      <a:blip r:embed="rId29"/>
                      <a:stretch>
                        <a:fillRect/>
                      </a:stretch>
                    </p:blipFill>
                    <p:spPr>
                      <a:xfrm>
                        <a:off x="1962150" y="1763713"/>
                        <a:ext cx="431800" cy="1905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749264047"/>
              </p:ext>
            </p:extLst>
          </p:nvPr>
        </p:nvGraphicFramePr>
        <p:xfrm>
          <a:off x="2669460" y="1748912"/>
          <a:ext cx="431800" cy="190500"/>
        </p:xfrm>
        <a:graphic>
          <a:graphicData uri="http://schemas.openxmlformats.org/presentationml/2006/ole">
            <mc:AlternateContent xmlns:mc="http://schemas.openxmlformats.org/markup-compatibility/2006">
              <mc:Choice xmlns:v="urn:schemas-microsoft-com:vml" Requires="v">
                <p:oleObj name="Equation" r:id="rId30" imgW="431640" imgH="190440" progId="Equation.DSMT4">
                  <p:embed/>
                </p:oleObj>
              </mc:Choice>
              <mc:Fallback>
                <p:oleObj name="Equation" r:id="rId30" imgW="431640" imgH="190440" progId="Equation.DSMT4">
                  <p:embed/>
                  <p:pic>
                    <p:nvPicPr>
                      <p:cNvPr id="0" name=""/>
                      <p:cNvPicPr/>
                      <p:nvPr/>
                    </p:nvPicPr>
                    <p:blipFill>
                      <a:blip r:embed="rId31"/>
                      <a:stretch>
                        <a:fillRect/>
                      </a:stretch>
                    </p:blipFill>
                    <p:spPr>
                      <a:xfrm>
                        <a:off x="2669460" y="1748912"/>
                        <a:ext cx="431800" cy="1905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872090422"/>
              </p:ext>
            </p:extLst>
          </p:nvPr>
        </p:nvGraphicFramePr>
        <p:xfrm>
          <a:off x="3436373" y="1748912"/>
          <a:ext cx="431800" cy="190500"/>
        </p:xfrm>
        <a:graphic>
          <a:graphicData uri="http://schemas.openxmlformats.org/presentationml/2006/ole">
            <mc:AlternateContent xmlns:mc="http://schemas.openxmlformats.org/markup-compatibility/2006">
              <mc:Choice xmlns:v="urn:schemas-microsoft-com:vml" Requires="v">
                <p:oleObj name="Equation" r:id="rId32" imgW="431640" imgH="190440" progId="Equation.DSMT4">
                  <p:embed/>
                </p:oleObj>
              </mc:Choice>
              <mc:Fallback>
                <p:oleObj name="Equation" r:id="rId32" imgW="431640" imgH="190440" progId="Equation.DSMT4">
                  <p:embed/>
                  <p:pic>
                    <p:nvPicPr>
                      <p:cNvPr id="0" name=""/>
                      <p:cNvPicPr/>
                      <p:nvPr/>
                    </p:nvPicPr>
                    <p:blipFill>
                      <a:blip r:embed="rId33"/>
                      <a:stretch>
                        <a:fillRect/>
                      </a:stretch>
                    </p:blipFill>
                    <p:spPr>
                      <a:xfrm>
                        <a:off x="3436373" y="1748912"/>
                        <a:ext cx="431800" cy="1905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56112231"/>
              </p:ext>
            </p:extLst>
          </p:nvPr>
        </p:nvGraphicFramePr>
        <p:xfrm>
          <a:off x="4144294" y="1763660"/>
          <a:ext cx="431800" cy="190500"/>
        </p:xfrm>
        <a:graphic>
          <a:graphicData uri="http://schemas.openxmlformats.org/presentationml/2006/ole">
            <mc:AlternateContent xmlns:mc="http://schemas.openxmlformats.org/markup-compatibility/2006">
              <mc:Choice xmlns:v="urn:schemas-microsoft-com:vml" Requires="v">
                <p:oleObj name="Equation" r:id="rId34" imgW="431640" imgH="190440" progId="Equation.DSMT4">
                  <p:embed/>
                </p:oleObj>
              </mc:Choice>
              <mc:Fallback>
                <p:oleObj name="Equation" r:id="rId34" imgW="431640" imgH="190440" progId="Equation.DSMT4">
                  <p:embed/>
                  <p:pic>
                    <p:nvPicPr>
                      <p:cNvPr id="0" name=""/>
                      <p:cNvPicPr/>
                      <p:nvPr/>
                    </p:nvPicPr>
                    <p:blipFill>
                      <a:blip r:embed="rId35"/>
                      <a:stretch>
                        <a:fillRect/>
                      </a:stretch>
                    </p:blipFill>
                    <p:spPr>
                      <a:xfrm>
                        <a:off x="4144294" y="1763660"/>
                        <a:ext cx="431800" cy="19050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563833218"/>
              </p:ext>
            </p:extLst>
          </p:nvPr>
        </p:nvGraphicFramePr>
        <p:xfrm>
          <a:off x="4866970" y="1763658"/>
          <a:ext cx="431800" cy="190500"/>
        </p:xfrm>
        <a:graphic>
          <a:graphicData uri="http://schemas.openxmlformats.org/presentationml/2006/ole">
            <mc:AlternateContent xmlns:mc="http://schemas.openxmlformats.org/markup-compatibility/2006">
              <mc:Choice xmlns:v="urn:schemas-microsoft-com:vml" Requires="v">
                <p:oleObj name="Equation" r:id="rId36" imgW="431640" imgH="190440" progId="Equation.DSMT4">
                  <p:embed/>
                </p:oleObj>
              </mc:Choice>
              <mc:Fallback>
                <p:oleObj name="Equation" r:id="rId36" imgW="431640" imgH="190440" progId="Equation.DSMT4">
                  <p:embed/>
                  <p:pic>
                    <p:nvPicPr>
                      <p:cNvPr id="0" name=""/>
                      <p:cNvPicPr/>
                      <p:nvPr/>
                    </p:nvPicPr>
                    <p:blipFill>
                      <a:blip r:embed="rId37"/>
                      <a:stretch>
                        <a:fillRect/>
                      </a:stretch>
                    </p:blipFill>
                    <p:spPr>
                      <a:xfrm>
                        <a:off x="4866970" y="1763658"/>
                        <a:ext cx="431800" cy="1905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458292581"/>
              </p:ext>
            </p:extLst>
          </p:nvPr>
        </p:nvGraphicFramePr>
        <p:xfrm>
          <a:off x="5598034" y="1763658"/>
          <a:ext cx="444500" cy="190500"/>
        </p:xfrm>
        <a:graphic>
          <a:graphicData uri="http://schemas.openxmlformats.org/presentationml/2006/ole">
            <mc:AlternateContent xmlns:mc="http://schemas.openxmlformats.org/markup-compatibility/2006">
              <mc:Choice xmlns:v="urn:schemas-microsoft-com:vml" Requires="v">
                <p:oleObj name="Equation" r:id="rId38" imgW="444240" imgH="190440" progId="Equation.DSMT4">
                  <p:embed/>
                </p:oleObj>
              </mc:Choice>
              <mc:Fallback>
                <p:oleObj name="Equation" r:id="rId38" imgW="444240" imgH="190440" progId="Equation.DSMT4">
                  <p:embed/>
                  <p:pic>
                    <p:nvPicPr>
                      <p:cNvPr id="0" name=""/>
                      <p:cNvPicPr/>
                      <p:nvPr/>
                    </p:nvPicPr>
                    <p:blipFill>
                      <a:blip r:embed="rId39"/>
                      <a:stretch>
                        <a:fillRect/>
                      </a:stretch>
                    </p:blipFill>
                    <p:spPr>
                      <a:xfrm>
                        <a:off x="5598034" y="1763658"/>
                        <a:ext cx="444500" cy="190500"/>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3966626218"/>
              </p:ext>
            </p:extLst>
          </p:nvPr>
        </p:nvGraphicFramePr>
        <p:xfrm>
          <a:off x="6341805" y="1748914"/>
          <a:ext cx="431800" cy="190500"/>
        </p:xfrm>
        <a:graphic>
          <a:graphicData uri="http://schemas.openxmlformats.org/presentationml/2006/ole">
            <mc:AlternateContent xmlns:mc="http://schemas.openxmlformats.org/markup-compatibility/2006">
              <mc:Choice xmlns:v="urn:schemas-microsoft-com:vml" Requires="v">
                <p:oleObj name="Equation" r:id="rId40" imgW="431640" imgH="190440" progId="Equation.DSMT4">
                  <p:embed/>
                </p:oleObj>
              </mc:Choice>
              <mc:Fallback>
                <p:oleObj name="Equation" r:id="rId40" imgW="431640" imgH="190440" progId="Equation.DSMT4">
                  <p:embed/>
                  <p:pic>
                    <p:nvPicPr>
                      <p:cNvPr id="0" name=""/>
                      <p:cNvPicPr/>
                      <p:nvPr/>
                    </p:nvPicPr>
                    <p:blipFill>
                      <a:blip r:embed="rId41"/>
                      <a:stretch>
                        <a:fillRect/>
                      </a:stretch>
                    </p:blipFill>
                    <p:spPr>
                      <a:xfrm>
                        <a:off x="6341805" y="1748914"/>
                        <a:ext cx="431800" cy="1905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875353013"/>
              </p:ext>
            </p:extLst>
          </p:nvPr>
        </p:nvGraphicFramePr>
        <p:xfrm>
          <a:off x="7064480" y="1748910"/>
          <a:ext cx="431800" cy="190500"/>
        </p:xfrm>
        <a:graphic>
          <a:graphicData uri="http://schemas.openxmlformats.org/presentationml/2006/ole">
            <mc:AlternateContent xmlns:mc="http://schemas.openxmlformats.org/markup-compatibility/2006">
              <mc:Choice xmlns:v="urn:schemas-microsoft-com:vml" Requires="v">
                <p:oleObj name="Equation" r:id="rId42" imgW="431640" imgH="190440" progId="Equation.DSMT4">
                  <p:embed/>
                </p:oleObj>
              </mc:Choice>
              <mc:Fallback>
                <p:oleObj name="Equation" r:id="rId42" imgW="431640" imgH="190440" progId="Equation.DSMT4">
                  <p:embed/>
                  <p:pic>
                    <p:nvPicPr>
                      <p:cNvPr id="0" name=""/>
                      <p:cNvPicPr/>
                      <p:nvPr/>
                    </p:nvPicPr>
                    <p:blipFill>
                      <a:blip r:embed="rId43"/>
                      <a:stretch>
                        <a:fillRect/>
                      </a:stretch>
                    </p:blipFill>
                    <p:spPr>
                      <a:xfrm>
                        <a:off x="7064480" y="1748910"/>
                        <a:ext cx="431800" cy="1905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1133212979"/>
              </p:ext>
            </p:extLst>
          </p:nvPr>
        </p:nvGraphicFramePr>
        <p:xfrm>
          <a:off x="7801895" y="1763660"/>
          <a:ext cx="431800" cy="190500"/>
        </p:xfrm>
        <a:graphic>
          <a:graphicData uri="http://schemas.openxmlformats.org/presentationml/2006/ole">
            <mc:AlternateContent xmlns:mc="http://schemas.openxmlformats.org/markup-compatibility/2006">
              <mc:Choice xmlns:v="urn:schemas-microsoft-com:vml" Requires="v">
                <p:oleObj name="Equation" r:id="rId44" imgW="431640" imgH="190440" progId="Equation.DSMT4">
                  <p:embed/>
                </p:oleObj>
              </mc:Choice>
              <mc:Fallback>
                <p:oleObj name="Equation" r:id="rId44" imgW="431640" imgH="190440" progId="Equation.DSMT4">
                  <p:embed/>
                  <p:pic>
                    <p:nvPicPr>
                      <p:cNvPr id="0" name=""/>
                      <p:cNvPicPr/>
                      <p:nvPr/>
                    </p:nvPicPr>
                    <p:blipFill>
                      <a:blip r:embed="rId45"/>
                      <a:stretch>
                        <a:fillRect/>
                      </a:stretch>
                    </p:blipFill>
                    <p:spPr>
                      <a:xfrm>
                        <a:off x="7801895" y="1763660"/>
                        <a:ext cx="431800" cy="190500"/>
                      </a:xfrm>
                      <a:prstGeom prst="rect">
                        <a:avLst/>
                      </a:prstGeom>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1390865379"/>
              </p:ext>
            </p:extLst>
          </p:nvPr>
        </p:nvGraphicFramePr>
        <p:xfrm>
          <a:off x="590343" y="2073381"/>
          <a:ext cx="254000" cy="190500"/>
        </p:xfrm>
        <a:graphic>
          <a:graphicData uri="http://schemas.openxmlformats.org/presentationml/2006/ole">
            <mc:AlternateContent xmlns:mc="http://schemas.openxmlformats.org/markup-compatibility/2006">
              <mc:Choice xmlns:v="urn:schemas-microsoft-com:vml" Requires="v">
                <p:oleObj name="Equation" r:id="rId46" imgW="253800" imgH="190440" progId="Equation.DSMT4">
                  <p:embed/>
                </p:oleObj>
              </mc:Choice>
              <mc:Fallback>
                <p:oleObj name="Equation" r:id="rId46" imgW="253800" imgH="190440" progId="Equation.DSMT4">
                  <p:embed/>
                  <p:pic>
                    <p:nvPicPr>
                      <p:cNvPr id="0" name=""/>
                      <p:cNvPicPr/>
                      <p:nvPr/>
                    </p:nvPicPr>
                    <p:blipFill>
                      <a:blip r:embed="rId47"/>
                      <a:stretch>
                        <a:fillRect/>
                      </a:stretch>
                    </p:blipFill>
                    <p:spPr>
                      <a:xfrm>
                        <a:off x="590343" y="2073381"/>
                        <a:ext cx="254000" cy="190500"/>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1372335644"/>
              </p:ext>
            </p:extLst>
          </p:nvPr>
        </p:nvGraphicFramePr>
        <p:xfrm>
          <a:off x="1253615" y="2073374"/>
          <a:ext cx="431800" cy="190500"/>
        </p:xfrm>
        <a:graphic>
          <a:graphicData uri="http://schemas.openxmlformats.org/presentationml/2006/ole">
            <mc:AlternateContent xmlns:mc="http://schemas.openxmlformats.org/markup-compatibility/2006">
              <mc:Choice xmlns:v="urn:schemas-microsoft-com:vml" Requires="v">
                <p:oleObj name="Equation" r:id="rId48" imgW="431640" imgH="190440" progId="Equation.DSMT4">
                  <p:embed/>
                </p:oleObj>
              </mc:Choice>
              <mc:Fallback>
                <p:oleObj name="Equation" r:id="rId48" imgW="431640" imgH="190440" progId="Equation.DSMT4">
                  <p:embed/>
                  <p:pic>
                    <p:nvPicPr>
                      <p:cNvPr id="0" name=""/>
                      <p:cNvPicPr/>
                      <p:nvPr/>
                    </p:nvPicPr>
                    <p:blipFill>
                      <a:blip r:embed="rId49"/>
                      <a:stretch>
                        <a:fillRect/>
                      </a:stretch>
                    </p:blipFill>
                    <p:spPr>
                      <a:xfrm>
                        <a:off x="1253615" y="2073374"/>
                        <a:ext cx="431800" cy="190500"/>
                      </a:xfrm>
                      <a:prstGeom prst="rect">
                        <a:avLst/>
                      </a:prstGeom>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4240409239"/>
              </p:ext>
            </p:extLst>
          </p:nvPr>
        </p:nvGraphicFramePr>
        <p:xfrm>
          <a:off x="1946789" y="2058632"/>
          <a:ext cx="431800" cy="190500"/>
        </p:xfrm>
        <a:graphic>
          <a:graphicData uri="http://schemas.openxmlformats.org/presentationml/2006/ole">
            <mc:AlternateContent xmlns:mc="http://schemas.openxmlformats.org/markup-compatibility/2006">
              <mc:Choice xmlns:v="urn:schemas-microsoft-com:vml" Requires="v">
                <p:oleObj name="Equation" r:id="rId50" imgW="431640" imgH="190440" progId="Equation.DSMT4">
                  <p:embed/>
                </p:oleObj>
              </mc:Choice>
              <mc:Fallback>
                <p:oleObj name="Equation" r:id="rId50" imgW="431640" imgH="190440" progId="Equation.DSMT4">
                  <p:embed/>
                  <p:pic>
                    <p:nvPicPr>
                      <p:cNvPr id="0" name=""/>
                      <p:cNvPicPr/>
                      <p:nvPr/>
                    </p:nvPicPr>
                    <p:blipFill>
                      <a:blip r:embed="rId51"/>
                      <a:stretch>
                        <a:fillRect/>
                      </a:stretch>
                    </p:blipFill>
                    <p:spPr>
                      <a:xfrm>
                        <a:off x="1946789" y="2058632"/>
                        <a:ext cx="431800" cy="190500"/>
                      </a:xfrm>
                      <a:prstGeom prst="rect">
                        <a:avLst/>
                      </a:prstGeom>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2674223794"/>
              </p:ext>
            </p:extLst>
          </p:nvPr>
        </p:nvGraphicFramePr>
        <p:xfrm>
          <a:off x="2684205" y="2058628"/>
          <a:ext cx="431800" cy="190500"/>
        </p:xfrm>
        <a:graphic>
          <a:graphicData uri="http://schemas.openxmlformats.org/presentationml/2006/ole">
            <mc:AlternateContent xmlns:mc="http://schemas.openxmlformats.org/markup-compatibility/2006">
              <mc:Choice xmlns:v="urn:schemas-microsoft-com:vml" Requires="v">
                <p:oleObj name="Equation" r:id="rId52" imgW="431640" imgH="190440" progId="Equation.DSMT4">
                  <p:embed/>
                </p:oleObj>
              </mc:Choice>
              <mc:Fallback>
                <p:oleObj name="Equation" r:id="rId52" imgW="431640" imgH="190440" progId="Equation.DSMT4">
                  <p:embed/>
                  <p:pic>
                    <p:nvPicPr>
                      <p:cNvPr id="0" name=""/>
                      <p:cNvPicPr/>
                      <p:nvPr/>
                    </p:nvPicPr>
                    <p:blipFill>
                      <a:blip r:embed="rId53"/>
                      <a:stretch>
                        <a:fillRect/>
                      </a:stretch>
                    </p:blipFill>
                    <p:spPr>
                      <a:xfrm>
                        <a:off x="2684205" y="2058628"/>
                        <a:ext cx="431800" cy="190500"/>
                      </a:xfrm>
                      <a:prstGeom prst="rect">
                        <a:avLst/>
                      </a:prstGeom>
                    </p:spPr>
                  </p:pic>
                </p:oleObj>
              </mc:Fallback>
            </mc:AlternateContent>
          </a:graphicData>
        </a:graphic>
      </p:graphicFrame>
      <p:graphicFrame>
        <p:nvGraphicFramePr>
          <p:cNvPr id="23" name="Object 22"/>
          <p:cNvGraphicFramePr>
            <a:graphicFrameLocks noChangeAspect="1"/>
          </p:cNvGraphicFramePr>
          <p:nvPr>
            <p:extLst>
              <p:ext uri="{D42A27DB-BD31-4B8C-83A1-F6EECF244321}">
                <p14:modId xmlns:p14="http://schemas.microsoft.com/office/powerpoint/2010/main" val="1168802202"/>
              </p:ext>
            </p:extLst>
          </p:nvPr>
        </p:nvGraphicFramePr>
        <p:xfrm>
          <a:off x="3406875" y="2058631"/>
          <a:ext cx="431800" cy="190500"/>
        </p:xfrm>
        <a:graphic>
          <a:graphicData uri="http://schemas.openxmlformats.org/presentationml/2006/ole">
            <mc:AlternateContent xmlns:mc="http://schemas.openxmlformats.org/markup-compatibility/2006">
              <mc:Choice xmlns:v="urn:schemas-microsoft-com:vml" Requires="v">
                <p:oleObj name="Equation" r:id="rId54" imgW="431640" imgH="190440" progId="Equation.DSMT4">
                  <p:embed/>
                </p:oleObj>
              </mc:Choice>
              <mc:Fallback>
                <p:oleObj name="Equation" r:id="rId54" imgW="431640" imgH="190440" progId="Equation.DSMT4">
                  <p:embed/>
                  <p:pic>
                    <p:nvPicPr>
                      <p:cNvPr id="0" name=""/>
                      <p:cNvPicPr/>
                      <p:nvPr/>
                    </p:nvPicPr>
                    <p:blipFill>
                      <a:blip r:embed="rId55"/>
                      <a:stretch>
                        <a:fillRect/>
                      </a:stretch>
                    </p:blipFill>
                    <p:spPr>
                      <a:xfrm>
                        <a:off x="3406875" y="2058631"/>
                        <a:ext cx="431800" cy="190500"/>
                      </a:xfrm>
                      <a:prstGeom prst="rect">
                        <a:avLst/>
                      </a:prstGeom>
                    </p:spPr>
                  </p:pic>
                </p:oleObj>
              </mc:Fallback>
            </mc:AlternateContent>
          </a:graphicData>
        </a:graphic>
      </p:graphicFrame>
      <p:graphicFrame>
        <p:nvGraphicFramePr>
          <p:cNvPr id="55" name="Object 54"/>
          <p:cNvGraphicFramePr>
            <a:graphicFrameLocks noChangeAspect="1"/>
          </p:cNvGraphicFramePr>
          <p:nvPr>
            <p:extLst>
              <p:ext uri="{D42A27DB-BD31-4B8C-83A1-F6EECF244321}">
                <p14:modId xmlns:p14="http://schemas.microsoft.com/office/powerpoint/2010/main" val="2011221230"/>
              </p:ext>
            </p:extLst>
          </p:nvPr>
        </p:nvGraphicFramePr>
        <p:xfrm>
          <a:off x="4114802" y="2043882"/>
          <a:ext cx="431800" cy="190500"/>
        </p:xfrm>
        <a:graphic>
          <a:graphicData uri="http://schemas.openxmlformats.org/presentationml/2006/ole">
            <mc:AlternateContent xmlns:mc="http://schemas.openxmlformats.org/markup-compatibility/2006">
              <mc:Choice xmlns:v="urn:schemas-microsoft-com:vml" Requires="v">
                <p:oleObj name="Equation" r:id="rId56" imgW="431640" imgH="190440" progId="Equation.DSMT4">
                  <p:embed/>
                </p:oleObj>
              </mc:Choice>
              <mc:Fallback>
                <p:oleObj name="Equation" r:id="rId56" imgW="431640" imgH="190440" progId="Equation.DSMT4">
                  <p:embed/>
                  <p:pic>
                    <p:nvPicPr>
                      <p:cNvPr id="0" name=""/>
                      <p:cNvPicPr/>
                      <p:nvPr/>
                    </p:nvPicPr>
                    <p:blipFill>
                      <a:blip r:embed="rId57"/>
                      <a:stretch>
                        <a:fillRect/>
                      </a:stretch>
                    </p:blipFill>
                    <p:spPr>
                      <a:xfrm>
                        <a:off x="4114802" y="2043882"/>
                        <a:ext cx="431800" cy="190500"/>
                      </a:xfrm>
                      <a:prstGeom prst="rect">
                        <a:avLst/>
                      </a:prstGeom>
                    </p:spPr>
                  </p:pic>
                </p:oleObj>
              </mc:Fallback>
            </mc:AlternateContent>
          </a:graphicData>
        </a:graphic>
      </p:graphicFrame>
      <p:graphicFrame>
        <p:nvGraphicFramePr>
          <p:cNvPr id="56" name="Object 55"/>
          <p:cNvGraphicFramePr>
            <a:graphicFrameLocks noChangeAspect="1"/>
          </p:cNvGraphicFramePr>
          <p:nvPr>
            <p:extLst>
              <p:ext uri="{D42A27DB-BD31-4B8C-83A1-F6EECF244321}">
                <p14:modId xmlns:p14="http://schemas.microsoft.com/office/powerpoint/2010/main" val="611732203"/>
              </p:ext>
            </p:extLst>
          </p:nvPr>
        </p:nvGraphicFramePr>
        <p:xfrm>
          <a:off x="4896462" y="2058630"/>
          <a:ext cx="431800" cy="190500"/>
        </p:xfrm>
        <a:graphic>
          <a:graphicData uri="http://schemas.openxmlformats.org/presentationml/2006/ole">
            <mc:AlternateContent xmlns:mc="http://schemas.openxmlformats.org/markup-compatibility/2006">
              <mc:Choice xmlns:v="urn:schemas-microsoft-com:vml" Requires="v">
                <p:oleObj name="Equation" r:id="rId58" imgW="431640" imgH="190440" progId="Equation.DSMT4">
                  <p:embed/>
                </p:oleObj>
              </mc:Choice>
              <mc:Fallback>
                <p:oleObj name="Equation" r:id="rId58" imgW="431640" imgH="190440" progId="Equation.DSMT4">
                  <p:embed/>
                  <p:pic>
                    <p:nvPicPr>
                      <p:cNvPr id="0" name=""/>
                      <p:cNvPicPr/>
                      <p:nvPr/>
                    </p:nvPicPr>
                    <p:blipFill>
                      <a:blip r:embed="rId59"/>
                      <a:stretch>
                        <a:fillRect/>
                      </a:stretch>
                    </p:blipFill>
                    <p:spPr>
                      <a:xfrm>
                        <a:off x="4896462" y="2058630"/>
                        <a:ext cx="431800" cy="190500"/>
                      </a:xfrm>
                      <a:prstGeom prst="rect">
                        <a:avLst/>
                      </a:prstGeom>
                    </p:spPr>
                  </p:pic>
                </p:oleObj>
              </mc:Fallback>
            </mc:AlternateContent>
          </a:graphicData>
        </a:graphic>
      </p:graphicFrame>
      <p:graphicFrame>
        <p:nvGraphicFramePr>
          <p:cNvPr id="57" name="Object 56"/>
          <p:cNvGraphicFramePr>
            <a:graphicFrameLocks noChangeAspect="1"/>
          </p:cNvGraphicFramePr>
          <p:nvPr>
            <p:extLst>
              <p:ext uri="{D42A27DB-BD31-4B8C-83A1-F6EECF244321}">
                <p14:modId xmlns:p14="http://schemas.microsoft.com/office/powerpoint/2010/main" val="2826514095"/>
              </p:ext>
            </p:extLst>
          </p:nvPr>
        </p:nvGraphicFramePr>
        <p:xfrm>
          <a:off x="5598037" y="2058630"/>
          <a:ext cx="444500" cy="190500"/>
        </p:xfrm>
        <a:graphic>
          <a:graphicData uri="http://schemas.openxmlformats.org/presentationml/2006/ole">
            <mc:AlternateContent xmlns:mc="http://schemas.openxmlformats.org/markup-compatibility/2006">
              <mc:Choice xmlns:v="urn:schemas-microsoft-com:vml" Requires="v">
                <p:oleObj name="Equation" r:id="rId60" imgW="444240" imgH="190440" progId="Equation.DSMT4">
                  <p:embed/>
                </p:oleObj>
              </mc:Choice>
              <mc:Fallback>
                <p:oleObj name="Equation" r:id="rId60" imgW="444240" imgH="190440" progId="Equation.DSMT4">
                  <p:embed/>
                  <p:pic>
                    <p:nvPicPr>
                      <p:cNvPr id="0" name=""/>
                      <p:cNvPicPr/>
                      <p:nvPr/>
                    </p:nvPicPr>
                    <p:blipFill>
                      <a:blip r:embed="rId61"/>
                      <a:stretch>
                        <a:fillRect/>
                      </a:stretch>
                    </p:blipFill>
                    <p:spPr>
                      <a:xfrm>
                        <a:off x="5598037" y="2058630"/>
                        <a:ext cx="444500" cy="190500"/>
                      </a:xfrm>
                      <a:prstGeom prst="rect">
                        <a:avLst/>
                      </a:prstGeom>
                    </p:spPr>
                  </p:pic>
                </p:oleObj>
              </mc:Fallback>
            </mc:AlternateContent>
          </a:graphicData>
        </a:graphic>
      </p:graphicFrame>
      <p:graphicFrame>
        <p:nvGraphicFramePr>
          <p:cNvPr id="58" name="Object 57"/>
          <p:cNvGraphicFramePr>
            <a:graphicFrameLocks noChangeAspect="1"/>
          </p:cNvGraphicFramePr>
          <p:nvPr>
            <p:extLst>
              <p:ext uri="{D42A27DB-BD31-4B8C-83A1-F6EECF244321}">
                <p14:modId xmlns:p14="http://schemas.microsoft.com/office/powerpoint/2010/main" val="2720359028"/>
              </p:ext>
            </p:extLst>
          </p:nvPr>
        </p:nvGraphicFramePr>
        <p:xfrm>
          <a:off x="6341804" y="2058632"/>
          <a:ext cx="431800" cy="190500"/>
        </p:xfrm>
        <a:graphic>
          <a:graphicData uri="http://schemas.openxmlformats.org/presentationml/2006/ole">
            <mc:AlternateContent xmlns:mc="http://schemas.openxmlformats.org/markup-compatibility/2006">
              <mc:Choice xmlns:v="urn:schemas-microsoft-com:vml" Requires="v">
                <p:oleObj name="Equation" r:id="rId62" imgW="431640" imgH="190440" progId="Equation.DSMT4">
                  <p:embed/>
                </p:oleObj>
              </mc:Choice>
              <mc:Fallback>
                <p:oleObj name="Equation" r:id="rId62" imgW="431640" imgH="190440" progId="Equation.DSMT4">
                  <p:embed/>
                  <p:pic>
                    <p:nvPicPr>
                      <p:cNvPr id="0" name=""/>
                      <p:cNvPicPr/>
                      <p:nvPr/>
                    </p:nvPicPr>
                    <p:blipFill>
                      <a:blip r:embed="rId63"/>
                      <a:stretch>
                        <a:fillRect/>
                      </a:stretch>
                    </p:blipFill>
                    <p:spPr>
                      <a:xfrm>
                        <a:off x="6341804" y="2058632"/>
                        <a:ext cx="431800" cy="190500"/>
                      </a:xfrm>
                      <a:prstGeom prst="rect">
                        <a:avLst/>
                      </a:prstGeom>
                    </p:spPr>
                  </p:pic>
                </p:oleObj>
              </mc:Fallback>
            </mc:AlternateContent>
          </a:graphicData>
        </a:graphic>
      </p:graphicFrame>
      <p:graphicFrame>
        <p:nvGraphicFramePr>
          <p:cNvPr id="59" name="Object 58"/>
          <p:cNvGraphicFramePr>
            <a:graphicFrameLocks noChangeAspect="1"/>
          </p:cNvGraphicFramePr>
          <p:nvPr>
            <p:extLst>
              <p:ext uri="{D42A27DB-BD31-4B8C-83A1-F6EECF244321}">
                <p14:modId xmlns:p14="http://schemas.microsoft.com/office/powerpoint/2010/main" val="1567382337"/>
              </p:ext>
            </p:extLst>
          </p:nvPr>
        </p:nvGraphicFramePr>
        <p:xfrm>
          <a:off x="7064475" y="2058630"/>
          <a:ext cx="431800" cy="190500"/>
        </p:xfrm>
        <a:graphic>
          <a:graphicData uri="http://schemas.openxmlformats.org/presentationml/2006/ole">
            <mc:AlternateContent xmlns:mc="http://schemas.openxmlformats.org/markup-compatibility/2006">
              <mc:Choice xmlns:v="urn:schemas-microsoft-com:vml" Requires="v">
                <p:oleObj name="Equation" r:id="rId64" imgW="431640" imgH="190440" progId="Equation.DSMT4">
                  <p:embed/>
                </p:oleObj>
              </mc:Choice>
              <mc:Fallback>
                <p:oleObj name="Equation" r:id="rId64" imgW="431640" imgH="190440" progId="Equation.DSMT4">
                  <p:embed/>
                  <p:pic>
                    <p:nvPicPr>
                      <p:cNvPr id="0" name=""/>
                      <p:cNvPicPr/>
                      <p:nvPr/>
                    </p:nvPicPr>
                    <p:blipFill>
                      <a:blip r:embed="rId65"/>
                      <a:stretch>
                        <a:fillRect/>
                      </a:stretch>
                    </p:blipFill>
                    <p:spPr>
                      <a:xfrm>
                        <a:off x="7064475" y="2058630"/>
                        <a:ext cx="431800" cy="190500"/>
                      </a:xfrm>
                      <a:prstGeom prst="rect">
                        <a:avLst/>
                      </a:prstGeom>
                    </p:spPr>
                  </p:pic>
                </p:oleObj>
              </mc:Fallback>
            </mc:AlternateContent>
          </a:graphicData>
        </a:graphic>
      </p:graphicFrame>
      <p:graphicFrame>
        <p:nvGraphicFramePr>
          <p:cNvPr id="60" name="Object 59"/>
          <p:cNvGraphicFramePr>
            <a:graphicFrameLocks noChangeAspect="1"/>
          </p:cNvGraphicFramePr>
          <p:nvPr>
            <p:extLst>
              <p:ext uri="{D42A27DB-BD31-4B8C-83A1-F6EECF244321}">
                <p14:modId xmlns:p14="http://schemas.microsoft.com/office/powerpoint/2010/main" val="3319049725"/>
              </p:ext>
            </p:extLst>
          </p:nvPr>
        </p:nvGraphicFramePr>
        <p:xfrm>
          <a:off x="7787153" y="2058631"/>
          <a:ext cx="431800" cy="190500"/>
        </p:xfrm>
        <a:graphic>
          <a:graphicData uri="http://schemas.openxmlformats.org/presentationml/2006/ole">
            <mc:AlternateContent xmlns:mc="http://schemas.openxmlformats.org/markup-compatibility/2006">
              <mc:Choice xmlns:v="urn:schemas-microsoft-com:vml" Requires="v">
                <p:oleObj name="Equation" r:id="rId66" imgW="431640" imgH="190440" progId="Equation.DSMT4">
                  <p:embed/>
                </p:oleObj>
              </mc:Choice>
              <mc:Fallback>
                <p:oleObj name="Equation" r:id="rId66" imgW="431640" imgH="190440" progId="Equation.DSMT4">
                  <p:embed/>
                  <p:pic>
                    <p:nvPicPr>
                      <p:cNvPr id="0" name=""/>
                      <p:cNvPicPr/>
                      <p:nvPr/>
                    </p:nvPicPr>
                    <p:blipFill>
                      <a:blip r:embed="rId67"/>
                      <a:stretch>
                        <a:fillRect/>
                      </a:stretch>
                    </p:blipFill>
                    <p:spPr>
                      <a:xfrm>
                        <a:off x="7787153" y="2058631"/>
                        <a:ext cx="431800" cy="190500"/>
                      </a:xfrm>
                      <a:prstGeom prst="rect">
                        <a:avLst/>
                      </a:prstGeom>
                    </p:spPr>
                  </p:pic>
                </p:oleObj>
              </mc:Fallback>
            </mc:AlternateContent>
          </a:graphicData>
        </a:graphic>
      </p:graphicFrame>
      <p:graphicFrame>
        <p:nvGraphicFramePr>
          <p:cNvPr id="61" name="Object 60"/>
          <p:cNvGraphicFramePr>
            <a:graphicFrameLocks noChangeAspect="1"/>
          </p:cNvGraphicFramePr>
          <p:nvPr>
            <p:extLst>
              <p:ext uri="{D42A27DB-BD31-4B8C-83A1-F6EECF244321}">
                <p14:modId xmlns:p14="http://schemas.microsoft.com/office/powerpoint/2010/main" val="152994306"/>
              </p:ext>
            </p:extLst>
          </p:nvPr>
        </p:nvGraphicFramePr>
        <p:xfrm>
          <a:off x="583990" y="2353596"/>
          <a:ext cx="266700" cy="190500"/>
        </p:xfrm>
        <a:graphic>
          <a:graphicData uri="http://schemas.openxmlformats.org/presentationml/2006/ole">
            <mc:AlternateContent xmlns:mc="http://schemas.openxmlformats.org/markup-compatibility/2006">
              <mc:Choice xmlns:v="urn:schemas-microsoft-com:vml" Requires="v">
                <p:oleObj name="Equation" r:id="rId68" imgW="266400" imgH="190440" progId="Equation.DSMT4">
                  <p:embed/>
                </p:oleObj>
              </mc:Choice>
              <mc:Fallback>
                <p:oleObj name="Equation" r:id="rId68" imgW="266400" imgH="190440" progId="Equation.DSMT4">
                  <p:embed/>
                  <p:pic>
                    <p:nvPicPr>
                      <p:cNvPr id="0" name=""/>
                      <p:cNvPicPr/>
                      <p:nvPr/>
                    </p:nvPicPr>
                    <p:blipFill>
                      <a:blip r:embed="rId69"/>
                      <a:stretch>
                        <a:fillRect/>
                      </a:stretch>
                    </p:blipFill>
                    <p:spPr>
                      <a:xfrm>
                        <a:off x="583990" y="2353596"/>
                        <a:ext cx="266700" cy="190500"/>
                      </a:xfrm>
                      <a:prstGeom prst="rect">
                        <a:avLst/>
                      </a:prstGeom>
                    </p:spPr>
                  </p:pic>
                </p:oleObj>
              </mc:Fallback>
            </mc:AlternateContent>
          </a:graphicData>
        </a:graphic>
      </p:graphicFrame>
      <p:graphicFrame>
        <p:nvGraphicFramePr>
          <p:cNvPr id="62" name="Object 61"/>
          <p:cNvGraphicFramePr>
            <a:graphicFrameLocks noChangeAspect="1"/>
          </p:cNvGraphicFramePr>
          <p:nvPr>
            <p:extLst>
              <p:ext uri="{D42A27DB-BD31-4B8C-83A1-F6EECF244321}">
                <p14:modId xmlns:p14="http://schemas.microsoft.com/office/powerpoint/2010/main" val="343341950"/>
              </p:ext>
            </p:extLst>
          </p:nvPr>
        </p:nvGraphicFramePr>
        <p:xfrm>
          <a:off x="1224115" y="2368344"/>
          <a:ext cx="431800" cy="190500"/>
        </p:xfrm>
        <a:graphic>
          <a:graphicData uri="http://schemas.openxmlformats.org/presentationml/2006/ole">
            <mc:AlternateContent xmlns:mc="http://schemas.openxmlformats.org/markup-compatibility/2006">
              <mc:Choice xmlns:v="urn:schemas-microsoft-com:vml" Requires="v">
                <p:oleObj name="Equation" r:id="rId70" imgW="431640" imgH="190440" progId="Equation.DSMT4">
                  <p:embed/>
                </p:oleObj>
              </mc:Choice>
              <mc:Fallback>
                <p:oleObj name="Equation" r:id="rId70" imgW="431640" imgH="190440" progId="Equation.DSMT4">
                  <p:embed/>
                  <p:pic>
                    <p:nvPicPr>
                      <p:cNvPr id="0" name=""/>
                      <p:cNvPicPr/>
                      <p:nvPr/>
                    </p:nvPicPr>
                    <p:blipFill>
                      <a:blip r:embed="rId71"/>
                      <a:stretch>
                        <a:fillRect/>
                      </a:stretch>
                    </p:blipFill>
                    <p:spPr>
                      <a:xfrm>
                        <a:off x="1224115" y="2368344"/>
                        <a:ext cx="431800" cy="190500"/>
                      </a:xfrm>
                      <a:prstGeom prst="rect">
                        <a:avLst/>
                      </a:prstGeom>
                    </p:spPr>
                  </p:pic>
                </p:oleObj>
              </mc:Fallback>
            </mc:AlternateContent>
          </a:graphicData>
        </a:graphic>
      </p:graphicFrame>
      <p:graphicFrame>
        <p:nvGraphicFramePr>
          <p:cNvPr id="63" name="Object 62"/>
          <p:cNvGraphicFramePr>
            <a:graphicFrameLocks noChangeAspect="1"/>
          </p:cNvGraphicFramePr>
          <p:nvPr>
            <p:extLst>
              <p:ext uri="{D42A27DB-BD31-4B8C-83A1-F6EECF244321}">
                <p14:modId xmlns:p14="http://schemas.microsoft.com/office/powerpoint/2010/main" val="509419801"/>
              </p:ext>
            </p:extLst>
          </p:nvPr>
        </p:nvGraphicFramePr>
        <p:xfrm>
          <a:off x="1946791" y="2353596"/>
          <a:ext cx="431800" cy="190500"/>
        </p:xfrm>
        <a:graphic>
          <a:graphicData uri="http://schemas.openxmlformats.org/presentationml/2006/ole">
            <mc:AlternateContent xmlns:mc="http://schemas.openxmlformats.org/markup-compatibility/2006">
              <mc:Choice xmlns:v="urn:schemas-microsoft-com:vml" Requires="v">
                <p:oleObj name="Equation" r:id="rId72" imgW="431640" imgH="190440" progId="Equation.DSMT4">
                  <p:embed/>
                </p:oleObj>
              </mc:Choice>
              <mc:Fallback>
                <p:oleObj name="Equation" r:id="rId72" imgW="431640" imgH="190440" progId="Equation.DSMT4">
                  <p:embed/>
                  <p:pic>
                    <p:nvPicPr>
                      <p:cNvPr id="0" name=""/>
                      <p:cNvPicPr/>
                      <p:nvPr/>
                    </p:nvPicPr>
                    <p:blipFill>
                      <a:blip r:embed="rId73"/>
                      <a:stretch>
                        <a:fillRect/>
                      </a:stretch>
                    </p:blipFill>
                    <p:spPr>
                      <a:xfrm>
                        <a:off x="1946791" y="2353596"/>
                        <a:ext cx="431800" cy="190500"/>
                      </a:xfrm>
                      <a:prstGeom prst="rect">
                        <a:avLst/>
                      </a:prstGeom>
                    </p:spPr>
                  </p:pic>
                </p:oleObj>
              </mc:Fallback>
            </mc:AlternateContent>
          </a:graphicData>
        </a:graphic>
      </p:graphicFrame>
      <p:graphicFrame>
        <p:nvGraphicFramePr>
          <p:cNvPr id="64" name="Object 63"/>
          <p:cNvGraphicFramePr>
            <a:graphicFrameLocks noChangeAspect="1"/>
          </p:cNvGraphicFramePr>
          <p:nvPr>
            <p:extLst>
              <p:ext uri="{D42A27DB-BD31-4B8C-83A1-F6EECF244321}">
                <p14:modId xmlns:p14="http://schemas.microsoft.com/office/powerpoint/2010/main" val="629681121"/>
              </p:ext>
            </p:extLst>
          </p:nvPr>
        </p:nvGraphicFramePr>
        <p:xfrm>
          <a:off x="2690558" y="2368344"/>
          <a:ext cx="419100" cy="190500"/>
        </p:xfrm>
        <a:graphic>
          <a:graphicData uri="http://schemas.openxmlformats.org/presentationml/2006/ole">
            <mc:AlternateContent xmlns:mc="http://schemas.openxmlformats.org/markup-compatibility/2006">
              <mc:Choice xmlns:v="urn:schemas-microsoft-com:vml" Requires="v">
                <p:oleObj name="Equation" r:id="rId74" imgW="419040" imgH="190440" progId="Equation.DSMT4">
                  <p:embed/>
                </p:oleObj>
              </mc:Choice>
              <mc:Fallback>
                <p:oleObj name="Equation" r:id="rId74" imgW="419040" imgH="190440" progId="Equation.DSMT4">
                  <p:embed/>
                  <p:pic>
                    <p:nvPicPr>
                      <p:cNvPr id="0" name=""/>
                      <p:cNvPicPr/>
                      <p:nvPr/>
                    </p:nvPicPr>
                    <p:blipFill>
                      <a:blip r:embed="rId75"/>
                      <a:stretch>
                        <a:fillRect/>
                      </a:stretch>
                    </p:blipFill>
                    <p:spPr>
                      <a:xfrm>
                        <a:off x="2690558" y="2368344"/>
                        <a:ext cx="419100" cy="190500"/>
                      </a:xfrm>
                      <a:prstGeom prst="rect">
                        <a:avLst/>
                      </a:prstGeom>
                    </p:spPr>
                  </p:pic>
                </p:oleObj>
              </mc:Fallback>
            </mc:AlternateContent>
          </a:graphicData>
        </a:graphic>
      </p:graphicFrame>
      <p:graphicFrame>
        <p:nvGraphicFramePr>
          <p:cNvPr id="65" name="Object 64"/>
          <p:cNvGraphicFramePr>
            <a:graphicFrameLocks noChangeAspect="1"/>
          </p:cNvGraphicFramePr>
          <p:nvPr>
            <p:extLst>
              <p:ext uri="{D42A27DB-BD31-4B8C-83A1-F6EECF244321}">
                <p14:modId xmlns:p14="http://schemas.microsoft.com/office/powerpoint/2010/main" val="2915875116"/>
              </p:ext>
            </p:extLst>
          </p:nvPr>
        </p:nvGraphicFramePr>
        <p:xfrm>
          <a:off x="3406881" y="2368344"/>
          <a:ext cx="431800" cy="190500"/>
        </p:xfrm>
        <a:graphic>
          <a:graphicData uri="http://schemas.openxmlformats.org/presentationml/2006/ole">
            <mc:AlternateContent xmlns:mc="http://schemas.openxmlformats.org/markup-compatibility/2006">
              <mc:Choice xmlns:v="urn:schemas-microsoft-com:vml" Requires="v">
                <p:oleObj name="Equation" r:id="rId76" imgW="431640" imgH="190440" progId="Equation.DSMT4">
                  <p:embed/>
                </p:oleObj>
              </mc:Choice>
              <mc:Fallback>
                <p:oleObj name="Equation" r:id="rId76" imgW="431640" imgH="190440" progId="Equation.DSMT4">
                  <p:embed/>
                  <p:pic>
                    <p:nvPicPr>
                      <p:cNvPr id="0" name=""/>
                      <p:cNvPicPr/>
                      <p:nvPr/>
                    </p:nvPicPr>
                    <p:blipFill>
                      <a:blip r:embed="rId77"/>
                      <a:stretch>
                        <a:fillRect/>
                      </a:stretch>
                    </p:blipFill>
                    <p:spPr>
                      <a:xfrm>
                        <a:off x="3406881" y="2368344"/>
                        <a:ext cx="431800" cy="190500"/>
                      </a:xfrm>
                      <a:prstGeom prst="rect">
                        <a:avLst/>
                      </a:prstGeom>
                    </p:spPr>
                  </p:pic>
                </p:oleObj>
              </mc:Fallback>
            </mc:AlternateContent>
          </a:graphicData>
        </a:graphic>
      </p:graphicFrame>
      <p:graphicFrame>
        <p:nvGraphicFramePr>
          <p:cNvPr id="66" name="Object 65"/>
          <p:cNvGraphicFramePr>
            <a:graphicFrameLocks noChangeAspect="1"/>
          </p:cNvGraphicFramePr>
          <p:nvPr>
            <p:extLst>
              <p:ext uri="{D42A27DB-BD31-4B8C-83A1-F6EECF244321}">
                <p14:modId xmlns:p14="http://schemas.microsoft.com/office/powerpoint/2010/main" val="3724781877"/>
              </p:ext>
            </p:extLst>
          </p:nvPr>
        </p:nvGraphicFramePr>
        <p:xfrm>
          <a:off x="4129553" y="2368346"/>
          <a:ext cx="431800" cy="190500"/>
        </p:xfrm>
        <a:graphic>
          <a:graphicData uri="http://schemas.openxmlformats.org/presentationml/2006/ole">
            <mc:AlternateContent xmlns:mc="http://schemas.openxmlformats.org/markup-compatibility/2006">
              <mc:Choice xmlns:v="urn:schemas-microsoft-com:vml" Requires="v">
                <p:oleObj name="Equation" r:id="rId78" imgW="431640" imgH="190440" progId="Equation.DSMT4">
                  <p:embed/>
                </p:oleObj>
              </mc:Choice>
              <mc:Fallback>
                <p:oleObj name="Equation" r:id="rId78" imgW="431640" imgH="190440" progId="Equation.DSMT4">
                  <p:embed/>
                  <p:pic>
                    <p:nvPicPr>
                      <p:cNvPr id="0" name=""/>
                      <p:cNvPicPr/>
                      <p:nvPr/>
                    </p:nvPicPr>
                    <p:blipFill>
                      <a:blip r:embed="rId79"/>
                      <a:stretch>
                        <a:fillRect/>
                      </a:stretch>
                    </p:blipFill>
                    <p:spPr>
                      <a:xfrm>
                        <a:off x="4129553" y="2368346"/>
                        <a:ext cx="431800" cy="190500"/>
                      </a:xfrm>
                      <a:prstGeom prst="rect">
                        <a:avLst/>
                      </a:prstGeom>
                    </p:spPr>
                  </p:pic>
                </p:oleObj>
              </mc:Fallback>
            </mc:AlternateContent>
          </a:graphicData>
        </a:graphic>
      </p:graphicFrame>
      <p:graphicFrame>
        <p:nvGraphicFramePr>
          <p:cNvPr id="67" name="Object 66"/>
          <p:cNvGraphicFramePr>
            <a:graphicFrameLocks noChangeAspect="1"/>
          </p:cNvGraphicFramePr>
          <p:nvPr>
            <p:extLst>
              <p:ext uri="{D42A27DB-BD31-4B8C-83A1-F6EECF244321}">
                <p14:modId xmlns:p14="http://schemas.microsoft.com/office/powerpoint/2010/main" val="3365439086"/>
              </p:ext>
            </p:extLst>
          </p:nvPr>
        </p:nvGraphicFramePr>
        <p:xfrm>
          <a:off x="4911212" y="2368346"/>
          <a:ext cx="431800" cy="190500"/>
        </p:xfrm>
        <a:graphic>
          <a:graphicData uri="http://schemas.openxmlformats.org/presentationml/2006/ole">
            <mc:AlternateContent xmlns:mc="http://schemas.openxmlformats.org/markup-compatibility/2006">
              <mc:Choice xmlns:v="urn:schemas-microsoft-com:vml" Requires="v">
                <p:oleObj name="Equation" r:id="rId80" imgW="431640" imgH="190440" progId="Equation.DSMT4">
                  <p:embed/>
                </p:oleObj>
              </mc:Choice>
              <mc:Fallback>
                <p:oleObj name="Equation" r:id="rId80" imgW="431640" imgH="190440" progId="Equation.DSMT4">
                  <p:embed/>
                  <p:pic>
                    <p:nvPicPr>
                      <p:cNvPr id="0" name=""/>
                      <p:cNvPicPr/>
                      <p:nvPr/>
                    </p:nvPicPr>
                    <p:blipFill>
                      <a:blip r:embed="rId81"/>
                      <a:stretch>
                        <a:fillRect/>
                      </a:stretch>
                    </p:blipFill>
                    <p:spPr>
                      <a:xfrm>
                        <a:off x="4911212" y="2368346"/>
                        <a:ext cx="431800" cy="190500"/>
                      </a:xfrm>
                      <a:prstGeom prst="rect">
                        <a:avLst/>
                      </a:prstGeom>
                    </p:spPr>
                  </p:pic>
                </p:oleObj>
              </mc:Fallback>
            </mc:AlternateContent>
          </a:graphicData>
        </a:graphic>
      </p:graphicFrame>
      <p:graphicFrame>
        <p:nvGraphicFramePr>
          <p:cNvPr id="68" name="Object 67"/>
          <p:cNvGraphicFramePr>
            <a:graphicFrameLocks noChangeAspect="1"/>
          </p:cNvGraphicFramePr>
          <p:nvPr>
            <p:extLst>
              <p:ext uri="{D42A27DB-BD31-4B8C-83A1-F6EECF244321}">
                <p14:modId xmlns:p14="http://schemas.microsoft.com/office/powerpoint/2010/main" val="2875148509"/>
              </p:ext>
            </p:extLst>
          </p:nvPr>
        </p:nvGraphicFramePr>
        <p:xfrm>
          <a:off x="5583442" y="2354263"/>
          <a:ext cx="444500" cy="190500"/>
        </p:xfrm>
        <a:graphic>
          <a:graphicData uri="http://schemas.openxmlformats.org/presentationml/2006/ole">
            <mc:AlternateContent xmlns:mc="http://schemas.openxmlformats.org/markup-compatibility/2006">
              <mc:Choice xmlns:v="urn:schemas-microsoft-com:vml" Requires="v">
                <p:oleObj name="Equation" r:id="rId82" imgW="444240" imgH="190440" progId="Equation.DSMT4">
                  <p:embed/>
                </p:oleObj>
              </mc:Choice>
              <mc:Fallback>
                <p:oleObj name="Equation" r:id="rId82" imgW="444240" imgH="190440" progId="Equation.DSMT4">
                  <p:embed/>
                  <p:pic>
                    <p:nvPicPr>
                      <p:cNvPr id="0" name=""/>
                      <p:cNvPicPr/>
                      <p:nvPr/>
                    </p:nvPicPr>
                    <p:blipFill>
                      <a:blip r:embed="rId83"/>
                      <a:stretch>
                        <a:fillRect/>
                      </a:stretch>
                    </p:blipFill>
                    <p:spPr>
                      <a:xfrm>
                        <a:off x="5583442" y="2354263"/>
                        <a:ext cx="444500" cy="190500"/>
                      </a:xfrm>
                      <a:prstGeom prst="rect">
                        <a:avLst/>
                      </a:prstGeom>
                    </p:spPr>
                  </p:pic>
                </p:oleObj>
              </mc:Fallback>
            </mc:AlternateContent>
          </a:graphicData>
        </a:graphic>
      </p:graphicFrame>
      <p:graphicFrame>
        <p:nvGraphicFramePr>
          <p:cNvPr id="69" name="Object 68"/>
          <p:cNvGraphicFramePr>
            <a:graphicFrameLocks noChangeAspect="1"/>
          </p:cNvGraphicFramePr>
          <p:nvPr>
            <p:extLst>
              <p:ext uri="{D42A27DB-BD31-4B8C-83A1-F6EECF244321}">
                <p14:modId xmlns:p14="http://schemas.microsoft.com/office/powerpoint/2010/main" val="3857082462"/>
              </p:ext>
            </p:extLst>
          </p:nvPr>
        </p:nvGraphicFramePr>
        <p:xfrm>
          <a:off x="6327063" y="2368344"/>
          <a:ext cx="431800" cy="190500"/>
        </p:xfrm>
        <a:graphic>
          <a:graphicData uri="http://schemas.openxmlformats.org/presentationml/2006/ole">
            <mc:AlternateContent xmlns:mc="http://schemas.openxmlformats.org/markup-compatibility/2006">
              <mc:Choice xmlns:v="urn:schemas-microsoft-com:vml" Requires="v">
                <p:oleObj name="Equation" r:id="rId84" imgW="431640" imgH="190440" progId="Equation.DSMT4">
                  <p:embed/>
                </p:oleObj>
              </mc:Choice>
              <mc:Fallback>
                <p:oleObj name="Equation" r:id="rId84" imgW="431640" imgH="190440" progId="Equation.DSMT4">
                  <p:embed/>
                  <p:pic>
                    <p:nvPicPr>
                      <p:cNvPr id="0" name=""/>
                      <p:cNvPicPr/>
                      <p:nvPr/>
                    </p:nvPicPr>
                    <p:blipFill>
                      <a:blip r:embed="rId85"/>
                      <a:stretch>
                        <a:fillRect/>
                      </a:stretch>
                    </p:blipFill>
                    <p:spPr>
                      <a:xfrm>
                        <a:off x="6327063" y="2368344"/>
                        <a:ext cx="431800" cy="190500"/>
                      </a:xfrm>
                      <a:prstGeom prst="rect">
                        <a:avLst/>
                      </a:prstGeom>
                    </p:spPr>
                  </p:pic>
                </p:oleObj>
              </mc:Fallback>
            </mc:AlternateContent>
          </a:graphicData>
        </a:graphic>
      </p:graphicFrame>
      <p:graphicFrame>
        <p:nvGraphicFramePr>
          <p:cNvPr id="70" name="Object 69"/>
          <p:cNvGraphicFramePr>
            <a:graphicFrameLocks noChangeAspect="1"/>
          </p:cNvGraphicFramePr>
          <p:nvPr>
            <p:extLst>
              <p:ext uri="{D42A27DB-BD31-4B8C-83A1-F6EECF244321}">
                <p14:modId xmlns:p14="http://schemas.microsoft.com/office/powerpoint/2010/main" val="1931126755"/>
              </p:ext>
            </p:extLst>
          </p:nvPr>
        </p:nvGraphicFramePr>
        <p:xfrm>
          <a:off x="7079221" y="2353596"/>
          <a:ext cx="431800" cy="190500"/>
        </p:xfrm>
        <a:graphic>
          <a:graphicData uri="http://schemas.openxmlformats.org/presentationml/2006/ole">
            <mc:AlternateContent xmlns:mc="http://schemas.openxmlformats.org/markup-compatibility/2006">
              <mc:Choice xmlns:v="urn:schemas-microsoft-com:vml" Requires="v">
                <p:oleObj name="Equation" r:id="rId86" imgW="431640" imgH="190440" progId="Equation.DSMT4">
                  <p:embed/>
                </p:oleObj>
              </mc:Choice>
              <mc:Fallback>
                <p:oleObj name="Equation" r:id="rId86" imgW="431640" imgH="190440" progId="Equation.DSMT4">
                  <p:embed/>
                  <p:pic>
                    <p:nvPicPr>
                      <p:cNvPr id="0" name=""/>
                      <p:cNvPicPr/>
                      <p:nvPr/>
                    </p:nvPicPr>
                    <p:blipFill>
                      <a:blip r:embed="rId87"/>
                      <a:stretch>
                        <a:fillRect/>
                      </a:stretch>
                    </p:blipFill>
                    <p:spPr>
                      <a:xfrm>
                        <a:off x="7079221" y="2353596"/>
                        <a:ext cx="431800" cy="190500"/>
                      </a:xfrm>
                      <a:prstGeom prst="rect">
                        <a:avLst/>
                      </a:prstGeom>
                    </p:spPr>
                  </p:pic>
                </p:oleObj>
              </mc:Fallback>
            </mc:AlternateContent>
          </a:graphicData>
        </a:graphic>
      </p:graphicFrame>
      <p:graphicFrame>
        <p:nvGraphicFramePr>
          <p:cNvPr id="71" name="Object 70"/>
          <p:cNvGraphicFramePr>
            <a:graphicFrameLocks noChangeAspect="1"/>
          </p:cNvGraphicFramePr>
          <p:nvPr>
            <p:extLst>
              <p:ext uri="{D42A27DB-BD31-4B8C-83A1-F6EECF244321}">
                <p14:modId xmlns:p14="http://schemas.microsoft.com/office/powerpoint/2010/main" val="2605214406"/>
              </p:ext>
            </p:extLst>
          </p:nvPr>
        </p:nvGraphicFramePr>
        <p:xfrm>
          <a:off x="7808247" y="2353596"/>
          <a:ext cx="419100" cy="190500"/>
        </p:xfrm>
        <a:graphic>
          <a:graphicData uri="http://schemas.openxmlformats.org/presentationml/2006/ole">
            <mc:AlternateContent xmlns:mc="http://schemas.openxmlformats.org/markup-compatibility/2006">
              <mc:Choice xmlns:v="urn:schemas-microsoft-com:vml" Requires="v">
                <p:oleObj name="Equation" r:id="rId88" imgW="419040" imgH="190440" progId="Equation.DSMT4">
                  <p:embed/>
                </p:oleObj>
              </mc:Choice>
              <mc:Fallback>
                <p:oleObj name="Equation" r:id="rId88" imgW="419040" imgH="190440" progId="Equation.DSMT4">
                  <p:embed/>
                  <p:pic>
                    <p:nvPicPr>
                      <p:cNvPr id="0" name=""/>
                      <p:cNvPicPr/>
                      <p:nvPr/>
                    </p:nvPicPr>
                    <p:blipFill>
                      <a:blip r:embed="rId89"/>
                      <a:stretch>
                        <a:fillRect/>
                      </a:stretch>
                    </p:blipFill>
                    <p:spPr>
                      <a:xfrm>
                        <a:off x="7808247" y="2353596"/>
                        <a:ext cx="419100" cy="1905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79EA4C8A-1C09-48EC-A8E2-DCC28C0A3C62}"/>
              </a:ext>
            </a:extLst>
          </p:cNvPr>
          <p:cNvGraphicFramePr>
            <a:graphicFrameLocks noChangeAspect="1"/>
          </p:cNvGraphicFramePr>
          <p:nvPr>
            <p:extLst>
              <p:ext uri="{D42A27DB-BD31-4B8C-83A1-F6EECF244321}">
                <p14:modId xmlns:p14="http://schemas.microsoft.com/office/powerpoint/2010/main" val="4004171811"/>
              </p:ext>
            </p:extLst>
          </p:nvPr>
        </p:nvGraphicFramePr>
        <p:xfrm>
          <a:off x="675605" y="2608393"/>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4" name="Object 23">
                        <a:extLst>
                          <a:ext uri="{FF2B5EF4-FFF2-40B4-BE49-F238E27FC236}">
                            <a16:creationId xmlns:a16="http://schemas.microsoft.com/office/drawing/2014/main" id="{79EA4C8A-1C09-48EC-A8E2-DCC28C0A3C62}"/>
                          </a:ext>
                        </a:extLst>
                      </p:cNvPr>
                      <p:cNvPicPr/>
                      <p:nvPr/>
                    </p:nvPicPr>
                    <p:blipFill>
                      <a:blip r:embed="rId91"/>
                      <a:stretch>
                        <a:fillRect/>
                      </a:stretch>
                    </p:blipFill>
                    <p:spPr>
                      <a:xfrm>
                        <a:off x="675605" y="2608393"/>
                        <a:ext cx="88900" cy="2540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B7A41B3A-A9E9-4A6C-A96A-9C93E8AE0AAA}"/>
              </a:ext>
            </a:extLst>
          </p:cNvPr>
          <p:cNvGraphicFramePr>
            <a:graphicFrameLocks noChangeAspect="1"/>
          </p:cNvGraphicFramePr>
          <p:nvPr>
            <p:extLst>
              <p:ext uri="{D42A27DB-BD31-4B8C-83A1-F6EECF244321}">
                <p14:modId xmlns:p14="http://schemas.microsoft.com/office/powerpoint/2010/main" val="621874632"/>
              </p:ext>
            </p:extLst>
          </p:nvPr>
        </p:nvGraphicFramePr>
        <p:xfrm>
          <a:off x="1382637" y="2625882"/>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5" name="Object 24">
                        <a:extLst>
                          <a:ext uri="{FF2B5EF4-FFF2-40B4-BE49-F238E27FC236}">
                            <a16:creationId xmlns:a16="http://schemas.microsoft.com/office/drawing/2014/main" id="{B7A41B3A-A9E9-4A6C-A96A-9C93E8AE0AAA}"/>
                          </a:ext>
                        </a:extLst>
                      </p:cNvPr>
                      <p:cNvPicPr/>
                      <p:nvPr/>
                    </p:nvPicPr>
                    <p:blipFill>
                      <a:blip r:embed="rId91"/>
                      <a:stretch>
                        <a:fillRect/>
                      </a:stretch>
                    </p:blipFill>
                    <p:spPr>
                      <a:xfrm>
                        <a:off x="1382637" y="2625882"/>
                        <a:ext cx="88900" cy="2540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D972E1BA-06D3-45FE-AFED-267DA49D2841}"/>
              </a:ext>
            </a:extLst>
          </p:cNvPr>
          <p:cNvGraphicFramePr>
            <a:graphicFrameLocks noChangeAspect="1"/>
          </p:cNvGraphicFramePr>
          <p:nvPr>
            <p:extLst>
              <p:ext uri="{D42A27DB-BD31-4B8C-83A1-F6EECF244321}">
                <p14:modId xmlns:p14="http://schemas.microsoft.com/office/powerpoint/2010/main" val="3736203863"/>
              </p:ext>
            </p:extLst>
          </p:nvPr>
        </p:nvGraphicFramePr>
        <p:xfrm>
          <a:off x="2119652" y="2628381"/>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6" name="Object 25">
                        <a:extLst>
                          <a:ext uri="{FF2B5EF4-FFF2-40B4-BE49-F238E27FC236}">
                            <a16:creationId xmlns:a16="http://schemas.microsoft.com/office/drawing/2014/main" id="{D972E1BA-06D3-45FE-AFED-267DA49D2841}"/>
                          </a:ext>
                        </a:extLst>
                      </p:cNvPr>
                      <p:cNvPicPr/>
                      <p:nvPr/>
                    </p:nvPicPr>
                    <p:blipFill>
                      <a:blip r:embed="rId91"/>
                      <a:stretch>
                        <a:fillRect/>
                      </a:stretch>
                    </p:blipFill>
                    <p:spPr>
                      <a:xfrm>
                        <a:off x="2119652" y="2628381"/>
                        <a:ext cx="88900" cy="2540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92ADAA63-B23D-4969-A5DD-EDD97114A27C}"/>
              </a:ext>
            </a:extLst>
          </p:cNvPr>
          <p:cNvGraphicFramePr>
            <a:graphicFrameLocks noChangeAspect="1"/>
          </p:cNvGraphicFramePr>
          <p:nvPr>
            <p:extLst>
              <p:ext uri="{D42A27DB-BD31-4B8C-83A1-F6EECF244321}">
                <p14:modId xmlns:p14="http://schemas.microsoft.com/office/powerpoint/2010/main" val="1951733389"/>
              </p:ext>
            </p:extLst>
          </p:nvPr>
        </p:nvGraphicFramePr>
        <p:xfrm>
          <a:off x="2886648" y="2630880"/>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7" name="Object 26">
                        <a:extLst>
                          <a:ext uri="{FF2B5EF4-FFF2-40B4-BE49-F238E27FC236}">
                            <a16:creationId xmlns:a16="http://schemas.microsoft.com/office/drawing/2014/main" id="{92ADAA63-B23D-4969-A5DD-EDD97114A27C}"/>
                          </a:ext>
                        </a:extLst>
                      </p:cNvPr>
                      <p:cNvPicPr/>
                      <p:nvPr/>
                    </p:nvPicPr>
                    <p:blipFill>
                      <a:blip r:embed="rId91"/>
                      <a:stretch>
                        <a:fillRect/>
                      </a:stretch>
                    </p:blipFill>
                    <p:spPr>
                      <a:xfrm>
                        <a:off x="2886648" y="2630880"/>
                        <a:ext cx="88900" cy="2540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4E69031C-CEBE-4096-9A17-EC5CA75EF75E}"/>
              </a:ext>
            </a:extLst>
          </p:cNvPr>
          <p:cNvGraphicFramePr>
            <a:graphicFrameLocks noChangeAspect="1"/>
          </p:cNvGraphicFramePr>
          <p:nvPr>
            <p:extLst>
              <p:ext uri="{D42A27DB-BD31-4B8C-83A1-F6EECF244321}">
                <p14:modId xmlns:p14="http://schemas.microsoft.com/office/powerpoint/2010/main" val="2220928656"/>
              </p:ext>
            </p:extLst>
          </p:nvPr>
        </p:nvGraphicFramePr>
        <p:xfrm>
          <a:off x="3623663" y="2633378"/>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8" name="Object 27">
                        <a:extLst>
                          <a:ext uri="{FF2B5EF4-FFF2-40B4-BE49-F238E27FC236}">
                            <a16:creationId xmlns:a16="http://schemas.microsoft.com/office/drawing/2014/main" id="{4E69031C-CEBE-4096-9A17-EC5CA75EF75E}"/>
                          </a:ext>
                        </a:extLst>
                      </p:cNvPr>
                      <p:cNvPicPr/>
                      <p:nvPr/>
                    </p:nvPicPr>
                    <p:blipFill>
                      <a:blip r:embed="rId91"/>
                      <a:stretch>
                        <a:fillRect/>
                      </a:stretch>
                    </p:blipFill>
                    <p:spPr>
                      <a:xfrm>
                        <a:off x="3623663" y="2633378"/>
                        <a:ext cx="88900" cy="2540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EAAFE274-86D6-4FDB-BF5D-32E170BAA749}"/>
              </a:ext>
            </a:extLst>
          </p:cNvPr>
          <p:cNvGraphicFramePr>
            <a:graphicFrameLocks noChangeAspect="1"/>
          </p:cNvGraphicFramePr>
          <p:nvPr>
            <p:extLst>
              <p:ext uri="{D42A27DB-BD31-4B8C-83A1-F6EECF244321}">
                <p14:modId xmlns:p14="http://schemas.microsoft.com/office/powerpoint/2010/main" val="1708467992"/>
              </p:ext>
            </p:extLst>
          </p:nvPr>
        </p:nvGraphicFramePr>
        <p:xfrm>
          <a:off x="4345685" y="2635877"/>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29" name="Object 28">
                        <a:extLst>
                          <a:ext uri="{FF2B5EF4-FFF2-40B4-BE49-F238E27FC236}">
                            <a16:creationId xmlns:a16="http://schemas.microsoft.com/office/drawing/2014/main" id="{EAAFE274-86D6-4FDB-BF5D-32E170BAA749}"/>
                          </a:ext>
                        </a:extLst>
                      </p:cNvPr>
                      <p:cNvPicPr/>
                      <p:nvPr/>
                    </p:nvPicPr>
                    <p:blipFill>
                      <a:blip r:embed="rId91"/>
                      <a:stretch>
                        <a:fillRect/>
                      </a:stretch>
                    </p:blipFill>
                    <p:spPr>
                      <a:xfrm>
                        <a:off x="4345685" y="2635877"/>
                        <a:ext cx="88900" cy="2540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5ADBBD64-2EBF-4B66-B7BC-88F70571B2BC}"/>
              </a:ext>
            </a:extLst>
          </p:cNvPr>
          <p:cNvGraphicFramePr>
            <a:graphicFrameLocks noChangeAspect="1"/>
          </p:cNvGraphicFramePr>
          <p:nvPr>
            <p:extLst>
              <p:ext uri="{D42A27DB-BD31-4B8C-83A1-F6EECF244321}">
                <p14:modId xmlns:p14="http://schemas.microsoft.com/office/powerpoint/2010/main" val="4272966067"/>
              </p:ext>
            </p:extLst>
          </p:nvPr>
        </p:nvGraphicFramePr>
        <p:xfrm>
          <a:off x="5082702" y="2653366"/>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0" name="Object 29">
                        <a:extLst>
                          <a:ext uri="{FF2B5EF4-FFF2-40B4-BE49-F238E27FC236}">
                            <a16:creationId xmlns:a16="http://schemas.microsoft.com/office/drawing/2014/main" id="{5ADBBD64-2EBF-4B66-B7BC-88F70571B2BC}"/>
                          </a:ext>
                        </a:extLst>
                      </p:cNvPr>
                      <p:cNvPicPr/>
                      <p:nvPr/>
                    </p:nvPicPr>
                    <p:blipFill>
                      <a:blip r:embed="rId91"/>
                      <a:stretch>
                        <a:fillRect/>
                      </a:stretch>
                    </p:blipFill>
                    <p:spPr>
                      <a:xfrm>
                        <a:off x="5082702" y="2653366"/>
                        <a:ext cx="88900" cy="2540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2E072D84-C112-4CB3-AD39-A6190E6709B7}"/>
              </a:ext>
            </a:extLst>
          </p:cNvPr>
          <p:cNvGraphicFramePr>
            <a:graphicFrameLocks noChangeAspect="1"/>
          </p:cNvGraphicFramePr>
          <p:nvPr>
            <p:extLst>
              <p:ext uri="{D42A27DB-BD31-4B8C-83A1-F6EECF244321}">
                <p14:modId xmlns:p14="http://schemas.microsoft.com/office/powerpoint/2010/main" val="3200201932"/>
              </p:ext>
            </p:extLst>
          </p:nvPr>
        </p:nvGraphicFramePr>
        <p:xfrm>
          <a:off x="5804728" y="2625885"/>
          <a:ext cx="88900" cy="254000"/>
        </p:xfrm>
        <a:graphic>
          <a:graphicData uri="http://schemas.openxmlformats.org/presentationml/2006/ole">
            <mc:AlternateContent xmlns:mc="http://schemas.openxmlformats.org/markup-compatibility/2006">
              <mc:Choice xmlns:v="urn:schemas-microsoft-com:vml" Requires="v">
                <p:oleObj name="Equation" r:id="rId92" imgW="88560" imgH="253800" progId="Equation.DSMT4">
                  <p:embed/>
                </p:oleObj>
              </mc:Choice>
              <mc:Fallback>
                <p:oleObj name="Equation" r:id="rId92" imgW="88560" imgH="253800" progId="Equation.DSMT4">
                  <p:embed/>
                  <p:pic>
                    <p:nvPicPr>
                      <p:cNvPr id="31" name="Object 30">
                        <a:extLst>
                          <a:ext uri="{FF2B5EF4-FFF2-40B4-BE49-F238E27FC236}">
                            <a16:creationId xmlns:a16="http://schemas.microsoft.com/office/drawing/2014/main" id="{2E072D84-C112-4CB3-AD39-A6190E6709B7}"/>
                          </a:ext>
                        </a:extLst>
                      </p:cNvPr>
                      <p:cNvPicPr/>
                      <p:nvPr/>
                    </p:nvPicPr>
                    <p:blipFill>
                      <a:blip r:embed="rId93"/>
                      <a:stretch>
                        <a:fillRect/>
                      </a:stretch>
                    </p:blipFill>
                    <p:spPr>
                      <a:xfrm>
                        <a:off x="5804728" y="2625885"/>
                        <a:ext cx="88900" cy="2540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AA2CD85D-2FC6-4254-9B4F-6608B539F6EA}"/>
              </a:ext>
            </a:extLst>
          </p:cNvPr>
          <p:cNvGraphicFramePr>
            <a:graphicFrameLocks noChangeAspect="1"/>
          </p:cNvGraphicFramePr>
          <p:nvPr>
            <p:extLst>
              <p:ext uri="{D42A27DB-BD31-4B8C-83A1-F6EECF244321}">
                <p14:modId xmlns:p14="http://schemas.microsoft.com/office/powerpoint/2010/main" val="3780141652"/>
              </p:ext>
            </p:extLst>
          </p:nvPr>
        </p:nvGraphicFramePr>
        <p:xfrm>
          <a:off x="6556733" y="2613394"/>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2" name="Object 31">
                        <a:extLst>
                          <a:ext uri="{FF2B5EF4-FFF2-40B4-BE49-F238E27FC236}">
                            <a16:creationId xmlns:a16="http://schemas.microsoft.com/office/drawing/2014/main" id="{AA2CD85D-2FC6-4254-9B4F-6608B539F6EA}"/>
                          </a:ext>
                        </a:extLst>
                      </p:cNvPr>
                      <p:cNvPicPr/>
                      <p:nvPr/>
                    </p:nvPicPr>
                    <p:blipFill>
                      <a:blip r:embed="rId91"/>
                      <a:stretch>
                        <a:fillRect/>
                      </a:stretch>
                    </p:blipFill>
                    <p:spPr>
                      <a:xfrm>
                        <a:off x="6556733" y="2613394"/>
                        <a:ext cx="88900" cy="2540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94DB8215-2C3F-433F-B004-362CB079A981}"/>
              </a:ext>
            </a:extLst>
          </p:cNvPr>
          <p:cNvGraphicFramePr>
            <a:graphicFrameLocks noChangeAspect="1"/>
          </p:cNvGraphicFramePr>
          <p:nvPr>
            <p:extLst>
              <p:ext uri="{D42A27DB-BD31-4B8C-83A1-F6EECF244321}">
                <p14:modId xmlns:p14="http://schemas.microsoft.com/office/powerpoint/2010/main" val="3117461571"/>
              </p:ext>
            </p:extLst>
          </p:nvPr>
        </p:nvGraphicFramePr>
        <p:xfrm>
          <a:off x="7233788" y="2615893"/>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3" name="Object 32">
                        <a:extLst>
                          <a:ext uri="{FF2B5EF4-FFF2-40B4-BE49-F238E27FC236}">
                            <a16:creationId xmlns:a16="http://schemas.microsoft.com/office/drawing/2014/main" id="{94DB8215-2C3F-433F-B004-362CB079A981}"/>
                          </a:ext>
                        </a:extLst>
                      </p:cNvPr>
                      <p:cNvPicPr/>
                      <p:nvPr/>
                    </p:nvPicPr>
                    <p:blipFill>
                      <a:blip r:embed="rId91"/>
                      <a:stretch>
                        <a:fillRect/>
                      </a:stretch>
                    </p:blipFill>
                    <p:spPr>
                      <a:xfrm>
                        <a:off x="7233788" y="2615893"/>
                        <a:ext cx="88900" cy="2540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2FA7869A-75E7-477F-85C5-6A1B30EFAA33}"/>
              </a:ext>
            </a:extLst>
          </p:cNvPr>
          <p:cNvGraphicFramePr>
            <a:graphicFrameLocks noChangeAspect="1"/>
          </p:cNvGraphicFramePr>
          <p:nvPr>
            <p:extLst>
              <p:ext uri="{D42A27DB-BD31-4B8C-83A1-F6EECF244321}">
                <p14:modId xmlns:p14="http://schemas.microsoft.com/office/powerpoint/2010/main" val="9253383"/>
              </p:ext>
            </p:extLst>
          </p:nvPr>
        </p:nvGraphicFramePr>
        <p:xfrm>
          <a:off x="8030764" y="2633382"/>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4" name="Object 33">
                        <a:extLst>
                          <a:ext uri="{FF2B5EF4-FFF2-40B4-BE49-F238E27FC236}">
                            <a16:creationId xmlns:a16="http://schemas.microsoft.com/office/drawing/2014/main" id="{2FA7869A-75E7-477F-85C5-6A1B30EFAA33}"/>
                          </a:ext>
                        </a:extLst>
                      </p:cNvPr>
                      <p:cNvPicPr/>
                      <p:nvPr/>
                    </p:nvPicPr>
                    <p:blipFill>
                      <a:blip r:embed="rId91"/>
                      <a:stretch>
                        <a:fillRect/>
                      </a:stretch>
                    </p:blipFill>
                    <p:spPr>
                      <a:xfrm>
                        <a:off x="8030764" y="2633382"/>
                        <a:ext cx="88900" cy="254000"/>
                      </a:xfrm>
                      <a:prstGeom prst="rect">
                        <a:avLst/>
                      </a:prstGeom>
                    </p:spPr>
                  </p:pic>
                </p:oleObj>
              </mc:Fallback>
            </mc:AlternateContent>
          </a:graphicData>
        </a:graphic>
      </p:graphicFrame>
      <p:graphicFrame>
        <p:nvGraphicFramePr>
          <p:cNvPr id="72" name="Object 71"/>
          <p:cNvGraphicFramePr>
            <a:graphicFrameLocks noChangeAspect="1"/>
          </p:cNvGraphicFramePr>
          <p:nvPr>
            <p:extLst>
              <p:ext uri="{D42A27DB-BD31-4B8C-83A1-F6EECF244321}">
                <p14:modId xmlns:p14="http://schemas.microsoft.com/office/powerpoint/2010/main" val="2977564716"/>
              </p:ext>
            </p:extLst>
          </p:nvPr>
        </p:nvGraphicFramePr>
        <p:xfrm>
          <a:off x="605091" y="2987770"/>
          <a:ext cx="254000" cy="190500"/>
        </p:xfrm>
        <a:graphic>
          <a:graphicData uri="http://schemas.openxmlformats.org/presentationml/2006/ole">
            <mc:AlternateContent xmlns:mc="http://schemas.openxmlformats.org/markup-compatibility/2006">
              <mc:Choice xmlns:v="urn:schemas-microsoft-com:vml" Requires="v">
                <p:oleObj name="Equation" r:id="rId94" imgW="253800" imgH="190440" progId="Equation.DSMT4">
                  <p:embed/>
                </p:oleObj>
              </mc:Choice>
              <mc:Fallback>
                <p:oleObj name="Equation" r:id="rId94" imgW="253800" imgH="190440" progId="Equation.DSMT4">
                  <p:embed/>
                  <p:pic>
                    <p:nvPicPr>
                      <p:cNvPr id="0" name=""/>
                      <p:cNvPicPr/>
                      <p:nvPr/>
                    </p:nvPicPr>
                    <p:blipFill>
                      <a:blip r:embed="rId95"/>
                      <a:stretch>
                        <a:fillRect/>
                      </a:stretch>
                    </p:blipFill>
                    <p:spPr>
                      <a:xfrm>
                        <a:off x="605091" y="2987770"/>
                        <a:ext cx="254000" cy="190500"/>
                      </a:xfrm>
                      <a:prstGeom prst="rect">
                        <a:avLst/>
                      </a:prstGeom>
                    </p:spPr>
                  </p:pic>
                </p:oleObj>
              </mc:Fallback>
            </mc:AlternateContent>
          </a:graphicData>
        </a:graphic>
      </p:graphicFrame>
      <p:graphicFrame>
        <p:nvGraphicFramePr>
          <p:cNvPr id="73" name="Object 72"/>
          <p:cNvGraphicFramePr>
            <a:graphicFrameLocks noChangeAspect="1"/>
          </p:cNvGraphicFramePr>
          <p:nvPr>
            <p:extLst>
              <p:ext uri="{D42A27DB-BD31-4B8C-83A1-F6EECF244321}">
                <p14:modId xmlns:p14="http://schemas.microsoft.com/office/powerpoint/2010/main" val="2703773129"/>
              </p:ext>
            </p:extLst>
          </p:nvPr>
        </p:nvGraphicFramePr>
        <p:xfrm>
          <a:off x="1209367" y="2973030"/>
          <a:ext cx="431800" cy="190500"/>
        </p:xfrm>
        <a:graphic>
          <a:graphicData uri="http://schemas.openxmlformats.org/presentationml/2006/ole">
            <mc:AlternateContent xmlns:mc="http://schemas.openxmlformats.org/markup-compatibility/2006">
              <mc:Choice xmlns:v="urn:schemas-microsoft-com:vml" Requires="v">
                <p:oleObj name="Equation" r:id="rId96" imgW="431640" imgH="190440" progId="Equation.DSMT4">
                  <p:embed/>
                </p:oleObj>
              </mc:Choice>
              <mc:Fallback>
                <p:oleObj name="Equation" r:id="rId96" imgW="431640" imgH="190440" progId="Equation.DSMT4">
                  <p:embed/>
                  <p:pic>
                    <p:nvPicPr>
                      <p:cNvPr id="0" name=""/>
                      <p:cNvPicPr/>
                      <p:nvPr/>
                    </p:nvPicPr>
                    <p:blipFill>
                      <a:blip r:embed="rId97"/>
                      <a:stretch>
                        <a:fillRect/>
                      </a:stretch>
                    </p:blipFill>
                    <p:spPr>
                      <a:xfrm>
                        <a:off x="1209367" y="2973030"/>
                        <a:ext cx="431800" cy="190500"/>
                      </a:xfrm>
                      <a:prstGeom prst="rect">
                        <a:avLst/>
                      </a:prstGeom>
                    </p:spPr>
                  </p:pic>
                </p:oleObj>
              </mc:Fallback>
            </mc:AlternateContent>
          </a:graphicData>
        </a:graphic>
      </p:graphicFrame>
      <p:graphicFrame>
        <p:nvGraphicFramePr>
          <p:cNvPr id="74" name="Object 73"/>
          <p:cNvGraphicFramePr>
            <a:graphicFrameLocks noChangeAspect="1"/>
          </p:cNvGraphicFramePr>
          <p:nvPr>
            <p:extLst>
              <p:ext uri="{D42A27DB-BD31-4B8C-83A1-F6EECF244321}">
                <p14:modId xmlns:p14="http://schemas.microsoft.com/office/powerpoint/2010/main" val="2765085334"/>
              </p:ext>
            </p:extLst>
          </p:nvPr>
        </p:nvGraphicFramePr>
        <p:xfrm>
          <a:off x="1961540" y="2973026"/>
          <a:ext cx="431800" cy="190500"/>
        </p:xfrm>
        <a:graphic>
          <a:graphicData uri="http://schemas.openxmlformats.org/presentationml/2006/ole">
            <mc:AlternateContent xmlns:mc="http://schemas.openxmlformats.org/markup-compatibility/2006">
              <mc:Choice xmlns:v="urn:schemas-microsoft-com:vml" Requires="v">
                <p:oleObj name="Equation" r:id="rId98" imgW="431640" imgH="190440" progId="Equation.DSMT4">
                  <p:embed/>
                </p:oleObj>
              </mc:Choice>
              <mc:Fallback>
                <p:oleObj name="Equation" r:id="rId98" imgW="431640" imgH="190440" progId="Equation.DSMT4">
                  <p:embed/>
                  <p:pic>
                    <p:nvPicPr>
                      <p:cNvPr id="0" name=""/>
                      <p:cNvPicPr/>
                      <p:nvPr/>
                    </p:nvPicPr>
                    <p:blipFill>
                      <a:blip r:embed="rId99"/>
                      <a:stretch>
                        <a:fillRect/>
                      </a:stretch>
                    </p:blipFill>
                    <p:spPr>
                      <a:xfrm>
                        <a:off x="1961540" y="2973026"/>
                        <a:ext cx="431800" cy="190500"/>
                      </a:xfrm>
                      <a:prstGeom prst="rect">
                        <a:avLst/>
                      </a:prstGeom>
                    </p:spPr>
                  </p:pic>
                </p:oleObj>
              </mc:Fallback>
            </mc:AlternateContent>
          </a:graphicData>
        </a:graphic>
      </p:graphicFrame>
      <p:graphicFrame>
        <p:nvGraphicFramePr>
          <p:cNvPr id="75" name="Object 74"/>
          <p:cNvGraphicFramePr>
            <a:graphicFrameLocks noChangeAspect="1"/>
          </p:cNvGraphicFramePr>
          <p:nvPr>
            <p:extLst>
              <p:ext uri="{D42A27DB-BD31-4B8C-83A1-F6EECF244321}">
                <p14:modId xmlns:p14="http://schemas.microsoft.com/office/powerpoint/2010/main" val="3876857259"/>
              </p:ext>
            </p:extLst>
          </p:nvPr>
        </p:nvGraphicFramePr>
        <p:xfrm>
          <a:off x="2698956" y="2973030"/>
          <a:ext cx="431800" cy="190500"/>
        </p:xfrm>
        <a:graphic>
          <a:graphicData uri="http://schemas.openxmlformats.org/presentationml/2006/ole">
            <mc:AlternateContent xmlns:mc="http://schemas.openxmlformats.org/markup-compatibility/2006">
              <mc:Choice xmlns:v="urn:schemas-microsoft-com:vml" Requires="v">
                <p:oleObj name="Equation" r:id="rId100" imgW="431640" imgH="190440" progId="Equation.DSMT4">
                  <p:embed/>
                </p:oleObj>
              </mc:Choice>
              <mc:Fallback>
                <p:oleObj name="Equation" r:id="rId100" imgW="431640" imgH="190440" progId="Equation.DSMT4">
                  <p:embed/>
                  <p:pic>
                    <p:nvPicPr>
                      <p:cNvPr id="0" name=""/>
                      <p:cNvPicPr/>
                      <p:nvPr/>
                    </p:nvPicPr>
                    <p:blipFill>
                      <a:blip r:embed="rId101"/>
                      <a:stretch>
                        <a:fillRect/>
                      </a:stretch>
                    </p:blipFill>
                    <p:spPr>
                      <a:xfrm>
                        <a:off x="2698956" y="2973030"/>
                        <a:ext cx="431800" cy="190500"/>
                      </a:xfrm>
                      <a:prstGeom prst="rect">
                        <a:avLst/>
                      </a:prstGeom>
                    </p:spPr>
                  </p:pic>
                </p:oleObj>
              </mc:Fallback>
            </mc:AlternateContent>
          </a:graphicData>
        </a:graphic>
      </p:graphicFrame>
      <p:graphicFrame>
        <p:nvGraphicFramePr>
          <p:cNvPr id="76" name="Object 75"/>
          <p:cNvGraphicFramePr>
            <a:graphicFrameLocks noChangeAspect="1"/>
          </p:cNvGraphicFramePr>
          <p:nvPr>
            <p:extLst>
              <p:ext uri="{D42A27DB-BD31-4B8C-83A1-F6EECF244321}">
                <p14:modId xmlns:p14="http://schemas.microsoft.com/office/powerpoint/2010/main" val="925278048"/>
              </p:ext>
            </p:extLst>
          </p:nvPr>
        </p:nvGraphicFramePr>
        <p:xfrm>
          <a:off x="3451121" y="2973026"/>
          <a:ext cx="431800" cy="190500"/>
        </p:xfrm>
        <a:graphic>
          <a:graphicData uri="http://schemas.openxmlformats.org/presentationml/2006/ole">
            <mc:AlternateContent xmlns:mc="http://schemas.openxmlformats.org/markup-compatibility/2006">
              <mc:Choice xmlns:v="urn:schemas-microsoft-com:vml" Requires="v">
                <p:oleObj name="Equation" r:id="rId102" imgW="431640" imgH="190440" progId="Equation.DSMT4">
                  <p:embed/>
                </p:oleObj>
              </mc:Choice>
              <mc:Fallback>
                <p:oleObj name="Equation" r:id="rId102" imgW="431640" imgH="190440" progId="Equation.DSMT4">
                  <p:embed/>
                  <p:pic>
                    <p:nvPicPr>
                      <p:cNvPr id="0" name=""/>
                      <p:cNvPicPr/>
                      <p:nvPr/>
                    </p:nvPicPr>
                    <p:blipFill>
                      <a:blip r:embed="rId103"/>
                      <a:stretch>
                        <a:fillRect/>
                      </a:stretch>
                    </p:blipFill>
                    <p:spPr>
                      <a:xfrm>
                        <a:off x="3451121" y="2973026"/>
                        <a:ext cx="431800" cy="190500"/>
                      </a:xfrm>
                      <a:prstGeom prst="rect">
                        <a:avLst/>
                      </a:prstGeom>
                    </p:spPr>
                  </p:pic>
                </p:oleObj>
              </mc:Fallback>
            </mc:AlternateContent>
          </a:graphicData>
        </a:graphic>
      </p:graphicFrame>
      <p:graphicFrame>
        <p:nvGraphicFramePr>
          <p:cNvPr id="77" name="Object 76"/>
          <p:cNvGraphicFramePr>
            <a:graphicFrameLocks noChangeAspect="1"/>
          </p:cNvGraphicFramePr>
          <p:nvPr>
            <p:extLst>
              <p:ext uri="{D42A27DB-BD31-4B8C-83A1-F6EECF244321}">
                <p14:modId xmlns:p14="http://schemas.microsoft.com/office/powerpoint/2010/main" val="4275317947"/>
              </p:ext>
            </p:extLst>
          </p:nvPr>
        </p:nvGraphicFramePr>
        <p:xfrm>
          <a:off x="4159044" y="2973032"/>
          <a:ext cx="431800" cy="190500"/>
        </p:xfrm>
        <a:graphic>
          <a:graphicData uri="http://schemas.openxmlformats.org/presentationml/2006/ole">
            <mc:AlternateContent xmlns:mc="http://schemas.openxmlformats.org/markup-compatibility/2006">
              <mc:Choice xmlns:v="urn:schemas-microsoft-com:vml" Requires="v">
                <p:oleObj name="Equation" r:id="rId104" imgW="431640" imgH="190440" progId="Equation.DSMT4">
                  <p:embed/>
                </p:oleObj>
              </mc:Choice>
              <mc:Fallback>
                <p:oleObj name="Equation" r:id="rId104" imgW="431640" imgH="190440" progId="Equation.DSMT4">
                  <p:embed/>
                  <p:pic>
                    <p:nvPicPr>
                      <p:cNvPr id="0" name=""/>
                      <p:cNvPicPr/>
                      <p:nvPr/>
                    </p:nvPicPr>
                    <p:blipFill>
                      <a:blip r:embed="rId105"/>
                      <a:stretch>
                        <a:fillRect/>
                      </a:stretch>
                    </p:blipFill>
                    <p:spPr>
                      <a:xfrm>
                        <a:off x="4159044" y="2973032"/>
                        <a:ext cx="431800" cy="190500"/>
                      </a:xfrm>
                      <a:prstGeom prst="rect">
                        <a:avLst/>
                      </a:prstGeom>
                    </p:spPr>
                  </p:pic>
                </p:oleObj>
              </mc:Fallback>
            </mc:AlternateContent>
          </a:graphicData>
        </a:graphic>
      </p:graphicFrame>
      <p:graphicFrame>
        <p:nvGraphicFramePr>
          <p:cNvPr id="78" name="Object 77"/>
          <p:cNvGraphicFramePr>
            <a:graphicFrameLocks noChangeAspect="1"/>
          </p:cNvGraphicFramePr>
          <p:nvPr>
            <p:extLst>
              <p:ext uri="{D42A27DB-BD31-4B8C-83A1-F6EECF244321}">
                <p14:modId xmlns:p14="http://schemas.microsoft.com/office/powerpoint/2010/main" val="1352618873"/>
              </p:ext>
            </p:extLst>
          </p:nvPr>
        </p:nvGraphicFramePr>
        <p:xfrm>
          <a:off x="4896462" y="2973030"/>
          <a:ext cx="431800" cy="190500"/>
        </p:xfrm>
        <a:graphic>
          <a:graphicData uri="http://schemas.openxmlformats.org/presentationml/2006/ole">
            <mc:AlternateContent xmlns:mc="http://schemas.openxmlformats.org/markup-compatibility/2006">
              <mc:Choice xmlns:v="urn:schemas-microsoft-com:vml" Requires="v">
                <p:oleObj name="Equation" r:id="rId106" imgW="431640" imgH="190440" progId="Equation.DSMT4">
                  <p:embed/>
                </p:oleObj>
              </mc:Choice>
              <mc:Fallback>
                <p:oleObj name="Equation" r:id="rId106" imgW="431640" imgH="190440" progId="Equation.DSMT4">
                  <p:embed/>
                  <p:pic>
                    <p:nvPicPr>
                      <p:cNvPr id="0" name=""/>
                      <p:cNvPicPr/>
                      <p:nvPr/>
                    </p:nvPicPr>
                    <p:blipFill>
                      <a:blip r:embed="rId107"/>
                      <a:stretch>
                        <a:fillRect/>
                      </a:stretch>
                    </p:blipFill>
                    <p:spPr>
                      <a:xfrm>
                        <a:off x="4896462" y="2973030"/>
                        <a:ext cx="431800" cy="190500"/>
                      </a:xfrm>
                      <a:prstGeom prst="rect">
                        <a:avLst/>
                      </a:prstGeom>
                    </p:spPr>
                  </p:pic>
                </p:oleObj>
              </mc:Fallback>
            </mc:AlternateContent>
          </a:graphicData>
        </a:graphic>
      </p:graphicFrame>
      <p:graphicFrame>
        <p:nvGraphicFramePr>
          <p:cNvPr id="79" name="Object 78"/>
          <p:cNvGraphicFramePr>
            <a:graphicFrameLocks noChangeAspect="1"/>
          </p:cNvGraphicFramePr>
          <p:nvPr>
            <p:extLst>
              <p:ext uri="{D42A27DB-BD31-4B8C-83A1-F6EECF244321}">
                <p14:modId xmlns:p14="http://schemas.microsoft.com/office/powerpoint/2010/main" val="2424483777"/>
              </p:ext>
            </p:extLst>
          </p:nvPr>
        </p:nvGraphicFramePr>
        <p:xfrm>
          <a:off x="5627688" y="2973388"/>
          <a:ext cx="444500" cy="190500"/>
        </p:xfrm>
        <a:graphic>
          <a:graphicData uri="http://schemas.openxmlformats.org/presentationml/2006/ole">
            <mc:AlternateContent xmlns:mc="http://schemas.openxmlformats.org/markup-compatibility/2006">
              <mc:Choice xmlns:v="urn:schemas-microsoft-com:vml" Requires="v">
                <p:oleObj name="Equation" r:id="rId108" imgW="444240" imgH="190440" progId="Equation.DSMT4">
                  <p:embed/>
                </p:oleObj>
              </mc:Choice>
              <mc:Fallback>
                <p:oleObj name="Equation" r:id="rId108" imgW="444240" imgH="190440" progId="Equation.DSMT4">
                  <p:embed/>
                  <p:pic>
                    <p:nvPicPr>
                      <p:cNvPr id="0" name=""/>
                      <p:cNvPicPr/>
                      <p:nvPr/>
                    </p:nvPicPr>
                    <p:blipFill>
                      <a:blip r:embed="rId109"/>
                      <a:stretch>
                        <a:fillRect/>
                      </a:stretch>
                    </p:blipFill>
                    <p:spPr>
                      <a:xfrm>
                        <a:off x="5627688" y="2973388"/>
                        <a:ext cx="444500" cy="190500"/>
                      </a:xfrm>
                      <a:prstGeom prst="rect">
                        <a:avLst/>
                      </a:prstGeom>
                    </p:spPr>
                  </p:pic>
                </p:oleObj>
              </mc:Fallback>
            </mc:AlternateContent>
          </a:graphicData>
        </a:graphic>
      </p:graphicFrame>
      <p:graphicFrame>
        <p:nvGraphicFramePr>
          <p:cNvPr id="80" name="Object 79"/>
          <p:cNvGraphicFramePr>
            <a:graphicFrameLocks noChangeAspect="1"/>
          </p:cNvGraphicFramePr>
          <p:nvPr>
            <p:extLst>
              <p:ext uri="{D42A27DB-BD31-4B8C-83A1-F6EECF244321}">
                <p14:modId xmlns:p14="http://schemas.microsoft.com/office/powerpoint/2010/main" val="3715968656"/>
              </p:ext>
            </p:extLst>
          </p:nvPr>
        </p:nvGraphicFramePr>
        <p:xfrm>
          <a:off x="6341808" y="2973030"/>
          <a:ext cx="431800" cy="190500"/>
        </p:xfrm>
        <a:graphic>
          <a:graphicData uri="http://schemas.openxmlformats.org/presentationml/2006/ole">
            <mc:AlternateContent xmlns:mc="http://schemas.openxmlformats.org/markup-compatibility/2006">
              <mc:Choice xmlns:v="urn:schemas-microsoft-com:vml" Requires="v">
                <p:oleObj name="Equation" r:id="rId110" imgW="431640" imgH="190440" progId="Equation.DSMT4">
                  <p:embed/>
                </p:oleObj>
              </mc:Choice>
              <mc:Fallback>
                <p:oleObj name="Equation" r:id="rId110" imgW="431640" imgH="190440" progId="Equation.DSMT4">
                  <p:embed/>
                  <p:pic>
                    <p:nvPicPr>
                      <p:cNvPr id="0" name=""/>
                      <p:cNvPicPr/>
                      <p:nvPr/>
                    </p:nvPicPr>
                    <p:blipFill>
                      <a:blip r:embed="rId111"/>
                      <a:stretch>
                        <a:fillRect/>
                      </a:stretch>
                    </p:blipFill>
                    <p:spPr>
                      <a:xfrm>
                        <a:off x="6341808" y="2973030"/>
                        <a:ext cx="431800" cy="190500"/>
                      </a:xfrm>
                      <a:prstGeom prst="rect">
                        <a:avLst/>
                      </a:prstGeom>
                    </p:spPr>
                  </p:pic>
                </p:oleObj>
              </mc:Fallback>
            </mc:AlternateContent>
          </a:graphicData>
        </a:graphic>
      </p:graphicFrame>
      <p:graphicFrame>
        <p:nvGraphicFramePr>
          <p:cNvPr id="81" name="Object 80"/>
          <p:cNvGraphicFramePr>
            <a:graphicFrameLocks noChangeAspect="1"/>
          </p:cNvGraphicFramePr>
          <p:nvPr>
            <p:extLst>
              <p:ext uri="{D42A27DB-BD31-4B8C-83A1-F6EECF244321}">
                <p14:modId xmlns:p14="http://schemas.microsoft.com/office/powerpoint/2010/main" val="3561346810"/>
              </p:ext>
            </p:extLst>
          </p:nvPr>
        </p:nvGraphicFramePr>
        <p:xfrm>
          <a:off x="7049733" y="2973028"/>
          <a:ext cx="431800" cy="190500"/>
        </p:xfrm>
        <a:graphic>
          <a:graphicData uri="http://schemas.openxmlformats.org/presentationml/2006/ole">
            <mc:AlternateContent xmlns:mc="http://schemas.openxmlformats.org/markup-compatibility/2006">
              <mc:Choice xmlns:v="urn:schemas-microsoft-com:vml" Requires="v">
                <p:oleObj name="Equation" r:id="rId112" imgW="431640" imgH="190440" progId="Equation.DSMT4">
                  <p:embed/>
                </p:oleObj>
              </mc:Choice>
              <mc:Fallback>
                <p:oleObj name="Equation" r:id="rId112" imgW="431640" imgH="190440" progId="Equation.DSMT4">
                  <p:embed/>
                  <p:pic>
                    <p:nvPicPr>
                      <p:cNvPr id="0" name=""/>
                      <p:cNvPicPr/>
                      <p:nvPr/>
                    </p:nvPicPr>
                    <p:blipFill>
                      <a:blip r:embed="rId113"/>
                      <a:stretch>
                        <a:fillRect/>
                      </a:stretch>
                    </p:blipFill>
                    <p:spPr>
                      <a:xfrm>
                        <a:off x="7049733" y="2973028"/>
                        <a:ext cx="431800" cy="190500"/>
                      </a:xfrm>
                      <a:prstGeom prst="rect">
                        <a:avLst/>
                      </a:prstGeom>
                    </p:spPr>
                  </p:pic>
                </p:oleObj>
              </mc:Fallback>
            </mc:AlternateContent>
          </a:graphicData>
        </a:graphic>
      </p:graphicFrame>
      <p:graphicFrame>
        <p:nvGraphicFramePr>
          <p:cNvPr id="82" name="Object 81"/>
          <p:cNvGraphicFramePr>
            <a:graphicFrameLocks noChangeAspect="1"/>
          </p:cNvGraphicFramePr>
          <p:nvPr>
            <p:extLst>
              <p:ext uri="{D42A27DB-BD31-4B8C-83A1-F6EECF244321}">
                <p14:modId xmlns:p14="http://schemas.microsoft.com/office/powerpoint/2010/main" val="419372488"/>
              </p:ext>
            </p:extLst>
          </p:nvPr>
        </p:nvGraphicFramePr>
        <p:xfrm>
          <a:off x="7831399" y="2987780"/>
          <a:ext cx="431800" cy="190500"/>
        </p:xfrm>
        <a:graphic>
          <a:graphicData uri="http://schemas.openxmlformats.org/presentationml/2006/ole">
            <mc:AlternateContent xmlns:mc="http://schemas.openxmlformats.org/markup-compatibility/2006">
              <mc:Choice xmlns:v="urn:schemas-microsoft-com:vml" Requires="v">
                <p:oleObj name="Equation" r:id="rId114" imgW="431640" imgH="190440" progId="Equation.DSMT4">
                  <p:embed/>
                </p:oleObj>
              </mc:Choice>
              <mc:Fallback>
                <p:oleObj name="Equation" r:id="rId114" imgW="431640" imgH="190440" progId="Equation.DSMT4">
                  <p:embed/>
                  <p:pic>
                    <p:nvPicPr>
                      <p:cNvPr id="0" name=""/>
                      <p:cNvPicPr/>
                      <p:nvPr/>
                    </p:nvPicPr>
                    <p:blipFill>
                      <a:blip r:embed="rId115"/>
                      <a:stretch>
                        <a:fillRect/>
                      </a:stretch>
                    </p:blipFill>
                    <p:spPr>
                      <a:xfrm>
                        <a:off x="7831399" y="2987780"/>
                        <a:ext cx="431800" cy="190500"/>
                      </a:xfrm>
                      <a:prstGeom prst="rect">
                        <a:avLst/>
                      </a:prstGeom>
                    </p:spPr>
                  </p:pic>
                </p:oleObj>
              </mc:Fallback>
            </mc:AlternateContent>
          </a:graphicData>
        </a:graphic>
      </p:graphicFrame>
      <p:graphicFrame>
        <p:nvGraphicFramePr>
          <p:cNvPr id="83" name="Object 82"/>
          <p:cNvGraphicFramePr>
            <a:graphicFrameLocks noChangeAspect="1"/>
          </p:cNvGraphicFramePr>
          <p:nvPr>
            <p:extLst>
              <p:ext uri="{D42A27DB-BD31-4B8C-83A1-F6EECF244321}">
                <p14:modId xmlns:p14="http://schemas.microsoft.com/office/powerpoint/2010/main" val="363628565"/>
              </p:ext>
            </p:extLst>
          </p:nvPr>
        </p:nvGraphicFramePr>
        <p:xfrm>
          <a:off x="590343" y="3282740"/>
          <a:ext cx="254000" cy="190500"/>
        </p:xfrm>
        <a:graphic>
          <a:graphicData uri="http://schemas.openxmlformats.org/presentationml/2006/ole">
            <mc:AlternateContent xmlns:mc="http://schemas.openxmlformats.org/markup-compatibility/2006">
              <mc:Choice xmlns:v="urn:schemas-microsoft-com:vml" Requires="v">
                <p:oleObj name="Equation" r:id="rId116" imgW="253800" imgH="190440" progId="Equation.DSMT4">
                  <p:embed/>
                </p:oleObj>
              </mc:Choice>
              <mc:Fallback>
                <p:oleObj name="Equation" r:id="rId116" imgW="253800" imgH="190440" progId="Equation.DSMT4">
                  <p:embed/>
                  <p:pic>
                    <p:nvPicPr>
                      <p:cNvPr id="0" name=""/>
                      <p:cNvPicPr/>
                      <p:nvPr/>
                    </p:nvPicPr>
                    <p:blipFill>
                      <a:blip r:embed="rId117"/>
                      <a:stretch>
                        <a:fillRect/>
                      </a:stretch>
                    </p:blipFill>
                    <p:spPr>
                      <a:xfrm>
                        <a:off x="590343" y="3282740"/>
                        <a:ext cx="254000" cy="190500"/>
                      </a:xfrm>
                      <a:prstGeom prst="rect">
                        <a:avLst/>
                      </a:prstGeom>
                    </p:spPr>
                  </p:pic>
                </p:oleObj>
              </mc:Fallback>
            </mc:AlternateContent>
          </a:graphicData>
        </a:graphic>
      </p:graphicFrame>
      <p:graphicFrame>
        <p:nvGraphicFramePr>
          <p:cNvPr id="84" name="Object 83"/>
          <p:cNvGraphicFramePr>
            <a:graphicFrameLocks noChangeAspect="1"/>
          </p:cNvGraphicFramePr>
          <p:nvPr>
            <p:extLst>
              <p:ext uri="{D42A27DB-BD31-4B8C-83A1-F6EECF244321}">
                <p14:modId xmlns:p14="http://schemas.microsoft.com/office/powerpoint/2010/main" val="3837515089"/>
              </p:ext>
            </p:extLst>
          </p:nvPr>
        </p:nvGraphicFramePr>
        <p:xfrm>
          <a:off x="1194612" y="3282753"/>
          <a:ext cx="431800" cy="190500"/>
        </p:xfrm>
        <a:graphic>
          <a:graphicData uri="http://schemas.openxmlformats.org/presentationml/2006/ole">
            <mc:AlternateContent xmlns:mc="http://schemas.openxmlformats.org/markup-compatibility/2006">
              <mc:Choice xmlns:v="urn:schemas-microsoft-com:vml" Requires="v">
                <p:oleObj name="Equation" r:id="rId118" imgW="431640" imgH="190440" progId="Equation.DSMT4">
                  <p:embed/>
                </p:oleObj>
              </mc:Choice>
              <mc:Fallback>
                <p:oleObj name="Equation" r:id="rId118" imgW="431640" imgH="190440" progId="Equation.DSMT4">
                  <p:embed/>
                  <p:pic>
                    <p:nvPicPr>
                      <p:cNvPr id="0" name=""/>
                      <p:cNvPicPr/>
                      <p:nvPr/>
                    </p:nvPicPr>
                    <p:blipFill>
                      <a:blip r:embed="rId119"/>
                      <a:stretch>
                        <a:fillRect/>
                      </a:stretch>
                    </p:blipFill>
                    <p:spPr>
                      <a:xfrm>
                        <a:off x="1194612" y="3282753"/>
                        <a:ext cx="431800" cy="190500"/>
                      </a:xfrm>
                      <a:prstGeom prst="rect">
                        <a:avLst/>
                      </a:prstGeom>
                    </p:spPr>
                  </p:pic>
                </p:oleObj>
              </mc:Fallback>
            </mc:AlternateContent>
          </a:graphicData>
        </a:graphic>
      </p:graphicFrame>
      <p:graphicFrame>
        <p:nvGraphicFramePr>
          <p:cNvPr id="85" name="Object 84"/>
          <p:cNvGraphicFramePr>
            <a:graphicFrameLocks noChangeAspect="1"/>
          </p:cNvGraphicFramePr>
          <p:nvPr>
            <p:extLst>
              <p:ext uri="{D42A27DB-BD31-4B8C-83A1-F6EECF244321}">
                <p14:modId xmlns:p14="http://schemas.microsoft.com/office/powerpoint/2010/main" val="1323427343"/>
              </p:ext>
            </p:extLst>
          </p:nvPr>
        </p:nvGraphicFramePr>
        <p:xfrm>
          <a:off x="1961531" y="3268000"/>
          <a:ext cx="431800" cy="190500"/>
        </p:xfrm>
        <a:graphic>
          <a:graphicData uri="http://schemas.openxmlformats.org/presentationml/2006/ole">
            <mc:AlternateContent xmlns:mc="http://schemas.openxmlformats.org/markup-compatibility/2006">
              <mc:Choice xmlns:v="urn:schemas-microsoft-com:vml" Requires="v">
                <p:oleObj name="Equation" r:id="rId120" imgW="431640" imgH="190440" progId="Equation.DSMT4">
                  <p:embed/>
                </p:oleObj>
              </mc:Choice>
              <mc:Fallback>
                <p:oleObj name="Equation" r:id="rId120" imgW="431640" imgH="190440" progId="Equation.DSMT4">
                  <p:embed/>
                  <p:pic>
                    <p:nvPicPr>
                      <p:cNvPr id="0" name=""/>
                      <p:cNvPicPr/>
                      <p:nvPr/>
                    </p:nvPicPr>
                    <p:blipFill>
                      <a:blip r:embed="rId121"/>
                      <a:stretch>
                        <a:fillRect/>
                      </a:stretch>
                    </p:blipFill>
                    <p:spPr>
                      <a:xfrm>
                        <a:off x="1961531" y="3268000"/>
                        <a:ext cx="431800" cy="190500"/>
                      </a:xfrm>
                      <a:prstGeom prst="rect">
                        <a:avLst/>
                      </a:prstGeom>
                    </p:spPr>
                  </p:pic>
                </p:oleObj>
              </mc:Fallback>
            </mc:AlternateContent>
          </a:graphicData>
        </a:graphic>
      </p:graphicFrame>
      <p:graphicFrame>
        <p:nvGraphicFramePr>
          <p:cNvPr id="86" name="Object 85"/>
          <p:cNvGraphicFramePr>
            <a:graphicFrameLocks noChangeAspect="1"/>
          </p:cNvGraphicFramePr>
          <p:nvPr>
            <p:extLst>
              <p:ext uri="{D42A27DB-BD31-4B8C-83A1-F6EECF244321}">
                <p14:modId xmlns:p14="http://schemas.microsoft.com/office/powerpoint/2010/main" val="1476670461"/>
              </p:ext>
            </p:extLst>
          </p:nvPr>
        </p:nvGraphicFramePr>
        <p:xfrm>
          <a:off x="2698960" y="3267996"/>
          <a:ext cx="431800" cy="190500"/>
        </p:xfrm>
        <a:graphic>
          <a:graphicData uri="http://schemas.openxmlformats.org/presentationml/2006/ole">
            <mc:AlternateContent xmlns:mc="http://schemas.openxmlformats.org/markup-compatibility/2006">
              <mc:Choice xmlns:v="urn:schemas-microsoft-com:vml" Requires="v">
                <p:oleObj name="Equation" r:id="rId122" imgW="431640" imgH="190440" progId="Equation.DSMT4">
                  <p:embed/>
                </p:oleObj>
              </mc:Choice>
              <mc:Fallback>
                <p:oleObj name="Equation" r:id="rId122" imgW="431640" imgH="190440" progId="Equation.DSMT4">
                  <p:embed/>
                  <p:pic>
                    <p:nvPicPr>
                      <p:cNvPr id="0" name=""/>
                      <p:cNvPicPr/>
                      <p:nvPr/>
                    </p:nvPicPr>
                    <p:blipFill>
                      <a:blip r:embed="rId123"/>
                      <a:stretch>
                        <a:fillRect/>
                      </a:stretch>
                    </p:blipFill>
                    <p:spPr>
                      <a:xfrm>
                        <a:off x="2698960" y="3267996"/>
                        <a:ext cx="431800" cy="190500"/>
                      </a:xfrm>
                      <a:prstGeom prst="rect">
                        <a:avLst/>
                      </a:prstGeom>
                    </p:spPr>
                  </p:pic>
                </p:oleObj>
              </mc:Fallback>
            </mc:AlternateContent>
          </a:graphicData>
        </a:graphic>
      </p:graphicFrame>
      <p:graphicFrame>
        <p:nvGraphicFramePr>
          <p:cNvPr id="87" name="Object 86"/>
          <p:cNvGraphicFramePr>
            <a:graphicFrameLocks noChangeAspect="1"/>
          </p:cNvGraphicFramePr>
          <p:nvPr>
            <p:extLst>
              <p:ext uri="{D42A27DB-BD31-4B8C-83A1-F6EECF244321}">
                <p14:modId xmlns:p14="http://schemas.microsoft.com/office/powerpoint/2010/main" val="1286161324"/>
              </p:ext>
            </p:extLst>
          </p:nvPr>
        </p:nvGraphicFramePr>
        <p:xfrm>
          <a:off x="3406878" y="3267992"/>
          <a:ext cx="431800" cy="190500"/>
        </p:xfrm>
        <a:graphic>
          <a:graphicData uri="http://schemas.openxmlformats.org/presentationml/2006/ole">
            <mc:AlternateContent xmlns:mc="http://schemas.openxmlformats.org/markup-compatibility/2006">
              <mc:Choice xmlns:v="urn:schemas-microsoft-com:vml" Requires="v">
                <p:oleObj name="Equation" r:id="rId124" imgW="431640" imgH="190440" progId="Equation.DSMT4">
                  <p:embed/>
                </p:oleObj>
              </mc:Choice>
              <mc:Fallback>
                <p:oleObj name="Equation" r:id="rId124" imgW="431640" imgH="190440" progId="Equation.DSMT4">
                  <p:embed/>
                  <p:pic>
                    <p:nvPicPr>
                      <p:cNvPr id="0" name=""/>
                      <p:cNvPicPr/>
                      <p:nvPr/>
                    </p:nvPicPr>
                    <p:blipFill>
                      <a:blip r:embed="rId125"/>
                      <a:stretch>
                        <a:fillRect/>
                      </a:stretch>
                    </p:blipFill>
                    <p:spPr>
                      <a:xfrm>
                        <a:off x="3406878" y="3267992"/>
                        <a:ext cx="431800" cy="190500"/>
                      </a:xfrm>
                      <a:prstGeom prst="rect">
                        <a:avLst/>
                      </a:prstGeom>
                    </p:spPr>
                  </p:pic>
                </p:oleObj>
              </mc:Fallback>
            </mc:AlternateContent>
          </a:graphicData>
        </a:graphic>
      </p:graphicFrame>
      <p:graphicFrame>
        <p:nvGraphicFramePr>
          <p:cNvPr id="88" name="Object 87"/>
          <p:cNvGraphicFramePr>
            <a:graphicFrameLocks noChangeAspect="1"/>
          </p:cNvGraphicFramePr>
          <p:nvPr>
            <p:extLst>
              <p:ext uri="{D42A27DB-BD31-4B8C-83A1-F6EECF244321}">
                <p14:modId xmlns:p14="http://schemas.microsoft.com/office/powerpoint/2010/main" val="266148411"/>
              </p:ext>
            </p:extLst>
          </p:nvPr>
        </p:nvGraphicFramePr>
        <p:xfrm>
          <a:off x="4150650" y="3267994"/>
          <a:ext cx="419100" cy="190500"/>
        </p:xfrm>
        <a:graphic>
          <a:graphicData uri="http://schemas.openxmlformats.org/presentationml/2006/ole">
            <mc:AlternateContent xmlns:mc="http://schemas.openxmlformats.org/markup-compatibility/2006">
              <mc:Choice xmlns:v="urn:schemas-microsoft-com:vml" Requires="v">
                <p:oleObj name="Equation" r:id="rId126" imgW="419040" imgH="190440" progId="Equation.DSMT4">
                  <p:embed/>
                </p:oleObj>
              </mc:Choice>
              <mc:Fallback>
                <p:oleObj name="Equation" r:id="rId126" imgW="419040" imgH="190440" progId="Equation.DSMT4">
                  <p:embed/>
                  <p:pic>
                    <p:nvPicPr>
                      <p:cNvPr id="0" name=""/>
                      <p:cNvPicPr/>
                      <p:nvPr/>
                    </p:nvPicPr>
                    <p:blipFill>
                      <a:blip r:embed="rId127"/>
                      <a:stretch>
                        <a:fillRect/>
                      </a:stretch>
                    </p:blipFill>
                    <p:spPr>
                      <a:xfrm>
                        <a:off x="4150650" y="3267994"/>
                        <a:ext cx="419100" cy="190500"/>
                      </a:xfrm>
                      <a:prstGeom prst="rect">
                        <a:avLst/>
                      </a:prstGeom>
                    </p:spPr>
                  </p:pic>
                </p:oleObj>
              </mc:Fallback>
            </mc:AlternateContent>
          </a:graphicData>
        </a:graphic>
      </p:graphicFrame>
      <p:graphicFrame>
        <p:nvGraphicFramePr>
          <p:cNvPr id="89" name="Object 88"/>
          <p:cNvGraphicFramePr>
            <a:graphicFrameLocks noChangeAspect="1"/>
          </p:cNvGraphicFramePr>
          <p:nvPr>
            <p:extLst>
              <p:ext uri="{D42A27DB-BD31-4B8C-83A1-F6EECF244321}">
                <p14:modId xmlns:p14="http://schemas.microsoft.com/office/powerpoint/2010/main" val="3615323888"/>
              </p:ext>
            </p:extLst>
          </p:nvPr>
        </p:nvGraphicFramePr>
        <p:xfrm>
          <a:off x="4896462" y="3267992"/>
          <a:ext cx="431800" cy="190500"/>
        </p:xfrm>
        <a:graphic>
          <a:graphicData uri="http://schemas.openxmlformats.org/presentationml/2006/ole">
            <mc:AlternateContent xmlns:mc="http://schemas.openxmlformats.org/markup-compatibility/2006">
              <mc:Choice xmlns:v="urn:schemas-microsoft-com:vml" Requires="v">
                <p:oleObj name="Equation" r:id="rId128" imgW="431640" imgH="190440" progId="Equation.DSMT4">
                  <p:embed/>
                </p:oleObj>
              </mc:Choice>
              <mc:Fallback>
                <p:oleObj name="Equation" r:id="rId128" imgW="431640" imgH="190440" progId="Equation.DSMT4">
                  <p:embed/>
                  <p:pic>
                    <p:nvPicPr>
                      <p:cNvPr id="0" name=""/>
                      <p:cNvPicPr/>
                      <p:nvPr/>
                    </p:nvPicPr>
                    <p:blipFill>
                      <a:blip r:embed="rId129"/>
                      <a:stretch>
                        <a:fillRect/>
                      </a:stretch>
                    </p:blipFill>
                    <p:spPr>
                      <a:xfrm>
                        <a:off x="4896462" y="3267992"/>
                        <a:ext cx="431800" cy="190500"/>
                      </a:xfrm>
                      <a:prstGeom prst="rect">
                        <a:avLst/>
                      </a:prstGeom>
                    </p:spPr>
                  </p:pic>
                </p:oleObj>
              </mc:Fallback>
            </mc:AlternateContent>
          </a:graphicData>
        </a:graphic>
      </p:graphicFrame>
      <p:graphicFrame>
        <p:nvGraphicFramePr>
          <p:cNvPr id="90" name="Object 89"/>
          <p:cNvGraphicFramePr>
            <a:graphicFrameLocks noChangeAspect="1"/>
          </p:cNvGraphicFramePr>
          <p:nvPr>
            <p:extLst>
              <p:ext uri="{D42A27DB-BD31-4B8C-83A1-F6EECF244321}">
                <p14:modId xmlns:p14="http://schemas.microsoft.com/office/powerpoint/2010/main" val="144496327"/>
              </p:ext>
            </p:extLst>
          </p:nvPr>
        </p:nvGraphicFramePr>
        <p:xfrm>
          <a:off x="5597525" y="3282950"/>
          <a:ext cx="444500" cy="190500"/>
        </p:xfrm>
        <a:graphic>
          <a:graphicData uri="http://schemas.openxmlformats.org/presentationml/2006/ole">
            <mc:AlternateContent xmlns:mc="http://schemas.openxmlformats.org/markup-compatibility/2006">
              <mc:Choice xmlns:v="urn:schemas-microsoft-com:vml" Requires="v">
                <p:oleObj name="Equation" r:id="rId130" imgW="444240" imgH="190440" progId="Equation.DSMT4">
                  <p:embed/>
                </p:oleObj>
              </mc:Choice>
              <mc:Fallback>
                <p:oleObj name="Equation" r:id="rId130" imgW="444240" imgH="190440" progId="Equation.DSMT4">
                  <p:embed/>
                  <p:pic>
                    <p:nvPicPr>
                      <p:cNvPr id="0" name=""/>
                      <p:cNvPicPr/>
                      <p:nvPr/>
                    </p:nvPicPr>
                    <p:blipFill>
                      <a:blip r:embed="rId131"/>
                      <a:stretch>
                        <a:fillRect/>
                      </a:stretch>
                    </p:blipFill>
                    <p:spPr>
                      <a:xfrm>
                        <a:off x="5597525" y="3282950"/>
                        <a:ext cx="444500" cy="190500"/>
                      </a:xfrm>
                      <a:prstGeom prst="rect">
                        <a:avLst/>
                      </a:prstGeom>
                    </p:spPr>
                  </p:pic>
                </p:oleObj>
              </mc:Fallback>
            </mc:AlternateContent>
          </a:graphicData>
        </a:graphic>
      </p:graphicFrame>
      <p:graphicFrame>
        <p:nvGraphicFramePr>
          <p:cNvPr id="91" name="Object 90"/>
          <p:cNvGraphicFramePr>
            <a:graphicFrameLocks noChangeAspect="1"/>
          </p:cNvGraphicFramePr>
          <p:nvPr>
            <p:extLst>
              <p:ext uri="{D42A27DB-BD31-4B8C-83A1-F6EECF244321}">
                <p14:modId xmlns:p14="http://schemas.microsoft.com/office/powerpoint/2010/main" val="4220310766"/>
              </p:ext>
            </p:extLst>
          </p:nvPr>
        </p:nvGraphicFramePr>
        <p:xfrm>
          <a:off x="6341802" y="3253248"/>
          <a:ext cx="431800" cy="190500"/>
        </p:xfrm>
        <a:graphic>
          <a:graphicData uri="http://schemas.openxmlformats.org/presentationml/2006/ole">
            <mc:AlternateContent xmlns:mc="http://schemas.openxmlformats.org/markup-compatibility/2006">
              <mc:Choice xmlns:v="urn:schemas-microsoft-com:vml" Requires="v">
                <p:oleObj name="Equation" r:id="rId132" imgW="431640" imgH="190440" progId="Equation.DSMT4">
                  <p:embed/>
                </p:oleObj>
              </mc:Choice>
              <mc:Fallback>
                <p:oleObj name="Equation" r:id="rId132" imgW="431640" imgH="190440" progId="Equation.DSMT4">
                  <p:embed/>
                  <p:pic>
                    <p:nvPicPr>
                      <p:cNvPr id="0" name=""/>
                      <p:cNvPicPr/>
                      <p:nvPr/>
                    </p:nvPicPr>
                    <p:blipFill>
                      <a:blip r:embed="rId133"/>
                      <a:stretch>
                        <a:fillRect/>
                      </a:stretch>
                    </p:blipFill>
                    <p:spPr>
                      <a:xfrm>
                        <a:off x="6341802" y="3253248"/>
                        <a:ext cx="431800" cy="190500"/>
                      </a:xfrm>
                      <a:prstGeom prst="rect">
                        <a:avLst/>
                      </a:prstGeom>
                    </p:spPr>
                  </p:pic>
                </p:oleObj>
              </mc:Fallback>
            </mc:AlternateContent>
          </a:graphicData>
        </a:graphic>
      </p:graphicFrame>
      <p:graphicFrame>
        <p:nvGraphicFramePr>
          <p:cNvPr id="92" name="Object 91"/>
          <p:cNvGraphicFramePr>
            <a:graphicFrameLocks noChangeAspect="1"/>
          </p:cNvGraphicFramePr>
          <p:nvPr>
            <p:extLst>
              <p:ext uri="{D42A27DB-BD31-4B8C-83A1-F6EECF244321}">
                <p14:modId xmlns:p14="http://schemas.microsoft.com/office/powerpoint/2010/main" val="308503317"/>
              </p:ext>
            </p:extLst>
          </p:nvPr>
        </p:nvGraphicFramePr>
        <p:xfrm>
          <a:off x="7064476" y="3267996"/>
          <a:ext cx="431800" cy="190500"/>
        </p:xfrm>
        <a:graphic>
          <a:graphicData uri="http://schemas.openxmlformats.org/presentationml/2006/ole">
            <mc:AlternateContent xmlns:mc="http://schemas.openxmlformats.org/markup-compatibility/2006">
              <mc:Choice xmlns:v="urn:schemas-microsoft-com:vml" Requires="v">
                <p:oleObj name="Equation" r:id="rId134" imgW="431640" imgH="190440" progId="Equation.DSMT4">
                  <p:embed/>
                </p:oleObj>
              </mc:Choice>
              <mc:Fallback>
                <p:oleObj name="Equation" r:id="rId134" imgW="431640" imgH="190440" progId="Equation.DSMT4">
                  <p:embed/>
                  <p:pic>
                    <p:nvPicPr>
                      <p:cNvPr id="0" name=""/>
                      <p:cNvPicPr/>
                      <p:nvPr/>
                    </p:nvPicPr>
                    <p:blipFill>
                      <a:blip r:embed="rId135"/>
                      <a:stretch>
                        <a:fillRect/>
                      </a:stretch>
                    </p:blipFill>
                    <p:spPr>
                      <a:xfrm>
                        <a:off x="7064476" y="3267996"/>
                        <a:ext cx="431800" cy="190500"/>
                      </a:xfrm>
                      <a:prstGeom prst="rect">
                        <a:avLst/>
                      </a:prstGeom>
                    </p:spPr>
                  </p:pic>
                </p:oleObj>
              </mc:Fallback>
            </mc:AlternateContent>
          </a:graphicData>
        </a:graphic>
      </p:graphicFrame>
      <p:graphicFrame>
        <p:nvGraphicFramePr>
          <p:cNvPr id="93" name="Object 92"/>
          <p:cNvGraphicFramePr>
            <a:graphicFrameLocks noChangeAspect="1"/>
          </p:cNvGraphicFramePr>
          <p:nvPr>
            <p:extLst>
              <p:ext uri="{D42A27DB-BD31-4B8C-83A1-F6EECF244321}">
                <p14:modId xmlns:p14="http://schemas.microsoft.com/office/powerpoint/2010/main" val="1898663899"/>
              </p:ext>
            </p:extLst>
          </p:nvPr>
        </p:nvGraphicFramePr>
        <p:xfrm>
          <a:off x="7831396" y="3282750"/>
          <a:ext cx="431800" cy="190500"/>
        </p:xfrm>
        <a:graphic>
          <a:graphicData uri="http://schemas.openxmlformats.org/presentationml/2006/ole">
            <mc:AlternateContent xmlns:mc="http://schemas.openxmlformats.org/markup-compatibility/2006">
              <mc:Choice xmlns:v="urn:schemas-microsoft-com:vml" Requires="v">
                <p:oleObj name="Equation" r:id="rId136" imgW="431640" imgH="190440" progId="Equation.DSMT4">
                  <p:embed/>
                </p:oleObj>
              </mc:Choice>
              <mc:Fallback>
                <p:oleObj name="Equation" r:id="rId136" imgW="431640" imgH="190440" progId="Equation.DSMT4">
                  <p:embed/>
                  <p:pic>
                    <p:nvPicPr>
                      <p:cNvPr id="0" name=""/>
                      <p:cNvPicPr/>
                      <p:nvPr/>
                    </p:nvPicPr>
                    <p:blipFill>
                      <a:blip r:embed="rId137"/>
                      <a:stretch>
                        <a:fillRect/>
                      </a:stretch>
                    </p:blipFill>
                    <p:spPr>
                      <a:xfrm>
                        <a:off x="7831396" y="3282750"/>
                        <a:ext cx="431800" cy="190500"/>
                      </a:xfrm>
                      <a:prstGeom prst="rect">
                        <a:avLst/>
                      </a:prstGeom>
                    </p:spPr>
                  </p:pic>
                </p:oleObj>
              </mc:Fallback>
            </mc:AlternateContent>
          </a:graphicData>
        </a:graphic>
      </p:graphicFrame>
      <p:graphicFrame>
        <p:nvGraphicFramePr>
          <p:cNvPr id="94" name="Object 93"/>
          <p:cNvGraphicFramePr>
            <a:graphicFrameLocks noChangeAspect="1"/>
          </p:cNvGraphicFramePr>
          <p:nvPr>
            <p:extLst>
              <p:ext uri="{D42A27DB-BD31-4B8C-83A1-F6EECF244321}">
                <p14:modId xmlns:p14="http://schemas.microsoft.com/office/powerpoint/2010/main" val="3969163255"/>
              </p:ext>
            </p:extLst>
          </p:nvPr>
        </p:nvGraphicFramePr>
        <p:xfrm>
          <a:off x="596689" y="3607206"/>
          <a:ext cx="241300" cy="190500"/>
        </p:xfrm>
        <a:graphic>
          <a:graphicData uri="http://schemas.openxmlformats.org/presentationml/2006/ole">
            <mc:AlternateContent xmlns:mc="http://schemas.openxmlformats.org/markup-compatibility/2006">
              <mc:Choice xmlns:v="urn:schemas-microsoft-com:vml" Requires="v">
                <p:oleObj name="Equation" r:id="rId138" imgW="241200" imgH="190440" progId="Equation.DSMT4">
                  <p:embed/>
                </p:oleObj>
              </mc:Choice>
              <mc:Fallback>
                <p:oleObj name="Equation" r:id="rId138" imgW="241200" imgH="190440" progId="Equation.DSMT4">
                  <p:embed/>
                  <p:pic>
                    <p:nvPicPr>
                      <p:cNvPr id="0" name=""/>
                      <p:cNvPicPr/>
                      <p:nvPr/>
                    </p:nvPicPr>
                    <p:blipFill>
                      <a:blip r:embed="rId139"/>
                      <a:stretch>
                        <a:fillRect/>
                      </a:stretch>
                    </p:blipFill>
                    <p:spPr>
                      <a:xfrm>
                        <a:off x="596689" y="3607206"/>
                        <a:ext cx="241300" cy="190500"/>
                      </a:xfrm>
                      <a:prstGeom prst="rect">
                        <a:avLst/>
                      </a:prstGeom>
                    </p:spPr>
                  </p:pic>
                </p:oleObj>
              </mc:Fallback>
            </mc:AlternateContent>
          </a:graphicData>
        </a:graphic>
      </p:graphicFrame>
      <p:graphicFrame>
        <p:nvGraphicFramePr>
          <p:cNvPr id="95" name="Object 94"/>
          <p:cNvGraphicFramePr>
            <a:graphicFrameLocks noChangeAspect="1"/>
          </p:cNvGraphicFramePr>
          <p:nvPr>
            <p:extLst>
              <p:ext uri="{D42A27DB-BD31-4B8C-83A1-F6EECF244321}">
                <p14:modId xmlns:p14="http://schemas.microsoft.com/office/powerpoint/2010/main" val="786959790"/>
              </p:ext>
            </p:extLst>
          </p:nvPr>
        </p:nvGraphicFramePr>
        <p:xfrm>
          <a:off x="1215714" y="3577707"/>
          <a:ext cx="419100" cy="190500"/>
        </p:xfrm>
        <a:graphic>
          <a:graphicData uri="http://schemas.openxmlformats.org/presentationml/2006/ole">
            <mc:AlternateContent xmlns:mc="http://schemas.openxmlformats.org/markup-compatibility/2006">
              <mc:Choice xmlns:v="urn:schemas-microsoft-com:vml" Requires="v">
                <p:oleObj name="Equation" r:id="rId140" imgW="419040" imgH="190440" progId="Equation.DSMT4">
                  <p:embed/>
                </p:oleObj>
              </mc:Choice>
              <mc:Fallback>
                <p:oleObj name="Equation" r:id="rId140" imgW="419040" imgH="190440" progId="Equation.DSMT4">
                  <p:embed/>
                  <p:pic>
                    <p:nvPicPr>
                      <p:cNvPr id="0" name=""/>
                      <p:cNvPicPr/>
                      <p:nvPr/>
                    </p:nvPicPr>
                    <p:blipFill>
                      <a:blip r:embed="rId141"/>
                      <a:stretch>
                        <a:fillRect/>
                      </a:stretch>
                    </p:blipFill>
                    <p:spPr>
                      <a:xfrm>
                        <a:off x="1215714" y="3577707"/>
                        <a:ext cx="419100" cy="190500"/>
                      </a:xfrm>
                      <a:prstGeom prst="rect">
                        <a:avLst/>
                      </a:prstGeom>
                    </p:spPr>
                  </p:pic>
                </p:oleObj>
              </mc:Fallback>
            </mc:AlternateContent>
          </a:graphicData>
        </a:graphic>
      </p:graphicFrame>
      <p:graphicFrame>
        <p:nvGraphicFramePr>
          <p:cNvPr id="96" name="Object 95"/>
          <p:cNvGraphicFramePr>
            <a:graphicFrameLocks noChangeAspect="1"/>
          </p:cNvGraphicFramePr>
          <p:nvPr>
            <p:extLst>
              <p:ext uri="{D42A27DB-BD31-4B8C-83A1-F6EECF244321}">
                <p14:modId xmlns:p14="http://schemas.microsoft.com/office/powerpoint/2010/main" val="3281915174"/>
              </p:ext>
            </p:extLst>
          </p:nvPr>
        </p:nvGraphicFramePr>
        <p:xfrm>
          <a:off x="1976283" y="3562964"/>
          <a:ext cx="431800" cy="190500"/>
        </p:xfrm>
        <a:graphic>
          <a:graphicData uri="http://schemas.openxmlformats.org/presentationml/2006/ole">
            <mc:AlternateContent xmlns:mc="http://schemas.openxmlformats.org/markup-compatibility/2006">
              <mc:Choice xmlns:v="urn:schemas-microsoft-com:vml" Requires="v">
                <p:oleObj name="Equation" r:id="rId142" imgW="431640" imgH="190440" progId="Equation.DSMT4">
                  <p:embed/>
                </p:oleObj>
              </mc:Choice>
              <mc:Fallback>
                <p:oleObj name="Equation" r:id="rId142" imgW="431640" imgH="190440" progId="Equation.DSMT4">
                  <p:embed/>
                  <p:pic>
                    <p:nvPicPr>
                      <p:cNvPr id="0" name=""/>
                      <p:cNvPicPr/>
                      <p:nvPr/>
                    </p:nvPicPr>
                    <p:blipFill>
                      <a:blip r:embed="rId143"/>
                      <a:stretch>
                        <a:fillRect/>
                      </a:stretch>
                    </p:blipFill>
                    <p:spPr>
                      <a:xfrm>
                        <a:off x="1976283" y="3562964"/>
                        <a:ext cx="431800" cy="190500"/>
                      </a:xfrm>
                      <a:prstGeom prst="rect">
                        <a:avLst/>
                      </a:prstGeom>
                    </p:spPr>
                  </p:pic>
                </p:oleObj>
              </mc:Fallback>
            </mc:AlternateContent>
          </a:graphicData>
        </a:graphic>
      </p:graphicFrame>
      <p:graphicFrame>
        <p:nvGraphicFramePr>
          <p:cNvPr id="97" name="Object 96"/>
          <p:cNvGraphicFramePr>
            <a:graphicFrameLocks noChangeAspect="1"/>
          </p:cNvGraphicFramePr>
          <p:nvPr>
            <p:extLst>
              <p:ext uri="{D42A27DB-BD31-4B8C-83A1-F6EECF244321}">
                <p14:modId xmlns:p14="http://schemas.microsoft.com/office/powerpoint/2010/main" val="429421505"/>
              </p:ext>
            </p:extLst>
          </p:nvPr>
        </p:nvGraphicFramePr>
        <p:xfrm>
          <a:off x="2698955" y="3592469"/>
          <a:ext cx="431800" cy="190500"/>
        </p:xfrm>
        <a:graphic>
          <a:graphicData uri="http://schemas.openxmlformats.org/presentationml/2006/ole">
            <mc:AlternateContent xmlns:mc="http://schemas.openxmlformats.org/markup-compatibility/2006">
              <mc:Choice xmlns:v="urn:schemas-microsoft-com:vml" Requires="v">
                <p:oleObj name="Equation" r:id="rId144" imgW="431640" imgH="190440" progId="Equation.DSMT4">
                  <p:embed/>
                </p:oleObj>
              </mc:Choice>
              <mc:Fallback>
                <p:oleObj name="Equation" r:id="rId144" imgW="431640" imgH="190440" progId="Equation.DSMT4">
                  <p:embed/>
                  <p:pic>
                    <p:nvPicPr>
                      <p:cNvPr id="0" name=""/>
                      <p:cNvPicPr/>
                      <p:nvPr/>
                    </p:nvPicPr>
                    <p:blipFill>
                      <a:blip r:embed="rId145"/>
                      <a:stretch>
                        <a:fillRect/>
                      </a:stretch>
                    </p:blipFill>
                    <p:spPr>
                      <a:xfrm>
                        <a:off x="2698955" y="3592469"/>
                        <a:ext cx="431800" cy="190500"/>
                      </a:xfrm>
                      <a:prstGeom prst="rect">
                        <a:avLst/>
                      </a:prstGeom>
                    </p:spPr>
                  </p:pic>
                </p:oleObj>
              </mc:Fallback>
            </mc:AlternateContent>
          </a:graphicData>
        </a:graphic>
      </p:graphicFrame>
      <p:graphicFrame>
        <p:nvGraphicFramePr>
          <p:cNvPr id="98" name="Object 97"/>
          <p:cNvGraphicFramePr>
            <a:graphicFrameLocks noChangeAspect="1"/>
          </p:cNvGraphicFramePr>
          <p:nvPr>
            <p:extLst>
              <p:ext uri="{D42A27DB-BD31-4B8C-83A1-F6EECF244321}">
                <p14:modId xmlns:p14="http://schemas.microsoft.com/office/powerpoint/2010/main" val="469979346"/>
              </p:ext>
            </p:extLst>
          </p:nvPr>
        </p:nvGraphicFramePr>
        <p:xfrm>
          <a:off x="3406881" y="3577711"/>
          <a:ext cx="431800" cy="190500"/>
        </p:xfrm>
        <a:graphic>
          <a:graphicData uri="http://schemas.openxmlformats.org/presentationml/2006/ole">
            <mc:AlternateContent xmlns:mc="http://schemas.openxmlformats.org/markup-compatibility/2006">
              <mc:Choice xmlns:v="urn:schemas-microsoft-com:vml" Requires="v">
                <p:oleObj name="Equation" r:id="rId146" imgW="431640" imgH="190440" progId="Equation.DSMT4">
                  <p:embed/>
                </p:oleObj>
              </mc:Choice>
              <mc:Fallback>
                <p:oleObj name="Equation" r:id="rId146" imgW="431640" imgH="190440" progId="Equation.DSMT4">
                  <p:embed/>
                  <p:pic>
                    <p:nvPicPr>
                      <p:cNvPr id="0" name=""/>
                      <p:cNvPicPr/>
                      <p:nvPr/>
                    </p:nvPicPr>
                    <p:blipFill>
                      <a:blip r:embed="rId147"/>
                      <a:stretch>
                        <a:fillRect/>
                      </a:stretch>
                    </p:blipFill>
                    <p:spPr>
                      <a:xfrm>
                        <a:off x="3406881" y="3577711"/>
                        <a:ext cx="431800" cy="190500"/>
                      </a:xfrm>
                      <a:prstGeom prst="rect">
                        <a:avLst/>
                      </a:prstGeom>
                    </p:spPr>
                  </p:pic>
                </p:oleObj>
              </mc:Fallback>
            </mc:AlternateContent>
          </a:graphicData>
        </a:graphic>
      </p:graphicFrame>
      <p:graphicFrame>
        <p:nvGraphicFramePr>
          <p:cNvPr id="99" name="Object 98"/>
          <p:cNvGraphicFramePr>
            <a:graphicFrameLocks noChangeAspect="1"/>
          </p:cNvGraphicFramePr>
          <p:nvPr>
            <p:extLst>
              <p:ext uri="{D42A27DB-BD31-4B8C-83A1-F6EECF244321}">
                <p14:modId xmlns:p14="http://schemas.microsoft.com/office/powerpoint/2010/main" val="2791978091"/>
              </p:ext>
            </p:extLst>
          </p:nvPr>
        </p:nvGraphicFramePr>
        <p:xfrm>
          <a:off x="4150650" y="3592462"/>
          <a:ext cx="419100" cy="190500"/>
        </p:xfrm>
        <a:graphic>
          <a:graphicData uri="http://schemas.openxmlformats.org/presentationml/2006/ole">
            <mc:AlternateContent xmlns:mc="http://schemas.openxmlformats.org/markup-compatibility/2006">
              <mc:Choice xmlns:v="urn:schemas-microsoft-com:vml" Requires="v">
                <p:oleObj name="Equation" r:id="rId148" imgW="419040" imgH="190440" progId="Equation.DSMT4">
                  <p:embed/>
                </p:oleObj>
              </mc:Choice>
              <mc:Fallback>
                <p:oleObj name="Equation" r:id="rId148" imgW="419040" imgH="190440" progId="Equation.DSMT4">
                  <p:embed/>
                  <p:pic>
                    <p:nvPicPr>
                      <p:cNvPr id="0" name=""/>
                      <p:cNvPicPr/>
                      <p:nvPr/>
                    </p:nvPicPr>
                    <p:blipFill>
                      <a:blip r:embed="rId149"/>
                      <a:stretch>
                        <a:fillRect/>
                      </a:stretch>
                    </p:blipFill>
                    <p:spPr>
                      <a:xfrm>
                        <a:off x="4150650" y="3592462"/>
                        <a:ext cx="419100" cy="190500"/>
                      </a:xfrm>
                      <a:prstGeom prst="rect">
                        <a:avLst/>
                      </a:prstGeom>
                    </p:spPr>
                  </p:pic>
                </p:oleObj>
              </mc:Fallback>
            </mc:AlternateContent>
          </a:graphicData>
        </a:graphic>
      </p:graphicFrame>
      <p:graphicFrame>
        <p:nvGraphicFramePr>
          <p:cNvPr id="100" name="Object 99"/>
          <p:cNvGraphicFramePr>
            <a:graphicFrameLocks noChangeAspect="1"/>
          </p:cNvGraphicFramePr>
          <p:nvPr>
            <p:extLst>
              <p:ext uri="{D42A27DB-BD31-4B8C-83A1-F6EECF244321}">
                <p14:modId xmlns:p14="http://schemas.microsoft.com/office/powerpoint/2010/main" val="469544794"/>
              </p:ext>
            </p:extLst>
          </p:nvPr>
        </p:nvGraphicFramePr>
        <p:xfrm>
          <a:off x="4911210" y="3592462"/>
          <a:ext cx="431800" cy="190500"/>
        </p:xfrm>
        <a:graphic>
          <a:graphicData uri="http://schemas.openxmlformats.org/presentationml/2006/ole">
            <mc:AlternateContent xmlns:mc="http://schemas.openxmlformats.org/markup-compatibility/2006">
              <mc:Choice xmlns:v="urn:schemas-microsoft-com:vml" Requires="v">
                <p:oleObj name="Equation" r:id="rId150" imgW="431640" imgH="190440" progId="Equation.DSMT4">
                  <p:embed/>
                </p:oleObj>
              </mc:Choice>
              <mc:Fallback>
                <p:oleObj name="Equation" r:id="rId150" imgW="431640" imgH="190440" progId="Equation.DSMT4">
                  <p:embed/>
                  <p:pic>
                    <p:nvPicPr>
                      <p:cNvPr id="0" name=""/>
                      <p:cNvPicPr/>
                      <p:nvPr/>
                    </p:nvPicPr>
                    <p:blipFill>
                      <a:blip r:embed="rId151"/>
                      <a:stretch>
                        <a:fillRect/>
                      </a:stretch>
                    </p:blipFill>
                    <p:spPr>
                      <a:xfrm>
                        <a:off x="4911210" y="3592462"/>
                        <a:ext cx="431800" cy="190500"/>
                      </a:xfrm>
                      <a:prstGeom prst="rect">
                        <a:avLst/>
                      </a:prstGeom>
                    </p:spPr>
                  </p:pic>
                </p:oleObj>
              </mc:Fallback>
            </mc:AlternateContent>
          </a:graphicData>
        </a:graphic>
      </p:graphicFrame>
      <p:graphicFrame>
        <p:nvGraphicFramePr>
          <p:cNvPr id="101" name="Object 100"/>
          <p:cNvGraphicFramePr>
            <a:graphicFrameLocks noChangeAspect="1"/>
          </p:cNvGraphicFramePr>
          <p:nvPr>
            <p:extLst>
              <p:ext uri="{D42A27DB-BD31-4B8C-83A1-F6EECF244321}">
                <p14:modId xmlns:p14="http://schemas.microsoft.com/office/powerpoint/2010/main" val="3653042036"/>
              </p:ext>
            </p:extLst>
          </p:nvPr>
        </p:nvGraphicFramePr>
        <p:xfrm>
          <a:off x="5597525" y="3592513"/>
          <a:ext cx="444500" cy="190500"/>
        </p:xfrm>
        <a:graphic>
          <a:graphicData uri="http://schemas.openxmlformats.org/presentationml/2006/ole">
            <mc:AlternateContent xmlns:mc="http://schemas.openxmlformats.org/markup-compatibility/2006">
              <mc:Choice xmlns:v="urn:schemas-microsoft-com:vml" Requires="v">
                <p:oleObj name="Equation" r:id="rId152" imgW="444240" imgH="190440" progId="Equation.DSMT4">
                  <p:embed/>
                </p:oleObj>
              </mc:Choice>
              <mc:Fallback>
                <p:oleObj name="Equation" r:id="rId152" imgW="444240" imgH="190440" progId="Equation.DSMT4">
                  <p:embed/>
                  <p:pic>
                    <p:nvPicPr>
                      <p:cNvPr id="0" name=""/>
                      <p:cNvPicPr/>
                      <p:nvPr/>
                    </p:nvPicPr>
                    <p:blipFill>
                      <a:blip r:embed="rId153"/>
                      <a:stretch>
                        <a:fillRect/>
                      </a:stretch>
                    </p:blipFill>
                    <p:spPr>
                      <a:xfrm>
                        <a:off x="5597525" y="3592513"/>
                        <a:ext cx="444500" cy="190500"/>
                      </a:xfrm>
                      <a:prstGeom prst="rect">
                        <a:avLst/>
                      </a:prstGeom>
                    </p:spPr>
                  </p:pic>
                </p:oleObj>
              </mc:Fallback>
            </mc:AlternateContent>
          </a:graphicData>
        </a:graphic>
      </p:graphicFrame>
      <p:graphicFrame>
        <p:nvGraphicFramePr>
          <p:cNvPr id="102" name="Object 101"/>
          <p:cNvGraphicFramePr>
            <a:graphicFrameLocks noChangeAspect="1"/>
          </p:cNvGraphicFramePr>
          <p:nvPr>
            <p:extLst>
              <p:ext uri="{D42A27DB-BD31-4B8C-83A1-F6EECF244321}">
                <p14:modId xmlns:p14="http://schemas.microsoft.com/office/powerpoint/2010/main" val="296927760"/>
              </p:ext>
            </p:extLst>
          </p:nvPr>
        </p:nvGraphicFramePr>
        <p:xfrm>
          <a:off x="6341804" y="3592456"/>
          <a:ext cx="431800" cy="190500"/>
        </p:xfrm>
        <a:graphic>
          <a:graphicData uri="http://schemas.openxmlformats.org/presentationml/2006/ole">
            <mc:AlternateContent xmlns:mc="http://schemas.openxmlformats.org/markup-compatibility/2006">
              <mc:Choice xmlns:v="urn:schemas-microsoft-com:vml" Requires="v">
                <p:oleObj name="Equation" r:id="rId154" imgW="431640" imgH="190440" progId="Equation.DSMT4">
                  <p:embed/>
                </p:oleObj>
              </mc:Choice>
              <mc:Fallback>
                <p:oleObj name="Equation" r:id="rId154" imgW="431640" imgH="190440" progId="Equation.DSMT4">
                  <p:embed/>
                  <p:pic>
                    <p:nvPicPr>
                      <p:cNvPr id="0" name=""/>
                      <p:cNvPicPr/>
                      <p:nvPr/>
                    </p:nvPicPr>
                    <p:blipFill>
                      <a:blip r:embed="rId155"/>
                      <a:stretch>
                        <a:fillRect/>
                      </a:stretch>
                    </p:blipFill>
                    <p:spPr>
                      <a:xfrm>
                        <a:off x="6341804" y="3592456"/>
                        <a:ext cx="431800" cy="190500"/>
                      </a:xfrm>
                      <a:prstGeom prst="rect">
                        <a:avLst/>
                      </a:prstGeom>
                    </p:spPr>
                  </p:pic>
                </p:oleObj>
              </mc:Fallback>
            </mc:AlternateContent>
          </a:graphicData>
        </a:graphic>
      </p:graphicFrame>
      <p:graphicFrame>
        <p:nvGraphicFramePr>
          <p:cNvPr id="103" name="Object 102"/>
          <p:cNvGraphicFramePr>
            <a:graphicFrameLocks noChangeAspect="1"/>
          </p:cNvGraphicFramePr>
          <p:nvPr>
            <p:extLst>
              <p:ext uri="{D42A27DB-BD31-4B8C-83A1-F6EECF244321}">
                <p14:modId xmlns:p14="http://schemas.microsoft.com/office/powerpoint/2010/main" val="4125010710"/>
              </p:ext>
            </p:extLst>
          </p:nvPr>
        </p:nvGraphicFramePr>
        <p:xfrm>
          <a:off x="7049721" y="3592450"/>
          <a:ext cx="431800" cy="190500"/>
        </p:xfrm>
        <a:graphic>
          <a:graphicData uri="http://schemas.openxmlformats.org/presentationml/2006/ole">
            <mc:AlternateContent xmlns:mc="http://schemas.openxmlformats.org/markup-compatibility/2006">
              <mc:Choice xmlns:v="urn:schemas-microsoft-com:vml" Requires="v">
                <p:oleObj name="Equation" r:id="rId156" imgW="431640" imgH="190440" progId="Equation.DSMT4">
                  <p:embed/>
                </p:oleObj>
              </mc:Choice>
              <mc:Fallback>
                <p:oleObj name="Equation" r:id="rId156" imgW="431640" imgH="190440" progId="Equation.DSMT4">
                  <p:embed/>
                  <p:pic>
                    <p:nvPicPr>
                      <p:cNvPr id="0" name=""/>
                      <p:cNvPicPr/>
                      <p:nvPr/>
                    </p:nvPicPr>
                    <p:blipFill>
                      <a:blip r:embed="rId157"/>
                      <a:stretch>
                        <a:fillRect/>
                      </a:stretch>
                    </p:blipFill>
                    <p:spPr>
                      <a:xfrm>
                        <a:off x="7049721" y="3592450"/>
                        <a:ext cx="431800" cy="190500"/>
                      </a:xfrm>
                      <a:prstGeom prst="rect">
                        <a:avLst/>
                      </a:prstGeom>
                    </p:spPr>
                  </p:pic>
                </p:oleObj>
              </mc:Fallback>
            </mc:AlternateContent>
          </a:graphicData>
        </a:graphic>
      </p:graphicFrame>
      <p:graphicFrame>
        <p:nvGraphicFramePr>
          <p:cNvPr id="104" name="Object 103"/>
          <p:cNvGraphicFramePr>
            <a:graphicFrameLocks noChangeAspect="1"/>
          </p:cNvGraphicFramePr>
          <p:nvPr>
            <p:extLst>
              <p:ext uri="{D42A27DB-BD31-4B8C-83A1-F6EECF244321}">
                <p14:modId xmlns:p14="http://schemas.microsoft.com/office/powerpoint/2010/main" val="1505814869"/>
              </p:ext>
            </p:extLst>
          </p:nvPr>
        </p:nvGraphicFramePr>
        <p:xfrm>
          <a:off x="7831386" y="3577706"/>
          <a:ext cx="431800" cy="190500"/>
        </p:xfrm>
        <a:graphic>
          <a:graphicData uri="http://schemas.openxmlformats.org/presentationml/2006/ole">
            <mc:AlternateContent xmlns:mc="http://schemas.openxmlformats.org/markup-compatibility/2006">
              <mc:Choice xmlns:v="urn:schemas-microsoft-com:vml" Requires="v">
                <p:oleObj name="Equation" r:id="rId158" imgW="431640" imgH="190440" progId="Equation.DSMT4">
                  <p:embed/>
                </p:oleObj>
              </mc:Choice>
              <mc:Fallback>
                <p:oleObj name="Equation" r:id="rId158" imgW="431640" imgH="190440" progId="Equation.DSMT4">
                  <p:embed/>
                  <p:pic>
                    <p:nvPicPr>
                      <p:cNvPr id="0" name=""/>
                      <p:cNvPicPr/>
                      <p:nvPr/>
                    </p:nvPicPr>
                    <p:blipFill>
                      <a:blip r:embed="rId159"/>
                      <a:stretch>
                        <a:fillRect/>
                      </a:stretch>
                    </p:blipFill>
                    <p:spPr>
                      <a:xfrm>
                        <a:off x="7831386" y="3577706"/>
                        <a:ext cx="431800" cy="190500"/>
                      </a:xfrm>
                      <a:prstGeom prst="rect">
                        <a:avLst/>
                      </a:prstGeom>
                    </p:spPr>
                  </p:pic>
                </p:oleObj>
              </mc:Fallback>
            </mc:AlternateContent>
          </a:graphicData>
        </a:graphic>
      </p:graphicFrame>
      <p:graphicFrame>
        <p:nvGraphicFramePr>
          <p:cNvPr id="105" name="Object 104"/>
          <p:cNvGraphicFramePr>
            <a:graphicFrameLocks noChangeAspect="1"/>
          </p:cNvGraphicFramePr>
          <p:nvPr>
            <p:extLst>
              <p:ext uri="{D42A27DB-BD31-4B8C-83A1-F6EECF244321}">
                <p14:modId xmlns:p14="http://schemas.microsoft.com/office/powerpoint/2010/main" val="4041638646"/>
              </p:ext>
            </p:extLst>
          </p:nvPr>
        </p:nvGraphicFramePr>
        <p:xfrm>
          <a:off x="575598" y="3902179"/>
          <a:ext cx="254000" cy="190500"/>
        </p:xfrm>
        <a:graphic>
          <a:graphicData uri="http://schemas.openxmlformats.org/presentationml/2006/ole">
            <mc:AlternateContent xmlns:mc="http://schemas.openxmlformats.org/markup-compatibility/2006">
              <mc:Choice xmlns:v="urn:schemas-microsoft-com:vml" Requires="v">
                <p:oleObj name="Equation" r:id="rId160" imgW="253800" imgH="190440" progId="Equation.DSMT4">
                  <p:embed/>
                </p:oleObj>
              </mc:Choice>
              <mc:Fallback>
                <p:oleObj name="Equation" r:id="rId160" imgW="253800" imgH="190440" progId="Equation.DSMT4">
                  <p:embed/>
                  <p:pic>
                    <p:nvPicPr>
                      <p:cNvPr id="0" name=""/>
                      <p:cNvPicPr/>
                      <p:nvPr/>
                    </p:nvPicPr>
                    <p:blipFill>
                      <a:blip r:embed="rId161"/>
                      <a:stretch>
                        <a:fillRect/>
                      </a:stretch>
                    </p:blipFill>
                    <p:spPr>
                      <a:xfrm>
                        <a:off x="575598" y="3902179"/>
                        <a:ext cx="254000" cy="190500"/>
                      </a:xfrm>
                      <a:prstGeom prst="rect">
                        <a:avLst/>
                      </a:prstGeom>
                    </p:spPr>
                  </p:pic>
                </p:oleObj>
              </mc:Fallback>
            </mc:AlternateContent>
          </a:graphicData>
        </a:graphic>
      </p:graphicFrame>
      <p:graphicFrame>
        <p:nvGraphicFramePr>
          <p:cNvPr id="106" name="Object 105"/>
          <p:cNvGraphicFramePr>
            <a:graphicFrameLocks noChangeAspect="1"/>
          </p:cNvGraphicFramePr>
          <p:nvPr>
            <p:extLst>
              <p:ext uri="{D42A27DB-BD31-4B8C-83A1-F6EECF244321}">
                <p14:modId xmlns:p14="http://schemas.microsoft.com/office/powerpoint/2010/main" val="4285903946"/>
              </p:ext>
            </p:extLst>
          </p:nvPr>
        </p:nvGraphicFramePr>
        <p:xfrm>
          <a:off x="1217769" y="3887426"/>
          <a:ext cx="444500" cy="190500"/>
        </p:xfrm>
        <a:graphic>
          <a:graphicData uri="http://schemas.openxmlformats.org/presentationml/2006/ole">
            <mc:AlternateContent xmlns:mc="http://schemas.openxmlformats.org/markup-compatibility/2006">
              <mc:Choice xmlns:v="urn:schemas-microsoft-com:vml" Requires="v">
                <p:oleObj name="Equation" r:id="rId162" imgW="444240" imgH="190440" progId="Equation.DSMT4">
                  <p:embed/>
                </p:oleObj>
              </mc:Choice>
              <mc:Fallback>
                <p:oleObj name="Equation" r:id="rId162" imgW="444240" imgH="190440" progId="Equation.DSMT4">
                  <p:embed/>
                  <p:pic>
                    <p:nvPicPr>
                      <p:cNvPr id="0" name=""/>
                      <p:cNvPicPr/>
                      <p:nvPr/>
                    </p:nvPicPr>
                    <p:blipFill>
                      <a:blip r:embed="rId163"/>
                      <a:stretch>
                        <a:fillRect/>
                      </a:stretch>
                    </p:blipFill>
                    <p:spPr>
                      <a:xfrm>
                        <a:off x="1217769" y="3887426"/>
                        <a:ext cx="444500" cy="190500"/>
                      </a:xfrm>
                      <a:prstGeom prst="rect">
                        <a:avLst/>
                      </a:prstGeom>
                    </p:spPr>
                  </p:pic>
                </p:oleObj>
              </mc:Fallback>
            </mc:AlternateContent>
          </a:graphicData>
        </a:graphic>
      </p:graphicFrame>
      <p:graphicFrame>
        <p:nvGraphicFramePr>
          <p:cNvPr id="107" name="Object 106"/>
          <p:cNvGraphicFramePr>
            <a:graphicFrameLocks noChangeAspect="1"/>
          </p:cNvGraphicFramePr>
          <p:nvPr>
            <p:extLst>
              <p:ext uri="{D42A27DB-BD31-4B8C-83A1-F6EECF244321}">
                <p14:modId xmlns:p14="http://schemas.microsoft.com/office/powerpoint/2010/main" val="2749340518"/>
              </p:ext>
            </p:extLst>
          </p:nvPr>
        </p:nvGraphicFramePr>
        <p:xfrm>
          <a:off x="1940429" y="3872676"/>
          <a:ext cx="444500" cy="190500"/>
        </p:xfrm>
        <a:graphic>
          <a:graphicData uri="http://schemas.openxmlformats.org/presentationml/2006/ole">
            <mc:AlternateContent xmlns:mc="http://schemas.openxmlformats.org/markup-compatibility/2006">
              <mc:Choice xmlns:v="urn:schemas-microsoft-com:vml" Requires="v">
                <p:oleObj name="Equation" r:id="rId164" imgW="444240" imgH="190440" progId="Equation.DSMT4">
                  <p:embed/>
                </p:oleObj>
              </mc:Choice>
              <mc:Fallback>
                <p:oleObj name="Equation" r:id="rId164" imgW="444240" imgH="190440" progId="Equation.DSMT4">
                  <p:embed/>
                  <p:pic>
                    <p:nvPicPr>
                      <p:cNvPr id="0" name=""/>
                      <p:cNvPicPr/>
                      <p:nvPr/>
                    </p:nvPicPr>
                    <p:blipFill>
                      <a:blip r:embed="rId165"/>
                      <a:stretch>
                        <a:fillRect/>
                      </a:stretch>
                    </p:blipFill>
                    <p:spPr>
                      <a:xfrm>
                        <a:off x="1940429" y="3872676"/>
                        <a:ext cx="444500" cy="190500"/>
                      </a:xfrm>
                      <a:prstGeom prst="rect">
                        <a:avLst/>
                      </a:prstGeom>
                    </p:spPr>
                  </p:pic>
                </p:oleObj>
              </mc:Fallback>
            </mc:AlternateContent>
          </a:graphicData>
        </a:graphic>
      </p:graphicFrame>
      <p:graphicFrame>
        <p:nvGraphicFramePr>
          <p:cNvPr id="108" name="Object 107"/>
          <p:cNvGraphicFramePr>
            <a:graphicFrameLocks noChangeAspect="1"/>
          </p:cNvGraphicFramePr>
          <p:nvPr>
            <p:extLst>
              <p:ext uri="{D42A27DB-BD31-4B8C-83A1-F6EECF244321}">
                <p14:modId xmlns:p14="http://schemas.microsoft.com/office/powerpoint/2010/main" val="3396104817"/>
              </p:ext>
            </p:extLst>
          </p:nvPr>
        </p:nvGraphicFramePr>
        <p:xfrm>
          <a:off x="2692609" y="3887427"/>
          <a:ext cx="444500" cy="190500"/>
        </p:xfrm>
        <a:graphic>
          <a:graphicData uri="http://schemas.openxmlformats.org/presentationml/2006/ole">
            <mc:AlternateContent xmlns:mc="http://schemas.openxmlformats.org/markup-compatibility/2006">
              <mc:Choice xmlns:v="urn:schemas-microsoft-com:vml" Requires="v">
                <p:oleObj name="Equation" r:id="rId166" imgW="444240" imgH="190440" progId="Equation.DSMT4">
                  <p:embed/>
                </p:oleObj>
              </mc:Choice>
              <mc:Fallback>
                <p:oleObj name="Equation" r:id="rId166" imgW="444240" imgH="190440" progId="Equation.DSMT4">
                  <p:embed/>
                  <p:pic>
                    <p:nvPicPr>
                      <p:cNvPr id="0" name=""/>
                      <p:cNvPicPr/>
                      <p:nvPr/>
                    </p:nvPicPr>
                    <p:blipFill>
                      <a:blip r:embed="rId167"/>
                      <a:stretch>
                        <a:fillRect/>
                      </a:stretch>
                    </p:blipFill>
                    <p:spPr>
                      <a:xfrm>
                        <a:off x="2692609" y="3887427"/>
                        <a:ext cx="444500" cy="190500"/>
                      </a:xfrm>
                      <a:prstGeom prst="rect">
                        <a:avLst/>
                      </a:prstGeom>
                    </p:spPr>
                  </p:pic>
                </p:oleObj>
              </mc:Fallback>
            </mc:AlternateContent>
          </a:graphicData>
        </a:graphic>
      </p:graphicFrame>
      <p:graphicFrame>
        <p:nvGraphicFramePr>
          <p:cNvPr id="109" name="Object 108"/>
          <p:cNvGraphicFramePr>
            <a:graphicFrameLocks noChangeAspect="1"/>
          </p:cNvGraphicFramePr>
          <p:nvPr>
            <p:extLst>
              <p:ext uri="{D42A27DB-BD31-4B8C-83A1-F6EECF244321}">
                <p14:modId xmlns:p14="http://schemas.microsoft.com/office/powerpoint/2010/main" val="1464690560"/>
              </p:ext>
            </p:extLst>
          </p:nvPr>
        </p:nvGraphicFramePr>
        <p:xfrm>
          <a:off x="3444778" y="3887422"/>
          <a:ext cx="444500" cy="190500"/>
        </p:xfrm>
        <a:graphic>
          <a:graphicData uri="http://schemas.openxmlformats.org/presentationml/2006/ole">
            <mc:AlternateContent xmlns:mc="http://schemas.openxmlformats.org/markup-compatibility/2006">
              <mc:Choice xmlns:v="urn:schemas-microsoft-com:vml" Requires="v">
                <p:oleObj name="Equation" r:id="rId168" imgW="444240" imgH="190440" progId="Equation.DSMT4">
                  <p:embed/>
                </p:oleObj>
              </mc:Choice>
              <mc:Fallback>
                <p:oleObj name="Equation" r:id="rId168" imgW="444240" imgH="190440" progId="Equation.DSMT4">
                  <p:embed/>
                  <p:pic>
                    <p:nvPicPr>
                      <p:cNvPr id="0" name=""/>
                      <p:cNvPicPr/>
                      <p:nvPr/>
                    </p:nvPicPr>
                    <p:blipFill>
                      <a:blip r:embed="rId169"/>
                      <a:stretch>
                        <a:fillRect/>
                      </a:stretch>
                    </p:blipFill>
                    <p:spPr>
                      <a:xfrm>
                        <a:off x="3444778" y="3887422"/>
                        <a:ext cx="444500" cy="190500"/>
                      </a:xfrm>
                      <a:prstGeom prst="rect">
                        <a:avLst/>
                      </a:prstGeom>
                    </p:spPr>
                  </p:pic>
                </p:oleObj>
              </mc:Fallback>
            </mc:AlternateContent>
          </a:graphicData>
        </a:graphic>
      </p:graphicFrame>
      <p:graphicFrame>
        <p:nvGraphicFramePr>
          <p:cNvPr id="110" name="Object 109"/>
          <p:cNvGraphicFramePr>
            <a:graphicFrameLocks noChangeAspect="1"/>
          </p:cNvGraphicFramePr>
          <p:nvPr>
            <p:extLst>
              <p:ext uri="{D42A27DB-BD31-4B8C-83A1-F6EECF244321}">
                <p14:modId xmlns:p14="http://schemas.microsoft.com/office/powerpoint/2010/main" val="2925198188"/>
              </p:ext>
            </p:extLst>
          </p:nvPr>
        </p:nvGraphicFramePr>
        <p:xfrm>
          <a:off x="4137951" y="3887433"/>
          <a:ext cx="444500" cy="190500"/>
        </p:xfrm>
        <a:graphic>
          <a:graphicData uri="http://schemas.openxmlformats.org/presentationml/2006/ole">
            <mc:AlternateContent xmlns:mc="http://schemas.openxmlformats.org/markup-compatibility/2006">
              <mc:Choice xmlns:v="urn:schemas-microsoft-com:vml" Requires="v">
                <p:oleObj name="Equation" r:id="rId170" imgW="444240" imgH="190440" progId="Equation.DSMT4">
                  <p:embed/>
                </p:oleObj>
              </mc:Choice>
              <mc:Fallback>
                <p:oleObj name="Equation" r:id="rId170" imgW="444240" imgH="190440" progId="Equation.DSMT4">
                  <p:embed/>
                  <p:pic>
                    <p:nvPicPr>
                      <p:cNvPr id="0" name=""/>
                      <p:cNvPicPr/>
                      <p:nvPr/>
                    </p:nvPicPr>
                    <p:blipFill>
                      <a:blip r:embed="rId171"/>
                      <a:stretch>
                        <a:fillRect/>
                      </a:stretch>
                    </p:blipFill>
                    <p:spPr>
                      <a:xfrm>
                        <a:off x="4137951" y="3887433"/>
                        <a:ext cx="444500" cy="190500"/>
                      </a:xfrm>
                      <a:prstGeom prst="rect">
                        <a:avLst/>
                      </a:prstGeom>
                    </p:spPr>
                  </p:pic>
                </p:oleObj>
              </mc:Fallback>
            </mc:AlternateContent>
          </a:graphicData>
        </a:graphic>
      </p:graphicFrame>
      <p:graphicFrame>
        <p:nvGraphicFramePr>
          <p:cNvPr id="111" name="Object 110"/>
          <p:cNvGraphicFramePr>
            <a:graphicFrameLocks noChangeAspect="1"/>
          </p:cNvGraphicFramePr>
          <p:nvPr>
            <p:extLst>
              <p:ext uri="{D42A27DB-BD31-4B8C-83A1-F6EECF244321}">
                <p14:modId xmlns:p14="http://schemas.microsoft.com/office/powerpoint/2010/main" val="307481725"/>
              </p:ext>
            </p:extLst>
          </p:nvPr>
        </p:nvGraphicFramePr>
        <p:xfrm>
          <a:off x="4875366" y="3872679"/>
          <a:ext cx="444500" cy="190500"/>
        </p:xfrm>
        <a:graphic>
          <a:graphicData uri="http://schemas.openxmlformats.org/presentationml/2006/ole">
            <mc:AlternateContent xmlns:mc="http://schemas.openxmlformats.org/markup-compatibility/2006">
              <mc:Choice xmlns:v="urn:schemas-microsoft-com:vml" Requires="v">
                <p:oleObj name="Equation" r:id="rId172" imgW="444240" imgH="190440" progId="Equation.DSMT4">
                  <p:embed/>
                </p:oleObj>
              </mc:Choice>
              <mc:Fallback>
                <p:oleObj name="Equation" r:id="rId172" imgW="444240" imgH="190440" progId="Equation.DSMT4">
                  <p:embed/>
                  <p:pic>
                    <p:nvPicPr>
                      <p:cNvPr id="0" name=""/>
                      <p:cNvPicPr/>
                      <p:nvPr/>
                    </p:nvPicPr>
                    <p:blipFill>
                      <a:blip r:embed="rId173"/>
                      <a:stretch>
                        <a:fillRect/>
                      </a:stretch>
                    </p:blipFill>
                    <p:spPr>
                      <a:xfrm>
                        <a:off x="4875366" y="3872679"/>
                        <a:ext cx="444500" cy="190500"/>
                      </a:xfrm>
                      <a:prstGeom prst="rect">
                        <a:avLst/>
                      </a:prstGeom>
                    </p:spPr>
                  </p:pic>
                </p:oleObj>
              </mc:Fallback>
            </mc:AlternateContent>
          </a:graphicData>
        </a:graphic>
      </p:graphicFrame>
      <p:graphicFrame>
        <p:nvGraphicFramePr>
          <p:cNvPr id="112" name="Object 111"/>
          <p:cNvGraphicFramePr>
            <a:graphicFrameLocks noChangeAspect="1"/>
          </p:cNvGraphicFramePr>
          <p:nvPr>
            <p:extLst>
              <p:ext uri="{D42A27DB-BD31-4B8C-83A1-F6EECF244321}">
                <p14:modId xmlns:p14="http://schemas.microsoft.com/office/powerpoint/2010/main" val="2789004349"/>
              </p:ext>
            </p:extLst>
          </p:nvPr>
        </p:nvGraphicFramePr>
        <p:xfrm>
          <a:off x="5613400" y="3871913"/>
          <a:ext cx="444500" cy="190500"/>
        </p:xfrm>
        <a:graphic>
          <a:graphicData uri="http://schemas.openxmlformats.org/presentationml/2006/ole">
            <mc:AlternateContent xmlns:mc="http://schemas.openxmlformats.org/markup-compatibility/2006">
              <mc:Choice xmlns:v="urn:schemas-microsoft-com:vml" Requires="v">
                <p:oleObj name="Equation" r:id="rId174" imgW="444240" imgH="190440" progId="Equation.DSMT4">
                  <p:embed/>
                </p:oleObj>
              </mc:Choice>
              <mc:Fallback>
                <p:oleObj name="Equation" r:id="rId174" imgW="444240" imgH="190440" progId="Equation.DSMT4">
                  <p:embed/>
                  <p:pic>
                    <p:nvPicPr>
                      <p:cNvPr id="0" name=""/>
                      <p:cNvPicPr/>
                      <p:nvPr/>
                    </p:nvPicPr>
                    <p:blipFill>
                      <a:blip r:embed="rId175"/>
                      <a:stretch>
                        <a:fillRect/>
                      </a:stretch>
                    </p:blipFill>
                    <p:spPr>
                      <a:xfrm>
                        <a:off x="5613400" y="3871913"/>
                        <a:ext cx="444500" cy="190500"/>
                      </a:xfrm>
                      <a:prstGeom prst="rect">
                        <a:avLst/>
                      </a:prstGeom>
                    </p:spPr>
                  </p:pic>
                </p:oleObj>
              </mc:Fallback>
            </mc:AlternateContent>
          </a:graphicData>
        </a:graphic>
      </p:graphicFrame>
      <p:graphicFrame>
        <p:nvGraphicFramePr>
          <p:cNvPr id="113" name="Object 112"/>
          <p:cNvGraphicFramePr>
            <a:graphicFrameLocks noChangeAspect="1"/>
          </p:cNvGraphicFramePr>
          <p:nvPr>
            <p:extLst>
              <p:ext uri="{D42A27DB-BD31-4B8C-83A1-F6EECF244321}">
                <p14:modId xmlns:p14="http://schemas.microsoft.com/office/powerpoint/2010/main" val="3516424662"/>
              </p:ext>
            </p:extLst>
          </p:nvPr>
        </p:nvGraphicFramePr>
        <p:xfrm>
          <a:off x="6350192" y="3902176"/>
          <a:ext cx="444500" cy="190500"/>
        </p:xfrm>
        <a:graphic>
          <a:graphicData uri="http://schemas.openxmlformats.org/presentationml/2006/ole">
            <mc:AlternateContent xmlns:mc="http://schemas.openxmlformats.org/markup-compatibility/2006">
              <mc:Choice xmlns:v="urn:schemas-microsoft-com:vml" Requires="v">
                <p:oleObj name="Equation" r:id="rId176" imgW="444240" imgH="190440" progId="Equation.DSMT4">
                  <p:embed/>
                </p:oleObj>
              </mc:Choice>
              <mc:Fallback>
                <p:oleObj name="Equation" r:id="rId176" imgW="444240" imgH="190440" progId="Equation.DSMT4">
                  <p:embed/>
                  <p:pic>
                    <p:nvPicPr>
                      <p:cNvPr id="0" name=""/>
                      <p:cNvPicPr/>
                      <p:nvPr/>
                    </p:nvPicPr>
                    <p:blipFill>
                      <a:blip r:embed="rId177"/>
                      <a:stretch>
                        <a:fillRect/>
                      </a:stretch>
                    </p:blipFill>
                    <p:spPr>
                      <a:xfrm>
                        <a:off x="6350192" y="3902176"/>
                        <a:ext cx="444500" cy="190500"/>
                      </a:xfrm>
                      <a:prstGeom prst="rect">
                        <a:avLst/>
                      </a:prstGeom>
                    </p:spPr>
                  </p:pic>
                </p:oleObj>
              </mc:Fallback>
            </mc:AlternateContent>
          </a:graphicData>
        </a:graphic>
      </p:graphicFrame>
      <p:graphicFrame>
        <p:nvGraphicFramePr>
          <p:cNvPr id="114" name="Object 113"/>
          <p:cNvGraphicFramePr>
            <a:graphicFrameLocks noChangeAspect="1"/>
          </p:cNvGraphicFramePr>
          <p:nvPr>
            <p:extLst>
              <p:ext uri="{D42A27DB-BD31-4B8C-83A1-F6EECF244321}">
                <p14:modId xmlns:p14="http://schemas.microsoft.com/office/powerpoint/2010/main" val="213096857"/>
              </p:ext>
            </p:extLst>
          </p:nvPr>
        </p:nvGraphicFramePr>
        <p:xfrm>
          <a:off x="7049724" y="3887424"/>
          <a:ext cx="431800" cy="190500"/>
        </p:xfrm>
        <a:graphic>
          <a:graphicData uri="http://schemas.openxmlformats.org/presentationml/2006/ole">
            <mc:AlternateContent xmlns:mc="http://schemas.openxmlformats.org/markup-compatibility/2006">
              <mc:Choice xmlns:v="urn:schemas-microsoft-com:vml" Requires="v">
                <p:oleObj name="Equation" r:id="rId178" imgW="431640" imgH="190440" progId="Equation.DSMT4">
                  <p:embed/>
                </p:oleObj>
              </mc:Choice>
              <mc:Fallback>
                <p:oleObj name="Equation" r:id="rId178" imgW="431640" imgH="190440" progId="Equation.DSMT4">
                  <p:embed/>
                  <p:pic>
                    <p:nvPicPr>
                      <p:cNvPr id="0" name=""/>
                      <p:cNvPicPr/>
                      <p:nvPr/>
                    </p:nvPicPr>
                    <p:blipFill>
                      <a:blip r:embed="rId179"/>
                      <a:stretch>
                        <a:fillRect/>
                      </a:stretch>
                    </p:blipFill>
                    <p:spPr>
                      <a:xfrm>
                        <a:off x="7049724" y="3887424"/>
                        <a:ext cx="431800" cy="190500"/>
                      </a:xfrm>
                      <a:prstGeom prst="rect">
                        <a:avLst/>
                      </a:prstGeom>
                    </p:spPr>
                  </p:pic>
                </p:oleObj>
              </mc:Fallback>
            </mc:AlternateContent>
          </a:graphicData>
        </a:graphic>
      </p:graphicFrame>
      <p:graphicFrame>
        <p:nvGraphicFramePr>
          <p:cNvPr id="115" name="Object 114"/>
          <p:cNvGraphicFramePr>
            <a:graphicFrameLocks noChangeAspect="1"/>
          </p:cNvGraphicFramePr>
          <p:nvPr>
            <p:extLst>
              <p:ext uri="{D42A27DB-BD31-4B8C-83A1-F6EECF244321}">
                <p14:modId xmlns:p14="http://schemas.microsoft.com/office/powerpoint/2010/main" val="2044534089"/>
              </p:ext>
            </p:extLst>
          </p:nvPr>
        </p:nvGraphicFramePr>
        <p:xfrm>
          <a:off x="7810289" y="3857930"/>
          <a:ext cx="444500" cy="190500"/>
        </p:xfrm>
        <a:graphic>
          <a:graphicData uri="http://schemas.openxmlformats.org/presentationml/2006/ole">
            <mc:AlternateContent xmlns:mc="http://schemas.openxmlformats.org/markup-compatibility/2006">
              <mc:Choice xmlns:v="urn:schemas-microsoft-com:vml" Requires="v">
                <p:oleObj name="Equation" r:id="rId180" imgW="444240" imgH="190440" progId="Equation.DSMT4">
                  <p:embed/>
                </p:oleObj>
              </mc:Choice>
              <mc:Fallback>
                <p:oleObj name="Equation" r:id="rId180" imgW="444240" imgH="190440" progId="Equation.DSMT4">
                  <p:embed/>
                  <p:pic>
                    <p:nvPicPr>
                      <p:cNvPr id="0" name=""/>
                      <p:cNvPicPr/>
                      <p:nvPr/>
                    </p:nvPicPr>
                    <p:blipFill>
                      <a:blip r:embed="rId181"/>
                      <a:stretch>
                        <a:fillRect/>
                      </a:stretch>
                    </p:blipFill>
                    <p:spPr>
                      <a:xfrm>
                        <a:off x="7810289" y="3857930"/>
                        <a:ext cx="444500" cy="190500"/>
                      </a:xfrm>
                      <a:prstGeom prst="rect">
                        <a:avLst/>
                      </a:prstGeom>
                    </p:spPr>
                  </p:pic>
                </p:oleObj>
              </mc:Fallback>
            </mc:AlternateContent>
          </a:graphicData>
        </a:graphic>
      </p:graphicFrame>
      <p:graphicFrame>
        <p:nvGraphicFramePr>
          <p:cNvPr id="116" name="Object 115"/>
          <p:cNvGraphicFramePr>
            <a:graphicFrameLocks noChangeAspect="1"/>
          </p:cNvGraphicFramePr>
          <p:nvPr>
            <p:extLst>
              <p:ext uri="{D42A27DB-BD31-4B8C-83A1-F6EECF244321}">
                <p14:modId xmlns:p14="http://schemas.microsoft.com/office/powerpoint/2010/main" val="3541873674"/>
              </p:ext>
            </p:extLst>
          </p:nvPr>
        </p:nvGraphicFramePr>
        <p:xfrm>
          <a:off x="569262" y="4182388"/>
          <a:ext cx="266700" cy="190500"/>
        </p:xfrm>
        <a:graphic>
          <a:graphicData uri="http://schemas.openxmlformats.org/presentationml/2006/ole">
            <mc:AlternateContent xmlns:mc="http://schemas.openxmlformats.org/markup-compatibility/2006">
              <mc:Choice xmlns:v="urn:schemas-microsoft-com:vml" Requires="v">
                <p:oleObj name="Equation" r:id="rId182" imgW="266400" imgH="190440" progId="Equation.DSMT4">
                  <p:embed/>
                </p:oleObj>
              </mc:Choice>
              <mc:Fallback>
                <p:oleObj name="Equation" r:id="rId182" imgW="266400" imgH="190440" progId="Equation.DSMT4">
                  <p:embed/>
                  <p:pic>
                    <p:nvPicPr>
                      <p:cNvPr id="0" name=""/>
                      <p:cNvPicPr/>
                      <p:nvPr/>
                    </p:nvPicPr>
                    <p:blipFill>
                      <a:blip r:embed="rId183"/>
                      <a:stretch>
                        <a:fillRect/>
                      </a:stretch>
                    </p:blipFill>
                    <p:spPr>
                      <a:xfrm>
                        <a:off x="569262" y="4182388"/>
                        <a:ext cx="266700" cy="190500"/>
                      </a:xfrm>
                      <a:prstGeom prst="rect">
                        <a:avLst/>
                      </a:prstGeom>
                    </p:spPr>
                  </p:pic>
                </p:oleObj>
              </mc:Fallback>
            </mc:AlternateContent>
          </a:graphicData>
        </a:graphic>
      </p:graphicFrame>
      <p:graphicFrame>
        <p:nvGraphicFramePr>
          <p:cNvPr id="117" name="Object 116"/>
          <p:cNvGraphicFramePr>
            <a:graphicFrameLocks noChangeAspect="1"/>
          </p:cNvGraphicFramePr>
          <p:nvPr>
            <p:extLst>
              <p:ext uri="{D42A27DB-BD31-4B8C-83A1-F6EECF244321}">
                <p14:modId xmlns:p14="http://schemas.microsoft.com/office/powerpoint/2010/main" val="2126051492"/>
              </p:ext>
            </p:extLst>
          </p:nvPr>
        </p:nvGraphicFramePr>
        <p:xfrm>
          <a:off x="1224127" y="4182388"/>
          <a:ext cx="431800" cy="190500"/>
        </p:xfrm>
        <a:graphic>
          <a:graphicData uri="http://schemas.openxmlformats.org/presentationml/2006/ole">
            <mc:AlternateContent xmlns:mc="http://schemas.openxmlformats.org/markup-compatibility/2006">
              <mc:Choice xmlns:v="urn:schemas-microsoft-com:vml" Requires="v">
                <p:oleObj name="Equation" r:id="rId184" imgW="431640" imgH="190440" progId="Equation.DSMT4">
                  <p:embed/>
                </p:oleObj>
              </mc:Choice>
              <mc:Fallback>
                <p:oleObj name="Equation" r:id="rId184" imgW="431640" imgH="190440" progId="Equation.DSMT4">
                  <p:embed/>
                  <p:pic>
                    <p:nvPicPr>
                      <p:cNvPr id="0" name=""/>
                      <p:cNvPicPr/>
                      <p:nvPr/>
                    </p:nvPicPr>
                    <p:blipFill>
                      <a:blip r:embed="rId185"/>
                      <a:stretch>
                        <a:fillRect/>
                      </a:stretch>
                    </p:blipFill>
                    <p:spPr>
                      <a:xfrm>
                        <a:off x="1224127" y="4182388"/>
                        <a:ext cx="431800" cy="190500"/>
                      </a:xfrm>
                      <a:prstGeom prst="rect">
                        <a:avLst/>
                      </a:prstGeom>
                    </p:spPr>
                  </p:pic>
                </p:oleObj>
              </mc:Fallback>
            </mc:AlternateContent>
          </a:graphicData>
        </a:graphic>
      </p:graphicFrame>
      <p:graphicFrame>
        <p:nvGraphicFramePr>
          <p:cNvPr id="118" name="Object 117"/>
          <p:cNvGraphicFramePr>
            <a:graphicFrameLocks noChangeAspect="1"/>
          </p:cNvGraphicFramePr>
          <p:nvPr>
            <p:extLst>
              <p:ext uri="{D42A27DB-BD31-4B8C-83A1-F6EECF244321}">
                <p14:modId xmlns:p14="http://schemas.microsoft.com/office/powerpoint/2010/main" val="960626178"/>
              </p:ext>
            </p:extLst>
          </p:nvPr>
        </p:nvGraphicFramePr>
        <p:xfrm>
          <a:off x="1961545" y="4197138"/>
          <a:ext cx="431800" cy="190500"/>
        </p:xfrm>
        <a:graphic>
          <a:graphicData uri="http://schemas.openxmlformats.org/presentationml/2006/ole">
            <mc:AlternateContent xmlns:mc="http://schemas.openxmlformats.org/markup-compatibility/2006">
              <mc:Choice xmlns:v="urn:schemas-microsoft-com:vml" Requires="v">
                <p:oleObj name="Equation" r:id="rId186" imgW="431640" imgH="190440" progId="Equation.DSMT4">
                  <p:embed/>
                </p:oleObj>
              </mc:Choice>
              <mc:Fallback>
                <p:oleObj name="Equation" r:id="rId186" imgW="431640" imgH="190440" progId="Equation.DSMT4">
                  <p:embed/>
                  <p:pic>
                    <p:nvPicPr>
                      <p:cNvPr id="0" name=""/>
                      <p:cNvPicPr/>
                      <p:nvPr/>
                    </p:nvPicPr>
                    <p:blipFill>
                      <a:blip r:embed="rId187"/>
                      <a:stretch>
                        <a:fillRect/>
                      </a:stretch>
                    </p:blipFill>
                    <p:spPr>
                      <a:xfrm>
                        <a:off x="1961545" y="4197138"/>
                        <a:ext cx="431800" cy="190500"/>
                      </a:xfrm>
                      <a:prstGeom prst="rect">
                        <a:avLst/>
                      </a:prstGeom>
                    </p:spPr>
                  </p:pic>
                </p:oleObj>
              </mc:Fallback>
            </mc:AlternateContent>
          </a:graphicData>
        </a:graphic>
      </p:graphicFrame>
      <p:graphicFrame>
        <p:nvGraphicFramePr>
          <p:cNvPr id="119" name="Object 118"/>
          <p:cNvGraphicFramePr>
            <a:graphicFrameLocks noChangeAspect="1"/>
          </p:cNvGraphicFramePr>
          <p:nvPr>
            <p:extLst>
              <p:ext uri="{D42A27DB-BD31-4B8C-83A1-F6EECF244321}">
                <p14:modId xmlns:p14="http://schemas.microsoft.com/office/powerpoint/2010/main" val="3282273986"/>
              </p:ext>
            </p:extLst>
          </p:nvPr>
        </p:nvGraphicFramePr>
        <p:xfrm>
          <a:off x="2683595" y="4197144"/>
          <a:ext cx="431800" cy="190500"/>
        </p:xfrm>
        <a:graphic>
          <a:graphicData uri="http://schemas.openxmlformats.org/presentationml/2006/ole">
            <mc:AlternateContent xmlns:mc="http://schemas.openxmlformats.org/markup-compatibility/2006">
              <mc:Choice xmlns:v="urn:schemas-microsoft-com:vml" Requires="v">
                <p:oleObj name="Equation" r:id="rId188" imgW="431640" imgH="190440" progId="Equation.DSMT4">
                  <p:embed/>
                </p:oleObj>
              </mc:Choice>
              <mc:Fallback>
                <p:oleObj name="Equation" r:id="rId188" imgW="431640" imgH="190440" progId="Equation.DSMT4">
                  <p:embed/>
                  <p:pic>
                    <p:nvPicPr>
                      <p:cNvPr id="0" name=""/>
                      <p:cNvPicPr/>
                      <p:nvPr/>
                    </p:nvPicPr>
                    <p:blipFill>
                      <a:blip r:embed="rId189"/>
                      <a:stretch>
                        <a:fillRect/>
                      </a:stretch>
                    </p:blipFill>
                    <p:spPr>
                      <a:xfrm>
                        <a:off x="2683595" y="4197144"/>
                        <a:ext cx="431800" cy="190500"/>
                      </a:xfrm>
                      <a:prstGeom prst="rect">
                        <a:avLst/>
                      </a:prstGeom>
                    </p:spPr>
                  </p:pic>
                </p:oleObj>
              </mc:Fallback>
            </mc:AlternateContent>
          </a:graphicData>
        </a:graphic>
      </p:graphicFrame>
      <p:graphicFrame>
        <p:nvGraphicFramePr>
          <p:cNvPr id="120" name="Object 119"/>
          <p:cNvGraphicFramePr>
            <a:graphicFrameLocks noChangeAspect="1"/>
          </p:cNvGraphicFramePr>
          <p:nvPr>
            <p:extLst>
              <p:ext uri="{D42A27DB-BD31-4B8C-83A1-F6EECF244321}">
                <p14:modId xmlns:p14="http://schemas.microsoft.com/office/powerpoint/2010/main" val="708803285"/>
              </p:ext>
            </p:extLst>
          </p:nvPr>
        </p:nvGraphicFramePr>
        <p:xfrm>
          <a:off x="3448873" y="4208562"/>
          <a:ext cx="431800" cy="190500"/>
        </p:xfrm>
        <a:graphic>
          <a:graphicData uri="http://schemas.openxmlformats.org/presentationml/2006/ole">
            <mc:AlternateContent xmlns:mc="http://schemas.openxmlformats.org/markup-compatibility/2006">
              <mc:Choice xmlns:v="urn:schemas-microsoft-com:vml" Requires="v">
                <p:oleObj name="Equation" r:id="rId190" imgW="431640" imgH="190440" progId="Equation.DSMT4">
                  <p:embed/>
                </p:oleObj>
              </mc:Choice>
              <mc:Fallback>
                <p:oleObj name="Equation" r:id="rId190" imgW="431640" imgH="190440" progId="Equation.DSMT4">
                  <p:embed/>
                  <p:pic>
                    <p:nvPicPr>
                      <p:cNvPr id="0" name=""/>
                      <p:cNvPicPr/>
                      <p:nvPr/>
                    </p:nvPicPr>
                    <p:blipFill>
                      <a:blip r:embed="rId191"/>
                      <a:stretch>
                        <a:fillRect/>
                      </a:stretch>
                    </p:blipFill>
                    <p:spPr>
                      <a:xfrm>
                        <a:off x="3448873" y="4208562"/>
                        <a:ext cx="431800" cy="190500"/>
                      </a:xfrm>
                      <a:prstGeom prst="rect">
                        <a:avLst/>
                      </a:prstGeom>
                    </p:spPr>
                  </p:pic>
                </p:oleObj>
              </mc:Fallback>
            </mc:AlternateContent>
          </a:graphicData>
        </a:graphic>
      </p:graphicFrame>
      <p:graphicFrame>
        <p:nvGraphicFramePr>
          <p:cNvPr id="121" name="Object 120"/>
          <p:cNvGraphicFramePr>
            <a:graphicFrameLocks noChangeAspect="1"/>
          </p:cNvGraphicFramePr>
          <p:nvPr>
            <p:extLst>
              <p:ext uri="{D42A27DB-BD31-4B8C-83A1-F6EECF244321}">
                <p14:modId xmlns:p14="http://schemas.microsoft.com/office/powerpoint/2010/main" val="3935759024"/>
              </p:ext>
            </p:extLst>
          </p:nvPr>
        </p:nvGraphicFramePr>
        <p:xfrm>
          <a:off x="4072077" y="4196327"/>
          <a:ext cx="431800" cy="190500"/>
        </p:xfrm>
        <a:graphic>
          <a:graphicData uri="http://schemas.openxmlformats.org/presentationml/2006/ole">
            <mc:AlternateContent xmlns:mc="http://schemas.openxmlformats.org/markup-compatibility/2006">
              <mc:Choice xmlns:v="urn:schemas-microsoft-com:vml" Requires="v">
                <p:oleObj name="Equation" r:id="rId192" imgW="431640" imgH="190440" progId="Equation.DSMT4">
                  <p:embed/>
                </p:oleObj>
              </mc:Choice>
              <mc:Fallback>
                <p:oleObj name="Equation" r:id="rId192" imgW="431640" imgH="190440" progId="Equation.DSMT4">
                  <p:embed/>
                  <p:pic>
                    <p:nvPicPr>
                      <p:cNvPr id="0" name=""/>
                      <p:cNvPicPr/>
                      <p:nvPr/>
                    </p:nvPicPr>
                    <p:blipFill>
                      <a:blip r:embed="rId193"/>
                      <a:stretch>
                        <a:fillRect/>
                      </a:stretch>
                    </p:blipFill>
                    <p:spPr>
                      <a:xfrm>
                        <a:off x="4072077" y="4196327"/>
                        <a:ext cx="431800" cy="190500"/>
                      </a:xfrm>
                      <a:prstGeom prst="rect">
                        <a:avLst/>
                      </a:prstGeom>
                    </p:spPr>
                  </p:pic>
                </p:oleObj>
              </mc:Fallback>
            </mc:AlternateContent>
          </a:graphicData>
        </a:graphic>
      </p:graphicFrame>
      <p:graphicFrame>
        <p:nvGraphicFramePr>
          <p:cNvPr id="122" name="Object 121"/>
          <p:cNvGraphicFramePr>
            <a:graphicFrameLocks noChangeAspect="1"/>
          </p:cNvGraphicFramePr>
          <p:nvPr>
            <p:extLst>
              <p:ext uri="{D42A27DB-BD31-4B8C-83A1-F6EECF244321}">
                <p14:modId xmlns:p14="http://schemas.microsoft.com/office/powerpoint/2010/main" val="374637186"/>
              </p:ext>
            </p:extLst>
          </p:nvPr>
        </p:nvGraphicFramePr>
        <p:xfrm>
          <a:off x="4852220" y="4181579"/>
          <a:ext cx="431800" cy="190500"/>
        </p:xfrm>
        <a:graphic>
          <a:graphicData uri="http://schemas.openxmlformats.org/presentationml/2006/ole">
            <mc:AlternateContent xmlns:mc="http://schemas.openxmlformats.org/markup-compatibility/2006">
              <mc:Choice xmlns:v="urn:schemas-microsoft-com:vml" Requires="v">
                <p:oleObj name="Equation" r:id="rId194" imgW="431640" imgH="190440" progId="Equation.DSMT4">
                  <p:embed/>
                </p:oleObj>
              </mc:Choice>
              <mc:Fallback>
                <p:oleObj name="Equation" r:id="rId194" imgW="431640" imgH="190440" progId="Equation.DSMT4">
                  <p:embed/>
                  <p:pic>
                    <p:nvPicPr>
                      <p:cNvPr id="0" name=""/>
                      <p:cNvPicPr/>
                      <p:nvPr/>
                    </p:nvPicPr>
                    <p:blipFill>
                      <a:blip r:embed="rId195"/>
                      <a:stretch>
                        <a:fillRect/>
                      </a:stretch>
                    </p:blipFill>
                    <p:spPr>
                      <a:xfrm>
                        <a:off x="4852220" y="4181579"/>
                        <a:ext cx="431800" cy="190500"/>
                      </a:xfrm>
                      <a:prstGeom prst="rect">
                        <a:avLst/>
                      </a:prstGeom>
                    </p:spPr>
                  </p:pic>
                </p:oleObj>
              </mc:Fallback>
            </mc:AlternateContent>
          </a:graphicData>
        </a:graphic>
      </p:graphicFrame>
      <p:graphicFrame>
        <p:nvGraphicFramePr>
          <p:cNvPr id="123" name="Object 122"/>
          <p:cNvGraphicFramePr>
            <a:graphicFrameLocks noChangeAspect="1"/>
          </p:cNvGraphicFramePr>
          <p:nvPr>
            <p:extLst>
              <p:ext uri="{D42A27DB-BD31-4B8C-83A1-F6EECF244321}">
                <p14:modId xmlns:p14="http://schemas.microsoft.com/office/powerpoint/2010/main" val="595669868"/>
              </p:ext>
            </p:extLst>
          </p:nvPr>
        </p:nvGraphicFramePr>
        <p:xfrm>
          <a:off x="5597525" y="4195763"/>
          <a:ext cx="444500" cy="190500"/>
        </p:xfrm>
        <a:graphic>
          <a:graphicData uri="http://schemas.openxmlformats.org/presentationml/2006/ole">
            <mc:AlternateContent xmlns:mc="http://schemas.openxmlformats.org/markup-compatibility/2006">
              <mc:Choice xmlns:v="urn:schemas-microsoft-com:vml" Requires="v">
                <p:oleObj name="Equation" r:id="rId196" imgW="444240" imgH="190440" progId="Equation.DSMT4">
                  <p:embed/>
                </p:oleObj>
              </mc:Choice>
              <mc:Fallback>
                <p:oleObj name="Equation" r:id="rId196" imgW="444240" imgH="190440" progId="Equation.DSMT4">
                  <p:embed/>
                  <p:pic>
                    <p:nvPicPr>
                      <p:cNvPr id="0" name=""/>
                      <p:cNvPicPr/>
                      <p:nvPr/>
                    </p:nvPicPr>
                    <p:blipFill>
                      <a:blip r:embed="rId197"/>
                      <a:stretch>
                        <a:fillRect/>
                      </a:stretch>
                    </p:blipFill>
                    <p:spPr>
                      <a:xfrm>
                        <a:off x="5597525" y="4195763"/>
                        <a:ext cx="444500" cy="190500"/>
                      </a:xfrm>
                      <a:prstGeom prst="rect">
                        <a:avLst/>
                      </a:prstGeom>
                    </p:spPr>
                  </p:pic>
                </p:oleObj>
              </mc:Fallback>
            </mc:AlternateContent>
          </a:graphicData>
        </a:graphic>
      </p:graphicFrame>
      <p:graphicFrame>
        <p:nvGraphicFramePr>
          <p:cNvPr id="124" name="Object 123"/>
          <p:cNvGraphicFramePr>
            <a:graphicFrameLocks noChangeAspect="1"/>
          </p:cNvGraphicFramePr>
          <p:nvPr>
            <p:extLst>
              <p:ext uri="{D42A27DB-BD31-4B8C-83A1-F6EECF244321}">
                <p14:modId xmlns:p14="http://schemas.microsoft.com/office/powerpoint/2010/main" val="2130830483"/>
              </p:ext>
            </p:extLst>
          </p:nvPr>
        </p:nvGraphicFramePr>
        <p:xfrm>
          <a:off x="6326319" y="4213121"/>
          <a:ext cx="431800" cy="190500"/>
        </p:xfrm>
        <a:graphic>
          <a:graphicData uri="http://schemas.openxmlformats.org/presentationml/2006/ole">
            <mc:AlternateContent xmlns:mc="http://schemas.openxmlformats.org/markup-compatibility/2006">
              <mc:Choice xmlns:v="urn:schemas-microsoft-com:vml" Requires="v">
                <p:oleObj name="Equation" r:id="rId198" imgW="431640" imgH="190440" progId="Equation.DSMT4">
                  <p:embed/>
                </p:oleObj>
              </mc:Choice>
              <mc:Fallback>
                <p:oleObj name="Equation" r:id="rId198" imgW="431640" imgH="190440" progId="Equation.DSMT4">
                  <p:embed/>
                  <p:pic>
                    <p:nvPicPr>
                      <p:cNvPr id="0" name=""/>
                      <p:cNvPicPr/>
                      <p:nvPr/>
                    </p:nvPicPr>
                    <p:blipFill>
                      <a:blip r:embed="rId199"/>
                      <a:stretch>
                        <a:fillRect/>
                      </a:stretch>
                    </p:blipFill>
                    <p:spPr>
                      <a:xfrm>
                        <a:off x="6326319" y="4213121"/>
                        <a:ext cx="431800" cy="190500"/>
                      </a:xfrm>
                      <a:prstGeom prst="rect">
                        <a:avLst/>
                      </a:prstGeom>
                    </p:spPr>
                  </p:pic>
                </p:oleObj>
              </mc:Fallback>
            </mc:AlternateContent>
          </a:graphicData>
        </a:graphic>
      </p:graphicFrame>
      <p:graphicFrame>
        <p:nvGraphicFramePr>
          <p:cNvPr id="125" name="Object 124"/>
          <p:cNvGraphicFramePr>
            <a:graphicFrameLocks noChangeAspect="1"/>
          </p:cNvGraphicFramePr>
          <p:nvPr>
            <p:extLst>
              <p:ext uri="{D42A27DB-BD31-4B8C-83A1-F6EECF244321}">
                <p14:modId xmlns:p14="http://schemas.microsoft.com/office/powerpoint/2010/main" val="2608474954"/>
              </p:ext>
            </p:extLst>
          </p:nvPr>
        </p:nvGraphicFramePr>
        <p:xfrm>
          <a:off x="7079217" y="4181168"/>
          <a:ext cx="431800" cy="213034"/>
        </p:xfrm>
        <a:graphic>
          <a:graphicData uri="http://schemas.openxmlformats.org/presentationml/2006/ole">
            <mc:AlternateContent xmlns:mc="http://schemas.openxmlformats.org/markup-compatibility/2006">
              <mc:Choice xmlns:v="urn:schemas-microsoft-com:vml" Requires="v">
                <p:oleObj name="Equation" r:id="rId200" imgW="431640" imgH="190440" progId="Equation.DSMT4">
                  <p:embed/>
                </p:oleObj>
              </mc:Choice>
              <mc:Fallback>
                <p:oleObj name="Equation" r:id="rId200" imgW="431640" imgH="190440" progId="Equation.DSMT4">
                  <p:embed/>
                  <p:pic>
                    <p:nvPicPr>
                      <p:cNvPr id="0" name=""/>
                      <p:cNvPicPr/>
                      <p:nvPr/>
                    </p:nvPicPr>
                    <p:blipFill>
                      <a:blip r:embed="rId201"/>
                      <a:stretch>
                        <a:fillRect/>
                      </a:stretch>
                    </p:blipFill>
                    <p:spPr>
                      <a:xfrm>
                        <a:off x="7079217" y="4181168"/>
                        <a:ext cx="431800" cy="213034"/>
                      </a:xfrm>
                      <a:prstGeom prst="rect">
                        <a:avLst/>
                      </a:prstGeom>
                    </p:spPr>
                  </p:pic>
                </p:oleObj>
              </mc:Fallback>
            </mc:AlternateContent>
          </a:graphicData>
        </a:graphic>
      </p:graphicFrame>
      <p:graphicFrame>
        <p:nvGraphicFramePr>
          <p:cNvPr id="126" name="Object 125"/>
          <p:cNvGraphicFramePr>
            <a:graphicFrameLocks noChangeAspect="1"/>
          </p:cNvGraphicFramePr>
          <p:nvPr>
            <p:extLst>
              <p:ext uri="{D42A27DB-BD31-4B8C-83A1-F6EECF244321}">
                <p14:modId xmlns:p14="http://schemas.microsoft.com/office/powerpoint/2010/main" val="3303153890"/>
              </p:ext>
            </p:extLst>
          </p:nvPr>
        </p:nvGraphicFramePr>
        <p:xfrm>
          <a:off x="7801895" y="4183195"/>
          <a:ext cx="431800" cy="190500"/>
        </p:xfrm>
        <a:graphic>
          <a:graphicData uri="http://schemas.openxmlformats.org/presentationml/2006/ole">
            <mc:AlternateContent xmlns:mc="http://schemas.openxmlformats.org/markup-compatibility/2006">
              <mc:Choice xmlns:v="urn:schemas-microsoft-com:vml" Requires="v">
                <p:oleObj name="Equation" r:id="rId202" imgW="431640" imgH="190440" progId="Equation.DSMT4">
                  <p:embed/>
                </p:oleObj>
              </mc:Choice>
              <mc:Fallback>
                <p:oleObj name="Equation" r:id="rId202" imgW="431640" imgH="190440" progId="Equation.DSMT4">
                  <p:embed/>
                  <p:pic>
                    <p:nvPicPr>
                      <p:cNvPr id="0" name=""/>
                      <p:cNvPicPr/>
                      <p:nvPr/>
                    </p:nvPicPr>
                    <p:blipFill>
                      <a:blip r:embed="rId203"/>
                      <a:stretch>
                        <a:fillRect/>
                      </a:stretch>
                    </p:blipFill>
                    <p:spPr>
                      <a:xfrm>
                        <a:off x="7801895" y="4183195"/>
                        <a:ext cx="431800" cy="190500"/>
                      </a:xfrm>
                      <a:prstGeom prst="rect">
                        <a:avLst/>
                      </a:prstGeom>
                    </p:spPr>
                  </p:pic>
                </p:oleObj>
              </mc:Fallback>
            </mc:AlternateContent>
          </a:graphicData>
        </a:graphic>
      </p:graphicFrame>
      <p:graphicFrame>
        <p:nvGraphicFramePr>
          <p:cNvPr id="127" name="Object 126"/>
          <p:cNvGraphicFramePr>
            <a:graphicFrameLocks noChangeAspect="1"/>
          </p:cNvGraphicFramePr>
          <p:nvPr>
            <p:extLst>
              <p:ext uri="{D42A27DB-BD31-4B8C-83A1-F6EECF244321}">
                <p14:modId xmlns:p14="http://schemas.microsoft.com/office/powerpoint/2010/main" val="226325911"/>
              </p:ext>
            </p:extLst>
          </p:nvPr>
        </p:nvGraphicFramePr>
        <p:xfrm>
          <a:off x="581327" y="4491075"/>
          <a:ext cx="254000" cy="190500"/>
        </p:xfrm>
        <a:graphic>
          <a:graphicData uri="http://schemas.openxmlformats.org/presentationml/2006/ole">
            <mc:AlternateContent xmlns:mc="http://schemas.openxmlformats.org/markup-compatibility/2006">
              <mc:Choice xmlns:v="urn:schemas-microsoft-com:vml" Requires="v">
                <p:oleObj name="Equation" r:id="rId204" imgW="253800" imgH="190440" progId="Equation.DSMT4">
                  <p:embed/>
                </p:oleObj>
              </mc:Choice>
              <mc:Fallback>
                <p:oleObj name="Equation" r:id="rId204" imgW="253800" imgH="190440" progId="Equation.DSMT4">
                  <p:embed/>
                  <p:pic>
                    <p:nvPicPr>
                      <p:cNvPr id="0" name=""/>
                      <p:cNvPicPr/>
                      <p:nvPr/>
                    </p:nvPicPr>
                    <p:blipFill>
                      <a:blip r:embed="rId205"/>
                      <a:stretch>
                        <a:fillRect/>
                      </a:stretch>
                    </p:blipFill>
                    <p:spPr>
                      <a:xfrm>
                        <a:off x="581327" y="4491075"/>
                        <a:ext cx="254000" cy="190500"/>
                      </a:xfrm>
                      <a:prstGeom prst="rect">
                        <a:avLst/>
                      </a:prstGeom>
                    </p:spPr>
                  </p:pic>
                </p:oleObj>
              </mc:Fallback>
            </mc:AlternateContent>
          </a:graphicData>
        </a:graphic>
      </p:graphicFrame>
      <p:graphicFrame>
        <p:nvGraphicFramePr>
          <p:cNvPr id="128" name="Object 127"/>
          <p:cNvGraphicFramePr>
            <a:graphicFrameLocks noChangeAspect="1"/>
          </p:cNvGraphicFramePr>
          <p:nvPr>
            <p:extLst>
              <p:ext uri="{D42A27DB-BD31-4B8C-83A1-F6EECF244321}">
                <p14:modId xmlns:p14="http://schemas.microsoft.com/office/powerpoint/2010/main" val="722159308"/>
              </p:ext>
            </p:extLst>
          </p:nvPr>
        </p:nvGraphicFramePr>
        <p:xfrm>
          <a:off x="1235988" y="4491305"/>
          <a:ext cx="419100" cy="190500"/>
        </p:xfrm>
        <a:graphic>
          <a:graphicData uri="http://schemas.openxmlformats.org/presentationml/2006/ole">
            <mc:AlternateContent xmlns:mc="http://schemas.openxmlformats.org/markup-compatibility/2006">
              <mc:Choice xmlns:v="urn:schemas-microsoft-com:vml" Requires="v">
                <p:oleObj name="Equation" r:id="rId206" imgW="419040" imgH="190440" progId="Equation.DSMT4">
                  <p:embed/>
                </p:oleObj>
              </mc:Choice>
              <mc:Fallback>
                <p:oleObj name="Equation" r:id="rId206" imgW="419040" imgH="190440" progId="Equation.DSMT4">
                  <p:embed/>
                  <p:pic>
                    <p:nvPicPr>
                      <p:cNvPr id="0" name=""/>
                      <p:cNvPicPr/>
                      <p:nvPr/>
                    </p:nvPicPr>
                    <p:blipFill>
                      <a:blip r:embed="rId207"/>
                      <a:stretch>
                        <a:fillRect/>
                      </a:stretch>
                    </p:blipFill>
                    <p:spPr>
                      <a:xfrm>
                        <a:off x="1235988" y="4491305"/>
                        <a:ext cx="419100" cy="190500"/>
                      </a:xfrm>
                      <a:prstGeom prst="rect">
                        <a:avLst/>
                      </a:prstGeom>
                    </p:spPr>
                  </p:pic>
                </p:oleObj>
              </mc:Fallback>
            </mc:AlternateContent>
          </a:graphicData>
        </a:graphic>
      </p:graphicFrame>
      <p:graphicFrame>
        <p:nvGraphicFramePr>
          <p:cNvPr id="129" name="Object 128"/>
          <p:cNvGraphicFramePr>
            <a:graphicFrameLocks noChangeAspect="1"/>
          </p:cNvGraphicFramePr>
          <p:nvPr>
            <p:extLst>
              <p:ext uri="{D42A27DB-BD31-4B8C-83A1-F6EECF244321}">
                <p14:modId xmlns:p14="http://schemas.microsoft.com/office/powerpoint/2010/main" val="4153368431"/>
              </p:ext>
            </p:extLst>
          </p:nvPr>
        </p:nvGraphicFramePr>
        <p:xfrm>
          <a:off x="1932041" y="4493139"/>
          <a:ext cx="431800" cy="190500"/>
        </p:xfrm>
        <a:graphic>
          <a:graphicData uri="http://schemas.openxmlformats.org/presentationml/2006/ole">
            <mc:AlternateContent xmlns:mc="http://schemas.openxmlformats.org/markup-compatibility/2006">
              <mc:Choice xmlns:v="urn:schemas-microsoft-com:vml" Requires="v">
                <p:oleObj name="Equation" r:id="rId208" imgW="431640" imgH="190440" progId="Equation.DSMT4">
                  <p:embed/>
                </p:oleObj>
              </mc:Choice>
              <mc:Fallback>
                <p:oleObj name="Equation" r:id="rId208" imgW="431640" imgH="190440" progId="Equation.DSMT4">
                  <p:embed/>
                  <p:pic>
                    <p:nvPicPr>
                      <p:cNvPr id="0" name=""/>
                      <p:cNvPicPr/>
                      <p:nvPr/>
                    </p:nvPicPr>
                    <p:blipFill>
                      <a:blip r:embed="rId209"/>
                      <a:stretch>
                        <a:fillRect/>
                      </a:stretch>
                    </p:blipFill>
                    <p:spPr>
                      <a:xfrm>
                        <a:off x="1932041" y="4493139"/>
                        <a:ext cx="431800" cy="190500"/>
                      </a:xfrm>
                      <a:prstGeom prst="rect">
                        <a:avLst/>
                      </a:prstGeom>
                    </p:spPr>
                  </p:pic>
                </p:oleObj>
              </mc:Fallback>
            </mc:AlternateContent>
          </a:graphicData>
        </a:graphic>
      </p:graphicFrame>
      <p:graphicFrame>
        <p:nvGraphicFramePr>
          <p:cNvPr id="130" name="Object 129"/>
          <p:cNvGraphicFramePr>
            <a:graphicFrameLocks noChangeAspect="1"/>
          </p:cNvGraphicFramePr>
          <p:nvPr>
            <p:extLst>
              <p:ext uri="{D42A27DB-BD31-4B8C-83A1-F6EECF244321}">
                <p14:modId xmlns:p14="http://schemas.microsoft.com/office/powerpoint/2010/main" val="1031910525"/>
              </p:ext>
            </p:extLst>
          </p:nvPr>
        </p:nvGraphicFramePr>
        <p:xfrm>
          <a:off x="2698956" y="4492121"/>
          <a:ext cx="431800" cy="190500"/>
        </p:xfrm>
        <a:graphic>
          <a:graphicData uri="http://schemas.openxmlformats.org/presentationml/2006/ole">
            <mc:AlternateContent xmlns:mc="http://schemas.openxmlformats.org/markup-compatibility/2006">
              <mc:Choice xmlns:v="urn:schemas-microsoft-com:vml" Requires="v">
                <p:oleObj name="Equation" r:id="rId210" imgW="431640" imgH="190440" progId="Equation.DSMT4">
                  <p:embed/>
                </p:oleObj>
              </mc:Choice>
              <mc:Fallback>
                <p:oleObj name="Equation" r:id="rId210" imgW="431640" imgH="190440" progId="Equation.DSMT4">
                  <p:embed/>
                  <p:pic>
                    <p:nvPicPr>
                      <p:cNvPr id="0" name=""/>
                      <p:cNvPicPr/>
                      <p:nvPr/>
                    </p:nvPicPr>
                    <p:blipFill>
                      <a:blip r:embed="rId211"/>
                      <a:stretch>
                        <a:fillRect/>
                      </a:stretch>
                    </p:blipFill>
                    <p:spPr>
                      <a:xfrm>
                        <a:off x="2698956" y="4492121"/>
                        <a:ext cx="431800" cy="190500"/>
                      </a:xfrm>
                      <a:prstGeom prst="rect">
                        <a:avLst/>
                      </a:prstGeom>
                    </p:spPr>
                  </p:pic>
                </p:oleObj>
              </mc:Fallback>
            </mc:AlternateContent>
          </a:graphicData>
        </a:graphic>
      </p:graphicFrame>
      <p:graphicFrame>
        <p:nvGraphicFramePr>
          <p:cNvPr id="131" name="Object 130"/>
          <p:cNvGraphicFramePr>
            <a:graphicFrameLocks noChangeAspect="1"/>
          </p:cNvGraphicFramePr>
          <p:nvPr>
            <p:extLst>
              <p:ext uri="{D42A27DB-BD31-4B8C-83A1-F6EECF244321}">
                <p14:modId xmlns:p14="http://schemas.microsoft.com/office/powerpoint/2010/main" val="1039612648"/>
              </p:ext>
            </p:extLst>
          </p:nvPr>
        </p:nvGraphicFramePr>
        <p:xfrm>
          <a:off x="3407519" y="4492107"/>
          <a:ext cx="431800" cy="190500"/>
        </p:xfrm>
        <a:graphic>
          <a:graphicData uri="http://schemas.openxmlformats.org/presentationml/2006/ole">
            <mc:AlternateContent xmlns:mc="http://schemas.openxmlformats.org/markup-compatibility/2006">
              <mc:Choice xmlns:v="urn:schemas-microsoft-com:vml" Requires="v">
                <p:oleObj name="Equation" r:id="rId212" imgW="431640" imgH="190440" progId="Equation.DSMT4">
                  <p:embed/>
                </p:oleObj>
              </mc:Choice>
              <mc:Fallback>
                <p:oleObj name="Equation" r:id="rId212" imgW="431640" imgH="190440" progId="Equation.DSMT4">
                  <p:embed/>
                  <p:pic>
                    <p:nvPicPr>
                      <p:cNvPr id="0" name=""/>
                      <p:cNvPicPr/>
                      <p:nvPr/>
                    </p:nvPicPr>
                    <p:blipFill>
                      <a:blip r:embed="rId213"/>
                      <a:stretch>
                        <a:fillRect/>
                      </a:stretch>
                    </p:blipFill>
                    <p:spPr>
                      <a:xfrm>
                        <a:off x="3407519" y="4492107"/>
                        <a:ext cx="431800" cy="190500"/>
                      </a:xfrm>
                      <a:prstGeom prst="rect">
                        <a:avLst/>
                      </a:prstGeom>
                    </p:spPr>
                  </p:pic>
                </p:oleObj>
              </mc:Fallback>
            </mc:AlternateContent>
          </a:graphicData>
        </a:graphic>
      </p:graphicFrame>
      <p:graphicFrame>
        <p:nvGraphicFramePr>
          <p:cNvPr id="132" name="Object 131"/>
          <p:cNvGraphicFramePr>
            <a:graphicFrameLocks noChangeAspect="1"/>
          </p:cNvGraphicFramePr>
          <p:nvPr>
            <p:extLst>
              <p:ext uri="{D42A27DB-BD31-4B8C-83A1-F6EECF244321}">
                <p14:modId xmlns:p14="http://schemas.microsoft.com/office/powerpoint/2010/main" val="3234395848"/>
              </p:ext>
            </p:extLst>
          </p:nvPr>
        </p:nvGraphicFramePr>
        <p:xfrm>
          <a:off x="4114240" y="4507003"/>
          <a:ext cx="431800" cy="190500"/>
        </p:xfrm>
        <a:graphic>
          <a:graphicData uri="http://schemas.openxmlformats.org/presentationml/2006/ole">
            <mc:AlternateContent xmlns:mc="http://schemas.openxmlformats.org/markup-compatibility/2006">
              <mc:Choice xmlns:v="urn:schemas-microsoft-com:vml" Requires="v">
                <p:oleObj name="Equation" r:id="rId214" imgW="431640" imgH="190440" progId="Equation.DSMT4">
                  <p:embed/>
                </p:oleObj>
              </mc:Choice>
              <mc:Fallback>
                <p:oleObj name="Equation" r:id="rId214" imgW="431640" imgH="190440" progId="Equation.DSMT4">
                  <p:embed/>
                  <p:pic>
                    <p:nvPicPr>
                      <p:cNvPr id="0" name=""/>
                      <p:cNvPicPr/>
                      <p:nvPr/>
                    </p:nvPicPr>
                    <p:blipFill>
                      <a:blip r:embed="rId215"/>
                      <a:stretch>
                        <a:fillRect/>
                      </a:stretch>
                    </p:blipFill>
                    <p:spPr>
                      <a:xfrm>
                        <a:off x="4114240" y="4507003"/>
                        <a:ext cx="431800" cy="190500"/>
                      </a:xfrm>
                      <a:prstGeom prst="rect">
                        <a:avLst/>
                      </a:prstGeom>
                    </p:spPr>
                  </p:pic>
                </p:oleObj>
              </mc:Fallback>
            </mc:AlternateContent>
          </a:graphicData>
        </a:graphic>
      </p:graphicFrame>
      <p:graphicFrame>
        <p:nvGraphicFramePr>
          <p:cNvPr id="133" name="Object 132"/>
          <p:cNvGraphicFramePr>
            <a:graphicFrameLocks noChangeAspect="1"/>
          </p:cNvGraphicFramePr>
          <p:nvPr>
            <p:extLst>
              <p:ext uri="{D42A27DB-BD31-4B8C-83A1-F6EECF244321}">
                <p14:modId xmlns:p14="http://schemas.microsoft.com/office/powerpoint/2010/main" val="3444119644"/>
              </p:ext>
            </p:extLst>
          </p:nvPr>
        </p:nvGraphicFramePr>
        <p:xfrm>
          <a:off x="4911210" y="4507003"/>
          <a:ext cx="431800" cy="190500"/>
        </p:xfrm>
        <a:graphic>
          <a:graphicData uri="http://schemas.openxmlformats.org/presentationml/2006/ole">
            <mc:AlternateContent xmlns:mc="http://schemas.openxmlformats.org/markup-compatibility/2006">
              <mc:Choice xmlns:v="urn:schemas-microsoft-com:vml" Requires="v">
                <p:oleObj name="Equation" r:id="rId216" imgW="431640" imgH="190440" progId="Equation.DSMT4">
                  <p:embed/>
                </p:oleObj>
              </mc:Choice>
              <mc:Fallback>
                <p:oleObj name="Equation" r:id="rId216" imgW="431640" imgH="190440" progId="Equation.DSMT4">
                  <p:embed/>
                  <p:pic>
                    <p:nvPicPr>
                      <p:cNvPr id="0" name=""/>
                      <p:cNvPicPr/>
                      <p:nvPr/>
                    </p:nvPicPr>
                    <p:blipFill>
                      <a:blip r:embed="rId217"/>
                      <a:stretch>
                        <a:fillRect/>
                      </a:stretch>
                    </p:blipFill>
                    <p:spPr>
                      <a:xfrm>
                        <a:off x="4911210" y="4507003"/>
                        <a:ext cx="431800" cy="190500"/>
                      </a:xfrm>
                      <a:prstGeom prst="rect">
                        <a:avLst/>
                      </a:prstGeom>
                    </p:spPr>
                  </p:pic>
                </p:oleObj>
              </mc:Fallback>
            </mc:AlternateContent>
          </a:graphicData>
        </a:graphic>
      </p:graphicFrame>
      <p:graphicFrame>
        <p:nvGraphicFramePr>
          <p:cNvPr id="134" name="Object 133"/>
          <p:cNvGraphicFramePr>
            <a:graphicFrameLocks noChangeAspect="1"/>
          </p:cNvGraphicFramePr>
          <p:nvPr>
            <p:extLst>
              <p:ext uri="{D42A27DB-BD31-4B8C-83A1-F6EECF244321}">
                <p14:modId xmlns:p14="http://schemas.microsoft.com/office/powerpoint/2010/main" val="1909315845"/>
              </p:ext>
            </p:extLst>
          </p:nvPr>
        </p:nvGraphicFramePr>
        <p:xfrm>
          <a:off x="5581650" y="4492625"/>
          <a:ext cx="444500" cy="190500"/>
        </p:xfrm>
        <a:graphic>
          <a:graphicData uri="http://schemas.openxmlformats.org/presentationml/2006/ole">
            <mc:AlternateContent xmlns:mc="http://schemas.openxmlformats.org/markup-compatibility/2006">
              <mc:Choice xmlns:v="urn:schemas-microsoft-com:vml" Requires="v">
                <p:oleObj name="Equation" r:id="rId218" imgW="444240" imgH="190440" progId="Equation.DSMT4">
                  <p:embed/>
                </p:oleObj>
              </mc:Choice>
              <mc:Fallback>
                <p:oleObj name="Equation" r:id="rId218" imgW="444240" imgH="190440" progId="Equation.DSMT4">
                  <p:embed/>
                  <p:pic>
                    <p:nvPicPr>
                      <p:cNvPr id="0" name=""/>
                      <p:cNvPicPr/>
                      <p:nvPr/>
                    </p:nvPicPr>
                    <p:blipFill>
                      <a:blip r:embed="rId219"/>
                      <a:stretch>
                        <a:fillRect/>
                      </a:stretch>
                    </p:blipFill>
                    <p:spPr>
                      <a:xfrm>
                        <a:off x="5581650" y="4492625"/>
                        <a:ext cx="444500" cy="190500"/>
                      </a:xfrm>
                      <a:prstGeom prst="rect">
                        <a:avLst/>
                      </a:prstGeom>
                    </p:spPr>
                  </p:pic>
                </p:oleObj>
              </mc:Fallback>
            </mc:AlternateContent>
          </a:graphicData>
        </a:graphic>
      </p:graphicFrame>
      <p:graphicFrame>
        <p:nvGraphicFramePr>
          <p:cNvPr id="135" name="Object 134"/>
          <p:cNvGraphicFramePr>
            <a:graphicFrameLocks noChangeAspect="1"/>
          </p:cNvGraphicFramePr>
          <p:nvPr>
            <p:extLst>
              <p:ext uri="{D42A27DB-BD31-4B8C-83A1-F6EECF244321}">
                <p14:modId xmlns:p14="http://schemas.microsoft.com/office/powerpoint/2010/main" val="2375603446"/>
              </p:ext>
            </p:extLst>
          </p:nvPr>
        </p:nvGraphicFramePr>
        <p:xfrm>
          <a:off x="6355787" y="4492985"/>
          <a:ext cx="431800" cy="190500"/>
        </p:xfrm>
        <a:graphic>
          <a:graphicData uri="http://schemas.openxmlformats.org/presentationml/2006/ole">
            <mc:AlternateContent xmlns:mc="http://schemas.openxmlformats.org/markup-compatibility/2006">
              <mc:Choice xmlns:v="urn:schemas-microsoft-com:vml" Requires="v">
                <p:oleObj name="Equation" r:id="rId220" imgW="431640" imgH="190440" progId="Equation.DSMT4">
                  <p:embed/>
                </p:oleObj>
              </mc:Choice>
              <mc:Fallback>
                <p:oleObj name="Equation" r:id="rId220" imgW="431640" imgH="190440" progId="Equation.DSMT4">
                  <p:embed/>
                  <p:pic>
                    <p:nvPicPr>
                      <p:cNvPr id="0" name=""/>
                      <p:cNvPicPr/>
                      <p:nvPr/>
                    </p:nvPicPr>
                    <p:blipFill>
                      <a:blip r:embed="rId221"/>
                      <a:stretch>
                        <a:fillRect/>
                      </a:stretch>
                    </p:blipFill>
                    <p:spPr>
                      <a:xfrm>
                        <a:off x="6355787" y="4492985"/>
                        <a:ext cx="431800" cy="190500"/>
                      </a:xfrm>
                      <a:prstGeom prst="rect">
                        <a:avLst/>
                      </a:prstGeom>
                    </p:spPr>
                  </p:pic>
                </p:oleObj>
              </mc:Fallback>
            </mc:AlternateContent>
          </a:graphicData>
        </a:graphic>
      </p:graphicFrame>
      <p:graphicFrame>
        <p:nvGraphicFramePr>
          <p:cNvPr id="136" name="Object 135"/>
          <p:cNvGraphicFramePr>
            <a:graphicFrameLocks noChangeAspect="1"/>
          </p:cNvGraphicFramePr>
          <p:nvPr>
            <p:extLst>
              <p:ext uri="{D42A27DB-BD31-4B8C-83A1-F6EECF244321}">
                <p14:modId xmlns:p14="http://schemas.microsoft.com/office/powerpoint/2010/main" val="3739040821"/>
              </p:ext>
            </p:extLst>
          </p:nvPr>
        </p:nvGraphicFramePr>
        <p:xfrm>
          <a:off x="7062132" y="4490870"/>
          <a:ext cx="431800" cy="190500"/>
        </p:xfrm>
        <a:graphic>
          <a:graphicData uri="http://schemas.openxmlformats.org/presentationml/2006/ole">
            <mc:AlternateContent xmlns:mc="http://schemas.openxmlformats.org/markup-compatibility/2006">
              <mc:Choice xmlns:v="urn:schemas-microsoft-com:vml" Requires="v">
                <p:oleObj name="Equation" r:id="rId222" imgW="431640" imgH="190440" progId="Equation.DSMT4">
                  <p:embed/>
                </p:oleObj>
              </mc:Choice>
              <mc:Fallback>
                <p:oleObj name="Equation" r:id="rId222" imgW="431640" imgH="190440" progId="Equation.DSMT4">
                  <p:embed/>
                  <p:pic>
                    <p:nvPicPr>
                      <p:cNvPr id="0" name=""/>
                      <p:cNvPicPr/>
                      <p:nvPr/>
                    </p:nvPicPr>
                    <p:blipFill>
                      <a:blip r:embed="rId223"/>
                      <a:stretch>
                        <a:fillRect/>
                      </a:stretch>
                    </p:blipFill>
                    <p:spPr>
                      <a:xfrm>
                        <a:off x="7062132" y="4490870"/>
                        <a:ext cx="431800" cy="190500"/>
                      </a:xfrm>
                      <a:prstGeom prst="rect">
                        <a:avLst/>
                      </a:prstGeom>
                    </p:spPr>
                  </p:pic>
                </p:oleObj>
              </mc:Fallback>
            </mc:AlternateContent>
          </a:graphicData>
        </a:graphic>
      </p:graphicFrame>
      <p:graphicFrame>
        <p:nvGraphicFramePr>
          <p:cNvPr id="137" name="Object 136"/>
          <p:cNvGraphicFramePr>
            <a:graphicFrameLocks noChangeAspect="1"/>
          </p:cNvGraphicFramePr>
          <p:nvPr>
            <p:extLst>
              <p:ext uri="{D42A27DB-BD31-4B8C-83A1-F6EECF244321}">
                <p14:modId xmlns:p14="http://schemas.microsoft.com/office/powerpoint/2010/main" val="2666427952"/>
              </p:ext>
            </p:extLst>
          </p:nvPr>
        </p:nvGraphicFramePr>
        <p:xfrm>
          <a:off x="7784920" y="4496985"/>
          <a:ext cx="431800" cy="190500"/>
        </p:xfrm>
        <a:graphic>
          <a:graphicData uri="http://schemas.openxmlformats.org/presentationml/2006/ole">
            <mc:AlternateContent xmlns:mc="http://schemas.openxmlformats.org/markup-compatibility/2006">
              <mc:Choice xmlns:v="urn:schemas-microsoft-com:vml" Requires="v">
                <p:oleObj name="Equation" r:id="rId224" imgW="431640" imgH="190440" progId="Equation.DSMT4">
                  <p:embed/>
                </p:oleObj>
              </mc:Choice>
              <mc:Fallback>
                <p:oleObj name="Equation" r:id="rId224" imgW="431640" imgH="190440" progId="Equation.DSMT4">
                  <p:embed/>
                  <p:pic>
                    <p:nvPicPr>
                      <p:cNvPr id="0" name=""/>
                      <p:cNvPicPr/>
                      <p:nvPr/>
                    </p:nvPicPr>
                    <p:blipFill>
                      <a:blip r:embed="rId225"/>
                      <a:stretch>
                        <a:fillRect/>
                      </a:stretch>
                    </p:blipFill>
                    <p:spPr>
                      <a:xfrm>
                        <a:off x="7784920" y="4496985"/>
                        <a:ext cx="431800" cy="190500"/>
                      </a:xfrm>
                      <a:prstGeom prst="rect">
                        <a:avLst/>
                      </a:prstGeom>
                    </p:spPr>
                  </p:pic>
                </p:oleObj>
              </mc:Fallback>
            </mc:AlternateContent>
          </a:graphicData>
        </a:graphic>
      </p:graphicFrame>
      <p:graphicFrame>
        <p:nvGraphicFramePr>
          <p:cNvPr id="138" name="Object 137"/>
          <p:cNvGraphicFramePr>
            <a:graphicFrameLocks noChangeAspect="1"/>
          </p:cNvGraphicFramePr>
          <p:nvPr>
            <p:extLst>
              <p:ext uri="{D42A27DB-BD31-4B8C-83A1-F6EECF244321}">
                <p14:modId xmlns:p14="http://schemas.microsoft.com/office/powerpoint/2010/main" val="2567931219"/>
              </p:ext>
            </p:extLst>
          </p:nvPr>
        </p:nvGraphicFramePr>
        <p:xfrm>
          <a:off x="569243" y="4814786"/>
          <a:ext cx="266700" cy="190500"/>
        </p:xfrm>
        <a:graphic>
          <a:graphicData uri="http://schemas.openxmlformats.org/presentationml/2006/ole">
            <mc:AlternateContent xmlns:mc="http://schemas.openxmlformats.org/markup-compatibility/2006">
              <mc:Choice xmlns:v="urn:schemas-microsoft-com:vml" Requires="v">
                <p:oleObj name="Equation" r:id="rId226" imgW="266400" imgH="190440" progId="Equation.DSMT4">
                  <p:embed/>
                </p:oleObj>
              </mc:Choice>
              <mc:Fallback>
                <p:oleObj name="Equation" r:id="rId226" imgW="266400" imgH="190440" progId="Equation.DSMT4">
                  <p:embed/>
                  <p:pic>
                    <p:nvPicPr>
                      <p:cNvPr id="0" name=""/>
                      <p:cNvPicPr/>
                      <p:nvPr/>
                    </p:nvPicPr>
                    <p:blipFill>
                      <a:blip r:embed="rId227"/>
                      <a:stretch>
                        <a:fillRect/>
                      </a:stretch>
                    </p:blipFill>
                    <p:spPr>
                      <a:xfrm>
                        <a:off x="569243" y="4814786"/>
                        <a:ext cx="266700" cy="190500"/>
                      </a:xfrm>
                      <a:prstGeom prst="rect">
                        <a:avLst/>
                      </a:prstGeom>
                    </p:spPr>
                  </p:pic>
                </p:oleObj>
              </mc:Fallback>
            </mc:AlternateContent>
          </a:graphicData>
        </a:graphic>
      </p:graphicFrame>
      <p:graphicFrame>
        <p:nvGraphicFramePr>
          <p:cNvPr id="139" name="Object 138"/>
          <p:cNvGraphicFramePr>
            <a:graphicFrameLocks noChangeAspect="1"/>
          </p:cNvGraphicFramePr>
          <p:nvPr>
            <p:extLst>
              <p:ext uri="{D42A27DB-BD31-4B8C-83A1-F6EECF244321}">
                <p14:modId xmlns:p14="http://schemas.microsoft.com/office/powerpoint/2010/main" val="2939390472"/>
              </p:ext>
            </p:extLst>
          </p:nvPr>
        </p:nvGraphicFramePr>
        <p:xfrm>
          <a:off x="1259954" y="4801448"/>
          <a:ext cx="419100" cy="190500"/>
        </p:xfrm>
        <a:graphic>
          <a:graphicData uri="http://schemas.openxmlformats.org/presentationml/2006/ole">
            <mc:AlternateContent xmlns:mc="http://schemas.openxmlformats.org/markup-compatibility/2006">
              <mc:Choice xmlns:v="urn:schemas-microsoft-com:vml" Requires="v">
                <p:oleObj name="Equation" r:id="rId228" imgW="419040" imgH="190440" progId="Equation.DSMT4">
                  <p:embed/>
                </p:oleObj>
              </mc:Choice>
              <mc:Fallback>
                <p:oleObj name="Equation" r:id="rId228" imgW="419040" imgH="190440" progId="Equation.DSMT4">
                  <p:embed/>
                  <p:pic>
                    <p:nvPicPr>
                      <p:cNvPr id="0" name=""/>
                      <p:cNvPicPr/>
                      <p:nvPr/>
                    </p:nvPicPr>
                    <p:blipFill>
                      <a:blip r:embed="rId229"/>
                      <a:stretch>
                        <a:fillRect/>
                      </a:stretch>
                    </p:blipFill>
                    <p:spPr>
                      <a:xfrm>
                        <a:off x="1259954" y="4801448"/>
                        <a:ext cx="419100" cy="190500"/>
                      </a:xfrm>
                      <a:prstGeom prst="rect">
                        <a:avLst/>
                      </a:prstGeom>
                    </p:spPr>
                  </p:pic>
                </p:oleObj>
              </mc:Fallback>
            </mc:AlternateContent>
          </a:graphicData>
        </a:graphic>
      </p:graphicFrame>
      <p:graphicFrame>
        <p:nvGraphicFramePr>
          <p:cNvPr id="140" name="Object 139"/>
          <p:cNvGraphicFramePr>
            <a:graphicFrameLocks noChangeAspect="1"/>
          </p:cNvGraphicFramePr>
          <p:nvPr>
            <p:extLst>
              <p:ext uri="{D42A27DB-BD31-4B8C-83A1-F6EECF244321}">
                <p14:modId xmlns:p14="http://schemas.microsoft.com/office/powerpoint/2010/main" val="2606737544"/>
              </p:ext>
            </p:extLst>
          </p:nvPr>
        </p:nvGraphicFramePr>
        <p:xfrm>
          <a:off x="1931409" y="4803011"/>
          <a:ext cx="431800" cy="190500"/>
        </p:xfrm>
        <a:graphic>
          <a:graphicData uri="http://schemas.openxmlformats.org/presentationml/2006/ole">
            <mc:AlternateContent xmlns:mc="http://schemas.openxmlformats.org/markup-compatibility/2006">
              <mc:Choice xmlns:v="urn:schemas-microsoft-com:vml" Requires="v">
                <p:oleObj name="Equation" r:id="rId230" imgW="431640" imgH="190440" progId="Equation.DSMT4">
                  <p:embed/>
                </p:oleObj>
              </mc:Choice>
              <mc:Fallback>
                <p:oleObj name="Equation" r:id="rId230" imgW="431640" imgH="190440" progId="Equation.DSMT4">
                  <p:embed/>
                  <p:pic>
                    <p:nvPicPr>
                      <p:cNvPr id="0" name=""/>
                      <p:cNvPicPr/>
                      <p:nvPr/>
                    </p:nvPicPr>
                    <p:blipFill>
                      <a:blip r:embed="rId231"/>
                      <a:stretch>
                        <a:fillRect/>
                      </a:stretch>
                    </p:blipFill>
                    <p:spPr>
                      <a:xfrm>
                        <a:off x="1931409" y="4803011"/>
                        <a:ext cx="431800" cy="190500"/>
                      </a:xfrm>
                      <a:prstGeom prst="rect">
                        <a:avLst/>
                      </a:prstGeom>
                    </p:spPr>
                  </p:pic>
                </p:oleObj>
              </mc:Fallback>
            </mc:AlternateContent>
          </a:graphicData>
        </a:graphic>
      </p:graphicFrame>
      <p:graphicFrame>
        <p:nvGraphicFramePr>
          <p:cNvPr id="141" name="Object 140"/>
          <p:cNvGraphicFramePr>
            <a:graphicFrameLocks noChangeAspect="1"/>
          </p:cNvGraphicFramePr>
          <p:nvPr>
            <p:extLst>
              <p:ext uri="{D42A27DB-BD31-4B8C-83A1-F6EECF244321}">
                <p14:modId xmlns:p14="http://schemas.microsoft.com/office/powerpoint/2010/main" val="2127296532"/>
              </p:ext>
            </p:extLst>
          </p:nvPr>
        </p:nvGraphicFramePr>
        <p:xfrm>
          <a:off x="2686296" y="4812254"/>
          <a:ext cx="431800" cy="190500"/>
        </p:xfrm>
        <a:graphic>
          <a:graphicData uri="http://schemas.openxmlformats.org/presentationml/2006/ole">
            <mc:AlternateContent xmlns:mc="http://schemas.openxmlformats.org/markup-compatibility/2006">
              <mc:Choice xmlns:v="urn:schemas-microsoft-com:vml" Requires="v">
                <p:oleObj name="Equation" r:id="rId232" imgW="431640" imgH="190440" progId="Equation.DSMT4">
                  <p:embed/>
                </p:oleObj>
              </mc:Choice>
              <mc:Fallback>
                <p:oleObj name="Equation" r:id="rId232" imgW="431640" imgH="190440" progId="Equation.DSMT4">
                  <p:embed/>
                  <p:pic>
                    <p:nvPicPr>
                      <p:cNvPr id="0" name=""/>
                      <p:cNvPicPr/>
                      <p:nvPr/>
                    </p:nvPicPr>
                    <p:blipFill>
                      <a:blip r:embed="rId233"/>
                      <a:stretch>
                        <a:fillRect/>
                      </a:stretch>
                    </p:blipFill>
                    <p:spPr>
                      <a:xfrm>
                        <a:off x="2686296" y="4812254"/>
                        <a:ext cx="431800" cy="190500"/>
                      </a:xfrm>
                      <a:prstGeom prst="rect">
                        <a:avLst/>
                      </a:prstGeom>
                    </p:spPr>
                  </p:pic>
                </p:oleObj>
              </mc:Fallback>
            </mc:AlternateContent>
          </a:graphicData>
        </a:graphic>
      </p:graphicFrame>
      <p:graphicFrame>
        <p:nvGraphicFramePr>
          <p:cNvPr id="142" name="Object 141"/>
          <p:cNvGraphicFramePr>
            <a:graphicFrameLocks noChangeAspect="1"/>
          </p:cNvGraphicFramePr>
          <p:nvPr>
            <p:extLst>
              <p:ext uri="{D42A27DB-BD31-4B8C-83A1-F6EECF244321}">
                <p14:modId xmlns:p14="http://schemas.microsoft.com/office/powerpoint/2010/main" val="407249302"/>
              </p:ext>
            </p:extLst>
          </p:nvPr>
        </p:nvGraphicFramePr>
        <p:xfrm>
          <a:off x="3423094" y="4810222"/>
          <a:ext cx="419100" cy="190500"/>
        </p:xfrm>
        <a:graphic>
          <a:graphicData uri="http://schemas.openxmlformats.org/presentationml/2006/ole">
            <mc:AlternateContent xmlns:mc="http://schemas.openxmlformats.org/markup-compatibility/2006">
              <mc:Choice xmlns:v="urn:schemas-microsoft-com:vml" Requires="v">
                <p:oleObj name="Equation" r:id="rId234" imgW="419040" imgH="190440" progId="Equation.DSMT4">
                  <p:embed/>
                </p:oleObj>
              </mc:Choice>
              <mc:Fallback>
                <p:oleObj name="Equation" r:id="rId234" imgW="419040" imgH="190440" progId="Equation.DSMT4">
                  <p:embed/>
                  <p:pic>
                    <p:nvPicPr>
                      <p:cNvPr id="0" name=""/>
                      <p:cNvPicPr/>
                      <p:nvPr/>
                    </p:nvPicPr>
                    <p:blipFill>
                      <a:blip r:embed="rId235"/>
                      <a:stretch>
                        <a:fillRect/>
                      </a:stretch>
                    </p:blipFill>
                    <p:spPr>
                      <a:xfrm>
                        <a:off x="3423094" y="4810222"/>
                        <a:ext cx="419100" cy="190500"/>
                      </a:xfrm>
                      <a:prstGeom prst="rect">
                        <a:avLst/>
                      </a:prstGeom>
                    </p:spPr>
                  </p:pic>
                </p:oleObj>
              </mc:Fallback>
            </mc:AlternateContent>
          </a:graphicData>
        </a:graphic>
      </p:graphicFrame>
      <p:graphicFrame>
        <p:nvGraphicFramePr>
          <p:cNvPr id="143" name="Object 142"/>
          <p:cNvGraphicFramePr>
            <a:graphicFrameLocks noChangeAspect="1"/>
          </p:cNvGraphicFramePr>
          <p:nvPr>
            <p:extLst>
              <p:ext uri="{D42A27DB-BD31-4B8C-83A1-F6EECF244321}">
                <p14:modId xmlns:p14="http://schemas.microsoft.com/office/powerpoint/2010/main" val="3020286642"/>
              </p:ext>
            </p:extLst>
          </p:nvPr>
        </p:nvGraphicFramePr>
        <p:xfrm>
          <a:off x="4113654" y="4801448"/>
          <a:ext cx="431800" cy="190500"/>
        </p:xfrm>
        <a:graphic>
          <a:graphicData uri="http://schemas.openxmlformats.org/presentationml/2006/ole">
            <mc:AlternateContent xmlns:mc="http://schemas.openxmlformats.org/markup-compatibility/2006">
              <mc:Choice xmlns:v="urn:schemas-microsoft-com:vml" Requires="v">
                <p:oleObj name="Equation" r:id="rId236" imgW="431640" imgH="190440" progId="Equation.DSMT4">
                  <p:embed/>
                </p:oleObj>
              </mc:Choice>
              <mc:Fallback>
                <p:oleObj name="Equation" r:id="rId236" imgW="431640" imgH="190440" progId="Equation.DSMT4">
                  <p:embed/>
                  <p:pic>
                    <p:nvPicPr>
                      <p:cNvPr id="0" name=""/>
                      <p:cNvPicPr/>
                      <p:nvPr/>
                    </p:nvPicPr>
                    <p:blipFill>
                      <a:blip r:embed="rId237"/>
                      <a:stretch>
                        <a:fillRect/>
                      </a:stretch>
                    </p:blipFill>
                    <p:spPr>
                      <a:xfrm>
                        <a:off x="4113654" y="4801448"/>
                        <a:ext cx="431800" cy="190500"/>
                      </a:xfrm>
                      <a:prstGeom prst="rect">
                        <a:avLst/>
                      </a:prstGeom>
                    </p:spPr>
                  </p:pic>
                </p:oleObj>
              </mc:Fallback>
            </mc:AlternateContent>
          </a:graphicData>
        </a:graphic>
      </p:graphicFrame>
      <p:graphicFrame>
        <p:nvGraphicFramePr>
          <p:cNvPr id="148" name="Object 147"/>
          <p:cNvGraphicFramePr>
            <a:graphicFrameLocks noChangeAspect="1"/>
          </p:cNvGraphicFramePr>
          <p:nvPr>
            <p:extLst>
              <p:ext uri="{D42A27DB-BD31-4B8C-83A1-F6EECF244321}">
                <p14:modId xmlns:p14="http://schemas.microsoft.com/office/powerpoint/2010/main" val="1795028388"/>
              </p:ext>
            </p:extLst>
          </p:nvPr>
        </p:nvGraphicFramePr>
        <p:xfrm>
          <a:off x="4881716" y="4816578"/>
          <a:ext cx="431800" cy="190500"/>
        </p:xfrm>
        <a:graphic>
          <a:graphicData uri="http://schemas.openxmlformats.org/presentationml/2006/ole">
            <mc:AlternateContent xmlns:mc="http://schemas.openxmlformats.org/markup-compatibility/2006">
              <mc:Choice xmlns:v="urn:schemas-microsoft-com:vml" Requires="v">
                <p:oleObj name="Equation" r:id="rId238" imgW="431640" imgH="190440" progId="Equation.DSMT4">
                  <p:embed/>
                </p:oleObj>
              </mc:Choice>
              <mc:Fallback>
                <p:oleObj name="Equation" r:id="rId238" imgW="431640" imgH="190440" progId="Equation.DSMT4">
                  <p:embed/>
                  <p:pic>
                    <p:nvPicPr>
                      <p:cNvPr id="0" name=""/>
                      <p:cNvPicPr/>
                      <p:nvPr/>
                    </p:nvPicPr>
                    <p:blipFill>
                      <a:blip r:embed="rId239"/>
                      <a:stretch>
                        <a:fillRect/>
                      </a:stretch>
                    </p:blipFill>
                    <p:spPr>
                      <a:xfrm>
                        <a:off x="4881716" y="4816578"/>
                        <a:ext cx="431800" cy="190500"/>
                      </a:xfrm>
                      <a:prstGeom prst="rect">
                        <a:avLst/>
                      </a:prstGeom>
                    </p:spPr>
                  </p:pic>
                </p:oleObj>
              </mc:Fallback>
            </mc:AlternateContent>
          </a:graphicData>
        </a:graphic>
      </p:graphicFrame>
      <p:graphicFrame>
        <p:nvGraphicFramePr>
          <p:cNvPr id="144" name="Object 143"/>
          <p:cNvGraphicFramePr>
            <a:graphicFrameLocks noChangeAspect="1"/>
          </p:cNvGraphicFramePr>
          <p:nvPr>
            <p:extLst>
              <p:ext uri="{D42A27DB-BD31-4B8C-83A1-F6EECF244321}">
                <p14:modId xmlns:p14="http://schemas.microsoft.com/office/powerpoint/2010/main" val="3715479327"/>
              </p:ext>
            </p:extLst>
          </p:nvPr>
        </p:nvGraphicFramePr>
        <p:xfrm>
          <a:off x="5576888" y="4803775"/>
          <a:ext cx="431800" cy="190500"/>
        </p:xfrm>
        <a:graphic>
          <a:graphicData uri="http://schemas.openxmlformats.org/presentationml/2006/ole">
            <mc:AlternateContent xmlns:mc="http://schemas.openxmlformats.org/markup-compatibility/2006">
              <mc:Choice xmlns:v="urn:schemas-microsoft-com:vml" Requires="v">
                <p:oleObj name="Equation" r:id="rId240" imgW="431640" imgH="190440" progId="Equation.DSMT4">
                  <p:embed/>
                </p:oleObj>
              </mc:Choice>
              <mc:Fallback>
                <p:oleObj name="Equation" r:id="rId240" imgW="431640" imgH="190440" progId="Equation.DSMT4">
                  <p:embed/>
                  <p:pic>
                    <p:nvPicPr>
                      <p:cNvPr id="0" name=""/>
                      <p:cNvPicPr/>
                      <p:nvPr/>
                    </p:nvPicPr>
                    <p:blipFill>
                      <a:blip r:embed="rId241"/>
                      <a:stretch>
                        <a:fillRect/>
                      </a:stretch>
                    </p:blipFill>
                    <p:spPr>
                      <a:xfrm>
                        <a:off x="5576888" y="4803775"/>
                        <a:ext cx="431800" cy="190500"/>
                      </a:xfrm>
                      <a:prstGeom prst="rect">
                        <a:avLst/>
                      </a:prstGeom>
                    </p:spPr>
                  </p:pic>
                </p:oleObj>
              </mc:Fallback>
            </mc:AlternateContent>
          </a:graphicData>
        </a:graphic>
      </p:graphicFrame>
      <p:graphicFrame>
        <p:nvGraphicFramePr>
          <p:cNvPr id="145" name="Object 144"/>
          <p:cNvGraphicFramePr>
            <a:graphicFrameLocks noChangeAspect="1"/>
          </p:cNvGraphicFramePr>
          <p:nvPr>
            <p:extLst>
              <p:ext uri="{D42A27DB-BD31-4B8C-83A1-F6EECF244321}">
                <p14:modId xmlns:p14="http://schemas.microsoft.com/office/powerpoint/2010/main" val="2493515856"/>
              </p:ext>
            </p:extLst>
          </p:nvPr>
        </p:nvGraphicFramePr>
        <p:xfrm>
          <a:off x="6312306" y="4803057"/>
          <a:ext cx="431800" cy="190500"/>
        </p:xfrm>
        <a:graphic>
          <a:graphicData uri="http://schemas.openxmlformats.org/presentationml/2006/ole">
            <mc:AlternateContent xmlns:mc="http://schemas.openxmlformats.org/markup-compatibility/2006">
              <mc:Choice xmlns:v="urn:schemas-microsoft-com:vml" Requires="v">
                <p:oleObj name="Equation" r:id="rId242" imgW="431640" imgH="190440" progId="Equation.DSMT4">
                  <p:embed/>
                </p:oleObj>
              </mc:Choice>
              <mc:Fallback>
                <p:oleObj name="Equation" r:id="rId242" imgW="431640" imgH="190440" progId="Equation.DSMT4">
                  <p:embed/>
                  <p:pic>
                    <p:nvPicPr>
                      <p:cNvPr id="0" name=""/>
                      <p:cNvPicPr/>
                      <p:nvPr/>
                    </p:nvPicPr>
                    <p:blipFill>
                      <a:blip r:embed="rId243"/>
                      <a:stretch>
                        <a:fillRect/>
                      </a:stretch>
                    </p:blipFill>
                    <p:spPr>
                      <a:xfrm>
                        <a:off x="6312306" y="4803057"/>
                        <a:ext cx="431800" cy="190500"/>
                      </a:xfrm>
                      <a:prstGeom prst="rect">
                        <a:avLst/>
                      </a:prstGeom>
                    </p:spPr>
                  </p:pic>
                </p:oleObj>
              </mc:Fallback>
            </mc:AlternateContent>
          </a:graphicData>
        </a:graphic>
      </p:graphicFrame>
      <p:graphicFrame>
        <p:nvGraphicFramePr>
          <p:cNvPr id="146" name="Object 145"/>
          <p:cNvGraphicFramePr>
            <a:graphicFrameLocks noChangeAspect="1"/>
          </p:cNvGraphicFramePr>
          <p:nvPr>
            <p:extLst>
              <p:ext uri="{D42A27DB-BD31-4B8C-83A1-F6EECF244321}">
                <p14:modId xmlns:p14="http://schemas.microsoft.com/office/powerpoint/2010/main" val="1362452261"/>
              </p:ext>
            </p:extLst>
          </p:nvPr>
        </p:nvGraphicFramePr>
        <p:xfrm>
          <a:off x="7075101" y="4801617"/>
          <a:ext cx="431800" cy="190500"/>
        </p:xfrm>
        <a:graphic>
          <a:graphicData uri="http://schemas.openxmlformats.org/presentationml/2006/ole">
            <mc:AlternateContent xmlns:mc="http://schemas.openxmlformats.org/markup-compatibility/2006">
              <mc:Choice xmlns:v="urn:schemas-microsoft-com:vml" Requires="v">
                <p:oleObj name="Equation" r:id="rId244" imgW="431640" imgH="190440" progId="Equation.DSMT4">
                  <p:embed/>
                </p:oleObj>
              </mc:Choice>
              <mc:Fallback>
                <p:oleObj name="Equation" r:id="rId244" imgW="431640" imgH="190440" progId="Equation.DSMT4">
                  <p:embed/>
                  <p:pic>
                    <p:nvPicPr>
                      <p:cNvPr id="0" name=""/>
                      <p:cNvPicPr/>
                      <p:nvPr/>
                    </p:nvPicPr>
                    <p:blipFill>
                      <a:blip r:embed="rId245"/>
                      <a:stretch>
                        <a:fillRect/>
                      </a:stretch>
                    </p:blipFill>
                    <p:spPr>
                      <a:xfrm>
                        <a:off x="7075101" y="4801617"/>
                        <a:ext cx="431800" cy="190500"/>
                      </a:xfrm>
                      <a:prstGeom prst="rect">
                        <a:avLst/>
                      </a:prstGeom>
                    </p:spPr>
                  </p:pic>
                </p:oleObj>
              </mc:Fallback>
            </mc:AlternateContent>
          </a:graphicData>
        </a:graphic>
      </p:graphicFrame>
      <p:graphicFrame>
        <p:nvGraphicFramePr>
          <p:cNvPr id="147" name="Object 146"/>
          <p:cNvGraphicFramePr>
            <a:graphicFrameLocks noChangeAspect="1"/>
          </p:cNvGraphicFramePr>
          <p:nvPr>
            <p:extLst>
              <p:ext uri="{D42A27DB-BD31-4B8C-83A1-F6EECF244321}">
                <p14:modId xmlns:p14="http://schemas.microsoft.com/office/powerpoint/2010/main" val="3226587567"/>
              </p:ext>
            </p:extLst>
          </p:nvPr>
        </p:nvGraphicFramePr>
        <p:xfrm>
          <a:off x="7772143" y="4819365"/>
          <a:ext cx="431800" cy="190500"/>
        </p:xfrm>
        <a:graphic>
          <a:graphicData uri="http://schemas.openxmlformats.org/presentationml/2006/ole">
            <mc:AlternateContent xmlns:mc="http://schemas.openxmlformats.org/markup-compatibility/2006">
              <mc:Choice xmlns:v="urn:schemas-microsoft-com:vml" Requires="v">
                <p:oleObj name="Equation" r:id="rId246" imgW="431640" imgH="190440" progId="Equation.DSMT4">
                  <p:embed/>
                </p:oleObj>
              </mc:Choice>
              <mc:Fallback>
                <p:oleObj name="Equation" r:id="rId246" imgW="431640" imgH="190440" progId="Equation.DSMT4">
                  <p:embed/>
                  <p:pic>
                    <p:nvPicPr>
                      <p:cNvPr id="0" name=""/>
                      <p:cNvPicPr/>
                      <p:nvPr/>
                    </p:nvPicPr>
                    <p:blipFill>
                      <a:blip r:embed="rId247"/>
                      <a:stretch>
                        <a:fillRect/>
                      </a:stretch>
                    </p:blipFill>
                    <p:spPr>
                      <a:xfrm>
                        <a:off x="7772143" y="4819365"/>
                        <a:ext cx="431800" cy="190500"/>
                      </a:xfrm>
                      <a:prstGeom prst="rect">
                        <a:avLst/>
                      </a:prstGeom>
                    </p:spPr>
                  </p:pic>
                </p:oleObj>
              </mc:Fallback>
            </mc:AlternateContent>
          </a:graphicData>
        </a:graphic>
      </p:graphicFrame>
      <p:graphicFrame>
        <p:nvGraphicFramePr>
          <p:cNvPr id="149" name="Object 148"/>
          <p:cNvGraphicFramePr>
            <a:graphicFrameLocks noChangeAspect="1"/>
          </p:cNvGraphicFramePr>
          <p:nvPr>
            <p:extLst>
              <p:ext uri="{D42A27DB-BD31-4B8C-83A1-F6EECF244321}">
                <p14:modId xmlns:p14="http://schemas.microsoft.com/office/powerpoint/2010/main" val="2317466005"/>
              </p:ext>
            </p:extLst>
          </p:nvPr>
        </p:nvGraphicFramePr>
        <p:xfrm>
          <a:off x="569243" y="5119531"/>
          <a:ext cx="266700" cy="190500"/>
        </p:xfrm>
        <a:graphic>
          <a:graphicData uri="http://schemas.openxmlformats.org/presentationml/2006/ole">
            <mc:AlternateContent xmlns:mc="http://schemas.openxmlformats.org/markup-compatibility/2006">
              <mc:Choice xmlns:v="urn:schemas-microsoft-com:vml" Requires="v">
                <p:oleObj name="Equation" r:id="rId248" imgW="266400" imgH="190440" progId="Equation.DSMT4">
                  <p:embed/>
                </p:oleObj>
              </mc:Choice>
              <mc:Fallback>
                <p:oleObj name="Equation" r:id="rId248" imgW="266400" imgH="190440" progId="Equation.DSMT4">
                  <p:embed/>
                  <p:pic>
                    <p:nvPicPr>
                      <p:cNvPr id="0" name=""/>
                      <p:cNvPicPr/>
                      <p:nvPr/>
                    </p:nvPicPr>
                    <p:blipFill>
                      <a:blip r:embed="rId249"/>
                      <a:stretch>
                        <a:fillRect/>
                      </a:stretch>
                    </p:blipFill>
                    <p:spPr>
                      <a:xfrm>
                        <a:off x="569243" y="5119531"/>
                        <a:ext cx="266700" cy="190500"/>
                      </a:xfrm>
                      <a:prstGeom prst="rect">
                        <a:avLst/>
                      </a:prstGeom>
                    </p:spPr>
                  </p:pic>
                </p:oleObj>
              </mc:Fallback>
            </mc:AlternateContent>
          </a:graphicData>
        </a:graphic>
      </p:graphicFrame>
      <p:graphicFrame>
        <p:nvGraphicFramePr>
          <p:cNvPr id="150" name="Object 149"/>
          <p:cNvGraphicFramePr>
            <a:graphicFrameLocks noChangeAspect="1"/>
          </p:cNvGraphicFramePr>
          <p:nvPr>
            <p:extLst>
              <p:ext uri="{D42A27DB-BD31-4B8C-83A1-F6EECF244321}">
                <p14:modId xmlns:p14="http://schemas.microsoft.com/office/powerpoint/2010/main" val="4102601446"/>
              </p:ext>
            </p:extLst>
          </p:nvPr>
        </p:nvGraphicFramePr>
        <p:xfrm>
          <a:off x="1253611" y="5110365"/>
          <a:ext cx="431800" cy="190500"/>
        </p:xfrm>
        <a:graphic>
          <a:graphicData uri="http://schemas.openxmlformats.org/presentationml/2006/ole">
            <mc:AlternateContent xmlns:mc="http://schemas.openxmlformats.org/markup-compatibility/2006">
              <mc:Choice xmlns:v="urn:schemas-microsoft-com:vml" Requires="v">
                <p:oleObj name="Equation" r:id="rId250" imgW="431640" imgH="190440" progId="Equation.DSMT4">
                  <p:embed/>
                </p:oleObj>
              </mc:Choice>
              <mc:Fallback>
                <p:oleObj name="Equation" r:id="rId250" imgW="431640" imgH="190440" progId="Equation.DSMT4">
                  <p:embed/>
                  <p:pic>
                    <p:nvPicPr>
                      <p:cNvPr id="0" name=""/>
                      <p:cNvPicPr/>
                      <p:nvPr/>
                    </p:nvPicPr>
                    <p:blipFill>
                      <a:blip r:embed="rId251"/>
                      <a:stretch>
                        <a:fillRect/>
                      </a:stretch>
                    </p:blipFill>
                    <p:spPr>
                      <a:xfrm>
                        <a:off x="1253611" y="5110365"/>
                        <a:ext cx="431800" cy="190500"/>
                      </a:xfrm>
                      <a:prstGeom prst="rect">
                        <a:avLst/>
                      </a:prstGeom>
                    </p:spPr>
                  </p:pic>
                </p:oleObj>
              </mc:Fallback>
            </mc:AlternateContent>
          </a:graphicData>
        </a:graphic>
      </p:graphicFrame>
      <p:graphicFrame>
        <p:nvGraphicFramePr>
          <p:cNvPr id="151" name="Object 150"/>
          <p:cNvGraphicFramePr>
            <a:graphicFrameLocks noChangeAspect="1"/>
          </p:cNvGraphicFramePr>
          <p:nvPr>
            <p:extLst>
              <p:ext uri="{D42A27DB-BD31-4B8C-83A1-F6EECF244321}">
                <p14:modId xmlns:p14="http://schemas.microsoft.com/office/powerpoint/2010/main" val="1004255249"/>
              </p:ext>
            </p:extLst>
          </p:nvPr>
        </p:nvGraphicFramePr>
        <p:xfrm>
          <a:off x="1947996" y="5111495"/>
          <a:ext cx="431800" cy="190500"/>
        </p:xfrm>
        <a:graphic>
          <a:graphicData uri="http://schemas.openxmlformats.org/presentationml/2006/ole">
            <mc:AlternateContent xmlns:mc="http://schemas.openxmlformats.org/markup-compatibility/2006">
              <mc:Choice xmlns:v="urn:schemas-microsoft-com:vml" Requires="v">
                <p:oleObj name="Equation" r:id="rId252" imgW="431640" imgH="190440" progId="Equation.DSMT4">
                  <p:embed/>
                </p:oleObj>
              </mc:Choice>
              <mc:Fallback>
                <p:oleObj name="Equation" r:id="rId252" imgW="431640" imgH="190440" progId="Equation.DSMT4">
                  <p:embed/>
                  <p:pic>
                    <p:nvPicPr>
                      <p:cNvPr id="0" name=""/>
                      <p:cNvPicPr/>
                      <p:nvPr/>
                    </p:nvPicPr>
                    <p:blipFill>
                      <a:blip r:embed="rId253"/>
                      <a:stretch>
                        <a:fillRect/>
                      </a:stretch>
                    </p:blipFill>
                    <p:spPr>
                      <a:xfrm>
                        <a:off x="1947996" y="5111495"/>
                        <a:ext cx="431800" cy="190500"/>
                      </a:xfrm>
                      <a:prstGeom prst="rect">
                        <a:avLst/>
                      </a:prstGeom>
                    </p:spPr>
                  </p:pic>
                </p:oleObj>
              </mc:Fallback>
            </mc:AlternateContent>
          </a:graphicData>
        </a:graphic>
      </p:graphicFrame>
      <p:graphicFrame>
        <p:nvGraphicFramePr>
          <p:cNvPr id="152" name="Object 151"/>
          <p:cNvGraphicFramePr>
            <a:graphicFrameLocks noChangeAspect="1"/>
          </p:cNvGraphicFramePr>
          <p:nvPr>
            <p:extLst>
              <p:ext uri="{D42A27DB-BD31-4B8C-83A1-F6EECF244321}">
                <p14:modId xmlns:p14="http://schemas.microsoft.com/office/powerpoint/2010/main" val="626261418"/>
              </p:ext>
            </p:extLst>
          </p:nvPr>
        </p:nvGraphicFramePr>
        <p:xfrm>
          <a:off x="2698956" y="5096796"/>
          <a:ext cx="431800" cy="190500"/>
        </p:xfrm>
        <a:graphic>
          <a:graphicData uri="http://schemas.openxmlformats.org/presentationml/2006/ole">
            <mc:AlternateContent xmlns:mc="http://schemas.openxmlformats.org/markup-compatibility/2006">
              <mc:Choice xmlns:v="urn:schemas-microsoft-com:vml" Requires="v">
                <p:oleObj name="Equation" r:id="rId254" imgW="431640" imgH="190440" progId="Equation.DSMT4">
                  <p:embed/>
                </p:oleObj>
              </mc:Choice>
              <mc:Fallback>
                <p:oleObj name="Equation" r:id="rId254" imgW="431640" imgH="190440" progId="Equation.DSMT4">
                  <p:embed/>
                  <p:pic>
                    <p:nvPicPr>
                      <p:cNvPr id="0" name=""/>
                      <p:cNvPicPr/>
                      <p:nvPr/>
                    </p:nvPicPr>
                    <p:blipFill>
                      <a:blip r:embed="rId255"/>
                      <a:stretch>
                        <a:fillRect/>
                      </a:stretch>
                    </p:blipFill>
                    <p:spPr>
                      <a:xfrm>
                        <a:off x="2698956" y="5096796"/>
                        <a:ext cx="431800" cy="190500"/>
                      </a:xfrm>
                      <a:prstGeom prst="rect">
                        <a:avLst/>
                      </a:prstGeom>
                    </p:spPr>
                  </p:pic>
                </p:oleObj>
              </mc:Fallback>
            </mc:AlternateContent>
          </a:graphicData>
        </a:graphic>
      </p:graphicFrame>
      <p:graphicFrame>
        <p:nvGraphicFramePr>
          <p:cNvPr id="153" name="Object 152"/>
          <p:cNvGraphicFramePr>
            <a:graphicFrameLocks noChangeAspect="1"/>
          </p:cNvGraphicFramePr>
          <p:nvPr>
            <p:extLst>
              <p:ext uri="{D42A27DB-BD31-4B8C-83A1-F6EECF244321}">
                <p14:modId xmlns:p14="http://schemas.microsoft.com/office/powerpoint/2010/main" val="4091305067"/>
              </p:ext>
            </p:extLst>
          </p:nvPr>
        </p:nvGraphicFramePr>
        <p:xfrm>
          <a:off x="3426954" y="5110365"/>
          <a:ext cx="419100" cy="190500"/>
        </p:xfrm>
        <a:graphic>
          <a:graphicData uri="http://schemas.openxmlformats.org/presentationml/2006/ole">
            <mc:AlternateContent xmlns:mc="http://schemas.openxmlformats.org/markup-compatibility/2006">
              <mc:Choice xmlns:v="urn:schemas-microsoft-com:vml" Requires="v">
                <p:oleObj name="Equation" r:id="rId256" imgW="419040" imgH="190440" progId="Equation.DSMT4">
                  <p:embed/>
                </p:oleObj>
              </mc:Choice>
              <mc:Fallback>
                <p:oleObj name="Equation" r:id="rId256" imgW="419040" imgH="190440" progId="Equation.DSMT4">
                  <p:embed/>
                  <p:pic>
                    <p:nvPicPr>
                      <p:cNvPr id="0" name=""/>
                      <p:cNvPicPr/>
                      <p:nvPr/>
                    </p:nvPicPr>
                    <p:blipFill>
                      <a:blip r:embed="rId257"/>
                      <a:stretch>
                        <a:fillRect/>
                      </a:stretch>
                    </p:blipFill>
                    <p:spPr>
                      <a:xfrm>
                        <a:off x="3426954" y="5110365"/>
                        <a:ext cx="419100" cy="190500"/>
                      </a:xfrm>
                      <a:prstGeom prst="rect">
                        <a:avLst/>
                      </a:prstGeom>
                    </p:spPr>
                  </p:pic>
                </p:oleObj>
              </mc:Fallback>
            </mc:AlternateContent>
          </a:graphicData>
        </a:graphic>
      </p:graphicFrame>
      <p:graphicFrame>
        <p:nvGraphicFramePr>
          <p:cNvPr id="154" name="Object 153"/>
          <p:cNvGraphicFramePr>
            <a:graphicFrameLocks noChangeAspect="1"/>
          </p:cNvGraphicFramePr>
          <p:nvPr>
            <p:extLst>
              <p:ext uri="{D42A27DB-BD31-4B8C-83A1-F6EECF244321}">
                <p14:modId xmlns:p14="http://schemas.microsoft.com/office/powerpoint/2010/main" val="102142102"/>
              </p:ext>
            </p:extLst>
          </p:nvPr>
        </p:nvGraphicFramePr>
        <p:xfrm>
          <a:off x="4096552" y="5111544"/>
          <a:ext cx="431800" cy="190500"/>
        </p:xfrm>
        <a:graphic>
          <a:graphicData uri="http://schemas.openxmlformats.org/presentationml/2006/ole">
            <mc:AlternateContent xmlns:mc="http://schemas.openxmlformats.org/markup-compatibility/2006">
              <mc:Choice xmlns:v="urn:schemas-microsoft-com:vml" Requires="v">
                <p:oleObj name="Equation" r:id="rId258" imgW="431640" imgH="190440" progId="Equation.DSMT4">
                  <p:embed/>
                </p:oleObj>
              </mc:Choice>
              <mc:Fallback>
                <p:oleObj name="Equation" r:id="rId258" imgW="431640" imgH="190440" progId="Equation.DSMT4">
                  <p:embed/>
                  <p:pic>
                    <p:nvPicPr>
                      <p:cNvPr id="0" name=""/>
                      <p:cNvPicPr/>
                      <p:nvPr/>
                    </p:nvPicPr>
                    <p:blipFill>
                      <a:blip r:embed="rId259"/>
                      <a:stretch>
                        <a:fillRect/>
                      </a:stretch>
                    </p:blipFill>
                    <p:spPr>
                      <a:xfrm>
                        <a:off x="4096552" y="5111544"/>
                        <a:ext cx="431800" cy="190500"/>
                      </a:xfrm>
                      <a:prstGeom prst="rect">
                        <a:avLst/>
                      </a:prstGeom>
                    </p:spPr>
                  </p:pic>
                </p:oleObj>
              </mc:Fallback>
            </mc:AlternateContent>
          </a:graphicData>
        </a:graphic>
      </p:graphicFrame>
      <p:graphicFrame>
        <p:nvGraphicFramePr>
          <p:cNvPr id="155" name="Object 154"/>
          <p:cNvGraphicFramePr>
            <a:graphicFrameLocks noChangeAspect="1"/>
          </p:cNvGraphicFramePr>
          <p:nvPr>
            <p:extLst>
              <p:ext uri="{D42A27DB-BD31-4B8C-83A1-F6EECF244321}">
                <p14:modId xmlns:p14="http://schemas.microsoft.com/office/powerpoint/2010/main" val="239586309"/>
              </p:ext>
            </p:extLst>
          </p:nvPr>
        </p:nvGraphicFramePr>
        <p:xfrm>
          <a:off x="4896466" y="5111537"/>
          <a:ext cx="431800" cy="190500"/>
        </p:xfrm>
        <a:graphic>
          <a:graphicData uri="http://schemas.openxmlformats.org/presentationml/2006/ole">
            <mc:AlternateContent xmlns:mc="http://schemas.openxmlformats.org/markup-compatibility/2006">
              <mc:Choice xmlns:v="urn:schemas-microsoft-com:vml" Requires="v">
                <p:oleObj name="Equation" r:id="rId260" imgW="431640" imgH="190440" progId="Equation.DSMT4">
                  <p:embed/>
                </p:oleObj>
              </mc:Choice>
              <mc:Fallback>
                <p:oleObj name="Equation" r:id="rId260" imgW="431640" imgH="190440" progId="Equation.DSMT4">
                  <p:embed/>
                  <p:pic>
                    <p:nvPicPr>
                      <p:cNvPr id="0" name=""/>
                      <p:cNvPicPr/>
                      <p:nvPr/>
                    </p:nvPicPr>
                    <p:blipFill>
                      <a:blip r:embed="rId261"/>
                      <a:stretch>
                        <a:fillRect/>
                      </a:stretch>
                    </p:blipFill>
                    <p:spPr>
                      <a:xfrm>
                        <a:off x="4896466" y="5111537"/>
                        <a:ext cx="431800" cy="190500"/>
                      </a:xfrm>
                      <a:prstGeom prst="rect">
                        <a:avLst/>
                      </a:prstGeom>
                    </p:spPr>
                  </p:pic>
                </p:oleObj>
              </mc:Fallback>
            </mc:AlternateContent>
          </a:graphicData>
        </a:graphic>
      </p:graphicFrame>
      <p:graphicFrame>
        <p:nvGraphicFramePr>
          <p:cNvPr id="156" name="Object 155"/>
          <p:cNvGraphicFramePr>
            <a:graphicFrameLocks noChangeAspect="1"/>
          </p:cNvGraphicFramePr>
          <p:nvPr>
            <p:extLst>
              <p:ext uri="{D42A27DB-BD31-4B8C-83A1-F6EECF244321}">
                <p14:modId xmlns:p14="http://schemas.microsoft.com/office/powerpoint/2010/main" val="818745495"/>
              </p:ext>
            </p:extLst>
          </p:nvPr>
        </p:nvGraphicFramePr>
        <p:xfrm>
          <a:off x="5600700" y="5113338"/>
          <a:ext cx="439738" cy="188912"/>
        </p:xfrm>
        <a:graphic>
          <a:graphicData uri="http://schemas.openxmlformats.org/presentationml/2006/ole">
            <mc:AlternateContent xmlns:mc="http://schemas.openxmlformats.org/markup-compatibility/2006">
              <mc:Choice xmlns:v="urn:schemas-microsoft-com:vml" Requires="v">
                <p:oleObj name="Equation" r:id="rId262" imgW="444240" imgH="190440" progId="Equation.DSMT4">
                  <p:embed/>
                </p:oleObj>
              </mc:Choice>
              <mc:Fallback>
                <p:oleObj name="Equation" r:id="rId262" imgW="444240" imgH="190440" progId="Equation.DSMT4">
                  <p:embed/>
                  <p:pic>
                    <p:nvPicPr>
                      <p:cNvPr id="0" name=""/>
                      <p:cNvPicPr/>
                      <p:nvPr/>
                    </p:nvPicPr>
                    <p:blipFill>
                      <a:blip r:embed="rId263"/>
                      <a:stretch>
                        <a:fillRect/>
                      </a:stretch>
                    </p:blipFill>
                    <p:spPr>
                      <a:xfrm>
                        <a:off x="5600700" y="5113338"/>
                        <a:ext cx="439738" cy="188912"/>
                      </a:xfrm>
                      <a:prstGeom prst="rect">
                        <a:avLst/>
                      </a:prstGeom>
                    </p:spPr>
                  </p:pic>
                </p:oleObj>
              </mc:Fallback>
            </mc:AlternateContent>
          </a:graphicData>
        </a:graphic>
      </p:graphicFrame>
      <p:graphicFrame>
        <p:nvGraphicFramePr>
          <p:cNvPr id="157" name="Object 156"/>
          <p:cNvGraphicFramePr>
            <a:graphicFrameLocks noChangeAspect="1"/>
          </p:cNvGraphicFramePr>
          <p:nvPr>
            <p:extLst>
              <p:ext uri="{D42A27DB-BD31-4B8C-83A1-F6EECF244321}">
                <p14:modId xmlns:p14="http://schemas.microsoft.com/office/powerpoint/2010/main" val="2443656212"/>
              </p:ext>
            </p:extLst>
          </p:nvPr>
        </p:nvGraphicFramePr>
        <p:xfrm>
          <a:off x="6333396" y="5124167"/>
          <a:ext cx="419100" cy="190500"/>
        </p:xfrm>
        <a:graphic>
          <a:graphicData uri="http://schemas.openxmlformats.org/presentationml/2006/ole">
            <mc:AlternateContent xmlns:mc="http://schemas.openxmlformats.org/markup-compatibility/2006">
              <mc:Choice xmlns:v="urn:schemas-microsoft-com:vml" Requires="v">
                <p:oleObj name="Equation" r:id="rId264" imgW="419040" imgH="190440" progId="Equation.DSMT4">
                  <p:embed/>
                </p:oleObj>
              </mc:Choice>
              <mc:Fallback>
                <p:oleObj name="Equation" r:id="rId264" imgW="419040" imgH="190440" progId="Equation.DSMT4">
                  <p:embed/>
                  <p:pic>
                    <p:nvPicPr>
                      <p:cNvPr id="0" name=""/>
                      <p:cNvPicPr/>
                      <p:nvPr/>
                    </p:nvPicPr>
                    <p:blipFill>
                      <a:blip r:embed="rId265"/>
                      <a:stretch>
                        <a:fillRect/>
                      </a:stretch>
                    </p:blipFill>
                    <p:spPr>
                      <a:xfrm>
                        <a:off x="6333396" y="5124167"/>
                        <a:ext cx="419100" cy="190500"/>
                      </a:xfrm>
                      <a:prstGeom prst="rect">
                        <a:avLst/>
                      </a:prstGeom>
                    </p:spPr>
                  </p:pic>
                </p:oleObj>
              </mc:Fallback>
            </mc:AlternateContent>
          </a:graphicData>
        </a:graphic>
      </p:graphicFrame>
      <p:graphicFrame>
        <p:nvGraphicFramePr>
          <p:cNvPr id="158" name="Object 157"/>
          <p:cNvGraphicFramePr>
            <a:graphicFrameLocks noChangeAspect="1"/>
          </p:cNvGraphicFramePr>
          <p:nvPr>
            <p:extLst>
              <p:ext uri="{D42A27DB-BD31-4B8C-83A1-F6EECF244321}">
                <p14:modId xmlns:p14="http://schemas.microsoft.com/office/powerpoint/2010/main" val="2722077388"/>
              </p:ext>
            </p:extLst>
          </p:nvPr>
        </p:nvGraphicFramePr>
        <p:xfrm>
          <a:off x="7074686" y="5096796"/>
          <a:ext cx="431800" cy="190500"/>
        </p:xfrm>
        <a:graphic>
          <a:graphicData uri="http://schemas.openxmlformats.org/presentationml/2006/ole">
            <mc:AlternateContent xmlns:mc="http://schemas.openxmlformats.org/markup-compatibility/2006">
              <mc:Choice xmlns:v="urn:schemas-microsoft-com:vml" Requires="v">
                <p:oleObj name="Equation" r:id="rId266" imgW="431640" imgH="190440" progId="Equation.DSMT4">
                  <p:embed/>
                </p:oleObj>
              </mc:Choice>
              <mc:Fallback>
                <p:oleObj name="Equation" r:id="rId266" imgW="431640" imgH="190440" progId="Equation.DSMT4">
                  <p:embed/>
                  <p:pic>
                    <p:nvPicPr>
                      <p:cNvPr id="0" name=""/>
                      <p:cNvPicPr/>
                      <p:nvPr/>
                    </p:nvPicPr>
                    <p:blipFill>
                      <a:blip r:embed="rId267"/>
                      <a:stretch>
                        <a:fillRect/>
                      </a:stretch>
                    </p:blipFill>
                    <p:spPr>
                      <a:xfrm>
                        <a:off x="7074686" y="5096796"/>
                        <a:ext cx="431800" cy="190500"/>
                      </a:xfrm>
                      <a:prstGeom prst="rect">
                        <a:avLst/>
                      </a:prstGeom>
                    </p:spPr>
                  </p:pic>
                </p:oleObj>
              </mc:Fallback>
            </mc:AlternateContent>
          </a:graphicData>
        </a:graphic>
      </p:graphicFrame>
      <p:graphicFrame>
        <p:nvGraphicFramePr>
          <p:cNvPr id="159" name="Object 158"/>
          <p:cNvGraphicFramePr>
            <a:graphicFrameLocks noChangeAspect="1"/>
          </p:cNvGraphicFramePr>
          <p:nvPr>
            <p:extLst>
              <p:ext uri="{D42A27DB-BD31-4B8C-83A1-F6EECF244321}">
                <p14:modId xmlns:p14="http://schemas.microsoft.com/office/powerpoint/2010/main" val="1568389847"/>
              </p:ext>
            </p:extLst>
          </p:nvPr>
        </p:nvGraphicFramePr>
        <p:xfrm>
          <a:off x="7777340" y="5113486"/>
          <a:ext cx="431800" cy="190500"/>
        </p:xfrm>
        <a:graphic>
          <a:graphicData uri="http://schemas.openxmlformats.org/presentationml/2006/ole">
            <mc:AlternateContent xmlns:mc="http://schemas.openxmlformats.org/markup-compatibility/2006">
              <mc:Choice xmlns:v="urn:schemas-microsoft-com:vml" Requires="v">
                <p:oleObj name="Equation" r:id="rId268" imgW="431640" imgH="190440" progId="Equation.DSMT4">
                  <p:embed/>
                </p:oleObj>
              </mc:Choice>
              <mc:Fallback>
                <p:oleObj name="Equation" r:id="rId268" imgW="431640" imgH="190440" progId="Equation.DSMT4">
                  <p:embed/>
                  <p:pic>
                    <p:nvPicPr>
                      <p:cNvPr id="0" name=""/>
                      <p:cNvPicPr/>
                      <p:nvPr/>
                    </p:nvPicPr>
                    <p:blipFill>
                      <a:blip r:embed="rId269"/>
                      <a:stretch>
                        <a:fillRect/>
                      </a:stretch>
                    </p:blipFill>
                    <p:spPr>
                      <a:xfrm>
                        <a:off x="7777340" y="5113486"/>
                        <a:ext cx="431800" cy="1905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E25478B4-6B3B-410C-8EF6-4B6D8A9F4A00}"/>
              </a:ext>
            </a:extLst>
          </p:cNvPr>
          <p:cNvGraphicFramePr>
            <a:graphicFrameLocks noChangeAspect="1"/>
          </p:cNvGraphicFramePr>
          <p:nvPr>
            <p:extLst>
              <p:ext uri="{D42A27DB-BD31-4B8C-83A1-F6EECF244321}">
                <p14:modId xmlns:p14="http://schemas.microsoft.com/office/powerpoint/2010/main" val="829938234"/>
              </p:ext>
            </p:extLst>
          </p:nvPr>
        </p:nvGraphicFramePr>
        <p:xfrm>
          <a:off x="675605" y="5378970"/>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5" name="Object 34">
                        <a:extLst>
                          <a:ext uri="{FF2B5EF4-FFF2-40B4-BE49-F238E27FC236}">
                            <a16:creationId xmlns:a16="http://schemas.microsoft.com/office/drawing/2014/main" id="{E25478B4-6B3B-410C-8EF6-4B6D8A9F4A00}"/>
                          </a:ext>
                        </a:extLst>
                      </p:cNvPr>
                      <p:cNvPicPr/>
                      <p:nvPr/>
                    </p:nvPicPr>
                    <p:blipFill>
                      <a:blip r:embed="rId91"/>
                      <a:stretch>
                        <a:fillRect/>
                      </a:stretch>
                    </p:blipFill>
                    <p:spPr>
                      <a:xfrm>
                        <a:off x="675605" y="5378970"/>
                        <a:ext cx="88900" cy="2540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0A64C1DD-F9D7-4C43-B680-5AA96814771D}"/>
              </a:ext>
            </a:extLst>
          </p:cNvPr>
          <p:cNvGraphicFramePr>
            <a:graphicFrameLocks noChangeAspect="1"/>
          </p:cNvGraphicFramePr>
          <p:nvPr>
            <p:extLst>
              <p:ext uri="{D42A27DB-BD31-4B8C-83A1-F6EECF244321}">
                <p14:modId xmlns:p14="http://schemas.microsoft.com/office/powerpoint/2010/main" val="494202653"/>
              </p:ext>
            </p:extLst>
          </p:nvPr>
        </p:nvGraphicFramePr>
        <p:xfrm>
          <a:off x="1397626" y="5396460"/>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6" name="Object 35">
                        <a:extLst>
                          <a:ext uri="{FF2B5EF4-FFF2-40B4-BE49-F238E27FC236}">
                            <a16:creationId xmlns:a16="http://schemas.microsoft.com/office/drawing/2014/main" id="{0A64C1DD-F9D7-4C43-B680-5AA96814771D}"/>
                          </a:ext>
                        </a:extLst>
                      </p:cNvPr>
                      <p:cNvPicPr/>
                      <p:nvPr/>
                    </p:nvPicPr>
                    <p:blipFill>
                      <a:blip r:embed="rId91"/>
                      <a:stretch>
                        <a:fillRect/>
                      </a:stretch>
                    </p:blipFill>
                    <p:spPr>
                      <a:xfrm>
                        <a:off x="1397626" y="5396460"/>
                        <a:ext cx="88900" cy="25400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28796543-51A6-4B26-8501-82365CCB3397}"/>
              </a:ext>
            </a:extLst>
          </p:cNvPr>
          <p:cNvGraphicFramePr>
            <a:graphicFrameLocks noChangeAspect="1"/>
          </p:cNvGraphicFramePr>
          <p:nvPr>
            <p:extLst>
              <p:ext uri="{D42A27DB-BD31-4B8C-83A1-F6EECF244321}">
                <p14:modId xmlns:p14="http://schemas.microsoft.com/office/powerpoint/2010/main" val="3536619226"/>
              </p:ext>
            </p:extLst>
          </p:nvPr>
        </p:nvGraphicFramePr>
        <p:xfrm>
          <a:off x="2119652" y="5398959"/>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7" name="Object 36">
                        <a:extLst>
                          <a:ext uri="{FF2B5EF4-FFF2-40B4-BE49-F238E27FC236}">
                            <a16:creationId xmlns:a16="http://schemas.microsoft.com/office/drawing/2014/main" id="{28796543-51A6-4B26-8501-82365CCB3397}"/>
                          </a:ext>
                        </a:extLst>
                      </p:cNvPr>
                      <p:cNvPicPr/>
                      <p:nvPr/>
                    </p:nvPicPr>
                    <p:blipFill>
                      <a:blip r:embed="rId91"/>
                      <a:stretch>
                        <a:fillRect/>
                      </a:stretch>
                    </p:blipFill>
                    <p:spPr>
                      <a:xfrm>
                        <a:off x="2119652" y="5398959"/>
                        <a:ext cx="88900" cy="2540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A3D33C9D-9BD8-45A3-BC2C-0B598A1CD498}"/>
              </a:ext>
            </a:extLst>
          </p:cNvPr>
          <p:cNvGraphicFramePr>
            <a:graphicFrameLocks noChangeAspect="1"/>
          </p:cNvGraphicFramePr>
          <p:nvPr>
            <p:extLst>
              <p:ext uri="{D42A27DB-BD31-4B8C-83A1-F6EECF244321}">
                <p14:modId xmlns:p14="http://schemas.microsoft.com/office/powerpoint/2010/main" val="1252814753"/>
              </p:ext>
            </p:extLst>
          </p:nvPr>
        </p:nvGraphicFramePr>
        <p:xfrm>
          <a:off x="2841676" y="5371478"/>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8" name="Object 37">
                        <a:extLst>
                          <a:ext uri="{FF2B5EF4-FFF2-40B4-BE49-F238E27FC236}">
                            <a16:creationId xmlns:a16="http://schemas.microsoft.com/office/drawing/2014/main" id="{A3D33C9D-9BD8-45A3-BC2C-0B598A1CD498}"/>
                          </a:ext>
                        </a:extLst>
                      </p:cNvPr>
                      <p:cNvPicPr/>
                      <p:nvPr/>
                    </p:nvPicPr>
                    <p:blipFill>
                      <a:blip r:embed="rId91"/>
                      <a:stretch>
                        <a:fillRect/>
                      </a:stretch>
                    </p:blipFill>
                    <p:spPr>
                      <a:xfrm>
                        <a:off x="2841676" y="5371478"/>
                        <a:ext cx="88900" cy="2540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19DDC2F6-1B38-4BEB-867A-EE4B01933F7B}"/>
              </a:ext>
            </a:extLst>
          </p:cNvPr>
          <p:cNvGraphicFramePr>
            <a:graphicFrameLocks noChangeAspect="1"/>
          </p:cNvGraphicFramePr>
          <p:nvPr>
            <p:extLst>
              <p:ext uri="{D42A27DB-BD31-4B8C-83A1-F6EECF244321}">
                <p14:modId xmlns:p14="http://schemas.microsoft.com/office/powerpoint/2010/main" val="1029150050"/>
              </p:ext>
            </p:extLst>
          </p:nvPr>
        </p:nvGraphicFramePr>
        <p:xfrm>
          <a:off x="3608671" y="5403957"/>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39" name="Object 38">
                        <a:extLst>
                          <a:ext uri="{FF2B5EF4-FFF2-40B4-BE49-F238E27FC236}">
                            <a16:creationId xmlns:a16="http://schemas.microsoft.com/office/drawing/2014/main" id="{19DDC2F6-1B38-4BEB-867A-EE4B01933F7B}"/>
                          </a:ext>
                        </a:extLst>
                      </p:cNvPr>
                      <p:cNvPicPr/>
                      <p:nvPr/>
                    </p:nvPicPr>
                    <p:blipFill>
                      <a:blip r:embed="rId91"/>
                      <a:stretch>
                        <a:fillRect/>
                      </a:stretch>
                    </p:blipFill>
                    <p:spPr>
                      <a:xfrm>
                        <a:off x="3608671" y="5403957"/>
                        <a:ext cx="88900" cy="25400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F45DDAA3-1287-4869-8C4F-552B9B10B3EA}"/>
              </a:ext>
            </a:extLst>
          </p:cNvPr>
          <p:cNvGraphicFramePr>
            <a:graphicFrameLocks noChangeAspect="1"/>
          </p:cNvGraphicFramePr>
          <p:nvPr>
            <p:extLst>
              <p:ext uri="{D42A27DB-BD31-4B8C-83A1-F6EECF244321}">
                <p14:modId xmlns:p14="http://schemas.microsoft.com/office/powerpoint/2010/main" val="34153705"/>
              </p:ext>
            </p:extLst>
          </p:nvPr>
        </p:nvGraphicFramePr>
        <p:xfrm>
          <a:off x="4330696" y="5376476"/>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40" name="Object 39">
                        <a:extLst>
                          <a:ext uri="{FF2B5EF4-FFF2-40B4-BE49-F238E27FC236}">
                            <a16:creationId xmlns:a16="http://schemas.microsoft.com/office/drawing/2014/main" id="{F45DDAA3-1287-4869-8C4F-552B9B10B3EA}"/>
                          </a:ext>
                        </a:extLst>
                      </p:cNvPr>
                      <p:cNvPicPr/>
                      <p:nvPr/>
                    </p:nvPicPr>
                    <p:blipFill>
                      <a:blip r:embed="rId91"/>
                      <a:stretch>
                        <a:fillRect/>
                      </a:stretch>
                    </p:blipFill>
                    <p:spPr>
                      <a:xfrm>
                        <a:off x="4330696" y="5376476"/>
                        <a:ext cx="88900" cy="254000"/>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DFB8D4C9-444E-4AB2-899C-3EBCEB12987A}"/>
              </a:ext>
            </a:extLst>
          </p:cNvPr>
          <p:cNvGraphicFramePr>
            <a:graphicFrameLocks noChangeAspect="1"/>
          </p:cNvGraphicFramePr>
          <p:nvPr>
            <p:extLst>
              <p:ext uri="{D42A27DB-BD31-4B8C-83A1-F6EECF244321}">
                <p14:modId xmlns:p14="http://schemas.microsoft.com/office/powerpoint/2010/main" val="2334227591"/>
              </p:ext>
            </p:extLst>
          </p:nvPr>
        </p:nvGraphicFramePr>
        <p:xfrm>
          <a:off x="5067710" y="5393965"/>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41" name="Object 40">
                        <a:extLst>
                          <a:ext uri="{FF2B5EF4-FFF2-40B4-BE49-F238E27FC236}">
                            <a16:creationId xmlns:a16="http://schemas.microsoft.com/office/drawing/2014/main" id="{DFB8D4C9-444E-4AB2-899C-3EBCEB12987A}"/>
                          </a:ext>
                        </a:extLst>
                      </p:cNvPr>
                      <p:cNvPicPr/>
                      <p:nvPr/>
                    </p:nvPicPr>
                    <p:blipFill>
                      <a:blip r:embed="rId91"/>
                      <a:stretch>
                        <a:fillRect/>
                      </a:stretch>
                    </p:blipFill>
                    <p:spPr>
                      <a:xfrm>
                        <a:off x="5067710" y="5393965"/>
                        <a:ext cx="88900" cy="25400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097E11BC-BD03-489F-B637-64F504A0F464}"/>
              </a:ext>
            </a:extLst>
          </p:cNvPr>
          <p:cNvGraphicFramePr>
            <a:graphicFrameLocks noChangeAspect="1"/>
          </p:cNvGraphicFramePr>
          <p:nvPr>
            <p:extLst>
              <p:ext uri="{D42A27DB-BD31-4B8C-83A1-F6EECF244321}">
                <p14:modId xmlns:p14="http://schemas.microsoft.com/office/powerpoint/2010/main" val="4227150058"/>
              </p:ext>
            </p:extLst>
          </p:nvPr>
        </p:nvGraphicFramePr>
        <p:xfrm>
          <a:off x="5804723" y="5396464"/>
          <a:ext cx="88900" cy="254000"/>
        </p:xfrm>
        <a:graphic>
          <a:graphicData uri="http://schemas.openxmlformats.org/presentationml/2006/ole">
            <mc:AlternateContent xmlns:mc="http://schemas.openxmlformats.org/markup-compatibility/2006">
              <mc:Choice xmlns:v="urn:schemas-microsoft-com:vml" Requires="v">
                <p:oleObj name="Equation" r:id="rId270" imgW="88560" imgH="253800" progId="Equation.DSMT4">
                  <p:embed/>
                </p:oleObj>
              </mc:Choice>
              <mc:Fallback>
                <p:oleObj name="Equation" r:id="rId270" imgW="88560" imgH="253800" progId="Equation.DSMT4">
                  <p:embed/>
                  <p:pic>
                    <p:nvPicPr>
                      <p:cNvPr id="42" name="Object 41">
                        <a:extLst>
                          <a:ext uri="{FF2B5EF4-FFF2-40B4-BE49-F238E27FC236}">
                            <a16:creationId xmlns:a16="http://schemas.microsoft.com/office/drawing/2014/main" id="{097E11BC-BD03-489F-B637-64F504A0F464}"/>
                          </a:ext>
                        </a:extLst>
                      </p:cNvPr>
                      <p:cNvPicPr/>
                      <p:nvPr/>
                    </p:nvPicPr>
                    <p:blipFill>
                      <a:blip r:embed="rId271"/>
                      <a:stretch>
                        <a:fillRect/>
                      </a:stretch>
                    </p:blipFill>
                    <p:spPr>
                      <a:xfrm>
                        <a:off x="5804723" y="5396464"/>
                        <a:ext cx="88900" cy="254000"/>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797EF44B-50F7-49E3-B5AC-E1234F324B3D}"/>
              </a:ext>
            </a:extLst>
          </p:cNvPr>
          <p:cNvGraphicFramePr>
            <a:graphicFrameLocks noChangeAspect="1"/>
          </p:cNvGraphicFramePr>
          <p:nvPr>
            <p:extLst>
              <p:ext uri="{D42A27DB-BD31-4B8C-83A1-F6EECF244321}">
                <p14:modId xmlns:p14="http://schemas.microsoft.com/office/powerpoint/2010/main" val="2461118932"/>
              </p:ext>
            </p:extLst>
          </p:nvPr>
        </p:nvGraphicFramePr>
        <p:xfrm>
          <a:off x="6541737" y="5368983"/>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43" name="Object 42">
                        <a:extLst>
                          <a:ext uri="{FF2B5EF4-FFF2-40B4-BE49-F238E27FC236}">
                            <a16:creationId xmlns:a16="http://schemas.microsoft.com/office/drawing/2014/main" id="{797EF44B-50F7-49E3-B5AC-E1234F324B3D}"/>
                          </a:ext>
                        </a:extLst>
                      </p:cNvPr>
                      <p:cNvPicPr/>
                      <p:nvPr/>
                    </p:nvPicPr>
                    <p:blipFill>
                      <a:blip r:embed="rId91"/>
                      <a:stretch>
                        <a:fillRect/>
                      </a:stretch>
                    </p:blipFill>
                    <p:spPr>
                      <a:xfrm>
                        <a:off x="6541737" y="5368983"/>
                        <a:ext cx="88900" cy="25400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B486A035-849F-4D38-91DB-735487219FA1}"/>
              </a:ext>
            </a:extLst>
          </p:cNvPr>
          <p:cNvGraphicFramePr>
            <a:graphicFrameLocks noChangeAspect="1"/>
          </p:cNvGraphicFramePr>
          <p:nvPr>
            <p:extLst>
              <p:ext uri="{D42A27DB-BD31-4B8C-83A1-F6EECF244321}">
                <p14:modId xmlns:p14="http://schemas.microsoft.com/office/powerpoint/2010/main" val="2692456438"/>
              </p:ext>
            </p:extLst>
          </p:nvPr>
        </p:nvGraphicFramePr>
        <p:xfrm>
          <a:off x="7263760" y="5386472"/>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44" name="Object 43">
                        <a:extLst>
                          <a:ext uri="{FF2B5EF4-FFF2-40B4-BE49-F238E27FC236}">
                            <a16:creationId xmlns:a16="http://schemas.microsoft.com/office/drawing/2014/main" id="{B486A035-849F-4D38-91DB-735487219FA1}"/>
                          </a:ext>
                        </a:extLst>
                      </p:cNvPr>
                      <p:cNvPicPr/>
                      <p:nvPr/>
                    </p:nvPicPr>
                    <p:blipFill>
                      <a:blip r:embed="rId91"/>
                      <a:stretch>
                        <a:fillRect/>
                      </a:stretch>
                    </p:blipFill>
                    <p:spPr>
                      <a:xfrm>
                        <a:off x="7263760" y="5386472"/>
                        <a:ext cx="88900" cy="25400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C69CC836-941E-4E8D-8576-AD2BFE55826F}"/>
              </a:ext>
            </a:extLst>
          </p:cNvPr>
          <p:cNvGraphicFramePr>
            <a:graphicFrameLocks noChangeAspect="1"/>
          </p:cNvGraphicFramePr>
          <p:nvPr>
            <p:extLst>
              <p:ext uri="{D42A27DB-BD31-4B8C-83A1-F6EECF244321}">
                <p14:modId xmlns:p14="http://schemas.microsoft.com/office/powerpoint/2010/main" val="1003809009"/>
              </p:ext>
            </p:extLst>
          </p:nvPr>
        </p:nvGraphicFramePr>
        <p:xfrm>
          <a:off x="8000775" y="5388487"/>
          <a:ext cx="88900" cy="254000"/>
        </p:xfrm>
        <a:graphic>
          <a:graphicData uri="http://schemas.openxmlformats.org/presentationml/2006/ole">
            <mc:AlternateContent xmlns:mc="http://schemas.openxmlformats.org/markup-compatibility/2006">
              <mc:Choice xmlns:v="urn:schemas-microsoft-com:vml" Requires="v">
                <p:oleObj name="Equation" r:id="rId90" imgW="88560" imgH="253800" progId="Equation.DSMT4">
                  <p:embed/>
                </p:oleObj>
              </mc:Choice>
              <mc:Fallback>
                <p:oleObj name="Equation" r:id="rId90" imgW="88560" imgH="253800" progId="Equation.DSMT4">
                  <p:embed/>
                  <p:pic>
                    <p:nvPicPr>
                      <p:cNvPr id="45" name="Object 44">
                        <a:extLst>
                          <a:ext uri="{FF2B5EF4-FFF2-40B4-BE49-F238E27FC236}">
                            <a16:creationId xmlns:a16="http://schemas.microsoft.com/office/drawing/2014/main" id="{C69CC836-941E-4E8D-8576-AD2BFE55826F}"/>
                          </a:ext>
                        </a:extLst>
                      </p:cNvPr>
                      <p:cNvPicPr/>
                      <p:nvPr/>
                    </p:nvPicPr>
                    <p:blipFill>
                      <a:blip r:embed="rId91"/>
                      <a:stretch>
                        <a:fillRect/>
                      </a:stretch>
                    </p:blipFill>
                    <p:spPr>
                      <a:xfrm>
                        <a:off x="8000775" y="5388487"/>
                        <a:ext cx="88900" cy="254000"/>
                      </a:xfrm>
                      <a:prstGeom prst="rect">
                        <a:avLst/>
                      </a:prstGeom>
                    </p:spPr>
                  </p:pic>
                </p:oleObj>
              </mc:Fallback>
            </mc:AlternateContent>
          </a:graphicData>
        </a:graphic>
      </p:graphicFrame>
      <p:graphicFrame>
        <p:nvGraphicFramePr>
          <p:cNvPr id="160" name="Object 159"/>
          <p:cNvGraphicFramePr>
            <a:graphicFrameLocks noChangeAspect="1"/>
          </p:cNvGraphicFramePr>
          <p:nvPr>
            <p:extLst>
              <p:ext uri="{D42A27DB-BD31-4B8C-83A1-F6EECF244321}">
                <p14:modId xmlns:p14="http://schemas.microsoft.com/office/powerpoint/2010/main" val="340735969"/>
              </p:ext>
            </p:extLst>
          </p:nvPr>
        </p:nvGraphicFramePr>
        <p:xfrm>
          <a:off x="598739" y="5718641"/>
          <a:ext cx="266700" cy="190500"/>
        </p:xfrm>
        <a:graphic>
          <a:graphicData uri="http://schemas.openxmlformats.org/presentationml/2006/ole">
            <mc:AlternateContent xmlns:mc="http://schemas.openxmlformats.org/markup-compatibility/2006">
              <mc:Choice xmlns:v="urn:schemas-microsoft-com:vml" Requires="v">
                <p:oleObj name="Equation" r:id="rId272" imgW="266400" imgH="190440" progId="Equation.DSMT4">
                  <p:embed/>
                </p:oleObj>
              </mc:Choice>
              <mc:Fallback>
                <p:oleObj name="Equation" r:id="rId272" imgW="266400" imgH="190440" progId="Equation.DSMT4">
                  <p:embed/>
                  <p:pic>
                    <p:nvPicPr>
                      <p:cNvPr id="0" name=""/>
                      <p:cNvPicPr/>
                      <p:nvPr/>
                    </p:nvPicPr>
                    <p:blipFill>
                      <a:blip r:embed="rId273"/>
                      <a:stretch>
                        <a:fillRect/>
                      </a:stretch>
                    </p:blipFill>
                    <p:spPr>
                      <a:xfrm>
                        <a:off x="598739" y="5718641"/>
                        <a:ext cx="266700" cy="190500"/>
                      </a:xfrm>
                      <a:prstGeom prst="rect">
                        <a:avLst/>
                      </a:prstGeom>
                    </p:spPr>
                  </p:pic>
                </p:oleObj>
              </mc:Fallback>
            </mc:AlternateContent>
          </a:graphicData>
        </a:graphic>
      </p:graphicFrame>
      <p:graphicFrame>
        <p:nvGraphicFramePr>
          <p:cNvPr id="161" name="Object 160"/>
          <p:cNvGraphicFramePr>
            <a:graphicFrameLocks noChangeAspect="1"/>
          </p:cNvGraphicFramePr>
          <p:nvPr>
            <p:extLst>
              <p:ext uri="{D42A27DB-BD31-4B8C-83A1-F6EECF244321}">
                <p14:modId xmlns:p14="http://schemas.microsoft.com/office/powerpoint/2010/main" val="3714666157"/>
              </p:ext>
            </p:extLst>
          </p:nvPr>
        </p:nvGraphicFramePr>
        <p:xfrm>
          <a:off x="1213262" y="5730600"/>
          <a:ext cx="520700" cy="190500"/>
        </p:xfrm>
        <a:graphic>
          <a:graphicData uri="http://schemas.openxmlformats.org/presentationml/2006/ole">
            <mc:AlternateContent xmlns:mc="http://schemas.openxmlformats.org/markup-compatibility/2006">
              <mc:Choice xmlns:v="urn:schemas-microsoft-com:vml" Requires="v">
                <p:oleObj name="Equation" r:id="rId274" imgW="520560" imgH="190440" progId="Equation.DSMT4">
                  <p:embed/>
                </p:oleObj>
              </mc:Choice>
              <mc:Fallback>
                <p:oleObj name="Equation" r:id="rId274" imgW="520560" imgH="190440" progId="Equation.DSMT4">
                  <p:embed/>
                  <p:pic>
                    <p:nvPicPr>
                      <p:cNvPr id="0" name=""/>
                      <p:cNvPicPr/>
                      <p:nvPr/>
                    </p:nvPicPr>
                    <p:blipFill>
                      <a:blip r:embed="rId275"/>
                      <a:stretch>
                        <a:fillRect/>
                      </a:stretch>
                    </p:blipFill>
                    <p:spPr>
                      <a:xfrm>
                        <a:off x="1213262" y="5730600"/>
                        <a:ext cx="520700" cy="190500"/>
                      </a:xfrm>
                      <a:prstGeom prst="rect">
                        <a:avLst/>
                      </a:prstGeom>
                    </p:spPr>
                  </p:pic>
                </p:oleObj>
              </mc:Fallback>
            </mc:AlternateContent>
          </a:graphicData>
        </a:graphic>
      </p:graphicFrame>
      <p:graphicFrame>
        <p:nvGraphicFramePr>
          <p:cNvPr id="162" name="Object 161"/>
          <p:cNvGraphicFramePr>
            <a:graphicFrameLocks noChangeAspect="1"/>
          </p:cNvGraphicFramePr>
          <p:nvPr>
            <p:extLst>
              <p:ext uri="{D42A27DB-BD31-4B8C-83A1-F6EECF244321}">
                <p14:modId xmlns:p14="http://schemas.microsoft.com/office/powerpoint/2010/main" val="1267356617"/>
              </p:ext>
            </p:extLst>
          </p:nvPr>
        </p:nvGraphicFramePr>
        <p:xfrm>
          <a:off x="1930997" y="5730254"/>
          <a:ext cx="520700" cy="190500"/>
        </p:xfrm>
        <a:graphic>
          <a:graphicData uri="http://schemas.openxmlformats.org/presentationml/2006/ole">
            <mc:AlternateContent xmlns:mc="http://schemas.openxmlformats.org/markup-compatibility/2006">
              <mc:Choice xmlns:v="urn:schemas-microsoft-com:vml" Requires="v">
                <p:oleObj name="Equation" r:id="rId276" imgW="520560" imgH="190440" progId="Equation.DSMT4">
                  <p:embed/>
                </p:oleObj>
              </mc:Choice>
              <mc:Fallback>
                <p:oleObj name="Equation" r:id="rId276" imgW="520560" imgH="190440" progId="Equation.DSMT4">
                  <p:embed/>
                  <p:pic>
                    <p:nvPicPr>
                      <p:cNvPr id="0" name=""/>
                      <p:cNvPicPr/>
                      <p:nvPr/>
                    </p:nvPicPr>
                    <p:blipFill>
                      <a:blip r:embed="rId277"/>
                      <a:stretch>
                        <a:fillRect/>
                      </a:stretch>
                    </p:blipFill>
                    <p:spPr>
                      <a:xfrm>
                        <a:off x="1930997" y="5730254"/>
                        <a:ext cx="520700" cy="190500"/>
                      </a:xfrm>
                      <a:prstGeom prst="rect">
                        <a:avLst/>
                      </a:prstGeom>
                    </p:spPr>
                  </p:pic>
                </p:oleObj>
              </mc:Fallback>
            </mc:AlternateContent>
          </a:graphicData>
        </a:graphic>
      </p:graphicFrame>
      <p:graphicFrame>
        <p:nvGraphicFramePr>
          <p:cNvPr id="163" name="Object 162"/>
          <p:cNvGraphicFramePr>
            <a:graphicFrameLocks noChangeAspect="1"/>
          </p:cNvGraphicFramePr>
          <p:nvPr>
            <p:extLst>
              <p:ext uri="{D42A27DB-BD31-4B8C-83A1-F6EECF244321}">
                <p14:modId xmlns:p14="http://schemas.microsoft.com/office/powerpoint/2010/main" val="1323887099"/>
              </p:ext>
            </p:extLst>
          </p:nvPr>
        </p:nvGraphicFramePr>
        <p:xfrm>
          <a:off x="2654302" y="5730967"/>
          <a:ext cx="520700" cy="190500"/>
        </p:xfrm>
        <a:graphic>
          <a:graphicData uri="http://schemas.openxmlformats.org/presentationml/2006/ole">
            <mc:AlternateContent xmlns:mc="http://schemas.openxmlformats.org/markup-compatibility/2006">
              <mc:Choice xmlns:v="urn:schemas-microsoft-com:vml" Requires="v">
                <p:oleObj name="Equation" r:id="rId278" imgW="520560" imgH="190440" progId="Equation.DSMT4">
                  <p:embed/>
                </p:oleObj>
              </mc:Choice>
              <mc:Fallback>
                <p:oleObj name="Equation" r:id="rId278" imgW="520560" imgH="190440" progId="Equation.DSMT4">
                  <p:embed/>
                  <p:pic>
                    <p:nvPicPr>
                      <p:cNvPr id="0" name=""/>
                      <p:cNvPicPr/>
                      <p:nvPr/>
                    </p:nvPicPr>
                    <p:blipFill>
                      <a:blip r:embed="rId279"/>
                      <a:stretch>
                        <a:fillRect/>
                      </a:stretch>
                    </p:blipFill>
                    <p:spPr>
                      <a:xfrm>
                        <a:off x="2654302" y="5730967"/>
                        <a:ext cx="520700" cy="190500"/>
                      </a:xfrm>
                      <a:prstGeom prst="rect">
                        <a:avLst/>
                      </a:prstGeom>
                    </p:spPr>
                  </p:pic>
                </p:oleObj>
              </mc:Fallback>
            </mc:AlternateContent>
          </a:graphicData>
        </a:graphic>
      </p:graphicFrame>
      <p:graphicFrame>
        <p:nvGraphicFramePr>
          <p:cNvPr id="164" name="Object 163"/>
          <p:cNvGraphicFramePr>
            <a:graphicFrameLocks noChangeAspect="1"/>
          </p:cNvGraphicFramePr>
          <p:nvPr>
            <p:extLst>
              <p:ext uri="{D42A27DB-BD31-4B8C-83A1-F6EECF244321}">
                <p14:modId xmlns:p14="http://schemas.microsoft.com/office/powerpoint/2010/main" val="3481092332"/>
              </p:ext>
            </p:extLst>
          </p:nvPr>
        </p:nvGraphicFramePr>
        <p:xfrm>
          <a:off x="3360141" y="5731253"/>
          <a:ext cx="520700" cy="190500"/>
        </p:xfrm>
        <a:graphic>
          <a:graphicData uri="http://schemas.openxmlformats.org/presentationml/2006/ole">
            <mc:AlternateContent xmlns:mc="http://schemas.openxmlformats.org/markup-compatibility/2006">
              <mc:Choice xmlns:v="urn:schemas-microsoft-com:vml" Requires="v">
                <p:oleObj name="Equation" r:id="rId280" imgW="520560" imgH="190440" progId="Equation.DSMT4">
                  <p:embed/>
                </p:oleObj>
              </mc:Choice>
              <mc:Fallback>
                <p:oleObj name="Equation" r:id="rId280" imgW="520560" imgH="190440" progId="Equation.DSMT4">
                  <p:embed/>
                  <p:pic>
                    <p:nvPicPr>
                      <p:cNvPr id="0" name=""/>
                      <p:cNvPicPr/>
                      <p:nvPr/>
                    </p:nvPicPr>
                    <p:blipFill>
                      <a:blip r:embed="rId281"/>
                      <a:stretch>
                        <a:fillRect/>
                      </a:stretch>
                    </p:blipFill>
                    <p:spPr>
                      <a:xfrm>
                        <a:off x="3360141" y="5731253"/>
                        <a:ext cx="520700" cy="190500"/>
                      </a:xfrm>
                      <a:prstGeom prst="rect">
                        <a:avLst/>
                      </a:prstGeom>
                    </p:spPr>
                  </p:pic>
                </p:oleObj>
              </mc:Fallback>
            </mc:AlternateContent>
          </a:graphicData>
        </a:graphic>
      </p:graphicFrame>
      <p:graphicFrame>
        <p:nvGraphicFramePr>
          <p:cNvPr id="165" name="Object 164"/>
          <p:cNvGraphicFramePr>
            <a:graphicFrameLocks noChangeAspect="1"/>
          </p:cNvGraphicFramePr>
          <p:nvPr>
            <p:extLst>
              <p:ext uri="{D42A27DB-BD31-4B8C-83A1-F6EECF244321}">
                <p14:modId xmlns:p14="http://schemas.microsoft.com/office/powerpoint/2010/main" val="521117557"/>
              </p:ext>
            </p:extLst>
          </p:nvPr>
        </p:nvGraphicFramePr>
        <p:xfrm>
          <a:off x="4098494" y="5715411"/>
          <a:ext cx="520700" cy="190500"/>
        </p:xfrm>
        <a:graphic>
          <a:graphicData uri="http://schemas.openxmlformats.org/presentationml/2006/ole">
            <mc:AlternateContent xmlns:mc="http://schemas.openxmlformats.org/markup-compatibility/2006">
              <mc:Choice xmlns:v="urn:schemas-microsoft-com:vml" Requires="v">
                <p:oleObj name="Equation" r:id="rId282" imgW="520560" imgH="190440" progId="Equation.DSMT4">
                  <p:embed/>
                </p:oleObj>
              </mc:Choice>
              <mc:Fallback>
                <p:oleObj name="Equation" r:id="rId282" imgW="520560" imgH="190440" progId="Equation.DSMT4">
                  <p:embed/>
                  <p:pic>
                    <p:nvPicPr>
                      <p:cNvPr id="0" name=""/>
                      <p:cNvPicPr/>
                      <p:nvPr/>
                    </p:nvPicPr>
                    <p:blipFill>
                      <a:blip r:embed="rId283"/>
                      <a:stretch>
                        <a:fillRect/>
                      </a:stretch>
                    </p:blipFill>
                    <p:spPr>
                      <a:xfrm>
                        <a:off x="4098494" y="5715411"/>
                        <a:ext cx="520700" cy="190500"/>
                      </a:xfrm>
                      <a:prstGeom prst="rect">
                        <a:avLst/>
                      </a:prstGeom>
                    </p:spPr>
                  </p:pic>
                </p:oleObj>
              </mc:Fallback>
            </mc:AlternateContent>
          </a:graphicData>
        </a:graphic>
      </p:graphicFrame>
      <p:graphicFrame>
        <p:nvGraphicFramePr>
          <p:cNvPr id="166" name="Object 165"/>
          <p:cNvGraphicFramePr>
            <a:graphicFrameLocks noChangeAspect="1"/>
          </p:cNvGraphicFramePr>
          <p:nvPr>
            <p:extLst>
              <p:ext uri="{D42A27DB-BD31-4B8C-83A1-F6EECF244321}">
                <p14:modId xmlns:p14="http://schemas.microsoft.com/office/powerpoint/2010/main" val="252312270"/>
              </p:ext>
            </p:extLst>
          </p:nvPr>
        </p:nvGraphicFramePr>
        <p:xfrm>
          <a:off x="4851808" y="5740714"/>
          <a:ext cx="520700" cy="190500"/>
        </p:xfrm>
        <a:graphic>
          <a:graphicData uri="http://schemas.openxmlformats.org/presentationml/2006/ole">
            <mc:AlternateContent xmlns:mc="http://schemas.openxmlformats.org/markup-compatibility/2006">
              <mc:Choice xmlns:v="urn:schemas-microsoft-com:vml" Requires="v">
                <p:oleObj name="Equation" r:id="rId284" imgW="520560" imgH="190440" progId="Equation.DSMT4">
                  <p:embed/>
                </p:oleObj>
              </mc:Choice>
              <mc:Fallback>
                <p:oleObj name="Equation" r:id="rId284" imgW="520560" imgH="190440" progId="Equation.DSMT4">
                  <p:embed/>
                  <p:pic>
                    <p:nvPicPr>
                      <p:cNvPr id="0" name=""/>
                      <p:cNvPicPr/>
                      <p:nvPr/>
                    </p:nvPicPr>
                    <p:blipFill>
                      <a:blip r:embed="rId285"/>
                      <a:stretch>
                        <a:fillRect/>
                      </a:stretch>
                    </p:blipFill>
                    <p:spPr>
                      <a:xfrm>
                        <a:off x="4851808" y="5740714"/>
                        <a:ext cx="520700" cy="190500"/>
                      </a:xfrm>
                      <a:prstGeom prst="rect">
                        <a:avLst/>
                      </a:prstGeom>
                    </p:spPr>
                  </p:pic>
                </p:oleObj>
              </mc:Fallback>
            </mc:AlternateContent>
          </a:graphicData>
        </a:graphic>
      </p:graphicFrame>
      <p:graphicFrame>
        <p:nvGraphicFramePr>
          <p:cNvPr id="167" name="Object 166"/>
          <p:cNvGraphicFramePr>
            <a:graphicFrameLocks noChangeAspect="1"/>
          </p:cNvGraphicFramePr>
          <p:nvPr>
            <p:extLst>
              <p:ext uri="{D42A27DB-BD31-4B8C-83A1-F6EECF244321}">
                <p14:modId xmlns:p14="http://schemas.microsoft.com/office/powerpoint/2010/main" val="3681032570"/>
              </p:ext>
            </p:extLst>
          </p:nvPr>
        </p:nvGraphicFramePr>
        <p:xfrm>
          <a:off x="5553075" y="5727700"/>
          <a:ext cx="533400" cy="190500"/>
        </p:xfrm>
        <a:graphic>
          <a:graphicData uri="http://schemas.openxmlformats.org/presentationml/2006/ole">
            <mc:AlternateContent xmlns:mc="http://schemas.openxmlformats.org/markup-compatibility/2006">
              <mc:Choice xmlns:v="urn:schemas-microsoft-com:vml" Requires="v">
                <p:oleObj name="Equation" r:id="rId286" imgW="533160" imgH="190440" progId="Equation.DSMT4">
                  <p:embed/>
                </p:oleObj>
              </mc:Choice>
              <mc:Fallback>
                <p:oleObj name="Equation" r:id="rId286" imgW="533160" imgH="190440" progId="Equation.DSMT4">
                  <p:embed/>
                  <p:pic>
                    <p:nvPicPr>
                      <p:cNvPr id="0" name=""/>
                      <p:cNvPicPr/>
                      <p:nvPr/>
                    </p:nvPicPr>
                    <p:blipFill>
                      <a:blip r:embed="rId287"/>
                      <a:stretch>
                        <a:fillRect/>
                      </a:stretch>
                    </p:blipFill>
                    <p:spPr>
                      <a:xfrm>
                        <a:off x="5553075" y="5727700"/>
                        <a:ext cx="533400" cy="190500"/>
                      </a:xfrm>
                      <a:prstGeom prst="rect">
                        <a:avLst/>
                      </a:prstGeom>
                    </p:spPr>
                  </p:pic>
                </p:oleObj>
              </mc:Fallback>
            </mc:AlternateContent>
          </a:graphicData>
        </a:graphic>
      </p:graphicFrame>
      <p:graphicFrame>
        <p:nvGraphicFramePr>
          <p:cNvPr id="168" name="Object 167"/>
          <p:cNvGraphicFramePr>
            <a:graphicFrameLocks noChangeAspect="1"/>
          </p:cNvGraphicFramePr>
          <p:nvPr>
            <p:extLst>
              <p:ext uri="{D42A27DB-BD31-4B8C-83A1-F6EECF244321}">
                <p14:modId xmlns:p14="http://schemas.microsoft.com/office/powerpoint/2010/main" val="3030208498"/>
              </p:ext>
            </p:extLst>
          </p:nvPr>
        </p:nvGraphicFramePr>
        <p:xfrm>
          <a:off x="6281635" y="5716637"/>
          <a:ext cx="520700" cy="190500"/>
        </p:xfrm>
        <a:graphic>
          <a:graphicData uri="http://schemas.openxmlformats.org/presentationml/2006/ole">
            <mc:AlternateContent xmlns:mc="http://schemas.openxmlformats.org/markup-compatibility/2006">
              <mc:Choice xmlns:v="urn:schemas-microsoft-com:vml" Requires="v">
                <p:oleObj name="Equation" r:id="rId288" imgW="520560" imgH="190440" progId="Equation.DSMT4">
                  <p:embed/>
                </p:oleObj>
              </mc:Choice>
              <mc:Fallback>
                <p:oleObj name="Equation" r:id="rId288" imgW="520560" imgH="190440" progId="Equation.DSMT4">
                  <p:embed/>
                  <p:pic>
                    <p:nvPicPr>
                      <p:cNvPr id="0" name=""/>
                      <p:cNvPicPr/>
                      <p:nvPr/>
                    </p:nvPicPr>
                    <p:blipFill>
                      <a:blip r:embed="rId289"/>
                      <a:stretch>
                        <a:fillRect/>
                      </a:stretch>
                    </p:blipFill>
                    <p:spPr>
                      <a:xfrm>
                        <a:off x="6281635" y="5716637"/>
                        <a:ext cx="520700" cy="190500"/>
                      </a:xfrm>
                      <a:prstGeom prst="rect">
                        <a:avLst/>
                      </a:prstGeom>
                    </p:spPr>
                  </p:pic>
                </p:oleObj>
              </mc:Fallback>
            </mc:AlternateContent>
          </a:graphicData>
        </a:graphic>
      </p:graphicFrame>
      <p:graphicFrame>
        <p:nvGraphicFramePr>
          <p:cNvPr id="169" name="Object 168"/>
          <p:cNvGraphicFramePr>
            <a:graphicFrameLocks noChangeAspect="1"/>
          </p:cNvGraphicFramePr>
          <p:nvPr>
            <p:extLst>
              <p:ext uri="{D42A27DB-BD31-4B8C-83A1-F6EECF244321}">
                <p14:modId xmlns:p14="http://schemas.microsoft.com/office/powerpoint/2010/main" val="2635357401"/>
              </p:ext>
            </p:extLst>
          </p:nvPr>
        </p:nvGraphicFramePr>
        <p:xfrm>
          <a:off x="7019509" y="5707425"/>
          <a:ext cx="520700" cy="190500"/>
        </p:xfrm>
        <a:graphic>
          <a:graphicData uri="http://schemas.openxmlformats.org/presentationml/2006/ole">
            <mc:AlternateContent xmlns:mc="http://schemas.openxmlformats.org/markup-compatibility/2006">
              <mc:Choice xmlns:v="urn:schemas-microsoft-com:vml" Requires="v">
                <p:oleObj name="Equation" r:id="rId290" imgW="520560" imgH="190440" progId="Equation.DSMT4">
                  <p:embed/>
                </p:oleObj>
              </mc:Choice>
              <mc:Fallback>
                <p:oleObj name="Equation" r:id="rId290" imgW="520560" imgH="190440" progId="Equation.DSMT4">
                  <p:embed/>
                  <p:pic>
                    <p:nvPicPr>
                      <p:cNvPr id="0" name=""/>
                      <p:cNvPicPr/>
                      <p:nvPr/>
                    </p:nvPicPr>
                    <p:blipFill>
                      <a:blip r:embed="rId291"/>
                      <a:stretch>
                        <a:fillRect/>
                      </a:stretch>
                    </p:blipFill>
                    <p:spPr>
                      <a:xfrm>
                        <a:off x="7019509" y="5707425"/>
                        <a:ext cx="520700" cy="190500"/>
                      </a:xfrm>
                      <a:prstGeom prst="rect">
                        <a:avLst/>
                      </a:prstGeom>
                    </p:spPr>
                  </p:pic>
                </p:oleObj>
              </mc:Fallback>
            </mc:AlternateContent>
          </a:graphicData>
        </a:graphic>
      </p:graphicFrame>
      <p:graphicFrame>
        <p:nvGraphicFramePr>
          <p:cNvPr id="170" name="Object 169"/>
          <p:cNvGraphicFramePr>
            <a:graphicFrameLocks noChangeAspect="1"/>
          </p:cNvGraphicFramePr>
          <p:nvPr>
            <p:extLst>
              <p:ext uri="{D42A27DB-BD31-4B8C-83A1-F6EECF244321}">
                <p14:modId xmlns:p14="http://schemas.microsoft.com/office/powerpoint/2010/main" val="4032838322"/>
              </p:ext>
            </p:extLst>
          </p:nvPr>
        </p:nvGraphicFramePr>
        <p:xfrm>
          <a:off x="7739833" y="5709583"/>
          <a:ext cx="555925" cy="203387"/>
        </p:xfrm>
        <a:graphic>
          <a:graphicData uri="http://schemas.openxmlformats.org/presentationml/2006/ole">
            <mc:AlternateContent xmlns:mc="http://schemas.openxmlformats.org/markup-compatibility/2006">
              <mc:Choice xmlns:v="urn:schemas-microsoft-com:vml" Requires="v">
                <p:oleObj name="Equation" r:id="rId292" imgW="520560" imgH="190440" progId="Equation.DSMT4">
                  <p:embed/>
                </p:oleObj>
              </mc:Choice>
              <mc:Fallback>
                <p:oleObj name="Equation" r:id="rId292" imgW="520560" imgH="190440" progId="Equation.DSMT4">
                  <p:embed/>
                  <p:pic>
                    <p:nvPicPr>
                      <p:cNvPr id="0" name=""/>
                      <p:cNvPicPr/>
                      <p:nvPr/>
                    </p:nvPicPr>
                    <p:blipFill>
                      <a:blip r:embed="rId293"/>
                      <a:stretch>
                        <a:fillRect/>
                      </a:stretch>
                    </p:blipFill>
                    <p:spPr>
                      <a:xfrm>
                        <a:off x="7739833" y="5709583"/>
                        <a:ext cx="555925" cy="203387"/>
                      </a:xfrm>
                      <a:prstGeom prst="rect">
                        <a:avLst/>
                      </a:prstGeom>
                    </p:spPr>
                  </p:pic>
                </p:oleObj>
              </mc:Fallback>
            </mc:AlternateContent>
          </a:graphicData>
        </a:graphic>
      </p:graphicFrame>
      <p:graphicFrame>
        <p:nvGraphicFramePr>
          <p:cNvPr id="171" name="Object 170"/>
          <p:cNvGraphicFramePr>
            <a:graphicFrameLocks noChangeAspect="1"/>
          </p:cNvGraphicFramePr>
          <p:nvPr>
            <p:extLst>
              <p:ext uri="{D42A27DB-BD31-4B8C-83A1-F6EECF244321}">
                <p14:modId xmlns:p14="http://schemas.microsoft.com/office/powerpoint/2010/main" val="1020720092"/>
              </p:ext>
            </p:extLst>
          </p:nvPr>
        </p:nvGraphicFramePr>
        <p:xfrm>
          <a:off x="612168" y="6013940"/>
          <a:ext cx="266700" cy="190500"/>
        </p:xfrm>
        <a:graphic>
          <a:graphicData uri="http://schemas.openxmlformats.org/presentationml/2006/ole">
            <mc:AlternateContent xmlns:mc="http://schemas.openxmlformats.org/markup-compatibility/2006">
              <mc:Choice xmlns:v="urn:schemas-microsoft-com:vml" Requires="v">
                <p:oleObj name="Equation" r:id="rId294" imgW="266400" imgH="190440" progId="Equation.DSMT4">
                  <p:embed/>
                </p:oleObj>
              </mc:Choice>
              <mc:Fallback>
                <p:oleObj name="Equation" r:id="rId294" imgW="266400" imgH="190440" progId="Equation.DSMT4">
                  <p:embed/>
                  <p:pic>
                    <p:nvPicPr>
                      <p:cNvPr id="0" name=""/>
                      <p:cNvPicPr/>
                      <p:nvPr/>
                    </p:nvPicPr>
                    <p:blipFill>
                      <a:blip r:embed="rId295"/>
                      <a:stretch>
                        <a:fillRect/>
                      </a:stretch>
                    </p:blipFill>
                    <p:spPr>
                      <a:xfrm>
                        <a:off x="612168" y="6013940"/>
                        <a:ext cx="266700" cy="190500"/>
                      </a:xfrm>
                      <a:prstGeom prst="rect">
                        <a:avLst/>
                      </a:prstGeom>
                    </p:spPr>
                  </p:pic>
                </p:oleObj>
              </mc:Fallback>
            </mc:AlternateContent>
          </a:graphicData>
        </a:graphic>
      </p:graphicFrame>
      <p:graphicFrame>
        <p:nvGraphicFramePr>
          <p:cNvPr id="172" name="Object 171"/>
          <p:cNvGraphicFramePr>
            <a:graphicFrameLocks noChangeAspect="1"/>
          </p:cNvGraphicFramePr>
          <p:nvPr>
            <p:extLst>
              <p:ext uri="{D42A27DB-BD31-4B8C-83A1-F6EECF244321}">
                <p14:modId xmlns:p14="http://schemas.microsoft.com/office/powerpoint/2010/main" val="1238289465"/>
              </p:ext>
            </p:extLst>
          </p:nvPr>
        </p:nvGraphicFramePr>
        <p:xfrm>
          <a:off x="1194612" y="6026347"/>
          <a:ext cx="520700" cy="190500"/>
        </p:xfrm>
        <a:graphic>
          <a:graphicData uri="http://schemas.openxmlformats.org/presentationml/2006/ole">
            <mc:AlternateContent xmlns:mc="http://schemas.openxmlformats.org/markup-compatibility/2006">
              <mc:Choice xmlns:v="urn:schemas-microsoft-com:vml" Requires="v">
                <p:oleObj name="Equation" r:id="rId296" imgW="520560" imgH="190440" progId="Equation.DSMT4">
                  <p:embed/>
                </p:oleObj>
              </mc:Choice>
              <mc:Fallback>
                <p:oleObj name="Equation" r:id="rId296" imgW="520560" imgH="190440" progId="Equation.DSMT4">
                  <p:embed/>
                  <p:pic>
                    <p:nvPicPr>
                      <p:cNvPr id="0" name=""/>
                      <p:cNvPicPr/>
                      <p:nvPr/>
                    </p:nvPicPr>
                    <p:blipFill>
                      <a:blip r:embed="rId297"/>
                      <a:stretch>
                        <a:fillRect/>
                      </a:stretch>
                    </p:blipFill>
                    <p:spPr>
                      <a:xfrm>
                        <a:off x="1194612" y="6026347"/>
                        <a:ext cx="520700" cy="190500"/>
                      </a:xfrm>
                      <a:prstGeom prst="rect">
                        <a:avLst/>
                      </a:prstGeom>
                    </p:spPr>
                  </p:pic>
                </p:oleObj>
              </mc:Fallback>
            </mc:AlternateContent>
          </a:graphicData>
        </a:graphic>
      </p:graphicFrame>
      <p:graphicFrame>
        <p:nvGraphicFramePr>
          <p:cNvPr id="173" name="Object 172"/>
          <p:cNvGraphicFramePr>
            <a:graphicFrameLocks noChangeAspect="1"/>
          </p:cNvGraphicFramePr>
          <p:nvPr>
            <p:extLst>
              <p:ext uri="{D42A27DB-BD31-4B8C-83A1-F6EECF244321}">
                <p14:modId xmlns:p14="http://schemas.microsoft.com/office/powerpoint/2010/main" val="1083453174"/>
              </p:ext>
            </p:extLst>
          </p:nvPr>
        </p:nvGraphicFramePr>
        <p:xfrm>
          <a:off x="1887383" y="6052260"/>
          <a:ext cx="520700" cy="190500"/>
        </p:xfrm>
        <a:graphic>
          <a:graphicData uri="http://schemas.openxmlformats.org/presentationml/2006/ole">
            <mc:AlternateContent xmlns:mc="http://schemas.openxmlformats.org/markup-compatibility/2006">
              <mc:Choice xmlns:v="urn:schemas-microsoft-com:vml" Requires="v">
                <p:oleObj name="Equation" r:id="rId298" imgW="520560" imgH="190440" progId="Equation.DSMT4">
                  <p:embed/>
                </p:oleObj>
              </mc:Choice>
              <mc:Fallback>
                <p:oleObj name="Equation" r:id="rId298" imgW="520560" imgH="190440" progId="Equation.DSMT4">
                  <p:embed/>
                  <p:pic>
                    <p:nvPicPr>
                      <p:cNvPr id="0" name=""/>
                      <p:cNvPicPr/>
                      <p:nvPr/>
                    </p:nvPicPr>
                    <p:blipFill>
                      <a:blip r:embed="rId299"/>
                      <a:stretch>
                        <a:fillRect/>
                      </a:stretch>
                    </p:blipFill>
                    <p:spPr>
                      <a:xfrm>
                        <a:off x="1887383" y="6052260"/>
                        <a:ext cx="520700" cy="190500"/>
                      </a:xfrm>
                      <a:prstGeom prst="rect">
                        <a:avLst/>
                      </a:prstGeom>
                    </p:spPr>
                  </p:pic>
                </p:oleObj>
              </mc:Fallback>
            </mc:AlternateContent>
          </a:graphicData>
        </a:graphic>
      </p:graphicFrame>
      <p:graphicFrame>
        <p:nvGraphicFramePr>
          <p:cNvPr id="174" name="Object 173"/>
          <p:cNvGraphicFramePr>
            <a:graphicFrameLocks noChangeAspect="1"/>
          </p:cNvGraphicFramePr>
          <p:nvPr>
            <p:extLst>
              <p:ext uri="{D42A27DB-BD31-4B8C-83A1-F6EECF244321}">
                <p14:modId xmlns:p14="http://schemas.microsoft.com/office/powerpoint/2010/main" val="1246816253"/>
              </p:ext>
            </p:extLst>
          </p:nvPr>
        </p:nvGraphicFramePr>
        <p:xfrm>
          <a:off x="2639963" y="6016511"/>
          <a:ext cx="520700" cy="190500"/>
        </p:xfrm>
        <a:graphic>
          <a:graphicData uri="http://schemas.openxmlformats.org/presentationml/2006/ole">
            <mc:AlternateContent xmlns:mc="http://schemas.openxmlformats.org/markup-compatibility/2006">
              <mc:Choice xmlns:v="urn:schemas-microsoft-com:vml" Requires="v">
                <p:oleObj name="Equation" r:id="rId300" imgW="520560" imgH="190440" progId="Equation.DSMT4">
                  <p:embed/>
                </p:oleObj>
              </mc:Choice>
              <mc:Fallback>
                <p:oleObj name="Equation" r:id="rId300" imgW="520560" imgH="190440" progId="Equation.DSMT4">
                  <p:embed/>
                  <p:pic>
                    <p:nvPicPr>
                      <p:cNvPr id="0" name=""/>
                      <p:cNvPicPr/>
                      <p:nvPr/>
                    </p:nvPicPr>
                    <p:blipFill>
                      <a:blip r:embed="rId301"/>
                      <a:stretch>
                        <a:fillRect/>
                      </a:stretch>
                    </p:blipFill>
                    <p:spPr>
                      <a:xfrm>
                        <a:off x="2639963" y="6016511"/>
                        <a:ext cx="520700" cy="190500"/>
                      </a:xfrm>
                      <a:prstGeom prst="rect">
                        <a:avLst/>
                      </a:prstGeom>
                    </p:spPr>
                  </p:pic>
                </p:oleObj>
              </mc:Fallback>
            </mc:AlternateContent>
          </a:graphicData>
        </a:graphic>
      </p:graphicFrame>
      <p:graphicFrame>
        <p:nvGraphicFramePr>
          <p:cNvPr id="175" name="Object 174"/>
          <p:cNvGraphicFramePr>
            <a:graphicFrameLocks noChangeAspect="1"/>
          </p:cNvGraphicFramePr>
          <p:nvPr>
            <p:extLst>
              <p:ext uri="{D42A27DB-BD31-4B8C-83A1-F6EECF244321}">
                <p14:modId xmlns:p14="http://schemas.microsoft.com/office/powerpoint/2010/main" val="1876601859"/>
              </p:ext>
            </p:extLst>
          </p:nvPr>
        </p:nvGraphicFramePr>
        <p:xfrm>
          <a:off x="3379640" y="6039293"/>
          <a:ext cx="520700" cy="190500"/>
        </p:xfrm>
        <a:graphic>
          <a:graphicData uri="http://schemas.openxmlformats.org/presentationml/2006/ole">
            <mc:AlternateContent xmlns:mc="http://schemas.openxmlformats.org/markup-compatibility/2006">
              <mc:Choice xmlns:v="urn:schemas-microsoft-com:vml" Requires="v">
                <p:oleObj name="Equation" r:id="rId302" imgW="520560" imgH="190440" progId="Equation.DSMT4">
                  <p:embed/>
                </p:oleObj>
              </mc:Choice>
              <mc:Fallback>
                <p:oleObj name="Equation" r:id="rId302" imgW="520560" imgH="190440" progId="Equation.DSMT4">
                  <p:embed/>
                  <p:pic>
                    <p:nvPicPr>
                      <p:cNvPr id="0" name=""/>
                      <p:cNvPicPr/>
                      <p:nvPr/>
                    </p:nvPicPr>
                    <p:blipFill>
                      <a:blip r:embed="rId303"/>
                      <a:stretch>
                        <a:fillRect/>
                      </a:stretch>
                    </p:blipFill>
                    <p:spPr>
                      <a:xfrm>
                        <a:off x="3379640" y="6039293"/>
                        <a:ext cx="520700" cy="190500"/>
                      </a:xfrm>
                      <a:prstGeom prst="rect">
                        <a:avLst/>
                      </a:prstGeom>
                    </p:spPr>
                  </p:pic>
                </p:oleObj>
              </mc:Fallback>
            </mc:AlternateContent>
          </a:graphicData>
        </a:graphic>
      </p:graphicFrame>
      <p:graphicFrame>
        <p:nvGraphicFramePr>
          <p:cNvPr id="176" name="Object 175"/>
          <p:cNvGraphicFramePr>
            <a:graphicFrameLocks noChangeAspect="1"/>
          </p:cNvGraphicFramePr>
          <p:nvPr>
            <p:extLst>
              <p:ext uri="{D42A27DB-BD31-4B8C-83A1-F6EECF244321}">
                <p14:modId xmlns:p14="http://schemas.microsoft.com/office/powerpoint/2010/main" val="1759251440"/>
              </p:ext>
            </p:extLst>
          </p:nvPr>
        </p:nvGraphicFramePr>
        <p:xfrm>
          <a:off x="4120742" y="6010790"/>
          <a:ext cx="508000" cy="190500"/>
        </p:xfrm>
        <a:graphic>
          <a:graphicData uri="http://schemas.openxmlformats.org/presentationml/2006/ole">
            <mc:AlternateContent xmlns:mc="http://schemas.openxmlformats.org/markup-compatibility/2006">
              <mc:Choice xmlns:v="urn:schemas-microsoft-com:vml" Requires="v">
                <p:oleObj name="Equation" r:id="rId304" imgW="507960" imgH="190440" progId="Equation.DSMT4">
                  <p:embed/>
                </p:oleObj>
              </mc:Choice>
              <mc:Fallback>
                <p:oleObj name="Equation" r:id="rId304" imgW="507960" imgH="190440" progId="Equation.DSMT4">
                  <p:embed/>
                  <p:pic>
                    <p:nvPicPr>
                      <p:cNvPr id="0" name=""/>
                      <p:cNvPicPr/>
                      <p:nvPr/>
                    </p:nvPicPr>
                    <p:blipFill>
                      <a:blip r:embed="rId305"/>
                      <a:stretch>
                        <a:fillRect/>
                      </a:stretch>
                    </p:blipFill>
                    <p:spPr>
                      <a:xfrm>
                        <a:off x="4120742" y="6010790"/>
                        <a:ext cx="508000" cy="190500"/>
                      </a:xfrm>
                      <a:prstGeom prst="rect">
                        <a:avLst/>
                      </a:prstGeom>
                    </p:spPr>
                  </p:pic>
                </p:oleObj>
              </mc:Fallback>
            </mc:AlternateContent>
          </a:graphicData>
        </a:graphic>
      </p:graphicFrame>
      <p:graphicFrame>
        <p:nvGraphicFramePr>
          <p:cNvPr id="177" name="Object 176"/>
          <p:cNvGraphicFramePr>
            <a:graphicFrameLocks noChangeAspect="1"/>
          </p:cNvGraphicFramePr>
          <p:nvPr>
            <p:extLst>
              <p:ext uri="{D42A27DB-BD31-4B8C-83A1-F6EECF244321}">
                <p14:modId xmlns:p14="http://schemas.microsoft.com/office/powerpoint/2010/main" val="3494195758"/>
              </p:ext>
            </p:extLst>
          </p:nvPr>
        </p:nvGraphicFramePr>
        <p:xfrm>
          <a:off x="4845875" y="6026548"/>
          <a:ext cx="508000" cy="190500"/>
        </p:xfrm>
        <a:graphic>
          <a:graphicData uri="http://schemas.openxmlformats.org/presentationml/2006/ole">
            <mc:AlternateContent xmlns:mc="http://schemas.openxmlformats.org/markup-compatibility/2006">
              <mc:Choice xmlns:v="urn:schemas-microsoft-com:vml" Requires="v">
                <p:oleObj name="Equation" r:id="rId306" imgW="507960" imgH="190440" progId="Equation.DSMT4">
                  <p:embed/>
                </p:oleObj>
              </mc:Choice>
              <mc:Fallback>
                <p:oleObj name="Equation" r:id="rId306" imgW="507960" imgH="190440" progId="Equation.DSMT4">
                  <p:embed/>
                  <p:pic>
                    <p:nvPicPr>
                      <p:cNvPr id="0" name=""/>
                      <p:cNvPicPr/>
                      <p:nvPr/>
                    </p:nvPicPr>
                    <p:blipFill>
                      <a:blip r:embed="rId307"/>
                      <a:stretch>
                        <a:fillRect/>
                      </a:stretch>
                    </p:blipFill>
                    <p:spPr>
                      <a:xfrm>
                        <a:off x="4845875" y="6026548"/>
                        <a:ext cx="508000" cy="190500"/>
                      </a:xfrm>
                      <a:prstGeom prst="rect">
                        <a:avLst/>
                      </a:prstGeom>
                    </p:spPr>
                  </p:pic>
                </p:oleObj>
              </mc:Fallback>
            </mc:AlternateContent>
          </a:graphicData>
        </a:graphic>
      </p:graphicFrame>
      <p:graphicFrame>
        <p:nvGraphicFramePr>
          <p:cNvPr id="178" name="Object 177"/>
          <p:cNvGraphicFramePr>
            <a:graphicFrameLocks noChangeAspect="1"/>
          </p:cNvGraphicFramePr>
          <p:nvPr>
            <p:extLst>
              <p:ext uri="{D42A27DB-BD31-4B8C-83A1-F6EECF244321}">
                <p14:modId xmlns:p14="http://schemas.microsoft.com/office/powerpoint/2010/main" val="3181959283"/>
              </p:ext>
            </p:extLst>
          </p:nvPr>
        </p:nvGraphicFramePr>
        <p:xfrm>
          <a:off x="5557838" y="6016625"/>
          <a:ext cx="533400" cy="190500"/>
        </p:xfrm>
        <a:graphic>
          <a:graphicData uri="http://schemas.openxmlformats.org/presentationml/2006/ole">
            <mc:AlternateContent xmlns:mc="http://schemas.openxmlformats.org/markup-compatibility/2006">
              <mc:Choice xmlns:v="urn:schemas-microsoft-com:vml" Requires="v">
                <p:oleObj name="Equation" r:id="rId308" imgW="533160" imgH="190440" progId="Equation.DSMT4">
                  <p:embed/>
                </p:oleObj>
              </mc:Choice>
              <mc:Fallback>
                <p:oleObj name="Equation" r:id="rId308" imgW="533160" imgH="190440" progId="Equation.DSMT4">
                  <p:embed/>
                  <p:pic>
                    <p:nvPicPr>
                      <p:cNvPr id="0" name=""/>
                      <p:cNvPicPr/>
                      <p:nvPr/>
                    </p:nvPicPr>
                    <p:blipFill>
                      <a:blip r:embed="rId309"/>
                      <a:stretch>
                        <a:fillRect/>
                      </a:stretch>
                    </p:blipFill>
                    <p:spPr>
                      <a:xfrm>
                        <a:off x="5557838" y="6016625"/>
                        <a:ext cx="533400" cy="190500"/>
                      </a:xfrm>
                      <a:prstGeom prst="rect">
                        <a:avLst/>
                      </a:prstGeom>
                    </p:spPr>
                  </p:pic>
                </p:oleObj>
              </mc:Fallback>
            </mc:AlternateContent>
          </a:graphicData>
        </a:graphic>
      </p:graphicFrame>
      <p:graphicFrame>
        <p:nvGraphicFramePr>
          <p:cNvPr id="179" name="Object 178"/>
          <p:cNvGraphicFramePr>
            <a:graphicFrameLocks noChangeAspect="1"/>
          </p:cNvGraphicFramePr>
          <p:nvPr>
            <p:extLst>
              <p:ext uri="{D42A27DB-BD31-4B8C-83A1-F6EECF244321}">
                <p14:modId xmlns:p14="http://schemas.microsoft.com/office/powerpoint/2010/main" val="2966602661"/>
              </p:ext>
            </p:extLst>
          </p:nvPr>
        </p:nvGraphicFramePr>
        <p:xfrm>
          <a:off x="6282249" y="6039157"/>
          <a:ext cx="520700" cy="190500"/>
        </p:xfrm>
        <a:graphic>
          <a:graphicData uri="http://schemas.openxmlformats.org/presentationml/2006/ole">
            <mc:AlternateContent xmlns:mc="http://schemas.openxmlformats.org/markup-compatibility/2006">
              <mc:Choice xmlns:v="urn:schemas-microsoft-com:vml" Requires="v">
                <p:oleObj name="Equation" r:id="rId310" imgW="520560" imgH="190440" progId="Equation.DSMT4">
                  <p:embed/>
                </p:oleObj>
              </mc:Choice>
              <mc:Fallback>
                <p:oleObj name="Equation" r:id="rId310" imgW="520560" imgH="190440" progId="Equation.DSMT4">
                  <p:embed/>
                  <p:pic>
                    <p:nvPicPr>
                      <p:cNvPr id="0" name=""/>
                      <p:cNvPicPr/>
                      <p:nvPr/>
                    </p:nvPicPr>
                    <p:blipFill>
                      <a:blip r:embed="rId311"/>
                      <a:stretch>
                        <a:fillRect/>
                      </a:stretch>
                    </p:blipFill>
                    <p:spPr>
                      <a:xfrm>
                        <a:off x="6282249" y="6039157"/>
                        <a:ext cx="520700" cy="190500"/>
                      </a:xfrm>
                      <a:prstGeom prst="rect">
                        <a:avLst/>
                      </a:prstGeom>
                    </p:spPr>
                  </p:pic>
                </p:oleObj>
              </mc:Fallback>
            </mc:AlternateContent>
          </a:graphicData>
        </a:graphic>
      </p:graphicFrame>
      <p:graphicFrame>
        <p:nvGraphicFramePr>
          <p:cNvPr id="180" name="Object 179"/>
          <p:cNvGraphicFramePr>
            <a:graphicFrameLocks noChangeAspect="1"/>
          </p:cNvGraphicFramePr>
          <p:nvPr>
            <p:extLst>
              <p:ext uri="{D42A27DB-BD31-4B8C-83A1-F6EECF244321}">
                <p14:modId xmlns:p14="http://schemas.microsoft.com/office/powerpoint/2010/main" val="2607558542"/>
              </p:ext>
            </p:extLst>
          </p:nvPr>
        </p:nvGraphicFramePr>
        <p:xfrm>
          <a:off x="7021199" y="6017339"/>
          <a:ext cx="520700" cy="184442"/>
        </p:xfrm>
        <a:graphic>
          <a:graphicData uri="http://schemas.openxmlformats.org/presentationml/2006/ole">
            <mc:AlternateContent xmlns:mc="http://schemas.openxmlformats.org/markup-compatibility/2006">
              <mc:Choice xmlns:v="urn:schemas-microsoft-com:vml" Requires="v">
                <p:oleObj name="Equation" r:id="rId312" imgW="520560" imgH="190440" progId="Equation.DSMT4">
                  <p:embed/>
                </p:oleObj>
              </mc:Choice>
              <mc:Fallback>
                <p:oleObj name="Equation" r:id="rId312" imgW="520560" imgH="190440" progId="Equation.DSMT4">
                  <p:embed/>
                  <p:pic>
                    <p:nvPicPr>
                      <p:cNvPr id="0" name=""/>
                      <p:cNvPicPr/>
                      <p:nvPr/>
                    </p:nvPicPr>
                    <p:blipFill>
                      <a:blip r:embed="rId313"/>
                      <a:stretch>
                        <a:fillRect/>
                      </a:stretch>
                    </p:blipFill>
                    <p:spPr>
                      <a:xfrm>
                        <a:off x="7021199" y="6017339"/>
                        <a:ext cx="520700" cy="184442"/>
                      </a:xfrm>
                      <a:prstGeom prst="rect">
                        <a:avLst/>
                      </a:prstGeom>
                    </p:spPr>
                  </p:pic>
                </p:oleObj>
              </mc:Fallback>
            </mc:AlternateContent>
          </a:graphicData>
        </a:graphic>
      </p:graphicFrame>
      <p:graphicFrame>
        <p:nvGraphicFramePr>
          <p:cNvPr id="181" name="Object 180"/>
          <p:cNvGraphicFramePr>
            <a:graphicFrameLocks noChangeAspect="1"/>
          </p:cNvGraphicFramePr>
          <p:nvPr>
            <p:extLst>
              <p:ext uri="{D42A27DB-BD31-4B8C-83A1-F6EECF244321}">
                <p14:modId xmlns:p14="http://schemas.microsoft.com/office/powerpoint/2010/main" val="1167800333"/>
              </p:ext>
            </p:extLst>
          </p:nvPr>
        </p:nvGraphicFramePr>
        <p:xfrm>
          <a:off x="7725490" y="6012349"/>
          <a:ext cx="520700" cy="190500"/>
        </p:xfrm>
        <a:graphic>
          <a:graphicData uri="http://schemas.openxmlformats.org/presentationml/2006/ole">
            <mc:AlternateContent xmlns:mc="http://schemas.openxmlformats.org/markup-compatibility/2006">
              <mc:Choice xmlns:v="urn:schemas-microsoft-com:vml" Requires="v">
                <p:oleObj name="Equation" r:id="rId314" imgW="520560" imgH="190440" progId="Equation.DSMT4">
                  <p:embed/>
                </p:oleObj>
              </mc:Choice>
              <mc:Fallback>
                <p:oleObj name="Equation" r:id="rId314" imgW="520560" imgH="190440" progId="Equation.DSMT4">
                  <p:embed/>
                  <p:pic>
                    <p:nvPicPr>
                      <p:cNvPr id="0" name=""/>
                      <p:cNvPicPr/>
                      <p:nvPr/>
                    </p:nvPicPr>
                    <p:blipFill>
                      <a:blip r:embed="rId315"/>
                      <a:stretch>
                        <a:fillRect/>
                      </a:stretch>
                    </p:blipFill>
                    <p:spPr>
                      <a:xfrm>
                        <a:off x="7725490" y="6012349"/>
                        <a:ext cx="520700" cy="1905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21</a:t>
            </a:fld>
            <a:endParaRPr lang="en-US"/>
          </a:p>
        </p:txBody>
      </p:sp>
    </p:spTree>
    <p:extLst>
      <p:ext uri="{BB962C8B-B14F-4D97-AF65-F5344CB8AC3E}">
        <p14:creationId xmlns:p14="http://schemas.microsoft.com/office/powerpoint/2010/main" val="2578824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 </a:t>
            </a:r>
            <a:r>
              <a:rPr lang="en-US" sz="1000" b="0" dirty="0"/>
              <a:t>5</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5"/>
            <a:ext cx="8156523" cy="1244182"/>
          </a:xfrm>
        </p:spPr>
        <p:txBody>
          <a:bodyPr/>
          <a:lstStyle/>
          <a:p>
            <a:r>
              <a:rPr lang="en-IN" dirty="0"/>
              <a:t>This area is illustrated. Half the total area under the curve lies to the right of the mean. We can find a right-tail area by subtraction. For example,</a:t>
            </a:r>
          </a:p>
        </p:txBody>
      </p:sp>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42900" y="2627531"/>
            <a:ext cx="286688" cy="381410"/>
          </a:xfrm>
        </p:spPr>
        <p:txBody>
          <a:bodyPr lIns="91440" tIns="0"/>
          <a:lstStyle/>
          <a:p>
            <a:pPr>
              <a:buFont typeface="Arial" panose="020B0604020202020204" pitchFamily="34" charset="0"/>
              <a:buChar char="•"/>
            </a:pPr>
            <a:r>
              <a:rPr lang="en-US" dirty="0"/>
              <a:t> </a:t>
            </a:r>
          </a:p>
        </p:txBody>
      </p:sp>
      <p:graphicFrame>
        <p:nvGraphicFramePr>
          <p:cNvPr id="8" name="Object 7">
            <a:extLst>
              <a:ext uri="{FF2B5EF4-FFF2-40B4-BE49-F238E27FC236}">
                <a16:creationId xmlns:a16="http://schemas.microsoft.com/office/drawing/2014/main" id="{8C0A2A96-FF0B-423A-8122-A78F54518708}"/>
              </a:ext>
            </a:extLst>
          </p:cNvPr>
          <p:cNvGraphicFramePr>
            <a:graphicFrameLocks noChangeAspect="1"/>
          </p:cNvGraphicFramePr>
          <p:nvPr>
            <p:extLst>
              <p:ext uri="{D42A27DB-BD31-4B8C-83A1-F6EECF244321}">
                <p14:modId xmlns:p14="http://schemas.microsoft.com/office/powerpoint/2010/main" val="49868269"/>
              </p:ext>
            </p:extLst>
          </p:nvPr>
        </p:nvGraphicFramePr>
        <p:xfrm>
          <a:off x="798513" y="2628900"/>
          <a:ext cx="7154862" cy="334963"/>
        </p:xfrm>
        <a:graphic>
          <a:graphicData uri="http://schemas.openxmlformats.org/presentationml/2006/ole">
            <mc:AlternateContent xmlns:mc="http://schemas.openxmlformats.org/markup-compatibility/2006">
              <mc:Choice xmlns:v="urn:schemas-microsoft-com:vml" Requires="v">
                <p:oleObj name="Equation" r:id="rId2" imgW="6502320" imgH="304560" progId="Equation.DSMT4">
                  <p:embed/>
                </p:oleObj>
              </mc:Choice>
              <mc:Fallback>
                <p:oleObj name="Equation" r:id="rId2" imgW="6502320" imgH="304560" progId="Equation.DSMT4">
                  <p:embed/>
                  <p:pic>
                    <p:nvPicPr>
                      <p:cNvPr id="0" name=""/>
                      <p:cNvPicPr/>
                      <p:nvPr/>
                    </p:nvPicPr>
                    <p:blipFill>
                      <a:blip r:embed="rId3"/>
                      <a:stretch>
                        <a:fillRect/>
                      </a:stretch>
                    </p:blipFill>
                    <p:spPr>
                      <a:xfrm>
                        <a:off x="798513" y="2628900"/>
                        <a:ext cx="7154862" cy="334963"/>
                      </a:xfrm>
                      <a:prstGeom prst="rect">
                        <a:avLst/>
                      </a:prstGeom>
                    </p:spPr>
                  </p:pic>
                </p:oleObj>
              </mc:Fallback>
            </mc:AlternateContent>
          </a:graphicData>
        </a:graphic>
      </p:graphicFrame>
      <p:pic>
        <p:nvPicPr>
          <p:cNvPr id="9" name="Picture 8" descr="Two standard normal curves. The first is shaded between 0 and 1.96 and the shaded area is 0.4750. The second is shaded above 1.96 and that area is 0.0250.">
            <a:extLst>
              <a:ext uri="{FF2B5EF4-FFF2-40B4-BE49-F238E27FC236}">
                <a16:creationId xmlns:a16="http://schemas.microsoft.com/office/drawing/2014/main" id="{2741154D-5545-49D2-B8D4-FB75570698FD}"/>
              </a:ext>
            </a:extLst>
          </p:cNvPr>
          <p:cNvPicPr>
            <a:picLocks noChangeAspect="1"/>
          </p:cNvPicPr>
          <p:nvPr/>
        </p:nvPicPr>
        <p:blipFill>
          <a:blip r:embed="rId4"/>
          <a:stretch>
            <a:fillRect/>
          </a:stretch>
        </p:blipFill>
        <p:spPr>
          <a:xfrm>
            <a:off x="953710" y="3513812"/>
            <a:ext cx="7236579" cy="2085013"/>
          </a:xfrm>
          <a:prstGeom prst="rect">
            <a:avLst/>
          </a:prstGeom>
        </p:spPr>
      </p:pic>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22</a:t>
            </a:fld>
            <a:endParaRPr lang="en-US"/>
          </a:p>
        </p:txBody>
      </p:sp>
    </p:spTree>
    <p:extLst>
      <p:ext uri="{BB962C8B-B14F-4D97-AF65-F5344CB8AC3E}">
        <p14:creationId xmlns:p14="http://schemas.microsoft.com/office/powerpoint/2010/main" val="2652928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a:t>
            </a:r>
            <a:r>
              <a:rPr lang="en-US" dirty="0"/>
              <a:t> </a:t>
            </a:r>
            <a:r>
              <a:rPr lang="en-US" sz="1000" b="0" dirty="0"/>
              <a:t>6</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900" y="1259175"/>
            <a:ext cx="5967959" cy="464694"/>
          </a:xfrm>
        </p:spPr>
        <p:txBody>
          <a:bodyPr/>
          <a:lstStyle/>
          <a:p>
            <a:pPr marL="292608" indent="-292608">
              <a:buFont typeface="Arial" panose="020B0604020202020204" pitchFamily="34" charset="0"/>
              <a:buChar char="•"/>
            </a:pPr>
            <a:r>
              <a:rPr lang="en-US" dirty="0"/>
              <a:t>Suppose we want a middle area such as</a:t>
            </a:r>
          </a:p>
        </p:txBody>
      </p:sp>
      <p:graphicFrame>
        <p:nvGraphicFramePr>
          <p:cNvPr id="11" name="Object 10">
            <a:extLst>
              <a:ext uri="{FF2B5EF4-FFF2-40B4-BE49-F238E27FC236}">
                <a16:creationId xmlns:a16="http://schemas.microsoft.com/office/drawing/2014/main" id="{616BB76A-464E-4D55-8DED-C6B6CA521600}"/>
              </a:ext>
            </a:extLst>
          </p:cNvPr>
          <p:cNvGraphicFramePr>
            <a:graphicFrameLocks noChangeAspect="1"/>
          </p:cNvGraphicFramePr>
          <p:nvPr>
            <p:extLst>
              <p:ext uri="{D42A27DB-BD31-4B8C-83A1-F6EECF244321}">
                <p14:modId xmlns:p14="http://schemas.microsoft.com/office/powerpoint/2010/main" val="430275317"/>
              </p:ext>
            </p:extLst>
          </p:nvPr>
        </p:nvGraphicFramePr>
        <p:xfrm>
          <a:off x="6286500" y="1376363"/>
          <a:ext cx="2409825" cy="311150"/>
        </p:xfrm>
        <a:graphic>
          <a:graphicData uri="http://schemas.openxmlformats.org/presentationml/2006/ole">
            <mc:AlternateContent xmlns:mc="http://schemas.openxmlformats.org/markup-compatibility/2006">
              <mc:Choice xmlns:v="urn:schemas-microsoft-com:vml" Requires="v">
                <p:oleObj name="Equation" r:id="rId2" imgW="2361960" imgH="304560" progId="Equation.DSMT4">
                  <p:embed/>
                </p:oleObj>
              </mc:Choice>
              <mc:Fallback>
                <p:oleObj name="Equation" r:id="rId2" imgW="2361960" imgH="304560" progId="Equation.DSMT4">
                  <p:embed/>
                  <p:pic>
                    <p:nvPicPr>
                      <p:cNvPr id="0" name=""/>
                      <p:cNvPicPr/>
                      <p:nvPr/>
                    </p:nvPicPr>
                    <p:blipFill>
                      <a:blip r:embed="rId3"/>
                      <a:stretch>
                        <a:fillRect/>
                      </a:stretch>
                    </p:blipFill>
                    <p:spPr>
                      <a:xfrm>
                        <a:off x="6286500" y="1376363"/>
                        <a:ext cx="2409825" cy="31115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42900" y="1776687"/>
            <a:ext cx="8036602" cy="381902"/>
          </a:xfrm>
        </p:spPr>
        <p:txBody>
          <a:bodyPr tIns="0"/>
          <a:lstStyle/>
          <a:p>
            <a:pPr marL="292608"/>
            <a:r>
              <a:rPr lang="en-US" dirty="0"/>
              <a:t>Because the normal distribution is symmetric, we also</a:t>
            </a:r>
          </a:p>
        </p:txBody>
      </p:sp>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342901" y="2237248"/>
            <a:ext cx="1815684" cy="420092"/>
          </a:xfrm>
        </p:spPr>
        <p:txBody>
          <a:bodyPr tIns="0"/>
          <a:lstStyle/>
          <a:p>
            <a:pPr marL="292608"/>
            <a:r>
              <a:rPr lang="en-US" dirty="0"/>
              <a:t>know that</a:t>
            </a:r>
          </a:p>
        </p:txBody>
      </p:sp>
      <p:graphicFrame>
        <p:nvGraphicFramePr>
          <p:cNvPr id="12" name="Object 11">
            <a:extLst>
              <a:ext uri="{FF2B5EF4-FFF2-40B4-BE49-F238E27FC236}">
                <a16:creationId xmlns:a16="http://schemas.microsoft.com/office/drawing/2014/main" id="{35CC48AA-A7A7-4342-9418-675EC3E807C4}"/>
              </a:ext>
            </a:extLst>
          </p:cNvPr>
          <p:cNvGraphicFramePr>
            <a:graphicFrameLocks noChangeAspect="1"/>
          </p:cNvGraphicFramePr>
          <p:nvPr>
            <p:extLst>
              <p:ext uri="{D42A27DB-BD31-4B8C-83A1-F6EECF244321}">
                <p14:modId xmlns:p14="http://schemas.microsoft.com/office/powerpoint/2010/main" val="2375381178"/>
              </p:ext>
            </p:extLst>
          </p:nvPr>
        </p:nvGraphicFramePr>
        <p:xfrm>
          <a:off x="2184400" y="2255838"/>
          <a:ext cx="2989263" cy="334962"/>
        </p:xfrm>
        <a:graphic>
          <a:graphicData uri="http://schemas.openxmlformats.org/presentationml/2006/ole">
            <mc:AlternateContent xmlns:mc="http://schemas.openxmlformats.org/markup-compatibility/2006">
              <mc:Choice xmlns:v="urn:schemas-microsoft-com:vml" Requires="v">
                <p:oleObj name="Equation" r:id="rId4" imgW="2717640" imgH="304560" progId="Equation.DSMT4">
                  <p:embed/>
                </p:oleObj>
              </mc:Choice>
              <mc:Fallback>
                <p:oleObj name="Equation" r:id="rId4" imgW="2717640" imgH="304560" progId="Equation.DSMT4">
                  <p:embed/>
                  <p:pic>
                    <p:nvPicPr>
                      <p:cNvPr id="0" name=""/>
                      <p:cNvPicPr/>
                      <p:nvPr/>
                    </p:nvPicPr>
                    <p:blipFill>
                      <a:blip r:embed="rId5"/>
                      <a:stretch>
                        <a:fillRect/>
                      </a:stretch>
                    </p:blipFill>
                    <p:spPr>
                      <a:xfrm>
                        <a:off x="2184400" y="2255838"/>
                        <a:ext cx="2989263" cy="334962"/>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42900" y="2759091"/>
            <a:ext cx="8353899" cy="1155649"/>
          </a:xfrm>
        </p:spPr>
        <p:txBody>
          <a:bodyPr tIns="0"/>
          <a:lstStyle/>
          <a:p>
            <a:pPr marL="292608" indent="-292608">
              <a:buFont typeface="Arial" panose="020B0604020202020204" pitchFamily="34" charset="0"/>
              <a:buChar char="•"/>
            </a:pPr>
            <a:r>
              <a:rPr lang="en-US" dirty="0"/>
              <a:t>The interval −1.96 &lt; </a:t>
            </a:r>
            <a:r>
              <a:rPr lang="en-US" i="1" dirty="0"/>
              <a:t>Z </a:t>
            </a:r>
            <a:r>
              <a:rPr lang="en-US" dirty="0"/>
              <a:t>&lt; 1.96 encloses 95 percent of the area under the normal curve. This figure illustrates this calculation.</a:t>
            </a:r>
          </a:p>
        </p:txBody>
      </p:sp>
      <p:pic>
        <p:nvPicPr>
          <p:cNvPr id="13" name="Picture 12" descr="Standard normal curve with the area shaded between negative 1.96 and positive 1.96. The total area is 0.9500 because each half is 0.4750.">
            <a:extLst>
              <a:ext uri="{FF2B5EF4-FFF2-40B4-BE49-F238E27FC236}">
                <a16:creationId xmlns:a16="http://schemas.microsoft.com/office/drawing/2014/main" id="{93E56E10-E910-4292-960E-282E05F1E266}"/>
              </a:ext>
            </a:extLst>
          </p:cNvPr>
          <p:cNvPicPr>
            <a:picLocks noChangeAspect="1"/>
          </p:cNvPicPr>
          <p:nvPr/>
        </p:nvPicPr>
        <p:blipFill>
          <a:blip r:embed="rId6"/>
          <a:stretch>
            <a:fillRect/>
          </a:stretch>
        </p:blipFill>
        <p:spPr>
          <a:xfrm>
            <a:off x="2590239" y="4072799"/>
            <a:ext cx="3798994" cy="2010343"/>
          </a:xfrm>
          <a:prstGeom prst="rect">
            <a:avLst/>
          </a:prstGeom>
        </p:spPr>
      </p:pic>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290951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a:t>
            </a:r>
            <a:r>
              <a:rPr lang="en-US" dirty="0"/>
              <a:t> </a:t>
            </a:r>
            <a:r>
              <a:rPr lang="en-US" sz="1000" b="0" dirty="0"/>
              <a:t>7</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900" y="1259175"/>
            <a:ext cx="7317074" cy="2662376"/>
          </a:xfrm>
        </p:spPr>
        <p:txBody>
          <a:bodyPr/>
          <a:lstStyle/>
          <a:p>
            <a:pPr marL="292608" indent="-292608">
              <a:buFont typeface="Arial" panose="020B0604020202020204" pitchFamily="34" charset="0"/>
              <a:buChar char="•"/>
            </a:pPr>
            <a:r>
              <a:rPr lang="en-US" dirty="0">
                <a:sym typeface="Times New Roman" pitchFamily="18" charset="0"/>
              </a:rPr>
              <a:t>Approximately 68% of the area under the curve is within +1</a:t>
            </a:r>
            <a:r>
              <a:rPr lang="el-GR" i="1" dirty="0">
                <a:sym typeface="Times New Roman" pitchFamily="18" charset="0"/>
              </a:rPr>
              <a:t>σ</a:t>
            </a:r>
            <a:r>
              <a:rPr lang="en-US" dirty="0">
                <a:sym typeface="Times New Roman" pitchFamily="18" charset="0"/>
              </a:rPr>
              <a:t>.</a:t>
            </a:r>
          </a:p>
          <a:p>
            <a:pPr marL="292608" indent="-292608">
              <a:buFont typeface="Arial" panose="020B0604020202020204" pitchFamily="34" charset="0"/>
              <a:buChar char="•"/>
            </a:pPr>
            <a:r>
              <a:rPr lang="en-IN" dirty="0"/>
              <a:t>Approximately 95% of the area under the curve is within +2</a:t>
            </a:r>
            <a:r>
              <a:rPr lang="el-GR" i="1" dirty="0">
                <a:sym typeface="Times New Roman" pitchFamily="18" charset="0"/>
              </a:rPr>
              <a:t>σ</a:t>
            </a:r>
            <a:r>
              <a:rPr lang="en-US" dirty="0">
                <a:sym typeface="Times New Roman" pitchFamily="18" charset="0"/>
              </a:rPr>
              <a:t>.</a:t>
            </a:r>
          </a:p>
          <a:p>
            <a:pPr marL="292608" indent="-292608">
              <a:buFont typeface="Arial" panose="020B0604020202020204" pitchFamily="34" charset="0"/>
              <a:buChar char="•"/>
            </a:pPr>
            <a:r>
              <a:rPr lang="en-US" dirty="0">
                <a:sym typeface="Times New Roman" pitchFamily="18" charset="0"/>
              </a:rPr>
              <a:t>Approximately 99.7% of the area under the curve is within +3</a:t>
            </a:r>
            <a:r>
              <a:rPr lang="el-GR" i="1" dirty="0">
                <a:sym typeface="Times New Roman" pitchFamily="18" charset="0"/>
              </a:rPr>
              <a:t>σ</a:t>
            </a:r>
            <a:r>
              <a:rPr lang="en-US" dirty="0">
                <a:sym typeface="Times New Roman" pitchFamily="18" charset="0"/>
              </a:rPr>
              <a:t>.</a:t>
            </a:r>
            <a:endParaRPr lang="en-US" dirty="0"/>
          </a:p>
        </p:txBody>
      </p:sp>
      <p:pic>
        <p:nvPicPr>
          <p:cNvPr id="12" name="Picture 11" descr="3 standard normal curves.">
            <a:extLst>
              <a:ext uri="{FF2B5EF4-FFF2-40B4-BE49-F238E27FC236}">
                <a16:creationId xmlns:a16="http://schemas.microsoft.com/office/drawing/2014/main" id="{C17FD0E4-7076-45BE-BE95-F4BF055267D4}"/>
              </a:ext>
            </a:extLst>
          </p:cNvPr>
          <p:cNvPicPr>
            <a:picLocks noChangeAspect="1"/>
          </p:cNvPicPr>
          <p:nvPr/>
        </p:nvPicPr>
        <p:blipFill>
          <a:blip r:embed="rId2"/>
          <a:stretch>
            <a:fillRect/>
          </a:stretch>
        </p:blipFill>
        <p:spPr>
          <a:xfrm>
            <a:off x="591174" y="4325123"/>
            <a:ext cx="7360173" cy="1662690"/>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3912837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Normal Distribution</a:t>
            </a:r>
            <a:r>
              <a:rPr lang="en-US" dirty="0"/>
              <a:t> </a:t>
            </a:r>
            <a:r>
              <a:rPr lang="en-US" sz="1000" b="0" dirty="0"/>
              <a:t>8</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7.4</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5"/>
            <a:ext cx="8156523" cy="1783828"/>
          </a:xfrm>
        </p:spPr>
        <p:txBody>
          <a:bodyPr/>
          <a:lstStyle/>
          <a:p>
            <a:pPr marL="292608" indent="-292608">
              <a:buFont typeface="Arial" panose="020B0604020202020204" pitchFamily="34" charset="0"/>
              <a:buChar char="•"/>
            </a:pPr>
            <a:r>
              <a:rPr lang="en-US" dirty="0"/>
              <a:t>Appendix C-1 allows you to find the area under the curve from 0 to </a:t>
            </a:r>
            <a:r>
              <a:rPr lang="en-US" i="1" dirty="0"/>
              <a:t>z</a:t>
            </a:r>
            <a:r>
              <a:rPr lang="en-US" dirty="0"/>
              <a:t>.</a:t>
            </a:r>
            <a:endParaRPr lang="en-US" dirty="0">
              <a:sym typeface="Times New Roman" pitchFamily="18" charset="0"/>
            </a:endParaRPr>
          </a:p>
          <a:p>
            <a:pPr marL="292608" indent="-292608">
              <a:buFont typeface="Arial" panose="020B0604020202020204" pitchFamily="34" charset="0"/>
              <a:buChar char="•"/>
            </a:pPr>
            <a:r>
              <a:rPr lang="en-US" dirty="0"/>
              <a:t>Appendix C-2 allows you to find the area under the curve from the left of </a:t>
            </a:r>
            <a:r>
              <a:rPr lang="en-US" i="1" dirty="0"/>
              <a:t>z </a:t>
            </a:r>
            <a:r>
              <a:rPr lang="en-US" dirty="0"/>
              <a:t>(similar to Excel).</a:t>
            </a:r>
          </a:p>
        </p:txBody>
      </p:sp>
      <p:pic>
        <p:nvPicPr>
          <p:cNvPr id="10" name="Picture 9" descr="3 standard normal curves.">
            <a:extLst>
              <a:ext uri="{FF2B5EF4-FFF2-40B4-BE49-F238E27FC236}">
                <a16:creationId xmlns:a16="http://schemas.microsoft.com/office/drawing/2014/main" id="{D452DC7D-3900-49B0-B42B-CE14B705F0AE}"/>
              </a:ext>
            </a:extLst>
          </p:cNvPr>
          <p:cNvPicPr>
            <a:picLocks noChangeAspect="1"/>
          </p:cNvPicPr>
          <p:nvPr/>
        </p:nvPicPr>
        <p:blipFill>
          <a:blip r:embed="rId2"/>
          <a:stretch>
            <a:fillRect/>
          </a:stretch>
        </p:blipFill>
        <p:spPr>
          <a:xfrm>
            <a:off x="500174" y="3520196"/>
            <a:ext cx="7692710" cy="1524132"/>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1650875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Finding </a:t>
            </a:r>
            <a:r>
              <a:rPr lang="en-US" sz="3600" i="1" dirty="0"/>
              <a:t>Z</a:t>
            </a:r>
            <a:r>
              <a:rPr lang="en-US" sz="3600" dirty="0"/>
              <a:t> for a Given Area</a:t>
            </a:r>
            <a:r>
              <a:rPr lang="en-US" dirty="0"/>
              <a:t> </a:t>
            </a:r>
            <a:r>
              <a:rPr lang="en-US" sz="1000" b="0" dirty="0"/>
              <a:t>1</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7.5</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5"/>
            <a:ext cx="8156523" cy="3147726"/>
          </a:xfrm>
        </p:spPr>
        <p:txBody>
          <a:bodyPr/>
          <a:lstStyle/>
          <a:p>
            <a:pPr marL="292608" indent="-292608">
              <a:buFont typeface="Arial" panose="020B0604020202020204" pitchFamily="34" charset="0"/>
              <a:buChar char="•"/>
            </a:pPr>
            <a:r>
              <a:rPr lang="en-US" dirty="0"/>
              <a:t>Appendices C-1 and C-2 can be used to find the </a:t>
            </a:r>
            <a:r>
              <a:rPr lang="en-US" i="1" dirty="0"/>
              <a:t>z</a:t>
            </a:r>
            <a:r>
              <a:rPr lang="en-US" dirty="0"/>
              <a:t>-value corresponding to a given probability.</a:t>
            </a:r>
          </a:p>
          <a:p>
            <a:pPr marL="292608" indent="-292608">
              <a:buFont typeface="Arial" panose="020B0604020202020204" pitchFamily="34" charset="0"/>
              <a:buChar char="•"/>
            </a:pPr>
            <a:r>
              <a:rPr lang="en-US" dirty="0"/>
              <a:t>For example, what </a:t>
            </a:r>
            <a:r>
              <a:rPr lang="en-US" i="1" dirty="0"/>
              <a:t>z</a:t>
            </a:r>
            <a:r>
              <a:rPr lang="en-US" dirty="0"/>
              <a:t>-value defines the top 1% of a normal distribution?</a:t>
            </a:r>
          </a:p>
          <a:p>
            <a:pPr marL="292608" indent="-292608">
              <a:buFont typeface="Arial" panose="020B0604020202020204" pitchFamily="34" charset="0"/>
              <a:buChar char="•"/>
            </a:pPr>
            <a:r>
              <a:rPr lang="en-US" dirty="0"/>
              <a:t>This implies that 49% of the area lies between 0 and </a:t>
            </a:r>
            <a:r>
              <a:rPr lang="en-US" i="1" dirty="0"/>
              <a:t>z</a:t>
            </a:r>
            <a:r>
              <a:rPr lang="en-US" dirty="0"/>
              <a:t> which gives </a:t>
            </a:r>
            <a:r>
              <a:rPr lang="en-US" i="1" dirty="0"/>
              <a:t>z</a:t>
            </a:r>
            <a:r>
              <a:rPr lang="en-US" dirty="0"/>
              <a:t> = 2.33 by looking for an area of 0.4900 in Appendix C-1.</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26</a:t>
            </a:fld>
            <a:endParaRPr lang="en-US"/>
          </a:p>
        </p:txBody>
      </p:sp>
    </p:spTree>
    <p:extLst>
      <p:ext uri="{BB962C8B-B14F-4D97-AF65-F5344CB8AC3E}">
        <p14:creationId xmlns:p14="http://schemas.microsoft.com/office/powerpoint/2010/main" val="1698380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Finding </a:t>
            </a:r>
            <a:r>
              <a:rPr lang="en-US" sz="3600" i="1" dirty="0"/>
              <a:t>Z</a:t>
            </a:r>
            <a:r>
              <a:rPr lang="en-US" sz="3600" dirty="0"/>
              <a:t> for a Given Area</a:t>
            </a:r>
            <a:r>
              <a:rPr lang="en-US" dirty="0"/>
              <a:t> </a:t>
            </a:r>
            <a:r>
              <a:rPr lang="en-US" sz="1000" b="0" dirty="0"/>
              <a:t>2</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7.5</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4"/>
            <a:ext cx="7820713" cy="1603947"/>
          </a:xfrm>
        </p:spPr>
        <p:txBody>
          <a:bodyPr/>
          <a:lstStyle/>
          <a:p>
            <a:pPr marL="292608" indent="-292608">
              <a:buFont typeface="Arial" panose="020B0604020202020204" pitchFamily="34" charset="0"/>
              <a:buChar char="•"/>
            </a:pPr>
            <a:r>
              <a:rPr lang="en-US" sz="2000" dirty="0"/>
              <a:t>We can find other important areas in the same way. Because we are often interested in the top 25 percent, 10 percent, 5 percent, 1 percent, etc., or the middle 50 percent, 90 percent, 95 percent, 99 percent, and so forth, it is convenient to record these important </a:t>
            </a:r>
            <a:r>
              <a:rPr lang="en-US" sz="2000" i="1" dirty="0"/>
              <a:t>z</a:t>
            </a:r>
            <a:r>
              <a:rPr lang="en-US" sz="2000" dirty="0"/>
              <a:t>-values for quick reference.</a:t>
            </a:r>
          </a:p>
        </p:txBody>
      </p:sp>
      <p:pic>
        <p:nvPicPr>
          <p:cNvPr id="6" name="Picture 5" descr="2 normal distribution curves.">
            <a:extLst>
              <a:ext uri="{FF2B5EF4-FFF2-40B4-BE49-F238E27FC236}">
                <a16:creationId xmlns:a16="http://schemas.microsoft.com/office/drawing/2014/main" id="{7DDB05FF-CA8A-4295-A429-C77B188A2575}"/>
              </a:ext>
            </a:extLst>
          </p:cNvPr>
          <p:cNvPicPr>
            <a:picLocks noChangeAspect="1"/>
          </p:cNvPicPr>
          <p:nvPr/>
        </p:nvPicPr>
        <p:blipFill>
          <a:blip r:embed="rId2"/>
          <a:stretch>
            <a:fillRect/>
          </a:stretch>
        </p:blipFill>
        <p:spPr>
          <a:xfrm>
            <a:off x="2702042" y="2957194"/>
            <a:ext cx="3558155" cy="1235933"/>
          </a:xfrm>
          <a:prstGeom prst="rect">
            <a:avLst/>
          </a:prstGeom>
        </p:spPr>
      </p:pic>
      <p:graphicFrame>
        <p:nvGraphicFramePr>
          <p:cNvPr id="12" name="Table 12">
            <a:extLst>
              <a:ext uri="{FF2B5EF4-FFF2-40B4-BE49-F238E27FC236}">
                <a16:creationId xmlns:a16="http://schemas.microsoft.com/office/drawing/2014/main" id="{2126AE92-E9B5-4FF4-8153-E8064A51537E}"/>
              </a:ext>
            </a:extLst>
          </p:cNvPr>
          <p:cNvGraphicFramePr>
            <a:graphicFrameLocks noGrp="1"/>
          </p:cNvGraphicFramePr>
          <p:nvPr>
            <p:extLst>
              <p:ext uri="{D42A27DB-BD31-4B8C-83A1-F6EECF244321}">
                <p14:modId xmlns:p14="http://schemas.microsoft.com/office/powerpoint/2010/main" val="2615532882"/>
              </p:ext>
            </p:extLst>
          </p:nvPr>
        </p:nvGraphicFramePr>
        <p:xfrm>
          <a:off x="2420373" y="4301826"/>
          <a:ext cx="4303254" cy="1757574"/>
        </p:xfrm>
        <a:graphic>
          <a:graphicData uri="http://schemas.openxmlformats.org/drawingml/2006/table">
            <a:tbl>
              <a:tblPr firstRow="1" bandRow="1">
                <a:tableStyleId>{5C22544A-7EE6-4342-B048-85BDC9FD1C3A}</a:tableStyleId>
              </a:tblPr>
              <a:tblGrid>
                <a:gridCol w="1434418">
                  <a:extLst>
                    <a:ext uri="{9D8B030D-6E8A-4147-A177-3AD203B41FA5}">
                      <a16:colId xmlns:a16="http://schemas.microsoft.com/office/drawing/2014/main" val="1859811891"/>
                    </a:ext>
                  </a:extLst>
                </a:gridCol>
                <a:gridCol w="1434418">
                  <a:extLst>
                    <a:ext uri="{9D8B030D-6E8A-4147-A177-3AD203B41FA5}">
                      <a16:colId xmlns:a16="http://schemas.microsoft.com/office/drawing/2014/main" val="635490479"/>
                    </a:ext>
                  </a:extLst>
                </a:gridCol>
                <a:gridCol w="1434418">
                  <a:extLst>
                    <a:ext uri="{9D8B030D-6E8A-4147-A177-3AD203B41FA5}">
                      <a16:colId xmlns:a16="http://schemas.microsoft.com/office/drawing/2014/main" val="66031608"/>
                    </a:ext>
                  </a:extLst>
                </a:gridCol>
              </a:tblGrid>
              <a:tr h="248970">
                <a:tc>
                  <a:txBody>
                    <a:bodyPr/>
                    <a:lstStyle/>
                    <a:p>
                      <a:pPr algn="l" fontAlgn="t"/>
                      <a:r>
                        <a:rPr lang="en-US" sz="1400" b="1" i="1" u="none" strike="noStrike" dirty="0">
                          <a:effectLst/>
                          <a:latin typeface="+mn-lt"/>
                        </a:rPr>
                        <a:t>z</a:t>
                      </a:r>
                    </a:p>
                  </a:txBody>
                  <a:tcPr marL="64550" marR="64550" marT="18861" marB="18861"/>
                </a:tc>
                <a:tc>
                  <a:txBody>
                    <a:bodyPr/>
                    <a:lstStyle/>
                    <a:p>
                      <a:pPr algn="ctr" fontAlgn="t"/>
                      <a:r>
                        <a:rPr lang="en-US" sz="1400" b="1" i="0" u="none" strike="noStrike" dirty="0">
                          <a:effectLst/>
                          <a:latin typeface="+mn-lt"/>
                        </a:rPr>
                        <a:t>Right Tail Area</a:t>
                      </a:r>
                    </a:p>
                  </a:txBody>
                  <a:tcPr marL="64550" marR="64550" marT="18861" marB="18861"/>
                </a:tc>
                <a:tc>
                  <a:txBody>
                    <a:bodyPr/>
                    <a:lstStyle/>
                    <a:p>
                      <a:pPr algn="ctr" fontAlgn="t"/>
                      <a:r>
                        <a:rPr lang="en-US" sz="1400" b="1" i="0" u="none" strike="noStrike" dirty="0">
                          <a:effectLst/>
                          <a:latin typeface="+mn-lt"/>
                        </a:rPr>
                        <a:t>Middle Area</a:t>
                      </a:r>
                    </a:p>
                  </a:txBody>
                  <a:tcPr marL="64550" marR="64550" marT="18861" marB="18861"/>
                </a:tc>
                <a:extLst>
                  <a:ext uri="{0D108BD9-81ED-4DB2-BD59-A6C34878D82A}">
                    <a16:rowId xmlns:a16="http://schemas.microsoft.com/office/drawing/2014/main" val="3733755731"/>
                  </a:ext>
                </a:extLst>
              </a:tr>
              <a:tr h="248970">
                <a:tc>
                  <a:txBody>
                    <a:bodyPr/>
                    <a:lstStyle/>
                    <a:p>
                      <a:pPr algn="l" fontAlgn="t"/>
                      <a:r>
                        <a:rPr lang="en-US" sz="1400" b="0" i="0" u="none" strike="noStrike">
                          <a:effectLst/>
                          <a:latin typeface="+mn-lt"/>
                        </a:rPr>
                        <a:t>0.675</a:t>
                      </a:r>
                    </a:p>
                  </a:txBody>
                  <a:tcPr marL="64550" marR="64550" marT="18861" marB="18861"/>
                </a:tc>
                <a:tc>
                  <a:txBody>
                    <a:bodyPr/>
                    <a:lstStyle/>
                    <a:p>
                      <a:pPr algn="ctr" fontAlgn="t"/>
                      <a:r>
                        <a:rPr lang="en-US" sz="1400" b="0" i="0" u="none" strike="noStrike" dirty="0">
                          <a:effectLst/>
                          <a:latin typeface="+mn-lt"/>
                        </a:rPr>
                        <a:t>.25</a:t>
                      </a:r>
                    </a:p>
                  </a:txBody>
                  <a:tcPr marL="64550" marR="64550" marT="18861" marB="18861"/>
                </a:tc>
                <a:tc>
                  <a:txBody>
                    <a:bodyPr/>
                    <a:lstStyle/>
                    <a:p>
                      <a:pPr algn="ctr" fontAlgn="t"/>
                      <a:r>
                        <a:rPr lang="en-US" sz="1400" b="0" i="0" u="none" strike="noStrike">
                          <a:effectLst/>
                          <a:latin typeface="+mn-lt"/>
                        </a:rPr>
                        <a:t>.50</a:t>
                      </a:r>
                    </a:p>
                  </a:txBody>
                  <a:tcPr marL="64550" marR="64550" marT="18861" marB="18861"/>
                </a:tc>
                <a:extLst>
                  <a:ext uri="{0D108BD9-81ED-4DB2-BD59-A6C34878D82A}">
                    <a16:rowId xmlns:a16="http://schemas.microsoft.com/office/drawing/2014/main" val="1363389151"/>
                  </a:ext>
                </a:extLst>
              </a:tr>
              <a:tr h="248970">
                <a:tc>
                  <a:txBody>
                    <a:bodyPr/>
                    <a:lstStyle/>
                    <a:p>
                      <a:pPr algn="l" fontAlgn="t"/>
                      <a:r>
                        <a:rPr lang="en-US" sz="1400" b="0" i="0" u="none" strike="noStrike">
                          <a:effectLst/>
                          <a:latin typeface="+mn-lt"/>
                        </a:rPr>
                        <a:t>1.282</a:t>
                      </a:r>
                    </a:p>
                  </a:txBody>
                  <a:tcPr marL="64550" marR="64550" marT="18861" marB="18861"/>
                </a:tc>
                <a:tc>
                  <a:txBody>
                    <a:bodyPr/>
                    <a:lstStyle/>
                    <a:p>
                      <a:pPr algn="ctr" fontAlgn="t"/>
                      <a:r>
                        <a:rPr lang="en-US" sz="1400" b="0" i="0" u="none" strike="noStrike" dirty="0">
                          <a:effectLst/>
                          <a:latin typeface="+mn-lt"/>
                        </a:rPr>
                        <a:t>.10</a:t>
                      </a:r>
                    </a:p>
                  </a:txBody>
                  <a:tcPr marL="64550" marR="64550" marT="18861" marB="18861"/>
                </a:tc>
                <a:tc>
                  <a:txBody>
                    <a:bodyPr/>
                    <a:lstStyle/>
                    <a:p>
                      <a:pPr algn="ctr" fontAlgn="t"/>
                      <a:r>
                        <a:rPr lang="en-US" sz="1400" b="0" i="0" u="none" strike="noStrike" dirty="0">
                          <a:effectLst/>
                          <a:latin typeface="+mn-lt"/>
                        </a:rPr>
                        <a:t>.80</a:t>
                      </a:r>
                    </a:p>
                  </a:txBody>
                  <a:tcPr marL="64550" marR="64550" marT="18861" marB="18861"/>
                </a:tc>
                <a:extLst>
                  <a:ext uri="{0D108BD9-81ED-4DB2-BD59-A6C34878D82A}">
                    <a16:rowId xmlns:a16="http://schemas.microsoft.com/office/drawing/2014/main" val="3991132132"/>
                  </a:ext>
                </a:extLst>
              </a:tr>
              <a:tr h="248970">
                <a:tc>
                  <a:txBody>
                    <a:bodyPr/>
                    <a:lstStyle/>
                    <a:p>
                      <a:pPr algn="l" fontAlgn="t"/>
                      <a:r>
                        <a:rPr lang="en-US" sz="1400" b="0" i="0" u="none" strike="noStrike" dirty="0">
                          <a:effectLst/>
                          <a:latin typeface="+mn-lt"/>
                        </a:rPr>
                        <a:t>1.645</a:t>
                      </a:r>
                    </a:p>
                  </a:txBody>
                  <a:tcPr marL="64550" marR="64550" marT="18861" marB="18861"/>
                </a:tc>
                <a:tc>
                  <a:txBody>
                    <a:bodyPr/>
                    <a:lstStyle/>
                    <a:p>
                      <a:pPr algn="ctr" fontAlgn="t"/>
                      <a:r>
                        <a:rPr lang="en-US" sz="1400" b="0" i="0" u="none" strike="noStrike">
                          <a:effectLst/>
                          <a:latin typeface="+mn-lt"/>
                        </a:rPr>
                        <a:t>.05</a:t>
                      </a:r>
                    </a:p>
                  </a:txBody>
                  <a:tcPr marL="64550" marR="64550" marT="18861" marB="18861"/>
                </a:tc>
                <a:tc>
                  <a:txBody>
                    <a:bodyPr/>
                    <a:lstStyle/>
                    <a:p>
                      <a:pPr algn="ctr" fontAlgn="t"/>
                      <a:r>
                        <a:rPr lang="en-US" sz="1400" b="0" i="0" u="none" strike="noStrike" dirty="0">
                          <a:effectLst/>
                          <a:latin typeface="+mn-lt"/>
                        </a:rPr>
                        <a:t>.90</a:t>
                      </a:r>
                    </a:p>
                  </a:txBody>
                  <a:tcPr marL="64550" marR="64550" marT="18861" marB="18861"/>
                </a:tc>
                <a:extLst>
                  <a:ext uri="{0D108BD9-81ED-4DB2-BD59-A6C34878D82A}">
                    <a16:rowId xmlns:a16="http://schemas.microsoft.com/office/drawing/2014/main" val="550334143"/>
                  </a:ext>
                </a:extLst>
              </a:tr>
              <a:tr h="248970">
                <a:tc>
                  <a:txBody>
                    <a:bodyPr/>
                    <a:lstStyle/>
                    <a:p>
                      <a:pPr algn="l" fontAlgn="t"/>
                      <a:r>
                        <a:rPr lang="en-US" sz="1400" b="0" i="0" u="none" strike="noStrike">
                          <a:effectLst/>
                          <a:latin typeface="+mn-lt"/>
                        </a:rPr>
                        <a:t>1.960</a:t>
                      </a:r>
                    </a:p>
                  </a:txBody>
                  <a:tcPr marL="64550" marR="64550" marT="18861" marB="18861"/>
                </a:tc>
                <a:tc>
                  <a:txBody>
                    <a:bodyPr/>
                    <a:lstStyle/>
                    <a:p>
                      <a:pPr algn="ctr" fontAlgn="t"/>
                      <a:r>
                        <a:rPr lang="en-US" sz="1400" b="0" i="0" u="none" strike="noStrike">
                          <a:effectLst/>
                          <a:latin typeface="+mn-lt"/>
                        </a:rPr>
                        <a:t>.025</a:t>
                      </a:r>
                    </a:p>
                  </a:txBody>
                  <a:tcPr marL="64550" marR="64550" marT="18861" marB="18861"/>
                </a:tc>
                <a:tc>
                  <a:txBody>
                    <a:bodyPr/>
                    <a:lstStyle/>
                    <a:p>
                      <a:pPr algn="ctr" fontAlgn="t"/>
                      <a:r>
                        <a:rPr lang="en-US" sz="1400" b="0" i="0" u="none" strike="noStrike" dirty="0">
                          <a:effectLst/>
                          <a:latin typeface="+mn-lt"/>
                        </a:rPr>
                        <a:t>.95</a:t>
                      </a:r>
                    </a:p>
                  </a:txBody>
                  <a:tcPr marL="64550" marR="64550" marT="18861" marB="18861"/>
                </a:tc>
                <a:extLst>
                  <a:ext uri="{0D108BD9-81ED-4DB2-BD59-A6C34878D82A}">
                    <a16:rowId xmlns:a16="http://schemas.microsoft.com/office/drawing/2014/main" val="3009776006"/>
                  </a:ext>
                </a:extLst>
              </a:tr>
              <a:tr h="248970">
                <a:tc>
                  <a:txBody>
                    <a:bodyPr/>
                    <a:lstStyle/>
                    <a:p>
                      <a:pPr algn="l" fontAlgn="t"/>
                      <a:r>
                        <a:rPr lang="en-US" sz="1400" b="0" i="0" u="none" strike="noStrike">
                          <a:effectLst/>
                          <a:latin typeface="+mn-lt"/>
                        </a:rPr>
                        <a:t>2.326</a:t>
                      </a:r>
                    </a:p>
                  </a:txBody>
                  <a:tcPr marL="64550" marR="64550" marT="18861" marB="18861"/>
                </a:tc>
                <a:tc>
                  <a:txBody>
                    <a:bodyPr/>
                    <a:lstStyle/>
                    <a:p>
                      <a:pPr algn="ctr" fontAlgn="t"/>
                      <a:r>
                        <a:rPr lang="en-US" sz="1400" b="0" i="0" u="none" strike="noStrike">
                          <a:effectLst/>
                          <a:latin typeface="+mn-lt"/>
                        </a:rPr>
                        <a:t>.01</a:t>
                      </a:r>
                    </a:p>
                  </a:txBody>
                  <a:tcPr marL="64550" marR="64550" marT="18861" marB="18861"/>
                </a:tc>
                <a:tc>
                  <a:txBody>
                    <a:bodyPr/>
                    <a:lstStyle/>
                    <a:p>
                      <a:pPr algn="ctr" fontAlgn="t"/>
                      <a:r>
                        <a:rPr lang="en-US" sz="1400" b="0" i="0" u="none" strike="noStrike" dirty="0">
                          <a:effectLst/>
                          <a:latin typeface="+mn-lt"/>
                        </a:rPr>
                        <a:t>.98</a:t>
                      </a:r>
                    </a:p>
                  </a:txBody>
                  <a:tcPr marL="64550" marR="64550" marT="18861" marB="18861"/>
                </a:tc>
                <a:extLst>
                  <a:ext uri="{0D108BD9-81ED-4DB2-BD59-A6C34878D82A}">
                    <a16:rowId xmlns:a16="http://schemas.microsoft.com/office/drawing/2014/main" val="466845026"/>
                  </a:ext>
                </a:extLst>
              </a:tr>
              <a:tr h="248970">
                <a:tc>
                  <a:txBody>
                    <a:bodyPr/>
                    <a:lstStyle/>
                    <a:p>
                      <a:pPr algn="l" fontAlgn="t"/>
                      <a:r>
                        <a:rPr lang="en-US" sz="1400" b="0" i="0" u="none" strike="noStrike">
                          <a:effectLst/>
                          <a:latin typeface="+mn-lt"/>
                        </a:rPr>
                        <a:t>2.576</a:t>
                      </a:r>
                    </a:p>
                  </a:txBody>
                  <a:tcPr marL="64550" marR="64550" marT="18861" marB="18861"/>
                </a:tc>
                <a:tc>
                  <a:txBody>
                    <a:bodyPr/>
                    <a:lstStyle/>
                    <a:p>
                      <a:pPr algn="ctr" fontAlgn="t"/>
                      <a:r>
                        <a:rPr lang="en-US" sz="1400" b="0" i="0" u="none" strike="noStrike">
                          <a:effectLst/>
                          <a:latin typeface="+mn-lt"/>
                        </a:rPr>
                        <a:t>.005</a:t>
                      </a:r>
                    </a:p>
                  </a:txBody>
                  <a:tcPr marL="64550" marR="64550" marT="18861" marB="18861"/>
                </a:tc>
                <a:tc>
                  <a:txBody>
                    <a:bodyPr/>
                    <a:lstStyle/>
                    <a:p>
                      <a:pPr algn="ctr" fontAlgn="t"/>
                      <a:r>
                        <a:rPr lang="en-US" sz="1400" b="0" i="0" u="none" strike="noStrike" dirty="0">
                          <a:effectLst/>
                          <a:latin typeface="+mn-lt"/>
                        </a:rPr>
                        <a:t>.99</a:t>
                      </a:r>
                    </a:p>
                  </a:txBody>
                  <a:tcPr marL="64550" marR="64550" marT="18861" marB="18861"/>
                </a:tc>
                <a:extLst>
                  <a:ext uri="{0D108BD9-81ED-4DB2-BD59-A6C34878D82A}">
                    <a16:rowId xmlns:a16="http://schemas.microsoft.com/office/drawing/2014/main" val="459789349"/>
                  </a:ext>
                </a:extLst>
              </a:tr>
            </a:tbl>
          </a:graphicData>
        </a:graphic>
      </p:graphicFrame>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27</a:t>
            </a:fld>
            <a:endParaRPr lang="en-US"/>
          </a:p>
        </p:txBody>
      </p:sp>
    </p:spTree>
    <p:extLst>
      <p:ext uri="{BB962C8B-B14F-4D97-AF65-F5344CB8AC3E}">
        <p14:creationId xmlns:p14="http://schemas.microsoft.com/office/powerpoint/2010/main" val="2303139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6942320" cy="903231"/>
          </a:xfrm>
        </p:spPr>
        <p:txBody>
          <a:bodyPr/>
          <a:lstStyle/>
          <a:p>
            <a:r>
              <a:rPr lang="en-US" sz="3600" dirty="0"/>
              <a:t>Finding </a:t>
            </a:r>
            <a:r>
              <a:rPr lang="en-US" sz="3600" i="1" dirty="0"/>
              <a:t>Z</a:t>
            </a:r>
            <a:r>
              <a:rPr lang="en-US" sz="3600" dirty="0"/>
              <a:t> for a Given Area</a:t>
            </a:r>
            <a:r>
              <a:rPr lang="en-US" dirty="0"/>
              <a:t> </a:t>
            </a:r>
            <a:r>
              <a:rPr lang="en-US" sz="1000" b="0" dirty="0"/>
              <a:t>3</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96912"/>
          </a:xfrm>
        </p:spPr>
        <p:txBody>
          <a:bodyPr vert="vert" rIns="0"/>
          <a:lstStyle/>
          <a:p>
            <a:r>
              <a:rPr lang="en-US" b="1" dirty="0"/>
              <a:t>L</a:t>
            </a:r>
            <a:r>
              <a:rPr lang="en-US" sz="100" b="1" dirty="0"/>
              <a:t> </a:t>
            </a:r>
            <a:r>
              <a:rPr lang="en-US" b="1" dirty="0"/>
              <a:t>O 7.5</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8" y="1259175"/>
            <a:ext cx="8246465" cy="674556"/>
          </a:xfrm>
        </p:spPr>
        <p:txBody>
          <a:bodyPr/>
          <a:lstStyle/>
          <a:p>
            <a:pPr marL="292608" indent="-292608">
              <a:buFont typeface="Arial" panose="020B0604020202020204" pitchFamily="34" charset="0"/>
              <a:buChar char="•"/>
            </a:pPr>
            <a:r>
              <a:rPr lang="en-US" sz="2000" dirty="0"/>
              <a:t>John took an economics exam and scored 86 points. The class mean was 75 with a standard deviation of 7. What percentile is John</a:t>
            </a:r>
          </a:p>
        </p:txBody>
      </p:sp>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42901" y="2004696"/>
            <a:ext cx="2595172" cy="348759"/>
          </a:xfrm>
        </p:spPr>
        <p:txBody>
          <a:bodyPr tIns="0"/>
          <a:lstStyle/>
          <a:p>
            <a:pPr marL="292608"/>
            <a:r>
              <a:rPr lang="en-US" sz="2000" dirty="0"/>
              <a:t>in? That is, what is</a:t>
            </a:r>
          </a:p>
        </p:txBody>
      </p:sp>
      <p:graphicFrame>
        <p:nvGraphicFramePr>
          <p:cNvPr id="11" name="Object 10">
            <a:extLst>
              <a:ext uri="{FF2B5EF4-FFF2-40B4-BE49-F238E27FC236}">
                <a16:creationId xmlns:a16="http://schemas.microsoft.com/office/drawing/2014/main" id="{B7ECFC73-7687-42E2-A741-29CAEA57AB95}"/>
              </a:ext>
            </a:extLst>
          </p:cNvPr>
          <p:cNvGraphicFramePr>
            <a:graphicFrameLocks noChangeAspect="1"/>
          </p:cNvGraphicFramePr>
          <p:nvPr>
            <p:extLst>
              <p:ext uri="{D42A27DB-BD31-4B8C-83A1-F6EECF244321}">
                <p14:modId xmlns:p14="http://schemas.microsoft.com/office/powerpoint/2010/main" val="3286764510"/>
              </p:ext>
            </p:extLst>
          </p:nvPr>
        </p:nvGraphicFramePr>
        <p:xfrm>
          <a:off x="2881154" y="2027238"/>
          <a:ext cx="1295400" cy="304800"/>
        </p:xfrm>
        <a:graphic>
          <a:graphicData uri="http://schemas.openxmlformats.org/presentationml/2006/ole">
            <mc:AlternateContent xmlns:mc="http://schemas.openxmlformats.org/markup-compatibility/2006">
              <mc:Choice xmlns:v="urn:schemas-microsoft-com:vml" Requires="v">
                <p:oleObj name="Equation" r:id="rId2" imgW="1295280" imgH="304560" progId="Equation.DSMT4">
                  <p:embed/>
                </p:oleObj>
              </mc:Choice>
              <mc:Fallback>
                <p:oleObj name="Equation" r:id="rId2" imgW="1295280" imgH="304560" progId="Equation.DSMT4">
                  <p:embed/>
                  <p:pic>
                    <p:nvPicPr>
                      <p:cNvPr id="0" name=""/>
                      <p:cNvPicPr/>
                      <p:nvPr/>
                    </p:nvPicPr>
                    <p:blipFill>
                      <a:blip r:embed="rId3"/>
                      <a:stretch>
                        <a:fillRect/>
                      </a:stretch>
                    </p:blipFill>
                    <p:spPr>
                      <a:xfrm>
                        <a:off x="2881154" y="2027238"/>
                        <a:ext cx="1295400" cy="3048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4302430" y="2013441"/>
            <a:ext cx="3958169" cy="411909"/>
          </a:xfrm>
        </p:spPr>
        <p:txBody>
          <a:bodyPr lIns="0" tIns="0"/>
          <a:lstStyle/>
          <a:p>
            <a:r>
              <a:rPr lang="en-US" sz="2000" dirty="0"/>
              <a:t>We need first to calculate John’s</a:t>
            </a:r>
          </a:p>
        </p:txBody>
      </p:sp>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42900" y="2397361"/>
            <a:ext cx="3004734" cy="345840"/>
          </a:xfrm>
        </p:spPr>
        <p:txBody>
          <a:bodyPr tIns="0"/>
          <a:lstStyle/>
          <a:p>
            <a:pPr marL="292608"/>
            <a:r>
              <a:rPr lang="en-US" sz="2000" dirty="0"/>
              <a:t>standardized </a:t>
            </a:r>
            <a:r>
              <a:rPr lang="en-US" sz="2000" i="1" dirty="0"/>
              <a:t>Z</a:t>
            </a:r>
            <a:r>
              <a:rPr lang="en-US" sz="2000" dirty="0"/>
              <a:t>-score:</a:t>
            </a:r>
          </a:p>
        </p:txBody>
      </p:sp>
      <p:graphicFrame>
        <p:nvGraphicFramePr>
          <p:cNvPr id="16" name="Object 15">
            <a:extLst>
              <a:ext uri="{FF2B5EF4-FFF2-40B4-BE49-F238E27FC236}">
                <a16:creationId xmlns:a16="http://schemas.microsoft.com/office/drawing/2014/main" id="{574AA0B6-AFFF-4D0D-804A-E05858CD459D}"/>
              </a:ext>
            </a:extLst>
          </p:cNvPr>
          <p:cNvGraphicFramePr>
            <a:graphicFrameLocks noChangeAspect="1"/>
          </p:cNvGraphicFramePr>
          <p:nvPr>
            <p:extLst>
              <p:ext uri="{D42A27DB-BD31-4B8C-83A1-F6EECF244321}">
                <p14:modId xmlns:p14="http://schemas.microsoft.com/office/powerpoint/2010/main" val="660986121"/>
              </p:ext>
            </p:extLst>
          </p:nvPr>
        </p:nvGraphicFramePr>
        <p:xfrm>
          <a:off x="3481388" y="2559050"/>
          <a:ext cx="3784600" cy="622300"/>
        </p:xfrm>
        <a:graphic>
          <a:graphicData uri="http://schemas.openxmlformats.org/presentationml/2006/ole">
            <mc:AlternateContent xmlns:mc="http://schemas.openxmlformats.org/markup-compatibility/2006">
              <mc:Choice xmlns:v="urn:schemas-microsoft-com:vml" Requires="v">
                <p:oleObj name="Equation" r:id="rId4" imgW="3784320" imgH="622080" progId="Equation.DSMT4">
                  <p:embed/>
                </p:oleObj>
              </mc:Choice>
              <mc:Fallback>
                <p:oleObj name="Equation" r:id="rId4" imgW="3784320" imgH="622080" progId="Equation.DSMT4">
                  <p:embed/>
                  <p:pic>
                    <p:nvPicPr>
                      <p:cNvPr id="0" name=""/>
                      <p:cNvPicPr/>
                      <p:nvPr/>
                    </p:nvPicPr>
                    <p:blipFill>
                      <a:blip r:embed="rId5"/>
                      <a:stretch>
                        <a:fillRect/>
                      </a:stretch>
                    </p:blipFill>
                    <p:spPr>
                      <a:xfrm>
                        <a:off x="3481388" y="2559050"/>
                        <a:ext cx="3784600" cy="6223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CC14C16-7B58-491B-A07A-754D184E5270}"/>
              </a:ext>
            </a:extLst>
          </p:cNvPr>
          <p:cNvSpPr>
            <a:spLocks noGrp="1"/>
          </p:cNvSpPr>
          <p:nvPr>
            <p:ph sz="quarter" idx="18"/>
          </p:nvPr>
        </p:nvSpPr>
        <p:spPr>
          <a:xfrm>
            <a:off x="342898" y="3377669"/>
            <a:ext cx="7840207" cy="323265"/>
          </a:xfrm>
        </p:spPr>
        <p:txBody>
          <a:bodyPr lIns="91440" tIns="0" rIns="0" bIns="0"/>
          <a:lstStyle/>
          <a:p>
            <a:pPr marL="292608" indent="-292608">
              <a:buFont typeface="Arial" panose="020B0604020202020204" pitchFamily="34" charset="0"/>
              <a:buChar char="•"/>
            </a:pPr>
            <a:r>
              <a:rPr lang="en-US" sz="2000" dirty="0"/>
              <a:t>This says that John’s score is 1.57 standard deviations above the</a:t>
            </a:r>
          </a:p>
        </p:txBody>
      </p:sp>
      <p:sp>
        <p:nvSpPr>
          <p:cNvPr id="9" name="Content Placeholder 8">
            <a:extLst>
              <a:ext uri="{FF2B5EF4-FFF2-40B4-BE49-F238E27FC236}">
                <a16:creationId xmlns:a16="http://schemas.microsoft.com/office/drawing/2014/main" id="{FEA6592A-24DF-474E-A8E8-936E57959F9B}"/>
              </a:ext>
            </a:extLst>
          </p:cNvPr>
          <p:cNvSpPr>
            <a:spLocks noGrp="1"/>
          </p:cNvSpPr>
          <p:nvPr>
            <p:ph sz="quarter" idx="19"/>
          </p:nvPr>
        </p:nvSpPr>
        <p:spPr>
          <a:xfrm>
            <a:off x="342900" y="3768359"/>
            <a:ext cx="4260098" cy="354190"/>
          </a:xfrm>
        </p:spPr>
        <p:txBody>
          <a:bodyPr tIns="0"/>
          <a:lstStyle/>
          <a:p>
            <a:pPr marL="292608"/>
            <a:r>
              <a:rPr lang="en-US" sz="2000" dirty="0"/>
              <a:t>mean. From Appendix C-2 we get</a:t>
            </a:r>
          </a:p>
        </p:txBody>
      </p:sp>
      <p:graphicFrame>
        <p:nvGraphicFramePr>
          <p:cNvPr id="12" name="Object 11">
            <a:extLst>
              <a:ext uri="{FF2B5EF4-FFF2-40B4-BE49-F238E27FC236}">
                <a16:creationId xmlns:a16="http://schemas.microsoft.com/office/drawing/2014/main" id="{8834DA7E-923B-4E81-A68B-A55AD1E28A4B}"/>
              </a:ext>
            </a:extLst>
          </p:cNvPr>
          <p:cNvGraphicFramePr>
            <a:graphicFrameLocks noChangeAspect="1"/>
          </p:cNvGraphicFramePr>
          <p:nvPr>
            <p:extLst>
              <p:ext uri="{D42A27DB-BD31-4B8C-83A1-F6EECF244321}">
                <p14:modId xmlns:p14="http://schemas.microsoft.com/office/powerpoint/2010/main" val="544834829"/>
              </p:ext>
            </p:extLst>
          </p:nvPr>
        </p:nvGraphicFramePr>
        <p:xfrm>
          <a:off x="4667250" y="3805238"/>
          <a:ext cx="3487738" cy="300037"/>
        </p:xfrm>
        <a:graphic>
          <a:graphicData uri="http://schemas.openxmlformats.org/presentationml/2006/ole">
            <mc:AlternateContent xmlns:mc="http://schemas.openxmlformats.org/markup-compatibility/2006">
              <mc:Choice xmlns:v="urn:schemas-microsoft-com:vml" Requires="v">
                <p:oleObj name="Equation" r:id="rId6" imgW="3555720" imgH="304560" progId="Equation.DSMT4">
                  <p:embed/>
                </p:oleObj>
              </mc:Choice>
              <mc:Fallback>
                <p:oleObj name="Equation" r:id="rId6" imgW="3555720" imgH="304560" progId="Equation.DSMT4">
                  <p:embed/>
                  <p:pic>
                    <p:nvPicPr>
                      <p:cNvPr id="0" name=""/>
                      <p:cNvPicPr/>
                      <p:nvPr/>
                    </p:nvPicPr>
                    <p:blipFill>
                      <a:blip r:embed="rId7"/>
                      <a:stretch>
                        <a:fillRect/>
                      </a:stretch>
                    </p:blipFill>
                    <p:spPr>
                      <a:xfrm>
                        <a:off x="4667250" y="3805238"/>
                        <a:ext cx="3487738" cy="30003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E3D6930F-7D54-4D6D-88EB-51FBE3CAFC19}"/>
              </a:ext>
            </a:extLst>
          </p:cNvPr>
          <p:cNvSpPr>
            <a:spLocks noGrp="1"/>
          </p:cNvSpPr>
          <p:nvPr>
            <p:ph sz="quarter" idx="20"/>
          </p:nvPr>
        </p:nvSpPr>
        <p:spPr>
          <a:xfrm>
            <a:off x="342899" y="4170475"/>
            <a:ext cx="8246463" cy="628018"/>
          </a:xfrm>
        </p:spPr>
        <p:txBody>
          <a:bodyPr tIns="0"/>
          <a:lstStyle/>
          <a:p>
            <a:pPr marL="292608"/>
            <a:r>
              <a:rPr lang="en-US" sz="2000" dirty="0"/>
              <a:t>so John is approximately in the 94th percentile. That means that his score was better than 94 percent of the class.</a:t>
            </a:r>
            <a:endParaRPr lang="en-US" sz="2000" dirty="0">
              <a:sym typeface="Times New Roman" pitchFamily="18" charset="0"/>
            </a:endParaRPr>
          </a:p>
        </p:txBody>
      </p:sp>
      <p:pic>
        <p:nvPicPr>
          <p:cNvPr id="14" name="Picture 13" descr="Two standard normal curves. The first shows the right tail area (above z) shaded. The second shows the area between negative and positive z shaded.">
            <a:extLst>
              <a:ext uri="{FF2B5EF4-FFF2-40B4-BE49-F238E27FC236}">
                <a16:creationId xmlns:a16="http://schemas.microsoft.com/office/drawing/2014/main" id="{2791F537-C7D4-4AEA-9486-34B2C52FD640}"/>
              </a:ext>
            </a:extLst>
          </p:cNvPr>
          <p:cNvPicPr>
            <a:picLocks noChangeAspect="1"/>
          </p:cNvPicPr>
          <p:nvPr/>
        </p:nvPicPr>
        <p:blipFill>
          <a:blip r:embed="rId8"/>
          <a:stretch>
            <a:fillRect/>
          </a:stretch>
        </p:blipFill>
        <p:spPr>
          <a:xfrm>
            <a:off x="2521034" y="4928119"/>
            <a:ext cx="3989539" cy="1245872"/>
          </a:xfrm>
          <a:prstGeom prst="rect">
            <a:avLst/>
          </a:prstGeom>
        </p:spPr>
      </p:pic>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28</a:t>
            </a:fld>
            <a:endParaRPr lang="en-US"/>
          </a:p>
        </p:txBody>
      </p:sp>
    </p:spTree>
    <p:extLst>
      <p:ext uri="{BB962C8B-B14F-4D97-AF65-F5344CB8AC3E}">
        <p14:creationId xmlns:p14="http://schemas.microsoft.com/office/powerpoint/2010/main" val="3395952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899" y="192490"/>
            <a:ext cx="7362043" cy="903231"/>
          </a:xfrm>
        </p:spPr>
        <p:txBody>
          <a:bodyPr/>
          <a:lstStyle/>
          <a:p>
            <a:r>
              <a:rPr lang="en-US" sz="3600" dirty="0"/>
              <a:t>Finding </a:t>
            </a:r>
            <a:r>
              <a:rPr lang="en-US" sz="3600" i="1" dirty="0"/>
              <a:t>Z</a:t>
            </a:r>
            <a:r>
              <a:rPr lang="en-US" sz="3600" dirty="0"/>
              <a:t> for a Given Area</a:t>
            </a:r>
            <a:r>
              <a:rPr lang="en-US" dirty="0"/>
              <a:t> </a:t>
            </a:r>
            <a:r>
              <a:rPr lang="en-US" sz="1000" b="0" dirty="0"/>
              <a:t>4</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7.5</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900" y="1259174"/>
            <a:ext cx="8291434" cy="674557"/>
          </a:xfrm>
        </p:spPr>
        <p:txBody>
          <a:bodyPr/>
          <a:lstStyle/>
          <a:p>
            <a:pPr marL="292608" indent="-292608">
              <a:buFont typeface="Arial" panose="020B0604020202020204" pitchFamily="34" charset="0"/>
              <a:buChar char="•"/>
            </a:pPr>
            <a:r>
              <a:rPr lang="en-US" sz="1800" dirty="0"/>
              <a:t>On this exam, what is the probability that a randomly chosen test-taker would have a score of at least 65? We begin by standardizing:</a:t>
            </a:r>
          </a:p>
        </p:txBody>
      </p:sp>
      <p:graphicFrame>
        <p:nvGraphicFramePr>
          <p:cNvPr id="11" name="Object 10">
            <a:extLst>
              <a:ext uri="{FF2B5EF4-FFF2-40B4-BE49-F238E27FC236}">
                <a16:creationId xmlns:a16="http://schemas.microsoft.com/office/drawing/2014/main" id="{1045F023-CECE-45E8-84C1-80821FD05C00}"/>
              </a:ext>
            </a:extLst>
          </p:cNvPr>
          <p:cNvGraphicFramePr>
            <a:graphicFrameLocks noChangeAspect="1"/>
          </p:cNvGraphicFramePr>
          <p:nvPr>
            <p:extLst>
              <p:ext uri="{D42A27DB-BD31-4B8C-83A1-F6EECF244321}">
                <p14:modId xmlns:p14="http://schemas.microsoft.com/office/powerpoint/2010/main" val="725037432"/>
              </p:ext>
            </p:extLst>
          </p:nvPr>
        </p:nvGraphicFramePr>
        <p:xfrm>
          <a:off x="3041114" y="1989033"/>
          <a:ext cx="2791952" cy="491542"/>
        </p:xfrm>
        <a:graphic>
          <a:graphicData uri="http://schemas.openxmlformats.org/presentationml/2006/ole">
            <mc:AlternateContent xmlns:mc="http://schemas.openxmlformats.org/markup-compatibility/2006">
              <mc:Choice xmlns:v="urn:schemas-microsoft-com:vml" Requires="v">
                <p:oleObj name="Equation" r:id="rId2" imgW="3606480" imgH="634680" progId="Equation.DSMT4">
                  <p:embed/>
                </p:oleObj>
              </mc:Choice>
              <mc:Fallback>
                <p:oleObj name="Equation" r:id="rId2" imgW="3606480" imgH="634680" progId="Equation.DSMT4">
                  <p:embed/>
                  <p:pic>
                    <p:nvPicPr>
                      <p:cNvPr id="0" name=""/>
                      <p:cNvPicPr/>
                      <p:nvPr/>
                    </p:nvPicPr>
                    <p:blipFill>
                      <a:blip r:embed="rId3"/>
                      <a:stretch>
                        <a:fillRect/>
                      </a:stretch>
                    </p:blipFill>
                    <p:spPr>
                      <a:xfrm>
                        <a:off x="3041114" y="1989033"/>
                        <a:ext cx="2791952" cy="491542"/>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91BC60B-A457-4DC6-B2D0-D2E79DB1336B}"/>
              </a:ext>
            </a:extLst>
          </p:cNvPr>
          <p:cNvSpPr>
            <a:spLocks noGrp="1"/>
          </p:cNvSpPr>
          <p:nvPr>
            <p:ph sz="quarter" idx="15"/>
          </p:nvPr>
        </p:nvSpPr>
        <p:spPr>
          <a:xfrm>
            <a:off x="357890" y="2528562"/>
            <a:ext cx="4678805" cy="347184"/>
          </a:xfrm>
        </p:spPr>
        <p:txBody>
          <a:bodyPr tIns="0"/>
          <a:lstStyle/>
          <a:p>
            <a:pPr marL="292608" indent="-292608">
              <a:buFont typeface="Arial" panose="020B0604020202020204" pitchFamily="34" charset="0"/>
              <a:buChar char="•"/>
            </a:pPr>
            <a:r>
              <a:rPr lang="en-IN" sz="1800" dirty="0"/>
              <a:t>Using Appendix C-1 we can calculate</a:t>
            </a:r>
            <a:endParaRPr lang="en-US" sz="1800" dirty="0"/>
          </a:p>
        </p:txBody>
      </p:sp>
      <p:graphicFrame>
        <p:nvGraphicFramePr>
          <p:cNvPr id="12" name="Object 11">
            <a:extLst>
              <a:ext uri="{FF2B5EF4-FFF2-40B4-BE49-F238E27FC236}">
                <a16:creationId xmlns:a16="http://schemas.microsoft.com/office/drawing/2014/main" id="{8FAA810D-001A-43F0-95DD-CE0F35C6382C}"/>
              </a:ext>
            </a:extLst>
          </p:cNvPr>
          <p:cNvGraphicFramePr>
            <a:graphicFrameLocks noChangeAspect="1"/>
          </p:cNvGraphicFramePr>
          <p:nvPr>
            <p:extLst>
              <p:ext uri="{D42A27DB-BD31-4B8C-83A1-F6EECF244321}">
                <p14:modId xmlns:p14="http://schemas.microsoft.com/office/powerpoint/2010/main" val="3019381584"/>
              </p:ext>
            </p:extLst>
          </p:nvPr>
        </p:nvGraphicFramePr>
        <p:xfrm>
          <a:off x="4679846" y="2507276"/>
          <a:ext cx="3166907" cy="301907"/>
        </p:xfrm>
        <a:graphic>
          <a:graphicData uri="http://schemas.openxmlformats.org/presentationml/2006/ole">
            <mc:AlternateContent xmlns:mc="http://schemas.openxmlformats.org/markup-compatibility/2006">
              <mc:Choice xmlns:v="urn:schemas-microsoft-com:vml" Requires="v">
                <p:oleObj name="Equation" r:id="rId4" imgW="3200400" imgH="304560" progId="Equation.DSMT4">
                  <p:embed/>
                </p:oleObj>
              </mc:Choice>
              <mc:Fallback>
                <p:oleObj name="Equation" r:id="rId4" imgW="3200400" imgH="304560" progId="Equation.DSMT4">
                  <p:embed/>
                  <p:pic>
                    <p:nvPicPr>
                      <p:cNvPr id="0" name=""/>
                      <p:cNvPicPr/>
                      <p:nvPr/>
                    </p:nvPicPr>
                    <p:blipFill>
                      <a:blip r:embed="rId5"/>
                      <a:stretch>
                        <a:fillRect/>
                      </a:stretch>
                    </p:blipFill>
                    <p:spPr>
                      <a:xfrm>
                        <a:off x="4679846" y="2507276"/>
                        <a:ext cx="3166907" cy="30190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8660967D-FD8A-4151-96C3-0D15A77049C9}"/>
              </a:ext>
            </a:extLst>
          </p:cNvPr>
          <p:cNvSpPr>
            <a:spLocks noGrp="1"/>
          </p:cNvSpPr>
          <p:nvPr>
            <p:ph sz="quarter" idx="16"/>
          </p:nvPr>
        </p:nvSpPr>
        <p:spPr>
          <a:xfrm>
            <a:off x="342901" y="2975989"/>
            <a:ext cx="361638" cy="381931"/>
          </a:xfrm>
        </p:spPr>
        <p:txBody>
          <a:bodyPr tIns="0"/>
          <a:lstStyle/>
          <a:p>
            <a:pPr>
              <a:buFont typeface="Arial" panose="020B0604020202020204" pitchFamily="34" charset="0"/>
              <a:buChar char="•"/>
            </a:pPr>
            <a:r>
              <a:rPr lang="en-US" sz="1800" dirty="0"/>
              <a:t> </a:t>
            </a:r>
          </a:p>
        </p:txBody>
      </p:sp>
      <p:graphicFrame>
        <p:nvGraphicFramePr>
          <p:cNvPr id="13" name="Object 12">
            <a:extLst>
              <a:ext uri="{FF2B5EF4-FFF2-40B4-BE49-F238E27FC236}">
                <a16:creationId xmlns:a16="http://schemas.microsoft.com/office/drawing/2014/main" id="{97DB0882-6325-4E32-837E-AE2D05719F81}"/>
              </a:ext>
            </a:extLst>
          </p:cNvPr>
          <p:cNvGraphicFramePr>
            <a:graphicFrameLocks noChangeAspect="1"/>
          </p:cNvGraphicFramePr>
          <p:nvPr>
            <p:extLst>
              <p:ext uri="{D42A27DB-BD31-4B8C-83A1-F6EECF244321}">
                <p14:modId xmlns:p14="http://schemas.microsoft.com/office/powerpoint/2010/main" val="1086822805"/>
              </p:ext>
            </p:extLst>
          </p:nvPr>
        </p:nvGraphicFramePr>
        <p:xfrm>
          <a:off x="716113" y="3006616"/>
          <a:ext cx="4520820" cy="305019"/>
        </p:xfrm>
        <a:graphic>
          <a:graphicData uri="http://schemas.openxmlformats.org/presentationml/2006/ole">
            <mc:AlternateContent xmlns:mc="http://schemas.openxmlformats.org/markup-compatibility/2006">
              <mc:Choice xmlns:v="urn:schemas-microsoft-com:vml" Requires="v">
                <p:oleObj name="Equation" r:id="rId6" imgW="4520880" imgH="304560" progId="Equation.DSMT4">
                  <p:embed/>
                </p:oleObj>
              </mc:Choice>
              <mc:Fallback>
                <p:oleObj name="Equation" r:id="rId6" imgW="4520880" imgH="304560" progId="Equation.DSMT4">
                  <p:embed/>
                  <p:pic>
                    <p:nvPicPr>
                      <p:cNvPr id="0" name=""/>
                      <p:cNvPicPr/>
                      <p:nvPr/>
                    </p:nvPicPr>
                    <p:blipFill>
                      <a:blip r:embed="rId7"/>
                      <a:stretch>
                        <a:fillRect/>
                      </a:stretch>
                    </p:blipFill>
                    <p:spPr>
                      <a:xfrm>
                        <a:off x="716113" y="3006616"/>
                        <a:ext cx="4520820" cy="305019"/>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A4AD3055-F632-4CE5-B9B4-0F5FADC3C8CC}"/>
              </a:ext>
            </a:extLst>
          </p:cNvPr>
          <p:cNvSpPr>
            <a:spLocks noGrp="1"/>
          </p:cNvSpPr>
          <p:nvPr>
            <p:ph sz="quarter" idx="17"/>
          </p:nvPr>
        </p:nvSpPr>
        <p:spPr>
          <a:xfrm>
            <a:off x="357890" y="3419713"/>
            <a:ext cx="4393991" cy="347184"/>
          </a:xfrm>
        </p:spPr>
        <p:txBody>
          <a:bodyPr tIns="0"/>
          <a:lstStyle/>
          <a:p>
            <a:pPr marL="292608"/>
            <a:r>
              <a:rPr lang="pl-PL" sz="1800" dirty="0"/>
              <a:t>= .4236 + .5000 = .9236, or 92.4%</a:t>
            </a:r>
            <a:endParaRPr lang="en-US" sz="1800" dirty="0"/>
          </a:p>
        </p:txBody>
      </p:sp>
      <p:sp>
        <p:nvSpPr>
          <p:cNvPr id="8" name="Content Placeholder 7">
            <a:extLst>
              <a:ext uri="{FF2B5EF4-FFF2-40B4-BE49-F238E27FC236}">
                <a16:creationId xmlns:a16="http://schemas.microsoft.com/office/drawing/2014/main" id="{FCC14C16-7B58-491B-A07A-754D184E5270}"/>
              </a:ext>
            </a:extLst>
          </p:cNvPr>
          <p:cNvSpPr>
            <a:spLocks noGrp="1"/>
          </p:cNvSpPr>
          <p:nvPr>
            <p:ph sz="quarter" idx="18"/>
          </p:nvPr>
        </p:nvSpPr>
        <p:spPr>
          <a:xfrm>
            <a:off x="342900" y="3859637"/>
            <a:ext cx="4678805" cy="322619"/>
          </a:xfrm>
        </p:spPr>
        <p:txBody>
          <a:bodyPr lIns="91440" tIns="0" rIns="0" bIns="0"/>
          <a:lstStyle/>
          <a:p>
            <a:pPr marL="292608" indent="-292608">
              <a:buFont typeface="Arial" panose="020B0604020202020204" pitchFamily="34" charset="0"/>
              <a:buChar char="•"/>
            </a:pPr>
            <a:r>
              <a:rPr lang="en-US" sz="1800" dirty="0"/>
              <a:t>Using Appendix C-2 we can calculate</a:t>
            </a:r>
          </a:p>
        </p:txBody>
      </p:sp>
      <p:graphicFrame>
        <p:nvGraphicFramePr>
          <p:cNvPr id="14" name="Object 13">
            <a:extLst>
              <a:ext uri="{FF2B5EF4-FFF2-40B4-BE49-F238E27FC236}">
                <a16:creationId xmlns:a16="http://schemas.microsoft.com/office/drawing/2014/main" id="{75093FA9-FCEE-40AB-A136-6FB20E8A0F6C}"/>
              </a:ext>
            </a:extLst>
          </p:cNvPr>
          <p:cNvGraphicFramePr>
            <a:graphicFrameLocks noChangeAspect="1"/>
          </p:cNvGraphicFramePr>
          <p:nvPr>
            <p:extLst>
              <p:ext uri="{D42A27DB-BD31-4B8C-83A1-F6EECF244321}">
                <p14:modId xmlns:p14="http://schemas.microsoft.com/office/powerpoint/2010/main" val="2373513038"/>
              </p:ext>
            </p:extLst>
          </p:nvPr>
        </p:nvGraphicFramePr>
        <p:xfrm>
          <a:off x="4666708" y="3828108"/>
          <a:ext cx="3123333" cy="305019"/>
        </p:xfrm>
        <a:graphic>
          <a:graphicData uri="http://schemas.openxmlformats.org/presentationml/2006/ole">
            <mc:AlternateContent xmlns:mc="http://schemas.openxmlformats.org/markup-compatibility/2006">
              <mc:Choice xmlns:v="urn:schemas-microsoft-com:vml" Requires="v">
                <p:oleObj name="Equation" r:id="rId8" imgW="3124080" imgH="304560" progId="Equation.DSMT4">
                  <p:embed/>
                </p:oleObj>
              </mc:Choice>
              <mc:Fallback>
                <p:oleObj name="Equation" r:id="rId8" imgW="3124080" imgH="304560" progId="Equation.DSMT4">
                  <p:embed/>
                  <p:pic>
                    <p:nvPicPr>
                      <p:cNvPr id="0" name=""/>
                      <p:cNvPicPr/>
                      <p:nvPr/>
                    </p:nvPicPr>
                    <p:blipFill>
                      <a:blip r:embed="rId9"/>
                      <a:stretch>
                        <a:fillRect/>
                      </a:stretch>
                    </p:blipFill>
                    <p:spPr>
                      <a:xfrm>
                        <a:off x="4666708" y="3828108"/>
                        <a:ext cx="3123333" cy="305019"/>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FEA6592A-24DF-474E-A8E8-936E57959F9B}"/>
              </a:ext>
            </a:extLst>
          </p:cNvPr>
          <p:cNvSpPr>
            <a:spLocks noGrp="1"/>
          </p:cNvSpPr>
          <p:nvPr>
            <p:ph sz="quarter" idx="19"/>
          </p:nvPr>
        </p:nvSpPr>
        <p:spPr>
          <a:xfrm>
            <a:off x="342900" y="4311116"/>
            <a:ext cx="331658" cy="367530"/>
          </a:xfrm>
        </p:spPr>
        <p:txBody>
          <a:bodyPr tIns="0"/>
          <a:lstStyle/>
          <a:p>
            <a:pPr>
              <a:buFont typeface="Arial" panose="020B0604020202020204" pitchFamily="34" charset="0"/>
              <a:buChar char="•"/>
            </a:pPr>
            <a:r>
              <a:rPr lang="en-US" sz="1800" dirty="0"/>
              <a:t> </a:t>
            </a:r>
          </a:p>
        </p:txBody>
      </p:sp>
      <p:graphicFrame>
        <p:nvGraphicFramePr>
          <p:cNvPr id="16" name="Object 15">
            <a:extLst>
              <a:ext uri="{FF2B5EF4-FFF2-40B4-BE49-F238E27FC236}">
                <a16:creationId xmlns:a16="http://schemas.microsoft.com/office/drawing/2014/main" id="{ADDBDFF1-15CA-46C5-B771-08EF78362C2D}"/>
              </a:ext>
            </a:extLst>
          </p:cNvPr>
          <p:cNvGraphicFramePr>
            <a:graphicFrameLocks noChangeAspect="1"/>
          </p:cNvGraphicFramePr>
          <p:nvPr>
            <p:extLst>
              <p:ext uri="{D42A27DB-BD31-4B8C-83A1-F6EECF244321}">
                <p14:modId xmlns:p14="http://schemas.microsoft.com/office/powerpoint/2010/main" val="4081704050"/>
              </p:ext>
            </p:extLst>
          </p:nvPr>
        </p:nvGraphicFramePr>
        <p:xfrm>
          <a:off x="693263" y="4327353"/>
          <a:ext cx="3510833" cy="298794"/>
        </p:xfrm>
        <a:graphic>
          <a:graphicData uri="http://schemas.openxmlformats.org/presentationml/2006/ole">
            <mc:AlternateContent xmlns:mc="http://schemas.openxmlformats.org/markup-compatibility/2006">
              <mc:Choice xmlns:v="urn:schemas-microsoft-com:vml" Requires="v">
                <p:oleObj name="Equation" r:id="rId10" imgW="3581280" imgH="304560" progId="Equation.DSMT4">
                  <p:embed/>
                </p:oleObj>
              </mc:Choice>
              <mc:Fallback>
                <p:oleObj name="Equation" r:id="rId10" imgW="3581280" imgH="304560" progId="Equation.DSMT4">
                  <p:embed/>
                  <p:pic>
                    <p:nvPicPr>
                      <p:cNvPr id="0" name=""/>
                      <p:cNvPicPr/>
                      <p:nvPr/>
                    </p:nvPicPr>
                    <p:blipFill>
                      <a:blip r:embed="rId11"/>
                      <a:stretch>
                        <a:fillRect/>
                      </a:stretch>
                    </p:blipFill>
                    <p:spPr>
                      <a:xfrm>
                        <a:off x="693263" y="4327353"/>
                        <a:ext cx="3510833" cy="298794"/>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E3D6930F-7D54-4D6D-88EB-51FBE3CAFC19}"/>
              </a:ext>
            </a:extLst>
          </p:cNvPr>
          <p:cNvSpPr>
            <a:spLocks noGrp="1"/>
          </p:cNvSpPr>
          <p:nvPr>
            <p:ph sz="quarter" idx="20"/>
          </p:nvPr>
        </p:nvSpPr>
        <p:spPr>
          <a:xfrm>
            <a:off x="4298058" y="4304625"/>
            <a:ext cx="3614503" cy="355167"/>
          </a:xfrm>
        </p:spPr>
        <p:txBody>
          <a:bodyPr lIns="0" tIns="0"/>
          <a:lstStyle/>
          <a:p>
            <a:r>
              <a:rPr lang="pl-PL" sz="1800" dirty="0"/>
              <a:t>= 1 − .0764 = .9236, or 92.4%</a:t>
            </a:r>
            <a:r>
              <a:rPr lang="en-US" sz="1800" dirty="0"/>
              <a:t>.</a:t>
            </a:r>
            <a:endParaRPr lang="en-US" sz="1800" dirty="0">
              <a:sym typeface="Times New Roman" pitchFamily="18" charset="0"/>
            </a:endParaRPr>
          </a:p>
        </p:txBody>
      </p:sp>
      <p:pic>
        <p:nvPicPr>
          <p:cNvPr id="22" name="Picture 21" descr="Two normal curves.">
            <a:extLst>
              <a:ext uri="{FF2B5EF4-FFF2-40B4-BE49-F238E27FC236}">
                <a16:creationId xmlns:a16="http://schemas.microsoft.com/office/drawing/2014/main" id="{89224638-8758-4974-9EC0-B11CCF2B8CEC}"/>
              </a:ext>
            </a:extLst>
          </p:cNvPr>
          <p:cNvPicPr>
            <a:picLocks noChangeAspect="1"/>
          </p:cNvPicPr>
          <p:nvPr/>
        </p:nvPicPr>
        <p:blipFill>
          <a:blip r:embed="rId12"/>
          <a:stretch>
            <a:fillRect/>
          </a:stretch>
        </p:blipFill>
        <p:spPr>
          <a:xfrm>
            <a:off x="2209140" y="4768392"/>
            <a:ext cx="4379073" cy="1369140"/>
          </a:xfrm>
          <a:prstGeom prst="rect">
            <a:avLst/>
          </a:prstGeom>
        </p:spPr>
      </p:pic>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1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29</a:t>
            </a:fld>
            <a:endParaRPr lang="en-US"/>
          </a:p>
        </p:txBody>
      </p:sp>
    </p:spTree>
    <p:extLst>
      <p:ext uri="{BB962C8B-B14F-4D97-AF65-F5344CB8AC3E}">
        <p14:creationId xmlns:p14="http://schemas.microsoft.com/office/powerpoint/2010/main" val="1555817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900" y="192490"/>
            <a:ext cx="7167172" cy="903231"/>
          </a:xfrm>
        </p:spPr>
        <p:txBody>
          <a:bodyPr/>
          <a:lstStyle/>
          <a:p>
            <a:r>
              <a:rPr lang="en-US" sz="3600" dirty="0"/>
              <a:t>Finding </a:t>
            </a:r>
            <a:r>
              <a:rPr lang="en-US" sz="3600" i="1" dirty="0"/>
              <a:t>X</a:t>
            </a:r>
            <a:r>
              <a:rPr lang="en-US" sz="3600" dirty="0"/>
              <a:t> for a given area</a:t>
            </a:r>
            <a:r>
              <a:rPr lang="en-US" dirty="0"/>
              <a:t> </a:t>
            </a:r>
            <a:r>
              <a:rPr lang="en-US" sz="1000" b="0" dirty="0"/>
              <a:t>1</a:t>
            </a:r>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87671"/>
          </a:xfrm>
        </p:spPr>
        <p:txBody>
          <a:bodyPr vert="vert" rIns="0"/>
          <a:lstStyle/>
          <a:p>
            <a:r>
              <a:rPr lang="en-US" b="1" dirty="0"/>
              <a:t>L</a:t>
            </a:r>
            <a:r>
              <a:rPr lang="en-US" sz="100" b="1" dirty="0"/>
              <a:t> </a:t>
            </a:r>
            <a:r>
              <a:rPr lang="en-US" b="1" dirty="0"/>
              <a:t>O 7.5</a:t>
            </a:r>
            <a:endParaRPr lang="en-IN" b="1" dirty="0"/>
          </a:p>
        </p:txBody>
      </p:sp>
      <p:sp>
        <p:nvSpPr>
          <p:cNvPr id="4" name="Content Placeholder 3">
            <a:extLst>
              <a:ext uri="{FF2B5EF4-FFF2-40B4-BE49-F238E27FC236}">
                <a16:creationId xmlns:a16="http://schemas.microsoft.com/office/drawing/2014/main" id="{3E5727FA-CBDA-4C1D-B5D3-C6DA0DC7A66E}"/>
              </a:ext>
            </a:extLst>
          </p:cNvPr>
          <p:cNvSpPr>
            <a:spLocks noGrp="1"/>
          </p:cNvSpPr>
          <p:nvPr>
            <p:ph sz="quarter" idx="14"/>
          </p:nvPr>
        </p:nvSpPr>
        <p:spPr>
          <a:xfrm>
            <a:off x="342899" y="1259174"/>
            <a:ext cx="8156523" cy="1244183"/>
          </a:xfrm>
        </p:spPr>
        <p:txBody>
          <a:bodyPr/>
          <a:lstStyle/>
          <a:p>
            <a:pPr marL="292608" indent="-292608">
              <a:buFont typeface="Arial" panose="020B0604020202020204" pitchFamily="34" charset="0"/>
              <a:buChar char="•"/>
            </a:pPr>
            <a:r>
              <a:rPr lang="en-US" sz="2200" dirty="0"/>
              <a:t>How can we find the various normal percentiles (5th, 10th, 25th, 75th, 90th, 95th, etc.) known as the </a:t>
            </a:r>
            <a:r>
              <a:rPr lang="en-US" sz="2200" b="1" dirty="0"/>
              <a:t>inverse normal?</a:t>
            </a:r>
          </a:p>
          <a:p>
            <a:pPr marL="292608" indent="-292608">
              <a:buFont typeface="Arial" panose="020B0604020202020204" pitchFamily="34" charset="0"/>
              <a:buChar char="•"/>
            </a:pPr>
            <a:r>
              <a:rPr lang="en-US" sz="2200" dirty="0"/>
              <a:t>We simply turn the standardizing transformation around:</a:t>
            </a:r>
          </a:p>
        </p:txBody>
      </p:sp>
      <p:graphicFrame>
        <p:nvGraphicFramePr>
          <p:cNvPr id="5" name="Object 4">
            <a:extLst>
              <a:ext uri="{FF2B5EF4-FFF2-40B4-BE49-F238E27FC236}">
                <a16:creationId xmlns:a16="http://schemas.microsoft.com/office/drawing/2014/main" id="{3C11632C-4C55-45FB-B6CE-74EC70F38449}"/>
              </a:ext>
            </a:extLst>
          </p:cNvPr>
          <p:cNvGraphicFramePr>
            <a:graphicFrameLocks noChangeAspect="1"/>
          </p:cNvGraphicFramePr>
          <p:nvPr>
            <p:extLst>
              <p:ext uri="{D42A27DB-BD31-4B8C-83A1-F6EECF244321}">
                <p14:modId xmlns:p14="http://schemas.microsoft.com/office/powerpoint/2010/main" val="3125099514"/>
              </p:ext>
            </p:extLst>
          </p:nvPr>
        </p:nvGraphicFramePr>
        <p:xfrm>
          <a:off x="1787779" y="2895753"/>
          <a:ext cx="1230312" cy="279400"/>
        </p:xfrm>
        <a:graphic>
          <a:graphicData uri="http://schemas.openxmlformats.org/presentationml/2006/ole">
            <mc:AlternateContent xmlns:mc="http://schemas.openxmlformats.org/markup-compatibility/2006">
              <mc:Choice xmlns:v="urn:schemas-microsoft-com:vml" Requires="v">
                <p:oleObj name="Equation" r:id="rId2" imgW="1117440" imgH="253800" progId="Equation.DSMT4">
                  <p:embed/>
                </p:oleObj>
              </mc:Choice>
              <mc:Fallback>
                <p:oleObj name="Equation" r:id="rId2" imgW="1117440" imgH="253800" progId="Equation.DSMT4">
                  <p:embed/>
                  <p:pic>
                    <p:nvPicPr>
                      <p:cNvPr id="0" name=""/>
                      <p:cNvPicPr/>
                      <p:nvPr/>
                    </p:nvPicPr>
                    <p:blipFill>
                      <a:blip r:embed="rId3"/>
                      <a:stretch>
                        <a:fillRect/>
                      </a:stretch>
                    </p:blipFill>
                    <p:spPr>
                      <a:xfrm>
                        <a:off x="1787779" y="2895753"/>
                        <a:ext cx="1230312" cy="2794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EC9288CE-F0E4-4335-9303-04D378BCAF43}"/>
              </a:ext>
            </a:extLst>
          </p:cNvPr>
          <p:cNvGraphicFramePr>
            <a:graphicFrameLocks noChangeAspect="1"/>
          </p:cNvGraphicFramePr>
          <p:nvPr>
            <p:extLst>
              <p:ext uri="{D42A27DB-BD31-4B8C-83A1-F6EECF244321}">
                <p14:modId xmlns:p14="http://schemas.microsoft.com/office/powerpoint/2010/main" val="2228696761"/>
              </p:ext>
            </p:extLst>
          </p:nvPr>
        </p:nvGraphicFramePr>
        <p:xfrm>
          <a:off x="3436938" y="2640334"/>
          <a:ext cx="2832100" cy="685800"/>
        </p:xfrm>
        <a:graphic>
          <a:graphicData uri="http://schemas.openxmlformats.org/presentationml/2006/ole">
            <mc:AlternateContent xmlns:mc="http://schemas.openxmlformats.org/markup-compatibility/2006">
              <mc:Choice xmlns:v="urn:schemas-microsoft-com:vml" Requires="v">
                <p:oleObj name="Equation" r:id="rId4" imgW="2831760" imgH="685800" progId="Equation.DSMT4">
                  <p:embed/>
                </p:oleObj>
              </mc:Choice>
              <mc:Fallback>
                <p:oleObj name="Equation" r:id="rId4" imgW="2831760" imgH="685800" progId="Equation.DSMT4">
                  <p:embed/>
                  <p:pic>
                    <p:nvPicPr>
                      <p:cNvPr id="0" name=""/>
                      <p:cNvPicPr/>
                      <p:nvPr/>
                    </p:nvPicPr>
                    <p:blipFill>
                      <a:blip r:embed="rId5"/>
                      <a:stretch>
                        <a:fillRect/>
                      </a:stretch>
                    </p:blipFill>
                    <p:spPr>
                      <a:xfrm>
                        <a:off x="3436938" y="2640334"/>
                        <a:ext cx="2832100" cy="685800"/>
                      </a:xfrm>
                      <a:prstGeom prst="rect">
                        <a:avLst/>
                      </a:prstGeom>
                    </p:spPr>
                  </p:pic>
                </p:oleObj>
              </mc:Fallback>
            </mc:AlternateContent>
          </a:graphicData>
        </a:graphic>
      </p:graphicFrame>
      <p:graphicFrame>
        <p:nvGraphicFramePr>
          <p:cNvPr id="7" name="Table 7">
            <a:extLst>
              <a:ext uri="{FF2B5EF4-FFF2-40B4-BE49-F238E27FC236}">
                <a16:creationId xmlns:a16="http://schemas.microsoft.com/office/drawing/2014/main" id="{3F5997B6-FFBA-44F4-BF90-0A8D17ED7661}"/>
              </a:ext>
            </a:extLst>
          </p:cNvPr>
          <p:cNvGraphicFramePr>
            <a:graphicFrameLocks noGrp="1"/>
          </p:cNvGraphicFramePr>
          <p:nvPr>
            <p:extLst>
              <p:ext uri="{D42A27DB-BD31-4B8C-83A1-F6EECF244321}">
                <p14:modId xmlns:p14="http://schemas.microsoft.com/office/powerpoint/2010/main" val="2403637362"/>
              </p:ext>
            </p:extLst>
          </p:nvPr>
        </p:nvGraphicFramePr>
        <p:xfrm>
          <a:off x="463345" y="3605070"/>
          <a:ext cx="8080321" cy="2643332"/>
        </p:xfrm>
        <a:graphic>
          <a:graphicData uri="http://schemas.openxmlformats.org/drawingml/2006/table">
            <a:tbl>
              <a:tblPr firstRow="1" bandRow="1">
                <a:tableStyleId>{5C22544A-7EE6-4342-B048-85BDC9FD1C3A}</a:tableStyleId>
              </a:tblPr>
              <a:tblGrid>
                <a:gridCol w="1999636">
                  <a:extLst>
                    <a:ext uri="{9D8B030D-6E8A-4147-A177-3AD203B41FA5}">
                      <a16:colId xmlns:a16="http://schemas.microsoft.com/office/drawing/2014/main" val="991872116"/>
                    </a:ext>
                  </a:extLst>
                </a:gridCol>
                <a:gridCol w="1061884">
                  <a:extLst>
                    <a:ext uri="{9D8B030D-6E8A-4147-A177-3AD203B41FA5}">
                      <a16:colId xmlns:a16="http://schemas.microsoft.com/office/drawing/2014/main" val="1182773177"/>
                    </a:ext>
                  </a:extLst>
                </a:gridCol>
                <a:gridCol w="2418735">
                  <a:extLst>
                    <a:ext uri="{9D8B030D-6E8A-4147-A177-3AD203B41FA5}">
                      <a16:colId xmlns:a16="http://schemas.microsoft.com/office/drawing/2014/main" val="2726295692"/>
                    </a:ext>
                  </a:extLst>
                </a:gridCol>
                <a:gridCol w="2600066">
                  <a:extLst>
                    <a:ext uri="{9D8B030D-6E8A-4147-A177-3AD203B41FA5}">
                      <a16:colId xmlns:a16="http://schemas.microsoft.com/office/drawing/2014/main" val="1581836063"/>
                    </a:ext>
                  </a:extLst>
                </a:gridCol>
              </a:tblGrid>
              <a:tr h="411434">
                <a:tc>
                  <a:txBody>
                    <a:bodyPr/>
                    <a:lstStyle/>
                    <a:p>
                      <a:pPr algn="l" fontAlgn="t"/>
                      <a:endParaRPr lang="en-US" sz="1600" b="1" i="0" u="none" strike="noStrike" dirty="0">
                        <a:effectLst/>
                        <a:latin typeface="+mn-lt"/>
                      </a:endParaRPr>
                    </a:p>
                  </a:txBody>
                  <a:tcPr marL="74940" marR="74940" anchor="b"/>
                </a:tc>
                <a:tc>
                  <a:txBody>
                    <a:bodyPr/>
                    <a:lstStyle/>
                    <a:p>
                      <a:pPr algn="ctr" fontAlgn="t"/>
                      <a:endParaRPr lang="en-US" sz="1600" b="1" i="0" u="none" strike="noStrike" dirty="0">
                        <a:effectLst/>
                        <a:latin typeface="+mn-lt"/>
                      </a:endParaRPr>
                    </a:p>
                  </a:txBody>
                  <a:tcPr marL="74940" marR="74940" anchor="b"/>
                </a:tc>
                <a:tc>
                  <a:txBody>
                    <a:bodyPr/>
                    <a:lstStyle/>
                    <a:p>
                      <a:pPr algn="ctr" fontAlgn="t"/>
                      <a:endParaRPr lang="en-US" sz="1600" b="1" i="1" u="none" strike="noStrike" dirty="0">
                        <a:effectLst/>
                        <a:latin typeface="+mn-lt"/>
                      </a:endParaRPr>
                    </a:p>
                  </a:txBody>
                  <a:tcPr marL="74940" marR="74940" anchor="b"/>
                </a:tc>
                <a:tc>
                  <a:txBody>
                    <a:bodyPr/>
                    <a:lstStyle/>
                    <a:p>
                      <a:pPr algn="ctr" fontAlgn="t"/>
                      <a:endParaRPr lang="en-US" sz="1600" b="1" i="0" u="none" strike="noStrike" dirty="0">
                        <a:effectLst/>
                        <a:latin typeface="+mn-lt"/>
                      </a:endParaRPr>
                    </a:p>
                  </a:txBody>
                  <a:tcPr marL="74940" marR="74940" anchor="b"/>
                </a:tc>
                <a:extLst>
                  <a:ext uri="{0D108BD9-81ED-4DB2-BD59-A6C34878D82A}">
                    <a16:rowId xmlns:a16="http://schemas.microsoft.com/office/drawing/2014/main" val="2649968372"/>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2589421242"/>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1383977424"/>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3691975451"/>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3668885926"/>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3366795989"/>
                  </a:ext>
                </a:extLst>
              </a:tr>
              <a:tr h="371983">
                <a:tc>
                  <a:txBody>
                    <a:bodyPr/>
                    <a:lstStyle/>
                    <a:p>
                      <a:pPr algn="l"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tc>
                  <a:txBody>
                    <a:bodyPr/>
                    <a:lstStyle/>
                    <a:p>
                      <a:pPr algn="ctr" fontAlgn="t"/>
                      <a:endParaRPr lang="en-US" sz="1600" b="0" i="0" u="none" strike="noStrike" dirty="0">
                        <a:effectLst/>
                        <a:latin typeface="+mn-lt"/>
                      </a:endParaRPr>
                    </a:p>
                  </a:txBody>
                  <a:tcPr marL="74940" marR="74940"/>
                </a:tc>
                <a:extLst>
                  <a:ext uri="{0D108BD9-81ED-4DB2-BD59-A6C34878D82A}">
                    <a16:rowId xmlns:a16="http://schemas.microsoft.com/office/drawing/2014/main" val="2159181109"/>
                  </a:ext>
                </a:extLst>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546061328"/>
              </p:ext>
            </p:extLst>
          </p:nvPr>
        </p:nvGraphicFramePr>
        <p:xfrm>
          <a:off x="938213" y="3700463"/>
          <a:ext cx="914400" cy="203200"/>
        </p:xfrm>
        <a:graphic>
          <a:graphicData uri="http://schemas.openxmlformats.org/presentationml/2006/ole">
            <mc:AlternateContent xmlns:mc="http://schemas.openxmlformats.org/markup-compatibility/2006">
              <mc:Choice xmlns:v="urn:schemas-microsoft-com:vml" Requires="v">
                <p:oleObj name="Equation" r:id="rId6" imgW="914400" imgH="203040" progId="Equation.DSMT4">
                  <p:embed/>
                </p:oleObj>
              </mc:Choice>
              <mc:Fallback>
                <p:oleObj name="Equation" r:id="rId6" imgW="914400" imgH="203040" progId="Equation.DSMT4">
                  <p:embed/>
                  <p:pic>
                    <p:nvPicPr>
                      <p:cNvPr id="0" name=""/>
                      <p:cNvPicPr/>
                      <p:nvPr/>
                    </p:nvPicPr>
                    <p:blipFill>
                      <a:blip r:embed="rId7"/>
                      <a:stretch>
                        <a:fillRect/>
                      </a:stretch>
                    </p:blipFill>
                    <p:spPr>
                      <a:xfrm>
                        <a:off x="938213" y="3700463"/>
                        <a:ext cx="914400" cy="2032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730525863"/>
              </p:ext>
            </p:extLst>
          </p:nvPr>
        </p:nvGraphicFramePr>
        <p:xfrm>
          <a:off x="2900363" y="3678238"/>
          <a:ext cx="204787" cy="241300"/>
        </p:xfrm>
        <a:graphic>
          <a:graphicData uri="http://schemas.openxmlformats.org/presentationml/2006/ole">
            <mc:AlternateContent xmlns:mc="http://schemas.openxmlformats.org/markup-compatibility/2006">
              <mc:Choice xmlns:v="urn:schemas-microsoft-com:vml" Requires="v">
                <p:oleObj name="Equation" r:id="rId8" imgW="139680" imgH="164880" progId="Equation.DSMT4">
                  <p:embed/>
                </p:oleObj>
              </mc:Choice>
              <mc:Fallback>
                <p:oleObj name="Equation" r:id="rId8" imgW="139680" imgH="164880" progId="Equation.DSMT4">
                  <p:embed/>
                  <p:pic>
                    <p:nvPicPr>
                      <p:cNvPr id="0" name=""/>
                      <p:cNvPicPr/>
                      <p:nvPr/>
                    </p:nvPicPr>
                    <p:blipFill>
                      <a:blip r:embed="rId9"/>
                      <a:stretch>
                        <a:fillRect/>
                      </a:stretch>
                    </p:blipFill>
                    <p:spPr>
                      <a:xfrm>
                        <a:off x="2900363" y="3678238"/>
                        <a:ext cx="204787" cy="2413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DE429CC1-32E1-4C75-9F1E-81857CCD73AE}"/>
              </a:ext>
            </a:extLst>
          </p:cNvPr>
          <p:cNvGraphicFramePr>
            <a:graphicFrameLocks noChangeAspect="1"/>
          </p:cNvGraphicFramePr>
          <p:nvPr>
            <p:extLst>
              <p:ext uri="{D42A27DB-BD31-4B8C-83A1-F6EECF244321}">
                <p14:modId xmlns:p14="http://schemas.microsoft.com/office/powerpoint/2010/main" val="1470292862"/>
              </p:ext>
            </p:extLst>
          </p:nvPr>
        </p:nvGraphicFramePr>
        <p:xfrm>
          <a:off x="4408488" y="3665538"/>
          <a:ext cx="1155700" cy="254000"/>
        </p:xfrm>
        <a:graphic>
          <a:graphicData uri="http://schemas.openxmlformats.org/presentationml/2006/ole">
            <mc:AlternateContent xmlns:mc="http://schemas.openxmlformats.org/markup-compatibility/2006">
              <mc:Choice xmlns:v="urn:schemas-microsoft-com:vml" Requires="v">
                <p:oleObj name="Equation" r:id="rId10" imgW="1155600" imgH="253800" progId="Equation.DSMT4">
                  <p:embed/>
                </p:oleObj>
              </mc:Choice>
              <mc:Fallback>
                <p:oleObj name="Equation" r:id="rId10" imgW="1155600" imgH="253800" progId="Equation.DSMT4">
                  <p:embed/>
                  <p:pic>
                    <p:nvPicPr>
                      <p:cNvPr id="0" name=""/>
                      <p:cNvPicPr/>
                      <p:nvPr/>
                    </p:nvPicPr>
                    <p:blipFill>
                      <a:blip r:embed="rId11"/>
                      <a:stretch>
                        <a:fillRect/>
                      </a:stretch>
                    </p:blipFill>
                    <p:spPr>
                      <a:xfrm>
                        <a:off x="4408488" y="3665538"/>
                        <a:ext cx="1155700" cy="2540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936924259"/>
              </p:ext>
            </p:extLst>
          </p:nvPr>
        </p:nvGraphicFramePr>
        <p:xfrm>
          <a:off x="6224588" y="3668713"/>
          <a:ext cx="1879600" cy="241300"/>
        </p:xfrm>
        <a:graphic>
          <a:graphicData uri="http://schemas.openxmlformats.org/presentationml/2006/ole">
            <mc:AlternateContent xmlns:mc="http://schemas.openxmlformats.org/markup-compatibility/2006">
              <mc:Choice xmlns:v="urn:schemas-microsoft-com:vml" Requires="v">
                <p:oleObj name="Equation" r:id="rId12" imgW="1879560" imgH="241200" progId="Equation.DSMT4">
                  <p:embed/>
                </p:oleObj>
              </mc:Choice>
              <mc:Fallback>
                <p:oleObj name="Equation" r:id="rId12" imgW="1879560" imgH="241200" progId="Equation.DSMT4">
                  <p:embed/>
                  <p:pic>
                    <p:nvPicPr>
                      <p:cNvPr id="0" name=""/>
                      <p:cNvPicPr/>
                      <p:nvPr/>
                    </p:nvPicPr>
                    <p:blipFill>
                      <a:blip r:embed="rId13"/>
                      <a:stretch>
                        <a:fillRect/>
                      </a:stretch>
                    </p:blipFill>
                    <p:spPr>
                      <a:xfrm>
                        <a:off x="6224588" y="3668713"/>
                        <a:ext cx="1879600" cy="2413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724365574"/>
              </p:ext>
            </p:extLst>
          </p:nvPr>
        </p:nvGraphicFramePr>
        <p:xfrm>
          <a:off x="552450" y="4037013"/>
          <a:ext cx="1539875" cy="257175"/>
        </p:xfrm>
        <a:graphic>
          <a:graphicData uri="http://schemas.openxmlformats.org/presentationml/2006/ole">
            <mc:AlternateContent xmlns:mc="http://schemas.openxmlformats.org/markup-compatibility/2006">
              <mc:Choice xmlns:v="urn:schemas-microsoft-com:vml" Requires="v">
                <p:oleObj name="Equation" r:id="rId14" imgW="1523880" imgH="253800" progId="Equation.DSMT4">
                  <p:embed/>
                </p:oleObj>
              </mc:Choice>
              <mc:Fallback>
                <p:oleObj name="Equation" r:id="rId14" imgW="1523880" imgH="253800" progId="Equation.DSMT4">
                  <p:embed/>
                  <p:pic>
                    <p:nvPicPr>
                      <p:cNvPr id="0" name=""/>
                      <p:cNvPicPr/>
                      <p:nvPr/>
                    </p:nvPicPr>
                    <p:blipFill>
                      <a:blip r:embed="rId15"/>
                      <a:stretch>
                        <a:fillRect/>
                      </a:stretch>
                    </p:blipFill>
                    <p:spPr>
                      <a:xfrm>
                        <a:off x="552450" y="4037013"/>
                        <a:ext cx="1539875" cy="257175"/>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858717490"/>
              </p:ext>
            </p:extLst>
          </p:nvPr>
        </p:nvGraphicFramePr>
        <p:xfrm>
          <a:off x="2783145" y="4080742"/>
          <a:ext cx="469900" cy="203200"/>
        </p:xfrm>
        <a:graphic>
          <a:graphicData uri="http://schemas.openxmlformats.org/presentationml/2006/ole">
            <mc:AlternateContent xmlns:mc="http://schemas.openxmlformats.org/markup-compatibility/2006">
              <mc:Choice xmlns:v="urn:schemas-microsoft-com:vml" Requires="v">
                <p:oleObj name="Equation" r:id="rId16" imgW="469800" imgH="203040" progId="Equation.DSMT4">
                  <p:embed/>
                </p:oleObj>
              </mc:Choice>
              <mc:Fallback>
                <p:oleObj name="Equation" r:id="rId16" imgW="469800" imgH="203040" progId="Equation.DSMT4">
                  <p:embed/>
                  <p:pic>
                    <p:nvPicPr>
                      <p:cNvPr id="0" name=""/>
                      <p:cNvPicPr/>
                      <p:nvPr/>
                    </p:nvPicPr>
                    <p:blipFill>
                      <a:blip r:embed="rId17"/>
                      <a:stretch>
                        <a:fillRect/>
                      </a:stretch>
                    </p:blipFill>
                    <p:spPr>
                      <a:xfrm>
                        <a:off x="2783145" y="4080742"/>
                        <a:ext cx="469900" cy="2032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649106083"/>
              </p:ext>
            </p:extLst>
          </p:nvPr>
        </p:nvGraphicFramePr>
        <p:xfrm>
          <a:off x="3813175" y="4081463"/>
          <a:ext cx="1625600" cy="254000"/>
        </p:xfrm>
        <a:graphic>
          <a:graphicData uri="http://schemas.openxmlformats.org/presentationml/2006/ole">
            <mc:AlternateContent xmlns:mc="http://schemas.openxmlformats.org/markup-compatibility/2006">
              <mc:Choice xmlns:v="urn:schemas-microsoft-com:vml" Requires="v">
                <p:oleObj name="Equation" r:id="rId18" imgW="1625400" imgH="253800" progId="Equation.DSMT4">
                  <p:embed/>
                </p:oleObj>
              </mc:Choice>
              <mc:Fallback>
                <p:oleObj name="Equation" r:id="rId18" imgW="1625400" imgH="253800" progId="Equation.DSMT4">
                  <p:embed/>
                  <p:pic>
                    <p:nvPicPr>
                      <p:cNvPr id="0" name=""/>
                      <p:cNvPicPr/>
                      <p:nvPr/>
                    </p:nvPicPr>
                    <p:blipFill>
                      <a:blip r:embed="rId19"/>
                      <a:stretch>
                        <a:fillRect/>
                      </a:stretch>
                    </p:blipFill>
                    <p:spPr>
                      <a:xfrm>
                        <a:off x="3813175" y="4081463"/>
                        <a:ext cx="1625600" cy="254000"/>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1485627007"/>
              </p:ext>
            </p:extLst>
          </p:nvPr>
        </p:nvGraphicFramePr>
        <p:xfrm>
          <a:off x="6249988" y="4057650"/>
          <a:ext cx="1943100" cy="254000"/>
        </p:xfrm>
        <a:graphic>
          <a:graphicData uri="http://schemas.openxmlformats.org/presentationml/2006/ole">
            <mc:AlternateContent xmlns:mc="http://schemas.openxmlformats.org/markup-compatibility/2006">
              <mc:Choice xmlns:v="urn:schemas-microsoft-com:vml" Requires="v">
                <p:oleObj name="Equation" r:id="rId20" imgW="1942920" imgH="253800" progId="Equation.DSMT4">
                  <p:embed/>
                </p:oleObj>
              </mc:Choice>
              <mc:Fallback>
                <p:oleObj name="Equation" r:id="rId20" imgW="1942920" imgH="253800" progId="Equation.DSMT4">
                  <p:embed/>
                  <p:pic>
                    <p:nvPicPr>
                      <p:cNvPr id="0" name=""/>
                      <p:cNvPicPr/>
                      <p:nvPr/>
                    </p:nvPicPr>
                    <p:blipFill>
                      <a:blip r:embed="rId21"/>
                      <a:stretch>
                        <a:fillRect/>
                      </a:stretch>
                    </p:blipFill>
                    <p:spPr>
                      <a:xfrm>
                        <a:off x="6249988" y="4057650"/>
                        <a:ext cx="1943100" cy="254000"/>
                      </a:xfrm>
                      <a:prstGeom prst="rect">
                        <a:avLst/>
                      </a:prstGeom>
                    </p:spPr>
                  </p:pic>
                </p:oleObj>
              </mc:Fallback>
            </mc:AlternateContent>
          </a:graphicData>
        </a:graphic>
      </p:graphicFrame>
      <p:graphicFrame>
        <p:nvGraphicFramePr>
          <p:cNvPr id="15" name="Object 14"/>
          <p:cNvGraphicFramePr>
            <a:graphicFrameLocks noChangeAspect="1"/>
          </p:cNvGraphicFramePr>
          <p:nvPr>
            <p:extLst>
              <p:ext uri="{D42A27DB-BD31-4B8C-83A1-F6EECF244321}">
                <p14:modId xmlns:p14="http://schemas.microsoft.com/office/powerpoint/2010/main" val="310579666"/>
              </p:ext>
            </p:extLst>
          </p:nvPr>
        </p:nvGraphicFramePr>
        <p:xfrm>
          <a:off x="547688" y="4440238"/>
          <a:ext cx="1638300" cy="254000"/>
        </p:xfrm>
        <a:graphic>
          <a:graphicData uri="http://schemas.openxmlformats.org/presentationml/2006/ole">
            <mc:AlternateContent xmlns:mc="http://schemas.openxmlformats.org/markup-compatibility/2006">
              <mc:Choice xmlns:v="urn:schemas-microsoft-com:vml" Requires="v">
                <p:oleObj name="Equation" r:id="rId22" imgW="1638000" imgH="253800" progId="Equation.DSMT4">
                  <p:embed/>
                </p:oleObj>
              </mc:Choice>
              <mc:Fallback>
                <p:oleObj name="Equation" r:id="rId22" imgW="1638000" imgH="253800" progId="Equation.DSMT4">
                  <p:embed/>
                  <p:pic>
                    <p:nvPicPr>
                      <p:cNvPr id="0" name=""/>
                      <p:cNvPicPr/>
                      <p:nvPr/>
                    </p:nvPicPr>
                    <p:blipFill>
                      <a:blip r:embed="rId23"/>
                      <a:stretch>
                        <a:fillRect/>
                      </a:stretch>
                    </p:blipFill>
                    <p:spPr>
                      <a:xfrm>
                        <a:off x="547688" y="4440238"/>
                        <a:ext cx="1638300" cy="254000"/>
                      </a:xfrm>
                      <a:prstGeom prst="rect">
                        <a:avLst/>
                      </a:prstGeom>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2741756773"/>
              </p:ext>
            </p:extLst>
          </p:nvPr>
        </p:nvGraphicFramePr>
        <p:xfrm>
          <a:off x="2776791" y="4434703"/>
          <a:ext cx="482600" cy="203200"/>
        </p:xfrm>
        <a:graphic>
          <a:graphicData uri="http://schemas.openxmlformats.org/presentationml/2006/ole">
            <mc:AlternateContent xmlns:mc="http://schemas.openxmlformats.org/markup-compatibility/2006">
              <mc:Choice xmlns:v="urn:schemas-microsoft-com:vml" Requires="v">
                <p:oleObj name="Equation" r:id="rId24" imgW="482400" imgH="203040" progId="Equation.DSMT4">
                  <p:embed/>
                </p:oleObj>
              </mc:Choice>
              <mc:Fallback>
                <p:oleObj name="Equation" r:id="rId24" imgW="482400" imgH="203040" progId="Equation.DSMT4">
                  <p:embed/>
                  <p:pic>
                    <p:nvPicPr>
                      <p:cNvPr id="0" name=""/>
                      <p:cNvPicPr/>
                      <p:nvPr/>
                    </p:nvPicPr>
                    <p:blipFill>
                      <a:blip r:embed="rId25"/>
                      <a:stretch>
                        <a:fillRect/>
                      </a:stretch>
                    </p:blipFill>
                    <p:spPr>
                      <a:xfrm>
                        <a:off x="2776791" y="4434703"/>
                        <a:ext cx="482600" cy="203200"/>
                      </a:xfrm>
                      <a:prstGeom prst="rect">
                        <a:avLst/>
                      </a:prstGeom>
                    </p:spPr>
                  </p:pic>
                </p:oleObj>
              </mc:Fallback>
            </mc:AlternateContent>
          </a:graphicData>
        </a:graphic>
      </p:graphicFrame>
      <p:graphicFrame>
        <p:nvGraphicFramePr>
          <p:cNvPr id="18" name="Object 17"/>
          <p:cNvGraphicFramePr>
            <a:graphicFrameLocks noChangeAspect="1"/>
          </p:cNvGraphicFramePr>
          <p:nvPr>
            <p:extLst>
              <p:ext uri="{D42A27DB-BD31-4B8C-83A1-F6EECF244321}">
                <p14:modId xmlns:p14="http://schemas.microsoft.com/office/powerpoint/2010/main" val="3156966332"/>
              </p:ext>
            </p:extLst>
          </p:nvPr>
        </p:nvGraphicFramePr>
        <p:xfrm>
          <a:off x="3819525" y="4445000"/>
          <a:ext cx="1625600" cy="254000"/>
        </p:xfrm>
        <a:graphic>
          <a:graphicData uri="http://schemas.openxmlformats.org/presentationml/2006/ole">
            <mc:AlternateContent xmlns:mc="http://schemas.openxmlformats.org/markup-compatibility/2006">
              <mc:Choice xmlns:v="urn:schemas-microsoft-com:vml" Requires="v">
                <p:oleObj name="Equation" r:id="rId26" imgW="1625400" imgH="253800" progId="Equation.DSMT4">
                  <p:embed/>
                </p:oleObj>
              </mc:Choice>
              <mc:Fallback>
                <p:oleObj name="Equation" r:id="rId26" imgW="1625400" imgH="253800" progId="Equation.DSMT4">
                  <p:embed/>
                  <p:pic>
                    <p:nvPicPr>
                      <p:cNvPr id="0" name=""/>
                      <p:cNvPicPr/>
                      <p:nvPr/>
                    </p:nvPicPr>
                    <p:blipFill>
                      <a:blip r:embed="rId27"/>
                      <a:stretch>
                        <a:fillRect/>
                      </a:stretch>
                    </p:blipFill>
                    <p:spPr>
                      <a:xfrm>
                        <a:off x="3819525" y="4445000"/>
                        <a:ext cx="1625600" cy="254000"/>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14395660"/>
              </p:ext>
            </p:extLst>
          </p:nvPr>
        </p:nvGraphicFramePr>
        <p:xfrm>
          <a:off x="6272213" y="4425950"/>
          <a:ext cx="1955800" cy="254000"/>
        </p:xfrm>
        <a:graphic>
          <a:graphicData uri="http://schemas.openxmlformats.org/presentationml/2006/ole">
            <mc:AlternateContent xmlns:mc="http://schemas.openxmlformats.org/markup-compatibility/2006">
              <mc:Choice xmlns:v="urn:schemas-microsoft-com:vml" Requires="v">
                <p:oleObj name="Equation" r:id="rId28" imgW="1955520" imgH="253800" progId="Equation.DSMT4">
                  <p:embed/>
                </p:oleObj>
              </mc:Choice>
              <mc:Fallback>
                <p:oleObj name="Equation" r:id="rId28" imgW="1955520" imgH="253800" progId="Equation.DSMT4">
                  <p:embed/>
                  <p:pic>
                    <p:nvPicPr>
                      <p:cNvPr id="0" name=""/>
                      <p:cNvPicPr/>
                      <p:nvPr/>
                    </p:nvPicPr>
                    <p:blipFill>
                      <a:blip r:embed="rId29"/>
                      <a:stretch>
                        <a:fillRect/>
                      </a:stretch>
                    </p:blipFill>
                    <p:spPr>
                      <a:xfrm>
                        <a:off x="6272213" y="4425950"/>
                        <a:ext cx="1955800" cy="254000"/>
                      </a:xfrm>
                      <a:prstGeom prst="rect">
                        <a:avLst/>
                      </a:prstGeom>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2099984662"/>
              </p:ext>
            </p:extLst>
          </p:nvPr>
        </p:nvGraphicFramePr>
        <p:xfrm>
          <a:off x="547688" y="4824413"/>
          <a:ext cx="1638300" cy="254000"/>
        </p:xfrm>
        <a:graphic>
          <a:graphicData uri="http://schemas.openxmlformats.org/presentationml/2006/ole">
            <mc:AlternateContent xmlns:mc="http://schemas.openxmlformats.org/markup-compatibility/2006">
              <mc:Choice xmlns:v="urn:schemas-microsoft-com:vml" Requires="v">
                <p:oleObj name="Equation" r:id="rId30" imgW="1638000" imgH="253800" progId="Equation.DSMT4">
                  <p:embed/>
                </p:oleObj>
              </mc:Choice>
              <mc:Fallback>
                <p:oleObj name="Equation" r:id="rId30" imgW="1638000" imgH="253800" progId="Equation.DSMT4">
                  <p:embed/>
                  <p:pic>
                    <p:nvPicPr>
                      <p:cNvPr id="0" name=""/>
                      <p:cNvPicPr/>
                      <p:nvPr/>
                    </p:nvPicPr>
                    <p:blipFill>
                      <a:blip r:embed="rId31"/>
                      <a:stretch>
                        <a:fillRect/>
                      </a:stretch>
                    </p:blipFill>
                    <p:spPr>
                      <a:xfrm>
                        <a:off x="547688" y="4824413"/>
                        <a:ext cx="1638300" cy="254000"/>
                      </a:xfrm>
                      <a:prstGeom prst="rect">
                        <a:avLst/>
                      </a:prstGeom>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3104730012"/>
              </p:ext>
            </p:extLst>
          </p:nvPr>
        </p:nvGraphicFramePr>
        <p:xfrm>
          <a:off x="2755693" y="4851447"/>
          <a:ext cx="495300" cy="203200"/>
        </p:xfrm>
        <a:graphic>
          <a:graphicData uri="http://schemas.openxmlformats.org/presentationml/2006/ole">
            <mc:AlternateContent xmlns:mc="http://schemas.openxmlformats.org/markup-compatibility/2006">
              <mc:Choice xmlns:v="urn:schemas-microsoft-com:vml" Requires="v">
                <p:oleObj name="Equation" r:id="rId32" imgW="495000" imgH="203040" progId="Equation.DSMT4">
                  <p:embed/>
                </p:oleObj>
              </mc:Choice>
              <mc:Fallback>
                <p:oleObj name="Equation" r:id="rId32" imgW="495000" imgH="203040" progId="Equation.DSMT4">
                  <p:embed/>
                  <p:pic>
                    <p:nvPicPr>
                      <p:cNvPr id="0" name=""/>
                      <p:cNvPicPr/>
                      <p:nvPr/>
                    </p:nvPicPr>
                    <p:blipFill>
                      <a:blip r:embed="rId33"/>
                      <a:stretch>
                        <a:fillRect/>
                      </a:stretch>
                    </p:blipFill>
                    <p:spPr>
                      <a:xfrm>
                        <a:off x="2755693" y="4851447"/>
                        <a:ext cx="495300" cy="203200"/>
                      </a:xfrm>
                      <a:prstGeom prst="rect">
                        <a:avLst/>
                      </a:prstGeom>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3088316836"/>
              </p:ext>
            </p:extLst>
          </p:nvPr>
        </p:nvGraphicFramePr>
        <p:xfrm>
          <a:off x="3819525" y="4824413"/>
          <a:ext cx="1638300" cy="254000"/>
        </p:xfrm>
        <a:graphic>
          <a:graphicData uri="http://schemas.openxmlformats.org/presentationml/2006/ole">
            <mc:AlternateContent xmlns:mc="http://schemas.openxmlformats.org/markup-compatibility/2006">
              <mc:Choice xmlns:v="urn:schemas-microsoft-com:vml" Requires="v">
                <p:oleObj name="Equation" r:id="rId34" imgW="1638000" imgH="253800" progId="Equation.DSMT4">
                  <p:embed/>
                </p:oleObj>
              </mc:Choice>
              <mc:Fallback>
                <p:oleObj name="Equation" r:id="rId34" imgW="1638000" imgH="253800" progId="Equation.DSMT4">
                  <p:embed/>
                  <p:pic>
                    <p:nvPicPr>
                      <p:cNvPr id="0" name=""/>
                      <p:cNvPicPr/>
                      <p:nvPr/>
                    </p:nvPicPr>
                    <p:blipFill>
                      <a:blip r:embed="rId35"/>
                      <a:stretch>
                        <a:fillRect/>
                      </a:stretch>
                    </p:blipFill>
                    <p:spPr>
                      <a:xfrm>
                        <a:off x="3819525" y="4824413"/>
                        <a:ext cx="1638300" cy="254000"/>
                      </a:xfrm>
                      <a:prstGeom prst="rect">
                        <a:avLst/>
                      </a:prstGeom>
                    </p:spPr>
                  </p:pic>
                </p:oleObj>
              </mc:Fallback>
            </mc:AlternateContent>
          </a:graphicData>
        </a:graphic>
      </p:graphicFrame>
      <p:graphicFrame>
        <p:nvGraphicFramePr>
          <p:cNvPr id="23" name="Object 22"/>
          <p:cNvGraphicFramePr>
            <a:graphicFrameLocks noChangeAspect="1"/>
          </p:cNvGraphicFramePr>
          <p:nvPr>
            <p:extLst>
              <p:ext uri="{D42A27DB-BD31-4B8C-83A1-F6EECF244321}">
                <p14:modId xmlns:p14="http://schemas.microsoft.com/office/powerpoint/2010/main" val="237676086"/>
              </p:ext>
            </p:extLst>
          </p:nvPr>
        </p:nvGraphicFramePr>
        <p:xfrm>
          <a:off x="6272213" y="4808538"/>
          <a:ext cx="1955800" cy="254000"/>
        </p:xfrm>
        <a:graphic>
          <a:graphicData uri="http://schemas.openxmlformats.org/presentationml/2006/ole">
            <mc:AlternateContent xmlns:mc="http://schemas.openxmlformats.org/markup-compatibility/2006">
              <mc:Choice xmlns:v="urn:schemas-microsoft-com:vml" Requires="v">
                <p:oleObj name="Equation" r:id="rId36" imgW="1955520" imgH="253800" progId="Equation.DSMT4">
                  <p:embed/>
                </p:oleObj>
              </mc:Choice>
              <mc:Fallback>
                <p:oleObj name="Equation" r:id="rId36" imgW="1955520" imgH="253800" progId="Equation.DSMT4">
                  <p:embed/>
                  <p:pic>
                    <p:nvPicPr>
                      <p:cNvPr id="0" name=""/>
                      <p:cNvPicPr/>
                      <p:nvPr/>
                    </p:nvPicPr>
                    <p:blipFill>
                      <a:blip r:embed="rId37"/>
                      <a:stretch>
                        <a:fillRect/>
                      </a:stretch>
                    </p:blipFill>
                    <p:spPr>
                      <a:xfrm>
                        <a:off x="6272213" y="4808538"/>
                        <a:ext cx="1955800" cy="254000"/>
                      </a:xfrm>
                      <a:prstGeom prst="rect">
                        <a:avLst/>
                      </a:prstGeom>
                    </p:spPr>
                  </p:pic>
                </p:oleObj>
              </mc:Fallback>
            </mc:AlternateContent>
          </a:graphicData>
        </a:graphic>
      </p:graphicFrame>
      <p:graphicFrame>
        <p:nvGraphicFramePr>
          <p:cNvPr id="24" name="Object 23"/>
          <p:cNvGraphicFramePr>
            <a:graphicFrameLocks noChangeAspect="1"/>
          </p:cNvGraphicFramePr>
          <p:nvPr>
            <p:extLst>
              <p:ext uri="{D42A27DB-BD31-4B8C-83A1-F6EECF244321}">
                <p14:modId xmlns:p14="http://schemas.microsoft.com/office/powerpoint/2010/main" val="3002466305"/>
              </p:ext>
            </p:extLst>
          </p:nvPr>
        </p:nvGraphicFramePr>
        <p:xfrm>
          <a:off x="548733" y="5192376"/>
          <a:ext cx="1574800" cy="254000"/>
        </p:xfrm>
        <a:graphic>
          <a:graphicData uri="http://schemas.openxmlformats.org/presentationml/2006/ole">
            <mc:AlternateContent xmlns:mc="http://schemas.openxmlformats.org/markup-compatibility/2006">
              <mc:Choice xmlns:v="urn:schemas-microsoft-com:vml" Requires="v">
                <p:oleObj name="Equation" r:id="rId38" imgW="1574640" imgH="253800" progId="Equation.DSMT4">
                  <p:embed/>
                </p:oleObj>
              </mc:Choice>
              <mc:Fallback>
                <p:oleObj name="Equation" r:id="rId38" imgW="1574640" imgH="253800" progId="Equation.DSMT4">
                  <p:embed/>
                  <p:pic>
                    <p:nvPicPr>
                      <p:cNvPr id="0" name=""/>
                      <p:cNvPicPr/>
                      <p:nvPr/>
                    </p:nvPicPr>
                    <p:blipFill>
                      <a:blip r:embed="rId39"/>
                      <a:stretch>
                        <a:fillRect/>
                      </a:stretch>
                    </p:blipFill>
                    <p:spPr>
                      <a:xfrm>
                        <a:off x="548733" y="5192376"/>
                        <a:ext cx="1574800" cy="254000"/>
                      </a:xfrm>
                      <a:prstGeom prst="rect">
                        <a:avLst/>
                      </a:prstGeom>
                    </p:spPr>
                  </p:pic>
                </p:oleObj>
              </mc:Fallback>
            </mc:AlternateContent>
          </a:graphicData>
        </a:graphic>
      </p:graphicFrame>
      <p:graphicFrame>
        <p:nvGraphicFramePr>
          <p:cNvPr id="25" name="Object 24"/>
          <p:cNvGraphicFramePr>
            <a:graphicFrameLocks noChangeAspect="1"/>
          </p:cNvGraphicFramePr>
          <p:nvPr>
            <p:extLst>
              <p:ext uri="{D42A27DB-BD31-4B8C-83A1-F6EECF244321}">
                <p14:modId xmlns:p14="http://schemas.microsoft.com/office/powerpoint/2010/main" val="985480533"/>
              </p:ext>
            </p:extLst>
          </p:nvPr>
        </p:nvGraphicFramePr>
        <p:xfrm>
          <a:off x="2654301" y="5216369"/>
          <a:ext cx="609600" cy="203200"/>
        </p:xfrm>
        <a:graphic>
          <a:graphicData uri="http://schemas.openxmlformats.org/presentationml/2006/ole">
            <mc:AlternateContent xmlns:mc="http://schemas.openxmlformats.org/markup-compatibility/2006">
              <mc:Choice xmlns:v="urn:schemas-microsoft-com:vml" Requires="v">
                <p:oleObj name="Equation" r:id="rId40" imgW="609480" imgH="203040" progId="Equation.DSMT4">
                  <p:embed/>
                </p:oleObj>
              </mc:Choice>
              <mc:Fallback>
                <p:oleObj name="Equation" r:id="rId40" imgW="609480" imgH="203040" progId="Equation.DSMT4">
                  <p:embed/>
                  <p:pic>
                    <p:nvPicPr>
                      <p:cNvPr id="0" name=""/>
                      <p:cNvPicPr/>
                      <p:nvPr/>
                    </p:nvPicPr>
                    <p:blipFill>
                      <a:blip r:embed="rId41"/>
                      <a:stretch>
                        <a:fillRect/>
                      </a:stretch>
                    </p:blipFill>
                    <p:spPr>
                      <a:xfrm>
                        <a:off x="2654301" y="5216369"/>
                        <a:ext cx="609600" cy="203200"/>
                      </a:xfrm>
                      <a:prstGeom prst="rect">
                        <a:avLst/>
                      </a:prstGeom>
                    </p:spPr>
                  </p:pic>
                </p:oleObj>
              </mc:Fallback>
            </mc:AlternateContent>
          </a:graphicData>
        </a:graphic>
      </p:graphicFrame>
      <p:graphicFrame>
        <p:nvGraphicFramePr>
          <p:cNvPr id="26" name="Object 25"/>
          <p:cNvGraphicFramePr>
            <a:graphicFrameLocks noChangeAspect="1"/>
          </p:cNvGraphicFramePr>
          <p:nvPr>
            <p:extLst>
              <p:ext uri="{D42A27DB-BD31-4B8C-83A1-F6EECF244321}">
                <p14:modId xmlns:p14="http://schemas.microsoft.com/office/powerpoint/2010/main" val="1607934382"/>
              </p:ext>
            </p:extLst>
          </p:nvPr>
        </p:nvGraphicFramePr>
        <p:xfrm>
          <a:off x="3819525" y="5195888"/>
          <a:ext cx="1638300" cy="254000"/>
        </p:xfrm>
        <a:graphic>
          <a:graphicData uri="http://schemas.openxmlformats.org/presentationml/2006/ole">
            <mc:AlternateContent xmlns:mc="http://schemas.openxmlformats.org/markup-compatibility/2006">
              <mc:Choice xmlns:v="urn:schemas-microsoft-com:vml" Requires="v">
                <p:oleObj name="Equation" r:id="rId42" imgW="1638000" imgH="253800" progId="Equation.DSMT4">
                  <p:embed/>
                </p:oleObj>
              </mc:Choice>
              <mc:Fallback>
                <p:oleObj name="Equation" r:id="rId42" imgW="1638000" imgH="253800" progId="Equation.DSMT4">
                  <p:embed/>
                  <p:pic>
                    <p:nvPicPr>
                      <p:cNvPr id="0" name=""/>
                      <p:cNvPicPr/>
                      <p:nvPr/>
                    </p:nvPicPr>
                    <p:blipFill>
                      <a:blip r:embed="rId43"/>
                      <a:stretch>
                        <a:fillRect/>
                      </a:stretch>
                    </p:blipFill>
                    <p:spPr>
                      <a:xfrm>
                        <a:off x="3819525" y="5195888"/>
                        <a:ext cx="1638300" cy="254000"/>
                      </a:xfrm>
                      <a:prstGeom prst="rect">
                        <a:avLst/>
                      </a:prstGeom>
                    </p:spPr>
                  </p:pic>
                </p:oleObj>
              </mc:Fallback>
            </mc:AlternateContent>
          </a:graphicData>
        </a:graphic>
      </p:graphicFrame>
      <p:graphicFrame>
        <p:nvGraphicFramePr>
          <p:cNvPr id="27" name="Object 26"/>
          <p:cNvGraphicFramePr>
            <a:graphicFrameLocks noChangeAspect="1"/>
          </p:cNvGraphicFramePr>
          <p:nvPr>
            <p:extLst>
              <p:ext uri="{D42A27DB-BD31-4B8C-83A1-F6EECF244321}">
                <p14:modId xmlns:p14="http://schemas.microsoft.com/office/powerpoint/2010/main" val="3888012643"/>
              </p:ext>
            </p:extLst>
          </p:nvPr>
        </p:nvGraphicFramePr>
        <p:xfrm>
          <a:off x="6275388" y="5191125"/>
          <a:ext cx="1955800" cy="254000"/>
        </p:xfrm>
        <a:graphic>
          <a:graphicData uri="http://schemas.openxmlformats.org/presentationml/2006/ole">
            <mc:AlternateContent xmlns:mc="http://schemas.openxmlformats.org/markup-compatibility/2006">
              <mc:Choice xmlns:v="urn:schemas-microsoft-com:vml" Requires="v">
                <p:oleObj name="Equation" r:id="rId44" imgW="1955520" imgH="253800" progId="Equation.DSMT4">
                  <p:embed/>
                </p:oleObj>
              </mc:Choice>
              <mc:Fallback>
                <p:oleObj name="Equation" r:id="rId44" imgW="1955520" imgH="253800" progId="Equation.DSMT4">
                  <p:embed/>
                  <p:pic>
                    <p:nvPicPr>
                      <p:cNvPr id="0" name=""/>
                      <p:cNvPicPr/>
                      <p:nvPr/>
                    </p:nvPicPr>
                    <p:blipFill>
                      <a:blip r:embed="rId45"/>
                      <a:stretch>
                        <a:fillRect/>
                      </a:stretch>
                    </p:blipFill>
                    <p:spPr>
                      <a:xfrm>
                        <a:off x="6275388" y="5191125"/>
                        <a:ext cx="1955800" cy="254000"/>
                      </a:xfrm>
                      <a:prstGeom prst="rect">
                        <a:avLst/>
                      </a:prstGeom>
                    </p:spPr>
                  </p:pic>
                </p:oleObj>
              </mc:Fallback>
            </mc:AlternateContent>
          </a:graphicData>
        </a:graphic>
      </p:graphicFrame>
      <p:graphicFrame>
        <p:nvGraphicFramePr>
          <p:cNvPr id="28" name="Object 27"/>
          <p:cNvGraphicFramePr>
            <a:graphicFrameLocks noChangeAspect="1"/>
          </p:cNvGraphicFramePr>
          <p:nvPr>
            <p:extLst>
              <p:ext uri="{D42A27DB-BD31-4B8C-83A1-F6EECF244321}">
                <p14:modId xmlns:p14="http://schemas.microsoft.com/office/powerpoint/2010/main" val="1611295626"/>
              </p:ext>
            </p:extLst>
          </p:nvPr>
        </p:nvGraphicFramePr>
        <p:xfrm>
          <a:off x="547688" y="5561315"/>
          <a:ext cx="1536700" cy="254000"/>
        </p:xfrm>
        <a:graphic>
          <a:graphicData uri="http://schemas.openxmlformats.org/presentationml/2006/ole">
            <mc:AlternateContent xmlns:mc="http://schemas.openxmlformats.org/markup-compatibility/2006">
              <mc:Choice xmlns:v="urn:schemas-microsoft-com:vml" Requires="v">
                <p:oleObj name="Equation" r:id="rId46" imgW="1536480" imgH="253800" progId="Equation.DSMT4">
                  <p:embed/>
                </p:oleObj>
              </mc:Choice>
              <mc:Fallback>
                <p:oleObj name="Equation" r:id="rId46" imgW="1536480" imgH="253800" progId="Equation.DSMT4">
                  <p:embed/>
                  <p:pic>
                    <p:nvPicPr>
                      <p:cNvPr id="0" name=""/>
                      <p:cNvPicPr/>
                      <p:nvPr/>
                    </p:nvPicPr>
                    <p:blipFill>
                      <a:blip r:embed="rId47"/>
                      <a:stretch>
                        <a:fillRect/>
                      </a:stretch>
                    </p:blipFill>
                    <p:spPr>
                      <a:xfrm>
                        <a:off x="547688" y="5561315"/>
                        <a:ext cx="1536700" cy="254000"/>
                      </a:xfrm>
                      <a:prstGeom prst="rect">
                        <a:avLst/>
                      </a:prstGeom>
                    </p:spPr>
                  </p:pic>
                </p:oleObj>
              </mc:Fallback>
            </mc:AlternateContent>
          </a:graphicData>
        </a:graphic>
      </p:graphicFrame>
      <p:graphicFrame>
        <p:nvGraphicFramePr>
          <p:cNvPr id="29" name="Object 28"/>
          <p:cNvGraphicFramePr>
            <a:graphicFrameLocks noChangeAspect="1"/>
          </p:cNvGraphicFramePr>
          <p:nvPr>
            <p:extLst>
              <p:ext uri="{D42A27DB-BD31-4B8C-83A1-F6EECF244321}">
                <p14:modId xmlns:p14="http://schemas.microsoft.com/office/powerpoint/2010/main" val="1563988541"/>
              </p:ext>
            </p:extLst>
          </p:nvPr>
        </p:nvGraphicFramePr>
        <p:xfrm>
          <a:off x="2654299" y="5570330"/>
          <a:ext cx="609600" cy="203200"/>
        </p:xfrm>
        <a:graphic>
          <a:graphicData uri="http://schemas.openxmlformats.org/presentationml/2006/ole">
            <mc:AlternateContent xmlns:mc="http://schemas.openxmlformats.org/markup-compatibility/2006">
              <mc:Choice xmlns:v="urn:schemas-microsoft-com:vml" Requires="v">
                <p:oleObj name="Equation" r:id="rId48" imgW="609480" imgH="203040" progId="Equation.DSMT4">
                  <p:embed/>
                </p:oleObj>
              </mc:Choice>
              <mc:Fallback>
                <p:oleObj name="Equation" r:id="rId48" imgW="609480" imgH="203040" progId="Equation.DSMT4">
                  <p:embed/>
                  <p:pic>
                    <p:nvPicPr>
                      <p:cNvPr id="0" name=""/>
                      <p:cNvPicPr/>
                      <p:nvPr/>
                    </p:nvPicPr>
                    <p:blipFill>
                      <a:blip r:embed="rId49"/>
                      <a:stretch>
                        <a:fillRect/>
                      </a:stretch>
                    </p:blipFill>
                    <p:spPr>
                      <a:xfrm>
                        <a:off x="2654299" y="5570330"/>
                        <a:ext cx="609600" cy="203200"/>
                      </a:xfrm>
                      <a:prstGeom prst="rect">
                        <a:avLst/>
                      </a:prstGeom>
                    </p:spPr>
                  </p:pic>
                </p:oleObj>
              </mc:Fallback>
            </mc:AlternateContent>
          </a:graphicData>
        </a:graphic>
      </p:graphicFrame>
      <p:graphicFrame>
        <p:nvGraphicFramePr>
          <p:cNvPr id="30" name="Object 29"/>
          <p:cNvGraphicFramePr>
            <a:graphicFrameLocks noChangeAspect="1"/>
          </p:cNvGraphicFramePr>
          <p:nvPr>
            <p:extLst>
              <p:ext uri="{D42A27DB-BD31-4B8C-83A1-F6EECF244321}">
                <p14:modId xmlns:p14="http://schemas.microsoft.com/office/powerpoint/2010/main" val="3381664817"/>
              </p:ext>
            </p:extLst>
          </p:nvPr>
        </p:nvGraphicFramePr>
        <p:xfrm>
          <a:off x="3813175" y="5561013"/>
          <a:ext cx="1625600" cy="254000"/>
        </p:xfrm>
        <a:graphic>
          <a:graphicData uri="http://schemas.openxmlformats.org/presentationml/2006/ole">
            <mc:AlternateContent xmlns:mc="http://schemas.openxmlformats.org/markup-compatibility/2006">
              <mc:Choice xmlns:v="urn:schemas-microsoft-com:vml" Requires="v">
                <p:oleObj name="Equation" r:id="rId50" imgW="1625400" imgH="253800" progId="Equation.DSMT4">
                  <p:embed/>
                </p:oleObj>
              </mc:Choice>
              <mc:Fallback>
                <p:oleObj name="Equation" r:id="rId50" imgW="1625400" imgH="253800" progId="Equation.DSMT4">
                  <p:embed/>
                  <p:pic>
                    <p:nvPicPr>
                      <p:cNvPr id="0" name=""/>
                      <p:cNvPicPr/>
                      <p:nvPr/>
                    </p:nvPicPr>
                    <p:blipFill>
                      <a:blip r:embed="rId51"/>
                      <a:stretch>
                        <a:fillRect/>
                      </a:stretch>
                    </p:blipFill>
                    <p:spPr>
                      <a:xfrm>
                        <a:off x="3813175" y="5561013"/>
                        <a:ext cx="1625600" cy="254000"/>
                      </a:xfrm>
                      <a:prstGeom prst="rect">
                        <a:avLst/>
                      </a:prstGeom>
                    </p:spPr>
                  </p:pic>
                </p:oleObj>
              </mc:Fallback>
            </mc:AlternateContent>
          </a:graphicData>
        </a:graphic>
      </p:graphicFrame>
      <p:graphicFrame>
        <p:nvGraphicFramePr>
          <p:cNvPr id="31" name="Object 30"/>
          <p:cNvGraphicFramePr>
            <a:graphicFrameLocks noChangeAspect="1"/>
          </p:cNvGraphicFramePr>
          <p:nvPr>
            <p:extLst>
              <p:ext uri="{D42A27DB-BD31-4B8C-83A1-F6EECF244321}">
                <p14:modId xmlns:p14="http://schemas.microsoft.com/office/powerpoint/2010/main" val="3500762811"/>
              </p:ext>
            </p:extLst>
          </p:nvPr>
        </p:nvGraphicFramePr>
        <p:xfrm>
          <a:off x="6303963" y="5561013"/>
          <a:ext cx="1968500" cy="254000"/>
        </p:xfrm>
        <a:graphic>
          <a:graphicData uri="http://schemas.openxmlformats.org/presentationml/2006/ole">
            <mc:AlternateContent xmlns:mc="http://schemas.openxmlformats.org/markup-compatibility/2006">
              <mc:Choice xmlns:v="urn:schemas-microsoft-com:vml" Requires="v">
                <p:oleObj name="Equation" r:id="rId52" imgW="1968480" imgH="253800" progId="Equation.DSMT4">
                  <p:embed/>
                </p:oleObj>
              </mc:Choice>
              <mc:Fallback>
                <p:oleObj name="Equation" r:id="rId52" imgW="1968480" imgH="253800" progId="Equation.DSMT4">
                  <p:embed/>
                  <p:pic>
                    <p:nvPicPr>
                      <p:cNvPr id="0" name=""/>
                      <p:cNvPicPr/>
                      <p:nvPr/>
                    </p:nvPicPr>
                    <p:blipFill>
                      <a:blip r:embed="rId53"/>
                      <a:stretch>
                        <a:fillRect/>
                      </a:stretch>
                    </p:blipFill>
                    <p:spPr>
                      <a:xfrm>
                        <a:off x="6303963" y="5561013"/>
                        <a:ext cx="1968500" cy="254000"/>
                      </a:xfrm>
                      <a:prstGeom prst="rect">
                        <a:avLst/>
                      </a:prstGeom>
                    </p:spPr>
                  </p:pic>
                </p:oleObj>
              </mc:Fallback>
            </mc:AlternateContent>
          </a:graphicData>
        </a:graphic>
      </p:graphicFrame>
      <p:graphicFrame>
        <p:nvGraphicFramePr>
          <p:cNvPr id="32" name="Object 31"/>
          <p:cNvGraphicFramePr>
            <a:graphicFrameLocks noChangeAspect="1"/>
          </p:cNvGraphicFramePr>
          <p:nvPr>
            <p:extLst>
              <p:ext uri="{D42A27DB-BD31-4B8C-83A1-F6EECF244321}">
                <p14:modId xmlns:p14="http://schemas.microsoft.com/office/powerpoint/2010/main" val="2112683214"/>
              </p:ext>
            </p:extLst>
          </p:nvPr>
        </p:nvGraphicFramePr>
        <p:xfrm>
          <a:off x="547688" y="5932490"/>
          <a:ext cx="1358900" cy="254000"/>
        </p:xfrm>
        <a:graphic>
          <a:graphicData uri="http://schemas.openxmlformats.org/presentationml/2006/ole">
            <mc:AlternateContent xmlns:mc="http://schemas.openxmlformats.org/markup-compatibility/2006">
              <mc:Choice xmlns:v="urn:schemas-microsoft-com:vml" Requires="v">
                <p:oleObj name="Equation" r:id="rId54" imgW="1358640" imgH="253800" progId="Equation.DSMT4">
                  <p:embed/>
                </p:oleObj>
              </mc:Choice>
              <mc:Fallback>
                <p:oleObj name="Equation" r:id="rId54" imgW="1358640" imgH="253800" progId="Equation.DSMT4">
                  <p:embed/>
                  <p:pic>
                    <p:nvPicPr>
                      <p:cNvPr id="0" name=""/>
                      <p:cNvPicPr/>
                      <p:nvPr/>
                    </p:nvPicPr>
                    <p:blipFill>
                      <a:blip r:embed="rId55"/>
                      <a:stretch>
                        <a:fillRect/>
                      </a:stretch>
                    </p:blipFill>
                    <p:spPr>
                      <a:xfrm>
                        <a:off x="547688" y="5932490"/>
                        <a:ext cx="1358900" cy="254000"/>
                      </a:xfrm>
                      <a:prstGeom prst="rect">
                        <a:avLst/>
                      </a:prstGeom>
                    </p:spPr>
                  </p:pic>
                </p:oleObj>
              </mc:Fallback>
            </mc:AlternateContent>
          </a:graphicData>
        </a:graphic>
      </p:graphicFrame>
      <p:graphicFrame>
        <p:nvGraphicFramePr>
          <p:cNvPr id="33" name="Object 32"/>
          <p:cNvGraphicFramePr>
            <a:graphicFrameLocks noChangeAspect="1"/>
          </p:cNvGraphicFramePr>
          <p:nvPr>
            <p:extLst>
              <p:ext uri="{D42A27DB-BD31-4B8C-83A1-F6EECF244321}">
                <p14:modId xmlns:p14="http://schemas.microsoft.com/office/powerpoint/2010/main" val="3492253724"/>
              </p:ext>
            </p:extLst>
          </p:nvPr>
        </p:nvGraphicFramePr>
        <p:xfrm>
          <a:off x="2640577" y="5939039"/>
          <a:ext cx="609600" cy="203200"/>
        </p:xfrm>
        <a:graphic>
          <a:graphicData uri="http://schemas.openxmlformats.org/presentationml/2006/ole">
            <mc:AlternateContent xmlns:mc="http://schemas.openxmlformats.org/markup-compatibility/2006">
              <mc:Choice xmlns:v="urn:schemas-microsoft-com:vml" Requires="v">
                <p:oleObj name="Equation" r:id="rId56" imgW="609480" imgH="203040" progId="Equation.DSMT4">
                  <p:embed/>
                </p:oleObj>
              </mc:Choice>
              <mc:Fallback>
                <p:oleObj name="Equation" r:id="rId56" imgW="609480" imgH="203040" progId="Equation.DSMT4">
                  <p:embed/>
                  <p:pic>
                    <p:nvPicPr>
                      <p:cNvPr id="0" name=""/>
                      <p:cNvPicPr/>
                      <p:nvPr/>
                    </p:nvPicPr>
                    <p:blipFill>
                      <a:blip r:embed="rId57"/>
                      <a:stretch>
                        <a:fillRect/>
                      </a:stretch>
                    </p:blipFill>
                    <p:spPr>
                      <a:xfrm>
                        <a:off x="2640577" y="5939039"/>
                        <a:ext cx="609600" cy="203200"/>
                      </a:xfrm>
                      <a:prstGeom prst="rect">
                        <a:avLst/>
                      </a:prstGeom>
                    </p:spPr>
                  </p:pic>
                </p:oleObj>
              </mc:Fallback>
            </mc:AlternateContent>
          </a:graphicData>
        </a:graphic>
      </p:graphicFrame>
      <p:graphicFrame>
        <p:nvGraphicFramePr>
          <p:cNvPr id="34" name="Object 33"/>
          <p:cNvGraphicFramePr>
            <a:graphicFrameLocks noChangeAspect="1"/>
          </p:cNvGraphicFramePr>
          <p:nvPr>
            <p:extLst>
              <p:ext uri="{D42A27DB-BD31-4B8C-83A1-F6EECF244321}">
                <p14:modId xmlns:p14="http://schemas.microsoft.com/office/powerpoint/2010/main" val="1229034412"/>
              </p:ext>
            </p:extLst>
          </p:nvPr>
        </p:nvGraphicFramePr>
        <p:xfrm>
          <a:off x="3813175" y="5930900"/>
          <a:ext cx="1625600" cy="254000"/>
        </p:xfrm>
        <a:graphic>
          <a:graphicData uri="http://schemas.openxmlformats.org/presentationml/2006/ole">
            <mc:AlternateContent xmlns:mc="http://schemas.openxmlformats.org/markup-compatibility/2006">
              <mc:Choice xmlns:v="urn:schemas-microsoft-com:vml" Requires="v">
                <p:oleObj name="Equation" r:id="rId58" imgW="1625400" imgH="253800" progId="Equation.DSMT4">
                  <p:embed/>
                </p:oleObj>
              </mc:Choice>
              <mc:Fallback>
                <p:oleObj name="Equation" r:id="rId58" imgW="1625400" imgH="253800" progId="Equation.DSMT4">
                  <p:embed/>
                  <p:pic>
                    <p:nvPicPr>
                      <p:cNvPr id="0" name=""/>
                      <p:cNvPicPr/>
                      <p:nvPr/>
                    </p:nvPicPr>
                    <p:blipFill>
                      <a:blip r:embed="rId59"/>
                      <a:stretch>
                        <a:fillRect/>
                      </a:stretch>
                    </p:blipFill>
                    <p:spPr>
                      <a:xfrm>
                        <a:off x="3813175" y="5930900"/>
                        <a:ext cx="1625600" cy="254000"/>
                      </a:xfrm>
                      <a:prstGeom prst="rect">
                        <a:avLst/>
                      </a:prstGeom>
                    </p:spPr>
                  </p:pic>
                </p:oleObj>
              </mc:Fallback>
            </mc:AlternateContent>
          </a:graphicData>
        </a:graphic>
      </p:graphicFrame>
      <p:graphicFrame>
        <p:nvGraphicFramePr>
          <p:cNvPr id="35" name="Object 34"/>
          <p:cNvGraphicFramePr>
            <a:graphicFrameLocks noChangeAspect="1"/>
          </p:cNvGraphicFramePr>
          <p:nvPr>
            <p:extLst>
              <p:ext uri="{D42A27DB-BD31-4B8C-83A1-F6EECF244321}">
                <p14:modId xmlns:p14="http://schemas.microsoft.com/office/powerpoint/2010/main" val="616533906"/>
              </p:ext>
            </p:extLst>
          </p:nvPr>
        </p:nvGraphicFramePr>
        <p:xfrm>
          <a:off x="6303963" y="5924550"/>
          <a:ext cx="1955800" cy="254000"/>
        </p:xfrm>
        <a:graphic>
          <a:graphicData uri="http://schemas.openxmlformats.org/presentationml/2006/ole">
            <mc:AlternateContent xmlns:mc="http://schemas.openxmlformats.org/markup-compatibility/2006">
              <mc:Choice xmlns:v="urn:schemas-microsoft-com:vml" Requires="v">
                <p:oleObj name="Equation" r:id="rId60" imgW="1955520" imgH="253800" progId="Equation.DSMT4">
                  <p:embed/>
                </p:oleObj>
              </mc:Choice>
              <mc:Fallback>
                <p:oleObj name="Equation" r:id="rId60" imgW="1955520" imgH="253800" progId="Equation.DSMT4">
                  <p:embed/>
                  <p:pic>
                    <p:nvPicPr>
                      <p:cNvPr id="0" name=""/>
                      <p:cNvPicPr/>
                      <p:nvPr/>
                    </p:nvPicPr>
                    <p:blipFill>
                      <a:blip r:embed="rId61"/>
                      <a:stretch>
                        <a:fillRect/>
                      </a:stretch>
                    </p:blipFill>
                    <p:spPr>
                      <a:xfrm>
                        <a:off x="6303963" y="5924550"/>
                        <a:ext cx="1955800" cy="2540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30</a:t>
            </a:fld>
            <a:endParaRPr lang="en-US"/>
          </a:p>
        </p:txBody>
      </p:sp>
    </p:spTree>
    <p:extLst>
      <p:ext uri="{BB962C8B-B14F-4D97-AF65-F5344CB8AC3E}">
        <p14:creationId xmlns:p14="http://schemas.microsoft.com/office/powerpoint/2010/main" val="3893321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95D-E940-4804-8C4B-926A8970F736}"/>
              </a:ext>
            </a:extLst>
          </p:cNvPr>
          <p:cNvSpPr>
            <a:spLocks noGrp="1"/>
          </p:cNvSpPr>
          <p:nvPr>
            <p:ph type="title"/>
          </p:nvPr>
        </p:nvSpPr>
        <p:spPr>
          <a:xfrm>
            <a:off x="342899" y="192490"/>
            <a:ext cx="7362043" cy="903231"/>
          </a:xfrm>
        </p:spPr>
        <p:txBody>
          <a:bodyPr/>
          <a:lstStyle/>
          <a:p>
            <a:r>
              <a:rPr lang="en-US" sz="3600" dirty="0"/>
              <a:t>Finding </a:t>
            </a:r>
            <a:r>
              <a:rPr lang="en-US" sz="3600" i="1" dirty="0"/>
              <a:t>X</a:t>
            </a:r>
            <a:r>
              <a:rPr lang="en-US" sz="3600" dirty="0"/>
              <a:t> for a given area</a:t>
            </a:r>
            <a:r>
              <a:rPr lang="en-US" dirty="0"/>
              <a:t> </a:t>
            </a:r>
            <a:r>
              <a:rPr lang="en-US" sz="1000" b="0" dirty="0"/>
              <a:t>2</a:t>
            </a:r>
            <a:endParaRPr lang="en-US" dirty="0"/>
          </a:p>
        </p:txBody>
      </p:sp>
      <p:sp>
        <p:nvSpPr>
          <p:cNvPr id="3" name="Content Placeholder 2">
            <a:extLst>
              <a:ext uri="{FF2B5EF4-FFF2-40B4-BE49-F238E27FC236}">
                <a16:creationId xmlns:a16="http://schemas.microsoft.com/office/drawing/2014/main" id="{F107D3B6-2B6A-4407-B134-E758DDDDAAED}"/>
              </a:ext>
            </a:extLst>
          </p:cNvPr>
          <p:cNvSpPr>
            <a:spLocks noGrp="1"/>
          </p:cNvSpPr>
          <p:nvPr>
            <p:ph sz="quarter" idx="11"/>
          </p:nvPr>
        </p:nvSpPr>
        <p:spPr>
          <a:xfrm>
            <a:off x="8634334" y="62263"/>
            <a:ext cx="464695" cy="1151075"/>
          </a:xfrm>
        </p:spPr>
        <p:txBody>
          <a:bodyPr vert="vert" rIns="0"/>
          <a:lstStyle/>
          <a:p>
            <a:r>
              <a:rPr lang="en-US" b="1" dirty="0"/>
              <a:t>L</a:t>
            </a:r>
            <a:r>
              <a:rPr lang="en-US" sz="100" b="1" dirty="0"/>
              <a:t> </a:t>
            </a:r>
            <a:r>
              <a:rPr lang="en-US" b="1" dirty="0"/>
              <a:t>O 7.5</a:t>
            </a:r>
            <a:endParaRPr lang="en-IN" b="1" dirty="0"/>
          </a:p>
        </p:txBody>
      </p:sp>
      <p:pic>
        <p:nvPicPr>
          <p:cNvPr id="34" name="Picture 33" descr="2 normal distribution curves. ">
            <a:extLst>
              <a:ext uri="{FF2B5EF4-FFF2-40B4-BE49-F238E27FC236}">
                <a16:creationId xmlns:a16="http://schemas.microsoft.com/office/drawing/2014/main" id="{1FD7EB52-5690-499C-9E7A-5BB443496ED9}"/>
              </a:ext>
            </a:extLst>
          </p:cNvPr>
          <p:cNvPicPr>
            <a:picLocks noChangeAspect="1"/>
          </p:cNvPicPr>
          <p:nvPr/>
        </p:nvPicPr>
        <p:blipFill>
          <a:blip r:embed="rId2"/>
          <a:stretch>
            <a:fillRect/>
          </a:stretch>
        </p:blipFill>
        <p:spPr>
          <a:xfrm>
            <a:off x="1407353" y="2022287"/>
            <a:ext cx="6329293" cy="1645027"/>
          </a:xfrm>
          <a:prstGeom prst="rect">
            <a:avLst/>
          </a:prstGeom>
        </p:spPr>
      </p:pic>
      <p:graphicFrame>
        <p:nvGraphicFramePr>
          <p:cNvPr id="35" name="Table 35">
            <a:extLst>
              <a:ext uri="{FF2B5EF4-FFF2-40B4-BE49-F238E27FC236}">
                <a16:creationId xmlns:a16="http://schemas.microsoft.com/office/drawing/2014/main" id="{9D07B1CF-F9AB-4991-96E4-D24AF4EFD181}"/>
              </a:ext>
            </a:extLst>
          </p:cNvPr>
          <p:cNvGraphicFramePr>
            <a:graphicFrameLocks noGrp="1"/>
          </p:cNvGraphicFramePr>
          <p:nvPr>
            <p:extLst>
              <p:ext uri="{D42A27DB-BD31-4B8C-83A1-F6EECF244321}">
                <p14:modId xmlns:p14="http://schemas.microsoft.com/office/powerpoint/2010/main" val="1998858713"/>
              </p:ext>
            </p:extLst>
          </p:nvPr>
        </p:nvGraphicFramePr>
        <p:xfrm>
          <a:off x="557938" y="3876675"/>
          <a:ext cx="8043623" cy="1686560"/>
        </p:xfrm>
        <a:graphic>
          <a:graphicData uri="http://schemas.openxmlformats.org/drawingml/2006/table">
            <a:tbl>
              <a:tblPr firstRow="1" bandRow="1">
                <a:tableStyleId>{5C22544A-7EE6-4342-B048-85BDC9FD1C3A}</a:tableStyleId>
              </a:tblPr>
              <a:tblGrid>
                <a:gridCol w="1224366">
                  <a:extLst>
                    <a:ext uri="{9D8B030D-6E8A-4147-A177-3AD203B41FA5}">
                      <a16:colId xmlns:a16="http://schemas.microsoft.com/office/drawing/2014/main" val="448273304"/>
                    </a:ext>
                  </a:extLst>
                </a:gridCol>
                <a:gridCol w="3766091">
                  <a:extLst>
                    <a:ext uri="{9D8B030D-6E8A-4147-A177-3AD203B41FA5}">
                      <a16:colId xmlns:a16="http://schemas.microsoft.com/office/drawing/2014/main" val="2933833466"/>
                    </a:ext>
                  </a:extLst>
                </a:gridCol>
                <a:gridCol w="3053166">
                  <a:extLst>
                    <a:ext uri="{9D8B030D-6E8A-4147-A177-3AD203B41FA5}">
                      <a16:colId xmlns:a16="http://schemas.microsoft.com/office/drawing/2014/main" val="2899208838"/>
                    </a:ext>
                  </a:extLst>
                </a:gridCol>
              </a:tblGrid>
              <a:tr h="370840">
                <a:tc>
                  <a:txBody>
                    <a:bodyPr/>
                    <a:lstStyle/>
                    <a:p>
                      <a:pPr algn="l" fontAlgn="t"/>
                      <a:r>
                        <a:rPr lang="en-US" sz="1400" b="1" i="1" u="none" strike="noStrike" dirty="0">
                          <a:solidFill>
                            <a:schemeClr val="tx1"/>
                          </a:solidFill>
                          <a:effectLst/>
                          <a:latin typeface="+mn-lt"/>
                          <a:cs typeface="Times New Roman" panose="02020603050405020304" pitchFamily="18" charset="0"/>
                        </a:rPr>
                        <a:t>Syntax:</a:t>
                      </a:r>
                    </a:p>
                  </a:txBody>
                  <a:tcPr>
                    <a:solidFill>
                      <a:schemeClr val="bg1"/>
                    </a:solidFill>
                  </a:tcPr>
                </a:tc>
                <a:tc>
                  <a:txBody>
                    <a:bodyPr/>
                    <a:lstStyle/>
                    <a:p>
                      <a:pPr algn="l" fontAlgn="t"/>
                      <a:r>
                        <a:rPr lang="en-US" sz="1400" b="0" i="0" u="none" strike="noStrike" dirty="0">
                          <a:solidFill>
                            <a:schemeClr val="tx1"/>
                          </a:solidFill>
                          <a:effectLst/>
                          <a:latin typeface="+mn-lt"/>
                          <a:cs typeface="Times New Roman" panose="02020603050405020304" pitchFamily="18" charset="0"/>
                        </a:rPr>
                        <a:t>=NORM.INV(area, </a:t>
                      </a:r>
                      <a:r>
                        <a:rPr lang="el-GR" sz="1400" b="0" i="1" u="none" strike="noStrike" dirty="0">
                          <a:solidFill>
                            <a:schemeClr val="tx1"/>
                          </a:solidFill>
                          <a:effectLst/>
                          <a:latin typeface="+mn-lt"/>
                          <a:cs typeface="Times New Roman" panose="02020603050405020304" pitchFamily="18" charset="0"/>
                        </a:rPr>
                        <a:t>μ</a:t>
                      </a:r>
                      <a:r>
                        <a:rPr lang="en-US" sz="1400" b="0" i="0" u="none" strike="noStrike" dirty="0">
                          <a:solidFill>
                            <a:schemeClr val="tx1"/>
                          </a:solidFill>
                          <a:effectLst/>
                          <a:latin typeface="+mn-lt"/>
                          <a:cs typeface="Times New Roman" panose="02020603050405020304" pitchFamily="18" charset="0"/>
                        </a:rPr>
                        <a:t>, </a:t>
                      </a:r>
                      <a:r>
                        <a:rPr lang="el-GR" sz="1400" b="0" i="1" u="none" strike="noStrike" dirty="0">
                          <a:solidFill>
                            <a:schemeClr val="tx1"/>
                          </a:solidFill>
                          <a:effectLst/>
                          <a:latin typeface="+mn-lt"/>
                          <a:cs typeface="Times New Roman" panose="02020603050405020304" pitchFamily="18" charset="0"/>
                        </a:rPr>
                        <a:t>σ</a:t>
                      </a:r>
                      <a:r>
                        <a:rPr lang="en-US" sz="1400" b="0" i="0" u="none" strike="noStrike" dirty="0">
                          <a:solidFill>
                            <a:schemeClr val="tx1"/>
                          </a:solidFill>
                          <a:effectLst/>
                          <a:latin typeface="+mn-lt"/>
                          <a:cs typeface="Times New Roman" panose="02020603050405020304" pitchFamily="18" charset="0"/>
                        </a:rPr>
                        <a:t>)</a:t>
                      </a:r>
                    </a:p>
                  </a:txBody>
                  <a:tcPr>
                    <a:solidFill>
                      <a:schemeClr val="bg1"/>
                    </a:solidFill>
                  </a:tcPr>
                </a:tc>
                <a:tc>
                  <a:txBody>
                    <a:bodyPr/>
                    <a:lstStyle/>
                    <a:p>
                      <a:pPr algn="l" fontAlgn="t"/>
                      <a:r>
                        <a:rPr lang="en-US" sz="1400" b="0" i="0" u="none" strike="noStrike" dirty="0">
                          <a:solidFill>
                            <a:schemeClr val="tx1"/>
                          </a:solidFill>
                          <a:effectLst/>
                          <a:latin typeface="+mn-lt"/>
                          <a:cs typeface="Times New Roman" panose="02020603050405020304" pitchFamily="18" charset="0"/>
                        </a:rPr>
                        <a:t>=NORM.S.INV(area)</a:t>
                      </a:r>
                    </a:p>
                  </a:txBody>
                  <a:tcPr>
                    <a:solidFill>
                      <a:schemeClr val="bg1"/>
                    </a:solidFill>
                  </a:tcPr>
                </a:tc>
                <a:extLst>
                  <a:ext uri="{0D108BD9-81ED-4DB2-BD59-A6C34878D82A}">
                    <a16:rowId xmlns:a16="http://schemas.microsoft.com/office/drawing/2014/main" val="3670352147"/>
                  </a:ext>
                </a:extLst>
              </a:tr>
              <a:tr h="370840">
                <a:tc>
                  <a:txBody>
                    <a:bodyPr/>
                    <a:lstStyle/>
                    <a:p>
                      <a:pPr algn="l" fontAlgn="t"/>
                      <a:r>
                        <a:rPr lang="en-US" sz="1400" b="1" i="1" u="none" strike="noStrike" dirty="0">
                          <a:solidFill>
                            <a:schemeClr val="tx1"/>
                          </a:solidFill>
                          <a:effectLst/>
                          <a:latin typeface="+mn-lt"/>
                          <a:cs typeface="Times New Roman" panose="02020603050405020304" pitchFamily="18" charset="0"/>
                        </a:rPr>
                        <a:t>Example:</a:t>
                      </a:r>
                    </a:p>
                  </a:txBody>
                  <a:tcPr>
                    <a:solidFill>
                      <a:schemeClr val="bg1"/>
                    </a:solidFill>
                  </a:tcPr>
                </a:tc>
                <a:tc>
                  <a:txBody>
                    <a:bodyPr/>
                    <a:lstStyle/>
                    <a:p>
                      <a:pPr algn="l" fontAlgn="t"/>
                      <a:r>
                        <a:rPr lang="en-US" sz="1400" b="0" i="0" u="none" strike="noStrike" dirty="0">
                          <a:solidFill>
                            <a:schemeClr val="tx1"/>
                          </a:solidFill>
                          <a:effectLst/>
                          <a:latin typeface="+mn-lt"/>
                          <a:cs typeface="Times New Roman" panose="02020603050405020304" pitchFamily="18" charset="0"/>
                        </a:rPr>
                        <a:t>=NORM.INV(0.99,75,7) = 91.2844</a:t>
                      </a:r>
                    </a:p>
                  </a:txBody>
                  <a:tcPr>
                    <a:solidFill>
                      <a:schemeClr val="bg1"/>
                    </a:solidFill>
                  </a:tcPr>
                </a:tc>
                <a:tc>
                  <a:txBody>
                    <a:bodyPr/>
                    <a:lstStyle/>
                    <a:p>
                      <a:pPr algn="l" fontAlgn="t"/>
                      <a:r>
                        <a:rPr lang="nn-NO" sz="1400" b="0" i="0" u="none" strike="noStrike" dirty="0">
                          <a:solidFill>
                            <a:schemeClr val="tx1"/>
                          </a:solidFill>
                          <a:effectLst/>
                          <a:latin typeface="+mn-lt"/>
                          <a:cs typeface="Times New Roman" panose="02020603050405020304" pitchFamily="18" charset="0"/>
                        </a:rPr>
                        <a:t>=NORM.S.INV(0.75) = 0.674490</a:t>
                      </a:r>
                    </a:p>
                  </a:txBody>
                  <a:tcPr>
                    <a:solidFill>
                      <a:schemeClr val="bg1"/>
                    </a:solidFill>
                  </a:tcPr>
                </a:tc>
                <a:extLst>
                  <a:ext uri="{0D108BD9-81ED-4DB2-BD59-A6C34878D82A}">
                    <a16:rowId xmlns:a16="http://schemas.microsoft.com/office/drawing/2014/main" val="4087783826"/>
                  </a:ext>
                </a:extLst>
              </a:tr>
              <a:tr h="370840">
                <a:tc>
                  <a:txBody>
                    <a:bodyPr/>
                    <a:lstStyle/>
                    <a:p>
                      <a:pPr algn="l" fontAlgn="t"/>
                      <a:r>
                        <a:rPr lang="en-US" sz="1400" b="1" i="1" u="none" strike="noStrike" dirty="0">
                          <a:solidFill>
                            <a:schemeClr val="tx1"/>
                          </a:solidFill>
                          <a:effectLst/>
                          <a:latin typeface="+mn-lt"/>
                          <a:cs typeface="Times New Roman" panose="02020603050405020304" pitchFamily="18" charset="0"/>
                        </a:rPr>
                        <a:t>What it does:</a:t>
                      </a:r>
                    </a:p>
                  </a:txBody>
                  <a:tcPr>
                    <a:solidFill>
                      <a:schemeClr val="bg1"/>
                    </a:solidFill>
                  </a:tcPr>
                </a:tc>
                <a:tc>
                  <a:txBody>
                    <a:bodyPr/>
                    <a:lstStyle/>
                    <a:p>
                      <a:pPr algn="l" fontAlgn="t"/>
                      <a:r>
                        <a:rPr lang="en-IN" sz="1400" b="0" i="0" u="none" strike="noStrike" dirty="0">
                          <a:solidFill>
                            <a:schemeClr val="tx1"/>
                          </a:solidFill>
                          <a:effectLst/>
                          <a:latin typeface="+mn-lt"/>
                          <a:cs typeface="Times New Roman" panose="02020603050405020304" pitchFamily="18" charset="0"/>
                        </a:rPr>
                        <a:t>Value of </a:t>
                      </a:r>
                      <a:r>
                        <a:rPr lang="en-IN" sz="1400" b="0" i="1" u="none" strike="noStrike" dirty="0">
                          <a:solidFill>
                            <a:schemeClr val="tx1"/>
                          </a:solidFill>
                          <a:effectLst/>
                          <a:latin typeface="+mn-lt"/>
                          <a:cs typeface="Times New Roman" panose="02020603050405020304" pitchFamily="18" charset="0"/>
                        </a:rPr>
                        <a:t>x</a:t>
                      </a:r>
                      <a:r>
                        <a:rPr lang="en-IN" sz="1400" b="0" i="0" u="none" strike="noStrike" dirty="0">
                          <a:solidFill>
                            <a:schemeClr val="tx1"/>
                          </a:solidFill>
                          <a:effectLst/>
                          <a:latin typeface="+mn-lt"/>
                          <a:cs typeface="Times New Roman" panose="02020603050405020304" pitchFamily="18" charset="0"/>
                        </a:rPr>
                        <a:t> for given left-tail area. If </a:t>
                      </a:r>
                      <a:r>
                        <a:rPr lang="el-GR" sz="1400" b="0" i="1" u="none" strike="noStrike" dirty="0">
                          <a:solidFill>
                            <a:schemeClr val="tx1"/>
                          </a:solidFill>
                          <a:effectLst/>
                          <a:latin typeface="+mn-lt"/>
                          <a:cs typeface="Times New Roman" panose="02020603050405020304" pitchFamily="18" charset="0"/>
                        </a:rPr>
                        <a:t>μ</a:t>
                      </a:r>
                      <a:r>
                        <a:rPr lang="en-US" sz="1400" b="0" i="1" u="none" strike="noStrike" dirty="0">
                          <a:solidFill>
                            <a:schemeClr val="tx1"/>
                          </a:solidFill>
                          <a:effectLst/>
                          <a:latin typeface="+mn-lt"/>
                          <a:cs typeface="Times New Roman" panose="02020603050405020304" pitchFamily="18" charset="0"/>
                        </a:rPr>
                        <a:t> </a:t>
                      </a:r>
                      <a:r>
                        <a:rPr lang="en-IN" sz="1400" b="0" i="0" u="none" strike="noStrike" dirty="0">
                          <a:solidFill>
                            <a:schemeClr val="tx1"/>
                          </a:solidFill>
                          <a:effectLst/>
                          <a:latin typeface="+mn-lt"/>
                          <a:cs typeface="Times New Roman" panose="02020603050405020304" pitchFamily="18" charset="0"/>
                        </a:rPr>
                        <a:t>= 75 and </a:t>
                      </a:r>
                      <a:r>
                        <a:rPr lang="el-GR" sz="1400" b="0" i="1" u="none" strike="noStrike" dirty="0">
                          <a:solidFill>
                            <a:schemeClr val="tx1"/>
                          </a:solidFill>
                          <a:effectLst/>
                          <a:latin typeface="+mn-lt"/>
                          <a:cs typeface="Times New Roman" panose="02020603050405020304" pitchFamily="18" charset="0"/>
                        </a:rPr>
                        <a:t>σ</a:t>
                      </a:r>
                      <a:r>
                        <a:rPr lang="en-US" sz="1400" b="0" i="0" u="none" strike="noStrike" dirty="0">
                          <a:solidFill>
                            <a:schemeClr val="tx1"/>
                          </a:solidFill>
                          <a:effectLst/>
                          <a:latin typeface="+mn-lt"/>
                          <a:cs typeface="Times New Roman" panose="02020603050405020304" pitchFamily="18" charset="0"/>
                        </a:rPr>
                        <a:t> = 7, </a:t>
                      </a:r>
                      <a:r>
                        <a:rPr lang="en-IN" sz="1400" b="0" i="0" u="none" strike="noStrike" dirty="0">
                          <a:solidFill>
                            <a:schemeClr val="tx1"/>
                          </a:solidFill>
                          <a:effectLst/>
                          <a:latin typeface="+mn-lt"/>
                          <a:cs typeface="Times New Roman" panose="02020603050405020304" pitchFamily="18" charset="0"/>
                        </a:rPr>
                        <a:t>the 99th percentile for exam-takers is a score of 91.28 or 91 to the nearest integer.</a:t>
                      </a:r>
                    </a:p>
                  </a:txBody>
                  <a:tcPr>
                    <a:solidFill>
                      <a:schemeClr val="bg1"/>
                    </a:solidFill>
                  </a:tcPr>
                </a:tc>
                <a:tc>
                  <a:txBody>
                    <a:bodyPr/>
                    <a:lstStyle/>
                    <a:p>
                      <a:pPr algn="l" fontAlgn="t"/>
                      <a:r>
                        <a:rPr lang="en-IN" sz="1400" b="0" i="0" u="none" strike="noStrike" dirty="0">
                          <a:solidFill>
                            <a:schemeClr val="tx1"/>
                          </a:solidFill>
                          <a:effectLst/>
                          <a:latin typeface="+mn-lt"/>
                          <a:cs typeface="Times New Roman" panose="02020603050405020304" pitchFamily="18" charset="0"/>
                        </a:rPr>
                        <a:t>Value of </a:t>
                      </a:r>
                      <a:r>
                        <a:rPr lang="en-IN" sz="1400" b="0" i="1" u="none" strike="noStrike" dirty="0">
                          <a:solidFill>
                            <a:schemeClr val="tx1"/>
                          </a:solidFill>
                          <a:effectLst/>
                          <a:latin typeface="+mn-lt"/>
                          <a:cs typeface="Times New Roman" panose="02020603050405020304" pitchFamily="18" charset="0"/>
                        </a:rPr>
                        <a:t>z</a:t>
                      </a:r>
                      <a:r>
                        <a:rPr lang="en-IN" sz="1400" b="0" i="0" u="none" strike="noStrike" dirty="0">
                          <a:solidFill>
                            <a:schemeClr val="tx1"/>
                          </a:solidFill>
                          <a:effectLst/>
                          <a:latin typeface="+mn-lt"/>
                          <a:cs typeface="Times New Roman" panose="02020603050405020304" pitchFamily="18" charset="0"/>
                        </a:rPr>
                        <a:t> corresponding to a given left-tail area. Here, the 75th percentile (third quartile) of a standard normal is </a:t>
                      </a:r>
                      <a:r>
                        <a:rPr lang="en-IN" sz="1400" b="0" i="1" u="none" strike="noStrike" dirty="0">
                          <a:solidFill>
                            <a:schemeClr val="tx1"/>
                          </a:solidFill>
                          <a:effectLst/>
                          <a:latin typeface="+mn-lt"/>
                          <a:cs typeface="Times New Roman" panose="02020603050405020304" pitchFamily="18" charset="0"/>
                        </a:rPr>
                        <a:t>z</a:t>
                      </a:r>
                      <a:r>
                        <a:rPr lang="en-IN" sz="1400" b="0" i="0" u="none" strike="noStrike" dirty="0">
                          <a:solidFill>
                            <a:schemeClr val="tx1"/>
                          </a:solidFill>
                          <a:effectLst/>
                          <a:latin typeface="+mn-lt"/>
                          <a:cs typeface="Times New Roman" panose="02020603050405020304" pitchFamily="18" charset="0"/>
                        </a:rPr>
                        <a:t> = 0.675.</a:t>
                      </a:r>
                    </a:p>
                  </a:txBody>
                  <a:tcPr>
                    <a:solidFill>
                      <a:schemeClr val="bg1"/>
                    </a:solidFill>
                  </a:tcPr>
                </a:tc>
                <a:extLst>
                  <a:ext uri="{0D108BD9-81ED-4DB2-BD59-A6C34878D82A}">
                    <a16:rowId xmlns:a16="http://schemas.microsoft.com/office/drawing/2014/main" val="2338800369"/>
                  </a:ext>
                </a:extLst>
              </a:tr>
            </a:tbl>
          </a:graphicData>
        </a:graphic>
      </p:graphicFrame>
      <p:sp>
        <p:nvSpPr>
          <p:cNvPr id="15" name="Text Placeholder 14">
            <a:extLst>
              <a:ext uri="{FF2B5EF4-FFF2-40B4-BE49-F238E27FC236}">
                <a16:creationId xmlns:a16="http://schemas.microsoft.com/office/drawing/2014/main" id="{A1D9FE17-AC4F-41AA-8BA3-3B395B36B8E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17" name="Slide Number Placeholder 16">
            <a:extLst>
              <a:ext uri="{FF2B5EF4-FFF2-40B4-BE49-F238E27FC236}">
                <a16:creationId xmlns:a16="http://schemas.microsoft.com/office/drawing/2014/main" id="{58058399-94FA-4824-B897-6BC918E120F9}"/>
              </a:ext>
            </a:extLst>
          </p:cNvPr>
          <p:cNvSpPr>
            <a:spLocks noGrp="1"/>
          </p:cNvSpPr>
          <p:nvPr>
            <p:ph type="sldNum" sz="quarter" idx="10"/>
          </p:nvPr>
        </p:nvSpPr>
        <p:spPr/>
        <p:txBody>
          <a:bodyPr/>
          <a:lstStyle/>
          <a:p>
            <a:fld id="{68151E55-6873-49E2-B8D5-2F265E6F1973}" type="slidenum">
              <a:rPr lang="en-US" smtClean="0"/>
              <a:t>31</a:t>
            </a:fld>
            <a:endParaRPr lang="en-US"/>
          </a:p>
        </p:txBody>
      </p:sp>
    </p:spTree>
    <p:extLst>
      <p:ext uri="{BB962C8B-B14F-4D97-AF65-F5344CB8AC3E}">
        <p14:creationId xmlns:p14="http://schemas.microsoft.com/office/powerpoint/2010/main" val="2568895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7743825" cy="903231"/>
          </a:xfrm>
        </p:spPr>
        <p:txBody>
          <a:bodyPr>
            <a:normAutofit/>
          </a:bodyPr>
          <a:lstStyle/>
          <a:p>
            <a:r>
              <a:rPr lang="en-US" sz="3600" dirty="0"/>
              <a:t>Example: Exam Scores</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7472" y="113536"/>
            <a:ext cx="430819" cy="1061137"/>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168316"/>
            <a:ext cx="8075236" cy="649138"/>
          </a:xfrm>
        </p:spPr>
        <p:txBody>
          <a:bodyPr/>
          <a:lstStyle/>
          <a:p>
            <a:pPr marL="292608" indent="-292608">
              <a:buFont typeface="Arial" panose="020B0604020202020204" pitchFamily="34" charset="0"/>
              <a:buChar char="•"/>
            </a:pPr>
            <a:r>
              <a:rPr lang="en-US" sz="2000" dirty="0"/>
              <a:t>John’s economics professor has decided that any student who scores below the 10th percentile must retake the exam. The exam</a:t>
            </a:r>
          </a:p>
        </p:txBody>
      </p:sp>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0" y="1843499"/>
            <a:ext cx="3029924" cy="370542"/>
          </a:xfrm>
        </p:spPr>
        <p:txBody>
          <a:bodyPr/>
          <a:lstStyle/>
          <a:p>
            <a:pPr marL="292608"/>
            <a:r>
              <a:rPr lang="en-US" sz="2000" dirty="0"/>
              <a:t>scores are normal with</a:t>
            </a:r>
          </a:p>
        </p:txBody>
      </p:sp>
      <p:graphicFrame>
        <p:nvGraphicFramePr>
          <p:cNvPr id="25" name="Object 24">
            <a:extLst>
              <a:ext uri="{FF2B5EF4-FFF2-40B4-BE49-F238E27FC236}">
                <a16:creationId xmlns:a16="http://schemas.microsoft.com/office/drawing/2014/main" id="{2D41A1DE-89C6-471D-A825-086C05CB96BF}"/>
              </a:ext>
            </a:extLst>
          </p:cNvPr>
          <p:cNvGraphicFramePr>
            <a:graphicFrameLocks noChangeAspect="1"/>
          </p:cNvGraphicFramePr>
          <p:nvPr>
            <p:extLst>
              <p:ext uri="{D42A27DB-BD31-4B8C-83A1-F6EECF244321}">
                <p14:modId xmlns:p14="http://schemas.microsoft.com/office/powerpoint/2010/main" val="1936595939"/>
              </p:ext>
            </p:extLst>
          </p:nvPr>
        </p:nvGraphicFramePr>
        <p:xfrm>
          <a:off x="3372823" y="1880907"/>
          <a:ext cx="1974337" cy="326786"/>
        </p:xfrm>
        <a:graphic>
          <a:graphicData uri="http://schemas.openxmlformats.org/presentationml/2006/ole">
            <mc:AlternateContent xmlns:mc="http://schemas.openxmlformats.org/markup-compatibility/2006">
              <mc:Choice xmlns:v="urn:schemas-microsoft-com:vml" Requires="v">
                <p:oleObj name="Equation" r:id="rId2" imgW="1841400" imgH="304560" progId="Equation.DSMT4">
                  <p:embed/>
                </p:oleObj>
              </mc:Choice>
              <mc:Fallback>
                <p:oleObj name="Equation" r:id="rId2" imgW="1841400" imgH="304560" progId="Equation.DSMT4">
                  <p:embed/>
                  <p:pic>
                    <p:nvPicPr>
                      <p:cNvPr id="25" name="Object 24">
                        <a:extLst>
                          <a:ext uri="{FF2B5EF4-FFF2-40B4-BE49-F238E27FC236}">
                            <a16:creationId xmlns:a16="http://schemas.microsoft.com/office/drawing/2014/main" id="{2D41A1DE-89C6-471D-A825-086C05CB96BF}"/>
                          </a:ext>
                        </a:extLst>
                      </p:cNvPr>
                      <p:cNvPicPr/>
                      <p:nvPr/>
                    </p:nvPicPr>
                    <p:blipFill>
                      <a:blip r:embed="rId3"/>
                      <a:stretch>
                        <a:fillRect/>
                      </a:stretch>
                    </p:blipFill>
                    <p:spPr>
                      <a:xfrm>
                        <a:off x="3372823" y="1880907"/>
                        <a:ext cx="1974337" cy="326786"/>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5372908" y="1836656"/>
            <a:ext cx="2713817" cy="370542"/>
          </a:xfrm>
        </p:spPr>
        <p:txBody>
          <a:bodyPr/>
          <a:lstStyle/>
          <a:p>
            <a:r>
              <a:rPr lang="en-US" sz="2000" dirty="0"/>
              <a:t>What is the score that</a:t>
            </a:r>
          </a:p>
        </p:txBody>
      </p:sp>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342900" y="2277494"/>
            <a:ext cx="6832257" cy="812483"/>
          </a:xfrm>
        </p:spPr>
        <p:txBody>
          <a:bodyPr/>
          <a:lstStyle/>
          <a:p>
            <a:pPr marL="292608"/>
            <a:r>
              <a:rPr lang="en-US" sz="2000" dirty="0"/>
              <a:t>would require a student to retake the exam?</a:t>
            </a:r>
          </a:p>
          <a:p>
            <a:pPr marL="292608" indent="-292608">
              <a:buFont typeface="Arial" panose="020B0604020202020204" pitchFamily="34" charset="0"/>
              <a:buChar char="•"/>
            </a:pPr>
            <a:r>
              <a:rPr lang="en-US" sz="2000" dirty="0"/>
              <a:t>We need to find the value of </a:t>
            </a:r>
            <a:r>
              <a:rPr lang="en-US" sz="2000" i="1" dirty="0"/>
              <a:t>x</a:t>
            </a:r>
            <a:r>
              <a:rPr lang="en-US" sz="2000" dirty="0"/>
              <a:t> that satisfies</a:t>
            </a:r>
          </a:p>
        </p:txBody>
      </p:sp>
      <p:graphicFrame>
        <p:nvGraphicFramePr>
          <p:cNvPr id="13" name="Object 12">
            <a:extLst>
              <a:ext uri="{FF2B5EF4-FFF2-40B4-BE49-F238E27FC236}">
                <a16:creationId xmlns:a16="http://schemas.microsoft.com/office/drawing/2014/main" id="{36A8F7DA-1308-49BE-B477-127E55ADC758}"/>
              </a:ext>
            </a:extLst>
          </p:cNvPr>
          <p:cNvGraphicFramePr>
            <a:graphicFrameLocks noChangeAspect="1"/>
          </p:cNvGraphicFramePr>
          <p:nvPr>
            <p:extLst>
              <p:ext uri="{D42A27DB-BD31-4B8C-83A1-F6EECF244321}">
                <p14:modId xmlns:p14="http://schemas.microsoft.com/office/powerpoint/2010/main" val="672515517"/>
              </p:ext>
            </p:extLst>
          </p:nvPr>
        </p:nvGraphicFramePr>
        <p:xfrm>
          <a:off x="5667501" y="2773028"/>
          <a:ext cx="1663700" cy="304800"/>
        </p:xfrm>
        <a:graphic>
          <a:graphicData uri="http://schemas.openxmlformats.org/presentationml/2006/ole">
            <mc:AlternateContent xmlns:mc="http://schemas.openxmlformats.org/markup-compatibility/2006">
              <mc:Choice xmlns:v="urn:schemas-microsoft-com:vml" Requires="v">
                <p:oleObj name="Equation" r:id="rId4" imgW="1663560" imgH="304560" progId="Equation.DSMT4">
                  <p:embed/>
                </p:oleObj>
              </mc:Choice>
              <mc:Fallback>
                <p:oleObj name="Equation" r:id="rId4" imgW="1663560" imgH="304560" progId="Equation.DSMT4">
                  <p:embed/>
                  <p:pic>
                    <p:nvPicPr>
                      <p:cNvPr id="13" name="Object 12">
                        <a:extLst>
                          <a:ext uri="{FF2B5EF4-FFF2-40B4-BE49-F238E27FC236}">
                            <a16:creationId xmlns:a16="http://schemas.microsoft.com/office/drawing/2014/main" id="{36A8F7DA-1308-49BE-B477-127E55ADC758}"/>
                          </a:ext>
                        </a:extLst>
                      </p:cNvPr>
                      <p:cNvPicPr/>
                      <p:nvPr/>
                    </p:nvPicPr>
                    <p:blipFill>
                      <a:blip r:embed="rId5"/>
                      <a:stretch>
                        <a:fillRect/>
                      </a:stretch>
                    </p:blipFill>
                    <p:spPr>
                      <a:xfrm>
                        <a:off x="5667501" y="2773028"/>
                        <a:ext cx="1663700" cy="3048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342900" y="3174772"/>
            <a:ext cx="7847881" cy="812483"/>
          </a:xfrm>
        </p:spPr>
        <p:txBody>
          <a:bodyPr/>
          <a:lstStyle/>
          <a:p>
            <a:pPr marL="292608" indent="-292608">
              <a:buFont typeface="Arial" panose="020B0604020202020204" pitchFamily="34" charset="0"/>
              <a:buChar char="•"/>
            </a:pPr>
            <a:r>
              <a:rPr lang="en-US" sz="2000" dirty="0"/>
              <a:t>The approximate </a:t>
            </a:r>
            <a:r>
              <a:rPr lang="en-US" sz="2000" i="1" dirty="0"/>
              <a:t>z</a:t>
            </a:r>
            <a:r>
              <a:rPr lang="en-US" sz="2000" dirty="0"/>
              <a:t>-score for the 10th percentile is </a:t>
            </a:r>
            <a:r>
              <a:rPr lang="en-US" sz="2000" i="1" dirty="0"/>
              <a:t>z</a:t>
            </a:r>
            <a:r>
              <a:rPr lang="en-US" sz="2000" dirty="0"/>
              <a:t> = −1.28.</a:t>
            </a:r>
          </a:p>
          <a:p>
            <a:pPr marL="292608" indent="-292608">
              <a:buFont typeface="Arial" panose="020B0604020202020204" pitchFamily="34" charset="0"/>
              <a:buChar char="•"/>
            </a:pPr>
            <a:r>
              <a:rPr lang="en-US" sz="2000" dirty="0"/>
              <a:t>The steps to solve the problem are:</a:t>
            </a:r>
          </a:p>
        </p:txBody>
      </p:sp>
      <p:sp>
        <p:nvSpPr>
          <p:cNvPr id="32" name="Content Placeholder 31">
            <a:extLst>
              <a:ext uri="{FF2B5EF4-FFF2-40B4-BE49-F238E27FC236}">
                <a16:creationId xmlns:a16="http://schemas.microsoft.com/office/drawing/2014/main" id="{6F8F2CFB-8CBB-425C-8A5A-6FB61F5ED902}"/>
              </a:ext>
            </a:extLst>
          </p:cNvPr>
          <p:cNvSpPr>
            <a:spLocks noGrp="1"/>
          </p:cNvSpPr>
          <p:nvPr>
            <p:ph sz="quarter" idx="20"/>
          </p:nvPr>
        </p:nvSpPr>
        <p:spPr>
          <a:xfrm>
            <a:off x="496118" y="4075761"/>
            <a:ext cx="3770722" cy="370543"/>
          </a:xfrm>
        </p:spPr>
        <p:txBody>
          <a:bodyPr/>
          <a:lstStyle/>
          <a:p>
            <a:r>
              <a:rPr lang="en-US" sz="2000" dirty="0"/>
              <a:t>Use Appendix C or Excel to find</a:t>
            </a:r>
          </a:p>
        </p:txBody>
      </p:sp>
      <p:graphicFrame>
        <p:nvGraphicFramePr>
          <p:cNvPr id="10" name="Object 9">
            <a:extLst>
              <a:ext uri="{FF2B5EF4-FFF2-40B4-BE49-F238E27FC236}">
                <a16:creationId xmlns:a16="http://schemas.microsoft.com/office/drawing/2014/main" id="{B19BA831-DC1B-440B-9CA8-9666029693E9}"/>
              </a:ext>
            </a:extLst>
          </p:cNvPr>
          <p:cNvGraphicFramePr>
            <a:graphicFrameLocks noChangeAspect="1"/>
          </p:cNvGraphicFramePr>
          <p:nvPr>
            <p:extLst>
              <p:ext uri="{D42A27DB-BD31-4B8C-83A1-F6EECF244321}">
                <p14:modId xmlns:p14="http://schemas.microsoft.com/office/powerpoint/2010/main" val="328768557"/>
              </p:ext>
            </p:extLst>
          </p:nvPr>
        </p:nvGraphicFramePr>
        <p:xfrm>
          <a:off x="4325242" y="4125211"/>
          <a:ext cx="4242230" cy="317175"/>
        </p:xfrm>
        <a:graphic>
          <a:graphicData uri="http://schemas.openxmlformats.org/presentationml/2006/ole">
            <mc:AlternateContent xmlns:mc="http://schemas.openxmlformats.org/markup-compatibility/2006">
              <mc:Choice xmlns:v="urn:schemas-microsoft-com:vml" Requires="v">
                <p:oleObj name="Equation" r:id="rId6" imgW="4076640" imgH="304560" progId="Equation.DSMT4">
                  <p:embed/>
                </p:oleObj>
              </mc:Choice>
              <mc:Fallback>
                <p:oleObj name="Equation" r:id="rId6" imgW="4076640" imgH="304560" progId="Equation.DSMT4">
                  <p:embed/>
                  <p:pic>
                    <p:nvPicPr>
                      <p:cNvPr id="10" name="Object 9">
                        <a:extLst>
                          <a:ext uri="{FF2B5EF4-FFF2-40B4-BE49-F238E27FC236}">
                            <a16:creationId xmlns:a16="http://schemas.microsoft.com/office/drawing/2014/main" id="{B19BA831-DC1B-440B-9CA8-9666029693E9}"/>
                          </a:ext>
                        </a:extLst>
                      </p:cNvPr>
                      <p:cNvPicPr/>
                      <p:nvPr/>
                    </p:nvPicPr>
                    <p:blipFill>
                      <a:blip r:embed="rId7"/>
                      <a:stretch>
                        <a:fillRect/>
                      </a:stretch>
                    </p:blipFill>
                    <p:spPr>
                      <a:xfrm>
                        <a:off x="4325242" y="4125211"/>
                        <a:ext cx="4242230" cy="317175"/>
                      </a:xfrm>
                      <a:prstGeom prst="rect">
                        <a:avLst/>
                      </a:prstGeom>
                    </p:spPr>
                  </p:pic>
                </p:oleObj>
              </mc:Fallback>
            </mc:AlternateContent>
          </a:graphicData>
        </a:graphic>
      </p:graphicFrame>
      <p:sp>
        <p:nvSpPr>
          <p:cNvPr id="33" name="Content Placeholder 32">
            <a:extLst>
              <a:ext uri="{FF2B5EF4-FFF2-40B4-BE49-F238E27FC236}">
                <a16:creationId xmlns:a16="http://schemas.microsoft.com/office/drawing/2014/main" id="{D27EFD41-8B7C-42A3-88E2-BD52262E467F}"/>
              </a:ext>
            </a:extLst>
          </p:cNvPr>
          <p:cNvSpPr>
            <a:spLocks noGrp="1"/>
          </p:cNvSpPr>
          <p:nvPr>
            <p:ph sz="quarter" idx="21"/>
          </p:nvPr>
        </p:nvSpPr>
        <p:spPr>
          <a:xfrm>
            <a:off x="940400" y="4638853"/>
            <a:ext cx="4227768" cy="418537"/>
          </a:xfrm>
        </p:spPr>
        <p:txBody>
          <a:bodyPr/>
          <a:lstStyle/>
          <a:p>
            <a:r>
              <a:rPr lang="en-US" sz="2000" dirty="0"/>
              <a:t>Substitute the given information into</a:t>
            </a:r>
          </a:p>
        </p:txBody>
      </p:sp>
      <p:graphicFrame>
        <p:nvGraphicFramePr>
          <p:cNvPr id="11" name="Object 10">
            <a:extLst>
              <a:ext uri="{FF2B5EF4-FFF2-40B4-BE49-F238E27FC236}">
                <a16:creationId xmlns:a16="http://schemas.microsoft.com/office/drawing/2014/main" id="{50AE69EB-EBE1-410C-9EE8-016AF4BCD117}"/>
              </a:ext>
            </a:extLst>
          </p:cNvPr>
          <p:cNvGraphicFramePr>
            <a:graphicFrameLocks noChangeAspect="1"/>
          </p:cNvGraphicFramePr>
          <p:nvPr>
            <p:extLst>
              <p:ext uri="{D42A27DB-BD31-4B8C-83A1-F6EECF244321}">
                <p14:modId xmlns:p14="http://schemas.microsoft.com/office/powerpoint/2010/main" val="2173176371"/>
              </p:ext>
            </p:extLst>
          </p:nvPr>
        </p:nvGraphicFramePr>
        <p:xfrm>
          <a:off x="5240072" y="4533719"/>
          <a:ext cx="3327400" cy="609600"/>
        </p:xfrm>
        <a:graphic>
          <a:graphicData uri="http://schemas.openxmlformats.org/presentationml/2006/ole">
            <mc:AlternateContent xmlns:mc="http://schemas.openxmlformats.org/markup-compatibility/2006">
              <mc:Choice xmlns:v="urn:schemas-microsoft-com:vml" Requires="v">
                <p:oleObj name="Equation" r:id="rId8" imgW="3327120" imgH="609480" progId="Equation.DSMT4">
                  <p:embed/>
                </p:oleObj>
              </mc:Choice>
              <mc:Fallback>
                <p:oleObj name="Equation" r:id="rId8" imgW="3327120" imgH="609480" progId="Equation.DSMT4">
                  <p:embed/>
                  <p:pic>
                    <p:nvPicPr>
                      <p:cNvPr id="11" name="Object 10">
                        <a:extLst>
                          <a:ext uri="{FF2B5EF4-FFF2-40B4-BE49-F238E27FC236}">
                            <a16:creationId xmlns:a16="http://schemas.microsoft.com/office/drawing/2014/main" id="{50AE69EB-EBE1-410C-9EE8-016AF4BCD117}"/>
                          </a:ext>
                        </a:extLst>
                      </p:cNvPr>
                      <p:cNvPicPr/>
                      <p:nvPr/>
                    </p:nvPicPr>
                    <p:blipFill>
                      <a:blip r:embed="rId9"/>
                      <a:stretch>
                        <a:fillRect/>
                      </a:stretch>
                    </p:blipFill>
                    <p:spPr>
                      <a:xfrm>
                        <a:off x="5240072" y="4533719"/>
                        <a:ext cx="3327400" cy="609600"/>
                      </a:xfrm>
                      <a:prstGeom prst="rect">
                        <a:avLst/>
                      </a:prstGeom>
                    </p:spPr>
                  </p:pic>
                </p:oleObj>
              </mc:Fallback>
            </mc:AlternateContent>
          </a:graphicData>
        </a:graphic>
      </p:graphicFrame>
      <p:sp>
        <p:nvSpPr>
          <p:cNvPr id="34" name="Content Placeholder 33">
            <a:extLst>
              <a:ext uri="{FF2B5EF4-FFF2-40B4-BE49-F238E27FC236}">
                <a16:creationId xmlns:a16="http://schemas.microsoft.com/office/drawing/2014/main" id="{1BB2337D-5305-4EF9-A4AA-C3C78CBCC56F}"/>
              </a:ext>
            </a:extLst>
          </p:cNvPr>
          <p:cNvSpPr>
            <a:spLocks noGrp="1"/>
          </p:cNvSpPr>
          <p:nvPr>
            <p:ph sz="quarter" idx="22"/>
          </p:nvPr>
        </p:nvSpPr>
        <p:spPr>
          <a:xfrm>
            <a:off x="1452274" y="5174106"/>
            <a:ext cx="2097311" cy="398862"/>
          </a:xfrm>
        </p:spPr>
        <p:txBody>
          <a:bodyPr/>
          <a:lstStyle/>
          <a:p>
            <a:r>
              <a:rPr lang="en-US" sz="2000" dirty="0"/>
              <a:t>Solve for </a:t>
            </a:r>
            <a:r>
              <a:rPr lang="en-US" sz="2000" i="1" dirty="0"/>
              <a:t>x</a:t>
            </a:r>
            <a:r>
              <a:rPr lang="en-US" sz="2000" dirty="0"/>
              <a:t> to get</a:t>
            </a:r>
          </a:p>
        </p:txBody>
      </p:sp>
      <p:graphicFrame>
        <p:nvGraphicFramePr>
          <p:cNvPr id="12" name="Object 11">
            <a:extLst>
              <a:ext uri="{FF2B5EF4-FFF2-40B4-BE49-F238E27FC236}">
                <a16:creationId xmlns:a16="http://schemas.microsoft.com/office/drawing/2014/main" id="{A475E4AC-81D7-416C-AABF-BAE53D062F97}"/>
              </a:ext>
            </a:extLst>
          </p:cNvPr>
          <p:cNvGraphicFramePr>
            <a:graphicFrameLocks noChangeAspect="1"/>
          </p:cNvGraphicFramePr>
          <p:nvPr>
            <p:extLst>
              <p:ext uri="{D42A27DB-BD31-4B8C-83A1-F6EECF244321}">
                <p14:modId xmlns:p14="http://schemas.microsoft.com/office/powerpoint/2010/main" val="2559411124"/>
              </p:ext>
            </p:extLst>
          </p:nvPr>
        </p:nvGraphicFramePr>
        <p:xfrm>
          <a:off x="3549585" y="5264968"/>
          <a:ext cx="4991100" cy="304800"/>
        </p:xfrm>
        <a:graphic>
          <a:graphicData uri="http://schemas.openxmlformats.org/presentationml/2006/ole">
            <mc:AlternateContent xmlns:mc="http://schemas.openxmlformats.org/markup-compatibility/2006">
              <mc:Choice xmlns:v="urn:schemas-microsoft-com:vml" Requires="v">
                <p:oleObj name="Equation" r:id="rId10" imgW="4991040" imgH="304560" progId="Equation.DSMT4">
                  <p:embed/>
                </p:oleObj>
              </mc:Choice>
              <mc:Fallback>
                <p:oleObj name="Equation" r:id="rId10" imgW="4991040" imgH="304560" progId="Equation.DSMT4">
                  <p:embed/>
                  <p:pic>
                    <p:nvPicPr>
                      <p:cNvPr id="12" name="Object 11">
                        <a:extLst>
                          <a:ext uri="{FF2B5EF4-FFF2-40B4-BE49-F238E27FC236}">
                            <a16:creationId xmlns:a16="http://schemas.microsoft.com/office/drawing/2014/main" id="{A475E4AC-81D7-416C-AABF-BAE53D062F97}"/>
                          </a:ext>
                        </a:extLst>
                      </p:cNvPr>
                      <p:cNvPicPr/>
                      <p:nvPr/>
                    </p:nvPicPr>
                    <p:blipFill>
                      <a:blip r:embed="rId11"/>
                      <a:stretch>
                        <a:fillRect/>
                      </a:stretch>
                    </p:blipFill>
                    <p:spPr>
                      <a:xfrm>
                        <a:off x="3549585" y="5264968"/>
                        <a:ext cx="4991100" cy="3048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C699309-D087-419B-BDB7-E1051675076E}"/>
              </a:ext>
            </a:extLst>
          </p:cNvPr>
          <p:cNvSpPr>
            <a:spLocks noGrp="1"/>
          </p:cNvSpPr>
          <p:nvPr>
            <p:ph sz="quarter" idx="19"/>
          </p:nvPr>
        </p:nvSpPr>
        <p:spPr>
          <a:xfrm>
            <a:off x="342900" y="5689684"/>
            <a:ext cx="8141224" cy="753405"/>
          </a:xfrm>
        </p:spPr>
        <p:txBody>
          <a:bodyPr/>
          <a:lstStyle/>
          <a:p>
            <a:pPr marL="292608" indent="-292608">
              <a:buFont typeface="Arial" panose="020B0604020202020204" pitchFamily="34" charset="0"/>
              <a:buChar char="•"/>
            </a:pPr>
            <a:r>
              <a:rPr lang="en-US" sz="2000" dirty="0"/>
              <a:t>Students who score below 66 points on the economics exam will be required to retake the exam.</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32</a:t>
            </a:fld>
            <a:endParaRPr lang="en-US"/>
          </a:p>
        </p:txBody>
      </p:sp>
    </p:spTree>
    <p:extLst>
      <p:ext uri="{BB962C8B-B14F-4D97-AF65-F5344CB8AC3E}">
        <p14:creationId xmlns:p14="http://schemas.microsoft.com/office/powerpoint/2010/main" val="41377985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lstStyle/>
          <a:p>
            <a:r>
              <a:rPr lang="en-US" sz="3600" dirty="0"/>
              <a:t>Example: Service Times </a:t>
            </a:r>
            <a:r>
              <a:rPr lang="en-US" sz="10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3728" y="63911"/>
            <a:ext cx="530942" cy="1337186"/>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081547"/>
            <a:ext cx="8014519" cy="990803"/>
          </a:xfrm>
        </p:spPr>
        <p:txBody>
          <a:bodyPr/>
          <a:lstStyle/>
          <a:p>
            <a:pPr marL="292608" indent="-292608">
              <a:buFont typeface="Arial" panose="020B0604020202020204" pitchFamily="34" charset="0"/>
              <a:buChar char="•"/>
            </a:pPr>
            <a:r>
              <a:rPr lang="en-US" sz="2000" dirty="0"/>
              <a:t>After studying the process of changing oil, the shop’s manager has found that the distribution of service times, </a:t>
            </a:r>
            <a:r>
              <a:rPr lang="en-US" sz="2000" i="1" dirty="0"/>
              <a:t>X</a:t>
            </a:r>
            <a:r>
              <a:rPr lang="en-US" sz="2000" dirty="0"/>
              <a:t>, is normal with a mean </a:t>
            </a:r>
            <a:r>
              <a:rPr lang="el-GR" sz="2000" i="1" dirty="0"/>
              <a:t>μ</a:t>
            </a:r>
            <a:r>
              <a:rPr lang="en-US" sz="2000" dirty="0"/>
              <a:t> = 28 minutes and a standard deviation </a:t>
            </a:r>
            <a:r>
              <a:rPr lang="el-GR" sz="2000" i="1" dirty="0"/>
              <a:t>σ</a:t>
            </a:r>
            <a:r>
              <a:rPr lang="en-US" sz="2000" dirty="0"/>
              <a:t> = 5 minutes, that</a:t>
            </a:r>
          </a:p>
        </p:txBody>
      </p:sp>
      <p:graphicFrame>
        <p:nvGraphicFramePr>
          <p:cNvPr id="27" name="Object 26">
            <a:extLst>
              <a:ext uri="{FF2B5EF4-FFF2-40B4-BE49-F238E27FC236}">
                <a16:creationId xmlns:a16="http://schemas.microsoft.com/office/drawing/2014/main" id="{E8F9CF38-F7AD-452D-B7C9-B4619762B95F}"/>
              </a:ext>
            </a:extLst>
          </p:cNvPr>
          <p:cNvGraphicFramePr>
            <a:graphicFrameLocks noChangeAspect="1"/>
          </p:cNvGraphicFramePr>
          <p:nvPr>
            <p:extLst>
              <p:ext uri="{D42A27DB-BD31-4B8C-83A1-F6EECF244321}">
                <p14:modId xmlns:p14="http://schemas.microsoft.com/office/powerpoint/2010/main" val="3437971778"/>
              </p:ext>
            </p:extLst>
          </p:nvPr>
        </p:nvGraphicFramePr>
        <p:xfrm>
          <a:off x="715297" y="2113239"/>
          <a:ext cx="1752600" cy="381000"/>
        </p:xfrm>
        <a:graphic>
          <a:graphicData uri="http://schemas.openxmlformats.org/presentationml/2006/ole">
            <mc:AlternateContent xmlns:mc="http://schemas.openxmlformats.org/markup-compatibility/2006">
              <mc:Choice xmlns:v="urn:schemas-microsoft-com:vml" Requires="v">
                <p:oleObj name="Equation" r:id="rId2" imgW="1752480" imgH="380880" progId="Equation.DSMT4">
                  <p:embed/>
                </p:oleObj>
              </mc:Choice>
              <mc:Fallback>
                <p:oleObj name="Equation" r:id="rId2" imgW="1752480" imgH="380880" progId="Equation.DSMT4">
                  <p:embed/>
                  <p:pic>
                    <p:nvPicPr>
                      <p:cNvPr id="0" name=""/>
                      <p:cNvPicPr/>
                      <p:nvPr/>
                    </p:nvPicPr>
                    <p:blipFill>
                      <a:blip r:embed="rId3"/>
                      <a:stretch>
                        <a:fillRect/>
                      </a:stretch>
                    </p:blipFill>
                    <p:spPr>
                      <a:xfrm>
                        <a:off x="715297" y="2113239"/>
                        <a:ext cx="1752600" cy="3810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2467896" y="2107093"/>
            <a:ext cx="5889522" cy="393291"/>
          </a:xfrm>
        </p:spPr>
        <p:txBody>
          <a:bodyPr/>
          <a:lstStyle/>
          <a:p>
            <a:r>
              <a:rPr lang="en-US" sz="2000" dirty="0"/>
              <a:t>This information can now be used to answer</a:t>
            </a:r>
          </a:p>
        </p:txBody>
      </p:sp>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342898" y="2540565"/>
            <a:ext cx="8014519" cy="408037"/>
          </a:xfrm>
        </p:spPr>
        <p:txBody>
          <a:bodyPr/>
          <a:lstStyle/>
          <a:p>
            <a:pPr marL="292608"/>
            <a:r>
              <a:rPr lang="en-US" sz="2000" dirty="0"/>
              <a:t>questions about normal probabilities.</a:t>
            </a:r>
          </a:p>
        </p:txBody>
      </p:sp>
      <p:sp>
        <p:nvSpPr>
          <p:cNvPr id="9" name="Content Placeholder 8">
            <a:extLst>
              <a:ext uri="{FF2B5EF4-FFF2-40B4-BE49-F238E27FC236}">
                <a16:creationId xmlns:a16="http://schemas.microsoft.com/office/drawing/2014/main" id="{DC699309-D087-419B-BDB7-E1051675076E}"/>
              </a:ext>
            </a:extLst>
          </p:cNvPr>
          <p:cNvSpPr>
            <a:spLocks noGrp="1"/>
          </p:cNvSpPr>
          <p:nvPr>
            <p:ph sz="quarter" idx="19"/>
          </p:nvPr>
        </p:nvSpPr>
        <p:spPr>
          <a:xfrm>
            <a:off x="342898" y="2988783"/>
            <a:ext cx="8014519" cy="683341"/>
          </a:xfrm>
        </p:spPr>
        <p:txBody>
          <a:bodyPr/>
          <a:lstStyle/>
          <a:p>
            <a:pPr marL="292608" indent="-292608">
              <a:buFont typeface="Arial" panose="020B0604020202020204" pitchFamily="34" charset="0"/>
              <a:buChar char="•"/>
            </a:pPr>
            <a:r>
              <a:rPr lang="en-US" sz="2000" dirty="0"/>
              <a:t>To answer these types of questions, it is helpful to follow a few basic steps.</a:t>
            </a:r>
          </a:p>
        </p:txBody>
      </p:sp>
      <p:sp>
        <p:nvSpPr>
          <p:cNvPr id="10" name="Content Placeholder 9">
            <a:extLst>
              <a:ext uri="{FF2B5EF4-FFF2-40B4-BE49-F238E27FC236}">
                <a16:creationId xmlns:a16="http://schemas.microsoft.com/office/drawing/2014/main" id="{E4C03769-D944-4CFA-8CC3-7D39DBE3137D}"/>
              </a:ext>
            </a:extLst>
          </p:cNvPr>
          <p:cNvSpPr>
            <a:spLocks noGrp="1"/>
          </p:cNvSpPr>
          <p:nvPr>
            <p:ph sz="quarter" idx="20"/>
          </p:nvPr>
        </p:nvSpPr>
        <p:spPr>
          <a:xfrm>
            <a:off x="342897" y="3833984"/>
            <a:ext cx="8014519" cy="2030359"/>
          </a:xfrm>
        </p:spPr>
        <p:txBody>
          <a:bodyPr/>
          <a:lstStyle/>
          <a:p>
            <a:pPr marL="402336" indent="-402336">
              <a:buFont typeface="+mj-lt"/>
              <a:buAutoNum type="arabicPeriod"/>
            </a:pPr>
            <a:r>
              <a:rPr lang="en-US" sz="2000" dirty="0"/>
              <a:t>Draw a picture and label the picture with the information you know.</a:t>
            </a:r>
          </a:p>
          <a:p>
            <a:pPr marL="402336" indent="-402336">
              <a:buFont typeface="+mj-lt"/>
              <a:buAutoNum type="arabicPeriod"/>
            </a:pPr>
            <a:r>
              <a:rPr lang="en-US" sz="2000" dirty="0"/>
              <a:t>Shade in the area that will answer your question.</a:t>
            </a:r>
          </a:p>
          <a:p>
            <a:pPr marL="402336" indent="-402336">
              <a:buFont typeface="+mj-lt"/>
              <a:buAutoNum type="arabicPeriod"/>
            </a:pPr>
            <a:r>
              <a:rPr lang="en-US" sz="2000" dirty="0"/>
              <a:t>Standardize the random variable.</a:t>
            </a:r>
          </a:p>
          <a:p>
            <a:pPr marL="402336" indent="-402336">
              <a:buFont typeface="+mj-lt"/>
              <a:buAutoNum type="arabicPeriod"/>
            </a:pPr>
            <a:r>
              <a:rPr lang="en-US" sz="2000" dirty="0"/>
              <a:t>Find the area by using one of the tables or Excel.</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33</a:t>
            </a:fld>
            <a:endParaRPr lang="en-US"/>
          </a:p>
        </p:txBody>
      </p:sp>
    </p:spTree>
    <p:extLst>
      <p:ext uri="{BB962C8B-B14F-4D97-AF65-F5344CB8AC3E}">
        <p14:creationId xmlns:p14="http://schemas.microsoft.com/office/powerpoint/2010/main" val="2456803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122674" cy="903231"/>
          </a:xfrm>
        </p:spPr>
        <p:txBody>
          <a:bodyPr/>
          <a:lstStyle/>
          <a:p>
            <a:r>
              <a:rPr lang="en-US" sz="3600" dirty="0"/>
              <a:t>Example: Service Times </a:t>
            </a:r>
            <a:r>
              <a:rPr lang="en-US" sz="1000" b="0" dirty="0"/>
              <a:t>2</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642554" y="58994"/>
            <a:ext cx="462116" cy="1342102"/>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219200"/>
            <a:ext cx="8122674" cy="688258"/>
          </a:xfrm>
        </p:spPr>
        <p:txBody>
          <a:bodyPr/>
          <a:lstStyle/>
          <a:p>
            <a:r>
              <a:rPr lang="en-US" sz="2000" b="1" dirty="0"/>
              <a:t>Problem #1: What proportion of cars will be finished in less than half an hour?</a:t>
            </a:r>
          </a:p>
        </p:txBody>
      </p:sp>
      <p:sp>
        <p:nvSpPr>
          <p:cNvPr id="7" name="Content Placeholder 6">
            <a:extLst>
              <a:ext uri="{FF2B5EF4-FFF2-40B4-BE49-F238E27FC236}">
                <a16:creationId xmlns:a16="http://schemas.microsoft.com/office/drawing/2014/main" id="{21EC624A-FDD3-49B4-BA16-D4A15BA38142}"/>
              </a:ext>
            </a:extLst>
          </p:cNvPr>
          <p:cNvSpPr>
            <a:spLocks noGrp="1"/>
          </p:cNvSpPr>
          <p:nvPr>
            <p:ph sz="quarter" idx="15"/>
          </p:nvPr>
        </p:nvSpPr>
        <p:spPr>
          <a:xfrm>
            <a:off x="342900" y="1981777"/>
            <a:ext cx="8122674" cy="682766"/>
          </a:xfrm>
        </p:spPr>
        <p:txBody>
          <a:bodyPr/>
          <a:lstStyle/>
          <a:p>
            <a:pPr marL="292608" indent="-292608">
              <a:buFont typeface="Arial" panose="020B0604020202020204" pitchFamily="34" charset="0"/>
              <a:buChar char="•"/>
            </a:pPr>
            <a:r>
              <a:rPr lang="en-US" sz="2000" b="1" dirty="0"/>
              <a:t>Steps 1 and 2: </a:t>
            </a:r>
            <a:r>
              <a:rPr lang="en-US" sz="2000" dirty="0"/>
              <a:t>Draw a picture and shade the area to the left of 30 minutes.</a:t>
            </a:r>
          </a:p>
        </p:txBody>
      </p:sp>
      <p:pic>
        <p:nvPicPr>
          <p:cNvPr id="28" name="Picture 27" descr="Normal curve with mu = 28 and sigma = 5. The curve is shaded below the value x = 30. Using Excel, the area shaded is 0.655422.">
            <a:extLst>
              <a:ext uri="{FF2B5EF4-FFF2-40B4-BE49-F238E27FC236}">
                <a16:creationId xmlns:a16="http://schemas.microsoft.com/office/drawing/2014/main" id="{4A460A20-8951-483E-9AE2-0EDE14D42411}"/>
              </a:ext>
            </a:extLst>
          </p:cNvPr>
          <p:cNvPicPr>
            <a:picLocks noChangeAspect="1"/>
          </p:cNvPicPr>
          <p:nvPr/>
        </p:nvPicPr>
        <p:blipFill>
          <a:blip r:embed="rId2"/>
          <a:stretch>
            <a:fillRect/>
          </a:stretch>
        </p:blipFill>
        <p:spPr>
          <a:xfrm>
            <a:off x="2005361" y="2730218"/>
            <a:ext cx="5133277" cy="2152075"/>
          </a:xfrm>
          <a:prstGeom prst="rect">
            <a:avLst/>
          </a:prstGeom>
        </p:spPr>
      </p:pic>
      <p:sp>
        <p:nvSpPr>
          <p:cNvPr id="8" name="Content Placeholder 7">
            <a:extLst>
              <a:ext uri="{FF2B5EF4-FFF2-40B4-BE49-F238E27FC236}">
                <a16:creationId xmlns:a16="http://schemas.microsoft.com/office/drawing/2014/main" id="{1C704D18-C4E7-486A-B696-BC75AB49CD8E}"/>
              </a:ext>
            </a:extLst>
          </p:cNvPr>
          <p:cNvSpPr>
            <a:spLocks noGrp="1"/>
          </p:cNvSpPr>
          <p:nvPr>
            <p:ph sz="quarter" idx="16"/>
          </p:nvPr>
        </p:nvSpPr>
        <p:spPr>
          <a:xfrm>
            <a:off x="342901" y="5157597"/>
            <a:ext cx="1328584" cy="387799"/>
          </a:xfrm>
        </p:spPr>
        <p:txBody>
          <a:bodyPr/>
          <a:lstStyle/>
          <a:p>
            <a:pPr marL="292608" indent="-292608">
              <a:buFont typeface="Arial" panose="020B0604020202020204" pitchFamily="34" charset="0"/>
              <a:buChar char="•"/>
            </a:pPr>
            <a:r>
              <a:rPr lang="en-US" sz="2000" b="1" dirty="0"/>
              <a:t>Step 3:</a:t>
            </a:r>
          </a:p>
        </p:txBody>
      </p:sp>
      <p:graphicFrame>
        <p:nvGraphicFramePr>
          <p:cNvPr id="26" name="Object 25">
            <a:extLst>
              <a:ext uri="{FF2B5EF4-FFF2-40B4-BE49-F238E27FC236}">
                <a16:creationId xmlns:a16="http://schemas.microsoft.com/office/drawing/2014/main" id="{082EF885-0C89-43D1-8A17-E4A7449C7BA7}"/>
              </a:ext>
            </a:extLst>
          </p:cNvPr>
          <p:cNvGraphicFramePr>
            <a:graphicFrameLocks noChangeAspect="1"/>
          </p:cNvGraphicFramePr>
          <p:nvPr>
            <p:extLst>
              <p:ext uri="{D42A27DB-BD31-4B8C-83A1-F6EECF244321}">
                <p14:modId xmlns:p14="http://schemas.microsoft.com/office/powerpoint/2010/main" val="1766231483"/>
              </p:ext>
            </p:extLst>
          </p:nvPr>
        </p:nvGraphicFramePr>
        <p:xfrm>
          <a:off x="1711325" y="5048250"/>
          <a:ext cx="1879600" cy="609600"/>
        </p:xfrm>
        <a:graphic>
          <a:graphicData uri="http://schemas.openxmlformats.org/presentationml/2006/ole">
            <mc:AlternateContent xmlns:mc="http://schemas.openxmlformats.org/markup-compatibility/2006">
              <mc:Choice xmlns:v="urn:schemas-microsoft-com:vml" Requires="v">
                <p:oleObj name="Equation" r:id="rId3" imgW="1879560" imgH="609480" progId="Equation.DSMT4">
                  <p:embed/>
                </p:oleObj>
              </mc:Choice>
              <mc:Fallback>
                <p:oleObj name="Equation" r:id="rId3" imgW="1879560" imgH="609480" progId="Equation.DSMT4">
                  <p:embed/>
                  <p:pic>
                    <p:nvPicPr>
                      <p:cNvPr id="0" name=""/>
                      <p:cNvPicPr/>
                      <p:nvPr/>
                    </p:nvPicPr>
                    <p:blipFill>
                      <a:blip r:embed="rId4"/>
                      <a:stretch>
                        <a:fillRect/>
                      </a:stretch>
                    </p:blipFill>
                    <p:spPr>
                      <a:xfrm>
                        <a:off x="1711325" y="5048250"/>
                        <a:ext cx="1879600" cy="6096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BF7C9A8A-8B10-46CE-8EE0-ECED30E3F9BB}"/>
              </a:ext>
            </a:extLst>
          </p:cNvPr>
          <p:cNvSpPr>
            <a:spLocks noGrp="1"/>
          </p:cNvSpPr>
          <p:nvPr>
            <p:ph sz="quarter" idx="17"/>
          </p:nvPr>
        </p:nvSpPr>
        <p:spPr>
          <a:xfrm>
            <a:off x="342900" y="5751873"/>
            <a:ext cx="6018571" cy="393291"/>
          </a:xfrm>
        </p:spPr>
        <p:txBody>
          <a:bodyPr/>
          <a:lstStyle/>
          <a:p>
            <a:pPr marL="292608" indent="-292608">
              <a:buFont typeface="Arial" panose="020B0604020202020204" pitchFamily="34" charset="0"/>
              <a:buChar char="•"/>
            </a:pPr>
            <a:r>
              <a:rPr lang="en-US" sz="2000" b="1" dirty="0"/>
              <a:t>Step 4:</a:t>
            </a:r>
            <a:r>
              <a:rPr lang="en-US" sz="2000" dirty="0"/>
              <a:t> Using Appendix C-2 or Excel we find that</a:t>
            </a:r>
          </a:p>
        </p:txBody>
      </p:sp>
      <p:graphicFrame>
        <p:nvGraphicFramePr>
          <p:cNvPr id="27" name="Object 26">
            <a:extLst>
              <a:ext uri="{FF2B5EF4-FFF2-40B4-BE49-F238E27FC236}">
                <a16:creationId xmlns:a16="http://schemas.microsoft.com/office/drawing/2014/main" id="{5A147526-0209-4CD7-B513-95AB40F212C5}"/>
              </a:ext>
            </a:extLst>
          </p:cNvPr>
          <p:cNvGraphicFramePr>
            <a:graphicFrameLocks noChangeAspect="1"/>
          </p:cNvGraphicFramePr>
          <p:nvPr>
            <p:extLst>
              <p:ext uri="{D42A27DB-BD31-4B8C-83A1-F6EECF244321}">
                <p14:modId xmlns:p14="http://schemas.microsoft.com/office/powerpoint/2010/main" val="2582964300"/>
              </p:ext>
            </p:extLst>
          </p:nvPr>
        </p:nvGraphicFramePr>
        <p:xfrm>
          <a:off x="6337736" y="5814972"/>
          <a:ext cx="2184400" cy="304800"/>
        </p:xfrm>
        <a:graphic>
          <a:graphicData uri="http://schemas.openxmlformats.org/presentationml/2006/ole">
            <mc:AlternateContent xmlns:mc="http://schemas.openxmlformats.org/markup-compatibility/2006">
              <mc:Choice xmlns:v="urn:schemas-microsoft-com:vml" Requires="v">
                <p:oleObj name="Equation" r:id="rId5" imgW="2184120" imgH="304560" progId="Equation.DSMT4">
                  <p:embed/>
                </p:oleObj>
              </mc:Choice>
              <mc:Fallback>
                <p:oleObj name="Equation" r:id="rId5" imgW="2184120" imgH="304560" progId="Equation.DSMT4">
                  <p:embed/>
                  <p:pic>
                    <p:nvPicPr>
                      <p:cNvPr id="0" name=""/>
                      <p:cNvPicPr/>
                      <p:nvPr/>
                    </p:nvPicPr>
                    <p:blipFill>
                      <a:blip r:embed="rId6"/>
                      <a:stretch>
                        <a:fillRect/>
                      </a:stretch>
                    </p:blipFill>
                    <p:spPr>
                      <a:xfrm>
                        <a:off x="6337736" y="5814972"/>
                        <a:ext cx="2184400" cy="3048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34</a:t>
            </a:fld>
            <a:endParaRPr lang="en-US"/>
          </a:p>
        </p:txBody>
      </p:sp>
    </p:spTree>
    <p:extLst>
      <p:ext uri="{BB962C8B-B14F-4D97-AF65-F5344CB8AC3E}">
        <p14:creationId xmlns:p14="http://schemas.microsoft.com/office/powerpoint/2010/main" val="38623515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122674" cy="903231"/>
          </a:xfrm>
        </p:spPr>
        <p:txBody>
          <a:bodyPr/>
          <a:lstStyle/>
          <a:p>
            <a:r>
              <a:rPr lang="en-US" sz="3600" dirty="0"/>
              <a:t>Example: Service Times </a:t>
            </a:r>
            <a:r>
              <a:rPr lang="en-US" sz="1000" b="0" dirty="0"/>
              <a:t>3</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642554" y="58994"/>
            <a:ext cx="462116" cy="1342102"/>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219200"/>
            <a:ext cx="8122674" cy="688258"/>
          </a:xfrm>
        </p:spPr>
        <p:txBody>
          <a:bodyPr/>
          <a:lstStyle/>
          <a:p>
            <a:r>
              <a:rPr lang="en-US" sz="2000" b="1" dirty="0"/>
              <a:t>Problem #2: What is the chance that a randomly selected car will take longer than 40 minutes to complete?</a:t>
            </a:r>
          </a:p>
        </p:txBody>
      </p:sp>
      <p:sp>
        <p:nvSpPr>
          <p:cNvPr id="7" name="Content Placeholder 6">
            <a:extLst>
              <a:ext uri="{FF2B5EF4-FFF2-40B4-BE49-F238E27FC236}">
                <a16:creationId xmlns:a16="http://schemas.microsoft.com/office/drawing/2014/main" id="{21EC624A-FDD3-49B4-BA16-D4A15BA38142}"/>
              </a:ext>
            </a:extLst>
          </p:cNvPr>
          <p:cNvSpPr>
            <a:spLocks noGrp="1"/>
          </p:cNvSpPr>
          <p:nvPr>
            <p:ph sz="quarter" idx="15"/>
          </p:nvPr>
        </p:nvSpPr>
        <p:spPr>
          <a:xfrm>
            <a:off x="342900" y="1981777"/>
            <a:ext cx="8122674" cy="682766"/>
          </a:xfrm>
        </p:spPr>
        <p:txBody>
          <a:bodyPr/>
          <a:lstStyle/>
          <a:p>
            <a:pPr marL="292608" indent="-292608">
              <a:buFont typeface="Arial" panose="020B0604020202020204" pitchFamily="34" charset="0"/>
              <a:buChar char="•"/>
            </a:pPr>
            <a:r>
              <a:rPr lang="en-US" sz="2000" b="1" dirty="0"/>
              <a:t>Steps 1 and 2: </a:t>
            </a:r>
            <a:r>
              <a:rPr lang="en-US" sz="2000" dirty="0"/>
              <a:t>Draw a picture and shade the area to the right of 40 minutes.</a:t>
            </a:r>
          </a:p>
        </p:txBody>
      </p:sp>
      <p:pic>
        <p:nvPicPr>
          <p:cNvPr id="25" name="Picture 24" descr="Normal curve with mu = 28 and sigma = 5. The curve is shaded above the value x = 40. The area shaded is 1 minus N o r m, dot, D I s t (40,28,5,1) = 0.008198.">
            <a:extLst>
              <a:ext uri="{FF2B5EF4-FFF2-40B4-BE49-F238E27FC236}">
                <a16:creationId xmlns:a16="http://schemas.microsoft.com/office/drawing/2014/main" id="{D80126B6-FA15-4219-952C-6B8973253244}"/>
              </a:ext>
            </a:extLst>
          </p:cNvPr>
          <p:cNvPicPr>
            <a:picLocks noChangeAspect="1"/>
          </p:cNvPicPr>
          <p:nvPr/>
        </p:nvPicPr>
        <p:blipFill>
          <a:blip r:embed="rId2"/>
          <a:stretch>
            <a:fillRect/>
          </a:stretch>
        </p:blipFill>
        <p:spPr>
          <a:xfrm>
            <a:off x="1886479" y="2743820"/>
            <a:ext cx="5371042" cy="2152075"/>
          </a:xfrm>
          <a:prstGeom prst="rect">
            <a:avLst/>
          </a:prstGeom>
        </p:spPr>
      </p:pic>
      <p:sp>
        <p:nvSpPr>
          <p:cNvPr id="8" name="Content Placeholder 7">
            <a:extLst>
              <a:ext uri="{FF2B5EF4-FFF2-40B4-BE49-F238E27FC236}">
                <a16:creationId xmlns:a16="http://schemas.microsoft.com/office/drawing/2014/main" id="{1C704D18-C4E7-486A-B696-BC75AB49CD8E}"/>
              </a:ext>
            </a:extLst>
          </p:cNvPr>
          <p:cNvSpPr>
            <a:spLocks noGrp="1"/>
          </p:cNvSpPr>
          <p:nvPr>
            <p:ph sz="quarter" idx="16"/>
          </p:nvPr>
        </p:nvSpPr>
        <p:spPr>
          <a:xfrm>
            <a:off x="342901" y="5157597"/>
            <a:ext cx="1328584" cy="387799"/>
          </a:xfrm>
        </p:spPr>
        <p:txBody>
          <a:bodyPr/>
          <a:lstStyle/>
          <a:p>
            <a:pPr marL="292608" indent="-292608">
              <a:buFont typeface="Arial" panose="020B0604020202020204" pitchFamily="34" charset="0"/>
              <a:buChar char="•"/>
            </a:pPr>
            <a:r>
              <a:rPr lang="en-US" sz="2000" b="1" dirty="0"/>
              <a:t>Step 3:</a:t>
            </a:r>
          </a:p>
        </p:txBody>
      </p:sp>
      <p:graphicFrame>
        <p:nvGraphicFramePr>
          <p:cNvPr id="26" name="Object 25">
            <a:extLst>
              <a:ext uri="{FF2B5EF4-FFF2-40B4-BE49-F238E27FC236}">
                <a16:creationId xmlns:a16="http://schemas.microsoft.com/office/drawing/2014/main" id="{082EF885-0C89-43D1-8A17-E4A7449C7BA7}"/>
              </a:ext>
            </a:extLst>
          </p:cNvPr>
          <p:cNvGraphicFramePr>
            <a:graphicFrameLocks noChangeAspect="1"/>
          </p:cNvGraphicFramePr>
          <p:nvPr>
            <p:extLst>
              <p:ext uri="{D42A27DB-BD31-4B8C-83A1-F6EECF244321}">
                <p14:modId xmlns:p14="http://schemas.microsoft.com/office/powerpoint/2010/main" val="3797445402"/>
              </p:ext>
            </p:extLst>
          </p:nvPr>
        </p:nvGraphicFramePr>
        <p:xfrm>
          <a:off x="1630578" y="5039014"/>
          <a:ext cx="1818791" cy="628072"/>
        </p:xfrm>
        <a:graphic>
          <a:graphicData uri="http://schemas.openxmlformats.org/presentationml/2006/ole">
            <mc:AlternateContent xmlns:mc="http://schemas.openxmlformats.org/markup-compatibility/2006">
              <mc:Choice xmlns:v="urn:schemas-microsoft-com:vml" Requires="v">
                <p:oleObj name="Equation" r:id="rId3" imgW="1765080" imgH="609480" progId="Equation.DSMT4">
                  <p:embed/>
                </p:oleObj>
              </mc:Choice>
              <mc:Fallback>
                <p:oleObj name="Equation" r:id="rId3" imgW="1765080" imgH="609480" progId="Equation.DSMT4">
                  <p:embed/>
                  <p:pic>
                    <p:nvPicPr>
                      <p:cNvPr id="26" name="Object 25">
                        <a:extLst>
                          <a:ext uri="{FF2B5EF4-FFF2-40B4-BE49-F238E27FC236}">
                            <a16:creationId xmlns:a16="http://schemas.microsoft.com/office/drawing/2014/main" id="{082EF885-0C89-43D1-8A17-E4A7449C7BA7}"/>
                          </a:ext>
                        </a:extLst>
                      </p:cNvPr>
                      <p:cNvPicPr/>
                      <p:nvPr/>
                    </p:nvPicPr>
                    <p:blipFill>
                      <a:blip r:embed="rId4"/>
                      <a:stretch>
                        <a:fillRect/>
                      </a:stretch>
                    </p:blipFill>
                    <p:spPr>
                      <a:xfrm>
                        <a:off x="1630578" y="5039014"/>
                        <a:ext cx="1818791" cy="62807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BF7C9A8A-8B10-46CE-8EE0-ECED30E3F9BB}"/>
              </a:ext>
            </a:extLst>
          </p:cNvPr>
          <p:cNvSpPr>
            <a:spLocks noGrp="1"/>
          </p:cNvSpPr>
          <p:nvPr>
            <p:ph sz="quarter" idx="17"/>
          </p:nvPr>
        </p:nvSpPr>
        <p:spPr>
          <a:xfrm>
            <a:off x="342900" y="5751873"/>
            <a:ext cx="6018571" cy="393291"/>
          </a:xfrm>
        </p:spPr>
        <p:txBody>
          <a:bodyPr/>
          <a:lstStyle/>
          <a:p>
            <a:pPr marL="292608" indent="-292608">
              <a:buFont typeface="Arial" panose="020B0604020202020204" pitchFamily="34" charset="0"/>
              <a:buChar char="•"/>
            </a:pPr>
            <a:r>
              <a:rPr lang="en-US" sz="2000" b="1" dirty="0"/>
              <a:t>Step 4:</a:t>
            </a:r>
            <a:r>
              <a:rPr lang="en-US" sz="2000" dirty="0"/>
              <a:t> Using Appendix C-2 or Excel we find that</a:t>
            </a:r>
          </a:p>
        </p:txBody>
      </p:sp>
      <p:graphicFrame>
        <p:nvGraphicFramePr>
          <p:cNvPr id="27" name="Object 26">
            <a:extLst>
              <a:ext uri="{FF2B5EF4-FFF2-40B4-BE49-F238E27FC236}">
                <a16:creationId xmlns:a16="http://schemas.microsoft.com/office/drawing/2014/main" id="{5A147526-0209-4CD7-B513-95AB40F212C5}"/>
              </a:ext>
            </a:extLst>
          </p:cNvPr>
          <p:cNvGraphicFramePr>
            <a:graphicFrameLocks noChangeAspect="1"/>
          </p:cNvGraphicFramePr>
          <p:nvPr>
            <p:extLst>
              <p:ext uri="{D42A27DB-BD31-4B8C-83A1-F6EECF244321}">
                <p14:modId xmlns:p14="http://schemas.microsoft.com/office/powerpoint/2010/main" val="2301226656"/>
              </p:ext>
            </p:extLst>
          </p:nvPr>
        </p:nvGraphicFramePr>
        <p:xfrm>
          <a:off x="1629131" y="6240024"/>
          <a:ext cx="1397000" cy="304800"/>
        </p:xfrm>
        <a:graphic>
          <a:graphicData uri="http://schemas.openxmlformats.org/presentationml/2006/ole">
            <mc:AlternateContent xmlns:mc="http://schemas.openxmlformats.org/markup-compatibility/2006">
              <mc:Choice xmlns:v="urn:schemas-microsoft-com:vml" Requires="v">
                <p:oleObj name="Equation" r:id="rId5" imgW="1396800" imgH="304560" progId="Equation.DSMT4">
                  <p:embed/>
                </p:oleObj>
              </mc:Choice>
              <mc:Fallback>
                <p:oleObj name="Equation" r:id="rId5" imgW="1396800" imgH="304560" progId="Equation.DSMT4">
                  <p:embed/>
                  <p:pic>
                    <p:nvPicPr>
                      <p:cNvPr id="27" name="Object 26">
                        <a:extLst>
                          <a:ext uri="{FF2B5EF4-FFF2-40B4-BE49-F238E27FC236}">
                            <a16:creationId xmlns:a16="http://schemas.microsoft.com/office/drawing/2014/main" id="{5A147526-0209-4CD7-B513-95AB40F212C5}"/>
                          </a:ext>
                        </a:extLst>
                      </p:cNvPr>
                      <p:cNvPicPr/>
                      <p:nvPr/>
                    </p:nvPicPr>
                    <p:blipFill>
                      <a:blip r:embed="rId6"/>
                      <a:stretch>
                        <a:fillRect/>
                      </a:stretch>
                    </p:blipFill>
                    <p:spPr>
                      <a:xfrm>
                        <a:off x="1629131" y="6240024"/>
                        <a:ext cx="1397000" cy="304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9E88CCAE-534F-4C7E-89A4-32774C13C23B}"/>
              </a:ext>
            </a:extLst>
          </p:cNvPr>
          <p:cNvGraphicFramePr>
            <a:graphicFrameLocks noChangeAspect="1"/>
          </p:cNvGraphicFramePr>
          <p:nvPr>
            <p:extLst>
              <p:ext uri="{D42A27DB-BD31-4B8C-83A1-F6EECF244321}">
                <p14:modId xmlns:p14="http://schemas.microsoft.com/office/powerpoint/2010/main" val="3527155198"/>
              </p:ext>
            </p:extLst>
          </p:nvPr>
        </p:nvGraphicFramePr>
        <p:xfrm>
          <a:off x="3069743" y="6232525"/>
          <a:ext cx="3479800" cy="304800"/>
        </p:xfrm>
        <a:graphic>
          <a:graphicData uri="http://schemas.openxmlformats.org/presentationml/2006/ole">
            <mc:AlternateContent xmlns:mc="http://schemas.openxmlformats.org/markup-compatibility/2006">
              <mc:Choice xmlns:v="urn:schemas-microsoft-com:vml" Requires="v">
                <p:oleObj name="Equation" r:id="rId7" imgW="3479760" imgH="304560" progId="Equation.DSMT4">
                  <p:embed/>
                </p:oleObj>
              </mc:Choice>
              <mc:Fallback>
                <p:oleObj name="Equation" r:id="rId7" imgW="3479760" imgH="304560" progId="Equation.DSMT4">
                  <p:embed/>
                  <p:pic>
                    <p:nvPicPr>
                      <p:cNvPr id="0" name=""/>
                      <p:cNvPicPr/>
                      <p:nvPr/>
                    </p:nvPicPr>
                    <p:blipFill>
                      <a:blip r:embed="rId8"/>
                      <a:stretch>
                        <a:fillRect/>
                      </a:stretch>
                    </p:blipFill>
                    <p:spPr>
                      <a:xfrm>
                        <a:off x="3069743" y="6232525"/>
                        <a:ext cx="3479800" cy="3048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35</a:t>
            </a:fld>
            <a:endParaRPr lang="en-US"/>
          </a:p>
        </p:txBody>
      </p:sp>
    </p:spTree>
    <p:extLst>
      <p:ext uri="{BB962C8B-B14F-4D97-AF65-F5344CB8AC3E}">
        <p14:creationId xmlns:p14="http://schemas.microsoft.com/office/powerpoint/2010/main" val="3462034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122674" cy="903231"/>
          </a:xfrm>
        </p:spPr>
        <p:txBody>
          <a:bodyPr/>
          <a:lstStyle/>
          <a:p>
            <a:r>
              <a:rPr lang="en-US" sz="3600" dirty="0"/>
              <a:t>Example: Service Times </a:t>
            </a:r>
            <a:r>
              <a:rPr lang="en-US" sz="1000" b="0" dirty="0"/>
              <a:t>4</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642554" y="58994"/>
            <a:ext cx="462116" cy="1189702"/>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219200"/>
            <a:ext cx="8122674" cy="688258"/>
          </a:xfrm>
        </p:spPr>
        <p:txBody>
          <a:bodyPr/>
          <a:lstStyle/>
          <a:p>
            <a:r>
              <a:rPr lang="en-US" sz="2000" b="1" dirty="0"/>
              <a:t>Problem #3: What service time corresponds to the 90</a:t>
            </a:r>
            <a:r>
              <a:rPr lang="en-US" sz="2000" b="1" baseline="30000" dirty="0"/>
              <a:t>th</a:t>
            </a:r>
            <a:r>
              <a:rPr lang="en-US" sz="2000" b="1" dirty="0"/>
              <a:t> percentile?</a:t>
            </a:r>
          </a:p>
        </p:txBody>
      </p:sp>
      <p:sp>
        <p:nvSpPr>
          <p:cNvPr id="7" name="Content Placeholder 6">
            <a:extLst>
              <a:ext uri="{FF2B5EF4-FFF2-40B4-BE49-F238E27FC236}">
                <a16:creationId xmlns:a16="http://schemas.microsoft.com/office/drawing/2014/main" id="{21EC624A-FDD3-49B4-BA16-D4A15BA38142}"/>
              </a:ext>
            </a:extLst>
          </p:cNvPr>
          <p:cNvSpPr>
            <a:spLocks noGrp="1"/>
          </p:cNvSpPr>
          <p:nvPr>
            <p:ph sz="quarter" idx="15"/>
          </p:nvPr>
        </p:nvSpPr>
        <p:spPr>
          <a:xfrm>
            <a:off x="342900" y="1981777"/>
            <a:ext cx="8122674" cy="377965"/>
          </a:xfrm>
        </p:spPr>
        <p:txBody>
          <a:bodyPr/>
          <a:lstStyle/>
          <a:p>
            <a:pPr marL="292608" indent="-292608">
              <a:buFont typeface="Arial" panose="020B0604020202020204" pitchFamily="34" charset="0"/>
              <a:buChar char="•"/>
            </a:pPr>
            <a:r>
              <a:rPr lang="en-US" sz="2000" b="1" dirty="0"/>
              <a:t>Steps 1 and 2: </a:t>
            </a:r>
            <a:r>
              <a:rPr lang="en-US" sz="2000" dirty="0"/>
              <a:t>Draw a picture and shade the desired area.</a:t>
            </a:r>
          </a:p>
        </p:txBody>
      </p:sp>
      <p:pic>
        <p:nvPicPr>
          <p:cNvPr id="29" name="Picture 28" descr="Normal curve with mu = 28 and sigma = 5, beginning from the left 90% of the curve is shaded. The corresponding x-value =N o r m, dot, I n v (.9,28,5) = 34.40776.">
            <a:extLst>
              <a:ext uri="{FF2B5EF4-FFF2-40B4-BE49-F238E27FC236}">
                <a16:creationId xmlns:a16="http://schemas.microsoft.com/office/drawing/2014/main" id="{3283DB91-5027-47C9-B6CB-0D467895EC0C}"/>
              </a:ext>
            </a:extLst>
          </p:cNvPr>
          <p:cNvPicPr>
            <a:picLocks noChangeAspect="1"/>
          </p:cNvPicPr>
          <p:nvPr/>
        </p:nvPicPr>
        <p:blipFill>
          <a:blip r:embed="rId2"/>
          <a:stretch>
            <a:fillRect/>
          </a:stretch>
        </p:blipFill>
        <p:spPr>
          <a:xfrm>
            <a:off x="2160713" y="2479536"/>
            <a:ext cx="4487045" cy="1999661"/>
          </a:xfrm>
          <a:prstGeom prst="rect">
            <a:avLst/>
          </a:prstGeom>
        </p:spPr>
      </p:pic>
      <p:sp>
        <p:nvSpPr>
          <p:cNvPr id="10" name="Content Placeholder 7">
            <a:extLst>
              <a:ext uri="{FF2B5EF4-FFF2-40B4-BE49-F238E27FC236}">
                <a16:creationId xmlns:a16="http://schemas.microsoft.com/office/drawing/2014/main" id="{3DDB42EB-DF39-4498-AC14-82C2410A7E67}"/>
              </a:ext>
            </a:extLst>
          </p:cNvPr>
          <p:cNvSpPr>
            <a:spLocks noGrp="1"/>
          </p:cNvSpPr>
          <p:nvPr>
            <p:ph sz="quarter" idx="18"/>
          </p:nvPr>
        </p:nvSpPr>
        <p:spPr>
          <a:xfrm>
            <a:off x="342900" y="4585371"/>
            <a:ext cx="6515100" cy="370086"/>
          </a:xfrm>
        </p:spPr>
        <p:txBody>
          <a:bodyPr/>
          <a:lstStyle/>
          <a:p>
            <a:pPr marL="292608"/>
            <a:r>
              <a:rPr lang="en-US" sz="2000" dirty="0"/>
              <a:t>In this case, steps 3 and 4 need to be reversed.</a:t>
            </a:r>
          </a:p>
        </p:txBody>
      </p:sp>
      <p:sp>
        <p:nvSpPr>
          <p:cNvPr id="8" name="Content Placeholder 8">
            <a:extLst>
              <a:ext uri="{FF2B5EF4-FFF2-40B4-BE49-F238E27FC236}">
                <a16:creationId xmlns:a16="http://schemas.microsoft.com/office/drawing/2014/main" id="{1C704D18-C4E7-486A-B696-BC75AB49CD8E}"/>
              </a:ext>
            </a:extLst>
          </p:cNvPr>
          <p:cNvSpPr>
            <a:spLocks noGrp="1"/>
          </p:cNvSpPr>
          <p:nvPr>
            <p:ph sz="quarter" idx="16"/>
          </p:nvPr>
        </p:nvSpPr>
        <p:spPr>
          <a:xfrm>
            <a:off x="342900" y="5029777"/>
            <a:ext cx="8122673" cy="387799"/>
          </a:xfrm>
        </p:spPr>
        <p:txBody>
          <a:bodyPr/>
          <a:lstStyle/>
          <a:p>
            <a:pPr marL="292608" indent="-292608">
              <a:buFont typeface="Arial" panose="020B0604020202020204" pitchFamily="34" charset="0"/>
              <a:buChar char="•"/>
            </a:pPr>
            <a:r>
              <a:rPr lang="en-US" sz="2000" b="1" dirty="0"/>
              <a:t>Step 3:</a:t>
            </a:r>
            <a:r>
              <a:rPr lang="en-US" sz="2000" dirty="0"/>
              <a:t> Find </a:t>
            </a:r>
            <a:r>
              <a:rPr lang="en-US" sz="2000" i="1" dirty="0"/>
              <a:t>z</a:t>
            </a:r>
            <a:r>
              <a:rPr lang="en-US" sz="2000" dirty="0"/>
              <a:t> = 1.28 by using the tables or Excel.</a:t>
            </a:r>
          </a:p>
        </p:txBody>
      </p:sp>
      <p:sp>
        <p:nvSpPr>
          <p:cNvPr id="9" name="Content Placeholder 9">
            <a:extLst>
              <a:ext uri="{FF2B5EF4-FFF2-40B4-BE49-F238E27FC236}">
                <a16:creationId xmlns:a16="http://schemas.microsoft.com/office/drawing/2014/main" id="{BF7C9A8A-8B10-46CE-8EE0-ECED30E3F9BB}"/>
              </a:ext>
            </a:extLst>
          </p:cNvPr>
          <p:cNvSpPr>
            <a:spLocks noGrp="1"/>
          </p:cNvSpPr>
          <p:nvPr>
            <p:ph sz="quarter" idx="17"/>
          </p:nvPr>
        </p:nvSpPr>
        <p:spPr>
          <a:xfrm>
            <a:off x="342901" y="5545394"/>
            <a:ext cx="1328584" cy="393291"/>
          </a:xfrm>
        </p:spPr>
        <p:txBody>
          <a:bodyPr/>
          <a:lstStyle/>
          <a:p>
            <a:pPr marL="292608" indent="-292608">
              <a:buFont typeface="Arial" panose="020B0604020202020204" pitchFamily="34" charset="0"/>
              <a:buChar char="•"/>
            </a:pPr>
            <a:r>
              <a:rPr lang="en-US" sz="2000" b="1" dirty="0"/>
              <a:t>Step 4:</a:t>
            </a:r>
            <a:endParaRPr lang="en-US" sz="2000" dirty="0"/>
          </a:p>
        </p:txBody>
      </p:sp>
      <p:graphicFrame>
        <p:nvGraphicFramePr>
          <p:cNvPr id="28" name="Object 27">
            <a:extLst>
              <a:ext uri="{FF2B5EF4-FFF2-40B4-BE49-F238E27FC236}">
                <a16:creationId xmlns:a16="http://schemas.microsoft.com/office/drawing/2014/main" id="{80CB2E18-7538-4894-9672-15D6EC8417DE}"/>
              </a:ext>
            </a:extLst>
          </p:cNvPr>
          <p:cNvGraphicFramePr>
            <a:graphicFrameLocks noChangeAspect="1"/>
          </p:cNvGraphicFramePr>
          <p:nvPr>
            <p:extLst>
              <p:ext uri="{D42A27DB-BD31-4B8C-83A1-F6EECF244321}">
                <p14:modId xmlns:p14="http://schemas.microsoft.com/office/powerpoint/2010/main" val="2617873"/>
              </p:ext>
            </p:extLst>
          </p:nvPr>
        </p:nvGraphicFramePr>
        <p:xfrm>
          <a:off x="1698625" y="5456238"/>
          <a:ext cx="4991100" cy="609600"/>
        </p:xfrm>
        <a:graphic>
          <a:graphicData uri="http://schemas.openxmlformats.org/presentationml/2006/ole">
            <mc:AlternateContent xmlns:mc="http://schemas.openxmlformats.org/markup-compatibility/2006">
              <mc:Choice xmlns:v="urn:schemas-microsoft-com:vml" Requires="v">
                <p:oleObj name="Equation" r:id="rId3" imgW="4991040" imgH="609480" progId="Equation.DSMT4">
                  <p:embed/>
                </p:oleObj>
              </mc:Choice>
              <mc:Fallback>
                <p:oleObj name="Equation" r:id="rId3" imgW="4991040" imgH="609480" progId="Equation.DSMT4">
                  <p:embed/>
                  <p:pic>
                    <p:nvPicPr>
                      <p:cNvPr id="0" name=""/>
                      <p:cNvPicPr/>
                      <p:nvPr/>
                    </p:nvPicPr>
                    <p:blipFill>
                      <a:blip r:embed="rId4"/>
                      <a:stretch>
                        <a:fillRect/>
                      </a:stretch>
                    </p:blipFill>
                    <p:spPr>
                      <a:xfrm>
                        <a:off x="1698625" y="5456238"/>
                        <a:ext cx="4991100" cy="60960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38A99DF0-CEF7-487F-966C-2FCCA50B780F}"/>
              </a:ext>
            </a:extLst>
          </p:cNvPr>
          <p:cNvSpPr>
            <a:spLocks noGrp="1"/>
          </p:cNvSpPr>
          <p:nvPr>
            <p:ph sz="quarter" idx="19"/>
          </p:nvPr>
        </p:nvSpPr>
        <p:spPr>
          <a:xfrm>
            <a:off x="342900" y="6135328"/>
            <a:ext cx="8122673" cy="403122"/>
          </a:xfrm>
        </p:spPr>
        <p:txBody>
          <a:bodyPr/>
          <a:lstStyle/>
          <a:p>
            <a:r>
              <a:rPr lang="en-US" sz="2000" dirty="0"/>
              <a:t>Ninety percent of the cars will be finished in 34.4 minutes or less.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36</a:t>
            </a:fld>
            <a:endParaRPr lang="en-US"/>
          </a:p>
        </p:txBody>
      </p:sp>
    </p:spTree>
    <p:extLst>
      <p:ext uri="{BB962C8B-B14F-4D97-AF65-F5344CB8AC3E}">
        <p14:creationId xmlns:p14="http://schemas.microsoft.com/office/powerpoint/2010/main" val="5918828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122674" cy="903231"/>
          </a:xfrm>
        </p:spPr>
        <p:txBody>
          <a:bodyPr/>
          <a:lstStyle/>
          <a:p>
            <a:r>
              <a:rPr lang="en-US" sz="3600" dirty="0"/>
              <a:t>Example: Service Times </a:t>
            </a:r>
            <a:r>
              <a:rPr lang="en-US" sz="1000" b="0" dirty="0"/>
              <a:t>5</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642554" y="58994"/>
            <a:ext cx="462116" cy="1189702"/>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219200"/>
            <a:ext cx="8122674" cy="914400"/>
          </a:xfrm>
        </p:spPr>
        <p:txBody>
          <a:bodyPr/>
          <a:lstStyle/>
          <a:p>
            <a:r>
              <a:rPr lang="en-US" sz="1800" b="1" dirty="0"/>
              <a:t>Problem #4: The manager wants to be able to service 80 percent of the vehicles within 30 minutes. What must the mean service time be to accomplish this goal?</a:t>
            </a:r>
          </a:p>
        </p:txBody>
      </p:sp>
      <p:sp>
        <p:nvSpPr>
          <p:cNvPr id="7" name="Content Placeholder 6">
            <a:extLst>
              <a:ext uri="{FF2B5EF4-FFF2-40B4-BE49-F238E27FC236}">
                <a16:creationId xmlns:a16="http://schemas.microsoft.com/office/drawing/2014/main" id="{21EC624A-FDD3-49B4-BA16-D4A15BA38142}"/>
              </a:ext>
            </a:extLst>
          </p:cNvPr>
          <p:cNvSpPr>
            <a:spLocks noGrp="1"/>
          </p:cNvSpPr>
          <p:nvPr>
            <p:ph sz="quarter" idx="15"/>
          </p:nvPr>
        </p:nvSpPr>
        <p:spPr>
          <a:xfrm>
            <a:off x="342900" y="2182762"/>
            <a:ext cx="8122674" cy="344130"/>
          </a:xfrm>
        </p:spPr>
        <p:txBody>
          <a:bodyPr/>
          <a:lstStyle/>
          <a:p>
            <a:pPr marL="292608" indent="-292608">
              <a:buFont typeface="Arial" panose="020B0604020202020204" pitchFamily="34" charset="0"/>
              <a:buChar char="•"/>
            </a:pPr>
            <a:r>
              <a:rPr lang="en-US" sz="1800" b="1" dirty="0"/>
              <a:t>Steps 1 and 2: </a:t>
            </a:r>
            <a:r>
              <a:rPr lang="en-US" sz="1800" dirty="0"/>
              <a:t>Draw a curve and shade the desired area.</a:t>
            </a:r>
          </a:p>
        </p:txBody>
      </p:sp>
      <p:pic>
        <p:nvPicPr>
          <p:cNvPr id="27" name="Picture 26" descr="A normal distribution curve.">
            <a:extLst>
              <a:ext uri="{FF2B5EF4-FFF2-40B4-BE49-F238E27FC236}">
                <a16:creationId xmlns:a16="http://schemas.microsoft.com/office/drawing/2014/main" id="{F42040E6-6D64-438C-9664-CFE6D0E5F614}"/>
              </a:ext>
            </a:extLst>
          </p:cNvPr>
          <p:cNvPicPr>
            <a:picLocks noChangeAspect="1"/>
          </p:cNvPicPr>
          <p:nvPr/>
        </p:nvPicPr>
        <p:blipFill>
          <a:blip r:embed="rId2"/>
          <a:stretch>
            <a:fillRect/>
          </a:stretch>
        </p:blipFill>
        <p:spPr>
          <a:xfrm>
            <a:off x="2472882" y="2614682"/>
            <a:ext cx="3647628" cy="1500194"/>
          </a:xfrm>
          <a:prstGeom prst="rect">
            <a:avLst/>
          </a:prstGeom>
        </p:spPr>
      </p:pic>
      <p:sp>
        <p:nvSpPr>
          <p:cNvPr id="8" name="Content Placeholder 8">
            <a:extLst>
              <a:ext uri="{FF2B5EF4-FFF2-40B4-BE49-F238E27FC236}">
                <a16:creationId xmlns:a16="http://schemas.microsoft.com/office/drawing/2014/main" id="{1C704D18-C4E7-486A-B696-BC75AB49CD8E}"/>
              </a:ext>
            </a:extLst>
          </p:cNvPr>
          <p:cNvSpPr>
            <a:spLocks noGrp="1"/>
          </p:cNvSpPr>
          <p:nvPr>
            <p:ph sz="quarter" idx="16"/>
          </p:nvPr>
        </p:nvSpPr>
        <p:spPr>
          <a:xfrm>
            <a:off x="342900" y="4207583"/>
            <a:ext cx="8122673" cy="639099"/>
          </a:xfrm>
        </p:spPr>
        <p:txBody>
          <a:bodyPr/>
          <a:lstStyle/>
          <a:p>
            <a:pPr marL="292608" indent="-292608">
              <a:buFont typeface="Arial" panose="020B0604020202020204" pitchFamily="34" charset="0"/>
              <a:buChar char="•"/>
            </a:pPr>
            <a:r>
              <a:rPr lang="en-US" sz="1800" b="1" dirty="0"/>
              <a:t>Step 3:</a:t>
            </a:r>
            <a:r>
              <a:rPr lang="en-US" sz="1800" dirty="0"/>
              <a:t> Use tables or Excel to Find </a:t>
            </a:r>
            <a:r>
              <a:rPr lang="en-US" sz="1800" i="1" dirty="0"/>
              <a:t>z</a:t>
            </a:r>
            <a:r>
              <a:rPr lang="en-US" sz="1800" dirty="0"/>
              <a:t> = 0.84 (approximately) for an upper tail area of .20 (lower tail area of .80).</a:t>
            </a:r>
          </a:p>
        </p:txBody>
      </p:sp>
      <p:sp>
        <p:nvSpPr>
          <p:cNvPr id="9" name="Content Placeholder 9">
            <a:extLst>
              <a:ext uri="{FF2B5EF4-FFF2-40B4-BE49-F238E27FC236}">
                <a16:creationId xmlns:a16="http://schemas.microsoft.com/office/drawing/2014/main" id="{BF7C9A8A-8B10-46CE-8EE0-ECED30E3F9BB}"/>
              </a:ext>
            </a:extLst>
          </p:cNvPr>
          <p:cNvSpPr>
            <a:spLocks noGrp="1"/>
          </p:cNvSpPr>
          <p:nvPr>
            <p:ph sz="quarter" idx="17"/>
          </p:nvPr>
        </p:nvSpPr>
        <p:spPr>
          <a:xfrm>
            <a:off x="342901" y="4954836"/>
            <a:ext cx="1328584" cy="393291"/>
          </a:xfrm>
        </p:spPr>
        <p:txBody>
          <a:bodyPr/>
          <a:lstStyle/>
          <a:p>
            <a:pPr marL="292608" indent="-292608">
              <a:buFont typeface="Arial" panose="020B0604020202020204" pitchFamily="34" charset="0"/>
              <a:buChar char="•"/>
            </a:pPr>
            <a:r>
              <a:rPr lang="en-US" sz="2000" b="1" dirty="0"/>
              <a:t>Step 4:</a:t>
            </a:r>
            <a:endParaRPr lang="en-US" sz="2000" dirty="0"/>
          </a:p>
        </p:txBody>
      </p:sp>
      <p:graphicFrame>
        <p:nvGraphicFramePr>
          <p:cNvPr id="28" name="Object 27">
            <a:extLst>
              <a:ext uri="{FF2B5EF4-FFF2-40B4-BE49-F238E27FC236}">
                <a16:creationId xmlns:a16="http://schemas.microsoft.com/office/drawing/2014/main" id="{80CB2E18-7538-4894-9672-15D6EC8417DE}"/>
              </a:ext>
            </a:extLst>
          </p:cNvPr>
          <p:cNvGraphicFramePr>
            <a:graphicFrameLocks noChangeAspect="1"/>
          </p:cNvGraphicFramePr>
          <p:nvPr>
            <p:extLst>
              <p:ext uri="{D42A27DB-BD31-4B8C-83A1-F6EECF244321}">
                <p14:modId xmlns:p14="http://schemas.microsoft.com/office/powerpoint/2010/main" val="1520413937"/>
              </p:ext>
            </p:extLst>
          </p:nvPr>
        </p:nvGraphicFramePr>
        <p:xfrm>
          <a:off x="1713063" y="4860502"/>
          <a:ext cx="5461000" cy="571500"/>
        </p:xfrm>
        <a:graphic>
          <a:graphicData uri="http://schemas.openxmlformats.org/presentationml/2006/ole">
            <mc:AlternateContent xmlns:mc="http://schemas.openxmlformats.org/markup-compatibility/2006">
              <mc:Choice xmlns:v="urn:schemas-microsoft-com:vml" Requires="v">
                <p:oleObj name="Equation" r:id="rId3" imgW="5460840" imgH="571320" progId="Equation.DSMT4">
                  <p:embed/>
                </p:oleObj>
              </mc:Choice>
              <mc:Fallback>
                <p:oleObj name="Equation" r:id="rId3" imgW="5460840" imgH="571320" progId="Equation.DSMT4">
                  <p:embed/>
                  <p:pic>
                    <p:nvPicPr>
                      <p:cNvPr id="28" name="Object 27">
                        <a:extLst>
                          <a:ext uri="{FF2B5EF4-FFF2-40B4-BE49-F238E27FC236}">
                            <a16:creationId xmlns:a16="http://schemas.microsoft.com/office/drawing/2014/main" id="{80CB2E18-7538-4894-9672-15D6EC8417DE}"/>
                          </a:ext>
                        </a:extLst>
                      </p:cNvPr>
                      <p:cNvPicPr/>
                      <p:nvPr/>
                    </p:nvPicPr>
                    <p:blipFill>
                      <a:blip r:embed="rId4"/>
                      <a:stretch>
                        <a:fillRect/>
                      </a:stretch>
                    </p:blipFill>
                    <p:spPr>
                      <a:xfrm>
                        <a:off x="1713063" y="4860502"/>
                        <a:ext cx="5461000" cy="5715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C5602F92-DDA4-4214-BD9F-FDD73157C7C5}"/>
              </a:ext>
            </a:extLst>
          </p:cNvPr>
          <p:cNvGraphicFramePr>
            <a:graphicFrameLocks noChangeAspect="1"/>
          </p:cNvGraphicFramePr>
          <p:nvPr>
            <p:extLst>
              <p:ext uri="{D42A27DB-BD31-4B8C-83A1-F6EECF244321}">
                <p14:modId xmlns:p14="http://schemas.microsoft.com/office/powerpoint/2010/main" val="2562597235"/>
              </p:ext>
            </p:extLst>
          </p:nvPr>
        </p:nvGraphicFramePr>
        <p:xfrm>
          <a:off x="1700213" y="5486400"/>
          <a:ext cx="2235200" cy="279400"/>
        </p:xfrm>
        <a:graphic>
          <a:graphicData uri="http://schemas.openxmlformats.org/presentationml/2006/ole">
            <mc:AlternateContent xmlns:mc="http://schemas.openxmlformats.org/markup-compatibility/2006">
              <mc:Choice xmlns:v="urn:schemas-microsoft-com:vml" Requires="v">
                <p:oleObj name="Equation" r:id="rId5" imgW="2234880" imgH="279360" progId="Equation.DSMT4">
                  <p:embed/>
                </p:oleObj>
              </mc:Choice>
              <mc:Fallback>
                <p:oleObj name="Equation" r:id="rId5" imgW="2234880" imgH="279360" progId="Equation.DSMT4">
                  <p:embed/>
                  <p:pic>
                    <p:nvPicPr>
                      <p:cNvPr id="0" name=""/>
                      <p:cNvPicPr/>
                      <p:nvPr/>
                    </p:nvPicPr>
                    <p:blipFill>
                      <a:blip r:embed="rId6"/>
                      <a:stretch>
                        <a:fillRect/>
                      </a:stretch>
                    </p:blipFill>
                    <p:spPr>
                      <a:xfrm>
                        <a:off x="1700213" y="5486400"/>
                        <a:ext cx="2235200" cy="279400"/>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38A99DF0-CEF7-487F-966C-2FCCA50B780F}"/>
              </a:ext>
            </a:extLst>
          </p:cNvPr>
          <p:cNvSpPr>
            <a:spLocks noGrp="1"/>
          </p:cNvSpPr>
          <p:nvPr>
            <p:ph sz="quarter" idx="19"/>
          </p:nvPr>
        </p:nvSpPr>
        <p:spPr>
          <a:xfrm>
            <a:off x="342900" y="5787089"/>
            <a:ext cx="8122673" cy="545247"/>
          </a:xfrm>
        </p:spPr>
        <p:txBody>
          <a:bodyPr/>
          <a:lstStyle/>
          <a:p>
            <a:r>
              <a:rPr lang="en-US" sz="1600" dirty="0"/>
              <a:t>The mean service time would have to be 25.8 minutes to ensure that 80 percent are serviced within 30 minutes.</a:t>
            </a:r>
          </a:p>
        </p:txBody>
      </p:sp>
      <p:sp>
        <p:nvSpPr>
          <p:cNvPr id="5" name="Text Placeholder 14">
            <a:extLst>
              <a:ext uri="{FF2B5EF4-FFF2-40B4-BE49-F238E27FC236}">
                <a16:creationId xmlns:a16="http://schemas.microsoft.com/office/drawing/2014/main" id="{9ED56967-1332-8705-1B85-66D6EC10376F}"/>
              </a:ext>
            </a:extLst>
          </p:cNvPr>
          <p:cNvSpPr>
            <a:spLocks noGrp="1"/>
          </p:cNvSpPr>
          <p:nvPr>
            <p:ph type="body" sz="quarter" idx="12"/>
          </p:nvPr>
        </p:nvSpPr>
        <p:spPr>
          <a:xfrm>
            <a:off x="2971557" y="6380145"/>
            <a:ext cx="3200885" cy="190500"/>
          </a:xfrm>
        </p:spPr>
        <p:txBody>
          <a:bodyPr anchor="ctr"/>
          <a:lstStyle/>
          <a:p>
            <a:r>
              <a:rPr lang="en-US" sz="1200" dirty="0">
                <a:hlinkClick r:id="rId7"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37</a:t>
            </a:fld>
            <a:endParaRPr lang="en-US"/>
          </a:p>
        </p:txBody>
      </p:sp>
    </p:spTree>
    <p:extLst>
      <p:ext uri="{BB962C8B-B14F-4D97-AF65-F5344CB8AC3E}">
        <p14:creationId xmlns:p14="http://schemas.microsoft.com/office/powerpoint/2010/main" val="3060385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200" dirty="0"/>
              <a:t>Normal Approximation to the Binomial </a:t>
            </a:r>
            <a:r>
              <a:rPr lang="en-US" sz="10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3728" y="63911"/>
            <a:ext cx="530942" cy="1193389"/>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081547"/>
            <a:ext cx="8014519" cy="3515853"/>
          </a:xfrm>
        </p:spPr>
        <p:txBody>
          <a:bodyPr/>
          <a:lstStyle/>
          <a:p>
            <a:pPr marL="292608" indent="-292608">
              <a:buFont typeface="Arial" panose="020B0604020202020204" pitchFamily="34" charset="0"/>
              <a:buChar char="•"/>
            </a:pPr>
            <a:r>
              <a:rPr lang="en-US" dirty="0">
                <a:solidFill>
                  <a:schemeClr val="tx1"/>
                </a:solidFill>
              </a:rPr>
              <a:t>Binomial probabilities can be difficult to calculate when </a:t>
            </a:r>
            <a:r>
              <a:rPr lang="en-US" i="1" dirty="0">
                <a:solidFill>
                  <a:schemeClr val="tx1"/>
                </a:solidFill>
              </a:rPr>
              <a:t>n</a:t>
            </a:r>
            <a:r>
              <a:rPr lang="en-US" dirty="0">
                <a:solidFill>
                  <a:schemeClr val="tx1"/>
                </a:solidFill>
              </a:rPr>
              <a:t> is large.</a:t>
            </a:r>
          </a:p>
          <a:p>
            <a:pPr marL="292608" indent="-292608">
              <a:buFont typeface="Arial" panose="020B0604020202020204" pitchFamily="34" charset="0"/>
              <a:buChar char="•"/>
            </a:pPr>
            <a:r>
              <a:rPr lang="en-US" dirty="0">
                <a:solidFill>
                  <a:schemeClr val="tx1"/>
                </a:solidFill>
              </a:rPr>
              <a:t>Use a normal approximation to the binomial distribution.</a:t>
            </a:r>
          </a:p>
          <a:p>
            <a:pPr marL="292608" indent="-292608">
              <a:buFont typeface="Arial" panose="020B0604020202020204" pitchFamily="34" charset="0"/>
              <a:buChar char="•"/>
            </a:pPr>
            <a:r>
              <a:rPr lang="en-US" dirty="0">
                <a:solidFill>
                  <a:schemeClr val="tx1"/>
                </a:solidFill>
              </a:rPr>
              <a:t>The logic of this approximation is that as </a:t>
            </a:r>
            <a:r>
              <a:rPr lang="en-US" i="1" dirty="0">
                <a:solidFill>
                  <a:schemeClr val="tx1"/>
                </a:solidFill>
              </a:rPr>
              <a:t>n</a:t>
            </a:r>
            <a:r>
              <a:rPr lang="en-US" dirty="0">
                <a:solidFill>
                  <a:schemeClr val="tx1"/>
                </a:solidFill>
              </a:rPr>
              <a:t> becomes large, the discrete binomial bars become more like a smooth, continuous, normal curve.</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38</a:t>
            </a:fld>
            <a:endParaRPr lang="en-US"/>
          </a:p>
        </p:txBody>
      </p:sp>
    </p:spTree>
    <p:extLst>
      <p:ext uri="{BB962C8B-B14F-4D97-AF65-F5344CB8AC3E}">
        <p14:creationId xmlns:p14="http://schemas.microsoft.com/office/powerpoint/2010/main" val="3742938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899" y="192490"/>
            <a:ext cx="8063681" cy="903231"/>
          </a:xfrm>
        </p:spPr>
        <p:txBody>
          <a:bodyPr>
            <a:normAutofit/>
          </a:bodyPr>
          <a:lstStyle/>
          <a:p>
            <a:r>
              <a:rPr lang="en-US" sz="3200" dirty="0"/>
              <a:t>Normal Approximation to the Binomial </a:t>
            </a:r>
            <a:r>
              <a:rPr lang="en-US" sz="1000" b="0" dirty="0"/>
              <a:t>2</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39314" y="54080"/>
            <a:ext cx="570271" cy="1253610"/>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307690"/>
            <a:ext cx="8063680" cy="2408904"/>
          </a:xfrm>
        </p:spPr>
        <p:txBody>
          <a:bodyPr/>
          <a:lstStyle/>
          <a:p>
            <a:pPr marL="292608" indent="-292608">
              <a:buFont typeface="Arial" panose="020B0604020202020204" pitchFamily="34" charset="0"/>
              <a:buChar char="•"/>
            </a:pPr>
            <a:r>
              <a:rPr lang="en-US" dirty="0">
                <a:solidFill>
                  <a:schemeClr val="tx1"/>
                </a:solidFill>
              </a:rPr>
              <a:t>This figure illustrates the idea for 4, 16, and 64 flips of a fair coin with </a:t>
            </a:r>
            <a:r>
              <a:rPr lang="en-US" i="1" dirty="0">
                <a:solidFill>
                  <a:schemeClr val="tx1"/>
                </a:solidFill>
              </a:rPr>
              <a:t>X</a:t>
            </a:r>
            <a:r>
              <a:rPr lang="en-US" dirty="0">
                <a:solidFill>
                  <a:schemeClr val="tx1"/>
                </a:solidFill>
              </a:rPr>
              <a:t> defined as the number of heads in </a:t>
            </a:r>
            <a:r>
              <a:rPr lang="en-US" i="1" dirty="0">
                <a:solidFill>
                  <a:schemeClr val="tx1"/>
                </a:solidFill>
              </a:rPr>
              <a:t>n</a:t>
            </a:r>
            <a:r>
              <a:rPr lang="en-US" dirty="0">
                <a:solidFill>
                  <a:schemeClr val="tx1"/>
                </a:solidFill>
              </a:rPr>
              <a:t> tries.</a:t>
            </a:r>
          </a:p>
          <a:p>
            <a:pPr marL="292608" indent="-292608">
              <a:buFont typeface="Arial" panose="020B0604020202020204" pitchFamily="34" charset="0"/>
              <a:buChar char="•"/>
            </a:pPr>
            <a:r>
              <a:rPr lang="en-US" dirty="0">
                <a:solidFill>
                  <a:schemeClr val="tx1"/>
                </a:solidFill>
              </a:rPr>
              <a:t>As sample size increases, it becomes easier to visualize a smooth, bell-shaped curve overlaid on the bars.</a:t>
            </a:r>
          </a:p>
        </p:txBody>
      </p:sp>
      <p:sp>
        <p:nvSpPr>
          <p:cNvPr id="8" name="Content Placeholder 7">
            <a:extLst>
              <a:ext uri="{FF2B5EF4-FFF2-40B4-BE49-F238E27FC236}">
                <a16:creationId xmlns:a16="http://schemas.microsoft.com/office/drawing/2014/main" id="{3C66DBBC-AD2B-47C1-9EB5-1E2C2C4BA977}"/>
              </a:ext>
            </a:extLst>
          </p:cNvPr>
          <p:cNvSpPr>
            <a:spLocks noGrp="1"/>
          </p:cNvSpPr>
          <p:nvPr>
            <p:ph sz="quarter" idx="15"/>
          </p:nvPr>
        </p:nvSpPr>
        <p:spPr>
          <a:xfrm>
            <a:off x="342900" y="3844413"/>
            <a:ext cx="8152170" cy="452284"/>
          </a:xfrm>
        </p:spPr>
        <p:txBody>
          <a:bodyPr/>
          <a:lstStyle/>
          <a:p>
            <a:r>
              <a:rPr lang="en-US" b="1" dirty="0"/>
              <a:t>Binomial Approaches Normal as </a:t>
            </a:r>
            <a:r>
              <a:rPr lang="en-US" b="1" i="1" dirty="0"/>
              <a:t>n</a:t>
            </a:r>
            <a:r>
              <a:rPr lang="en-US" b="1" dirty="0"/>
              <a:t> Increases:</a:t>
            </a:r>
          </a:p>
        </p:txBody>
      </p:sp>
      <p:pic>
        <p:nvPicPr>
          <p:cNvPr id="26" name="Picture 25" descr="3 binomial probability histograms show that as n increases the distribution becomes more and more like a normal curve.">
            <a:extLst>
              <a:ext uri="{FF2B5EF4-FFF2-40B4-BE49-F238E27FC236}">
                <a16:creationId xmlns:a16="http://schemas.microsoft.com/office/drawing/2014/main" id="{4CEF4A02-54E8-4258-935A-5D34CE1AF9CF}"/>
              </a:ext>
            </a:extLst>
          </p:cNvPr>
          <p:cNvPicPr>
            <a:picLocks noChangeAspect="1"/>
          </p:cNvPicPr>
          <p:nvPr/>
        </p:nvPicPr>
        <p:blipFill>
          <a:blip r:embed="rId2"/>
          <a:stretch>
            <a:fillRect/>
          </a:stretch>
        </p:blipFill>
        <p:spPr>
          <a:xfrm>
            <a:off x="396099" y="4434348"/>
            <a:ext cx="8230313" cy="1792379"/>
          </a:xfrm>
          <a:prstGeom prst="rect">
            <a:avLst/>
          </a:prstGeom>
        </p:spPr>
      </p:pic>
      <p:sp>
        <p:nvSpPr>
          <p:cNvPr id="5" name="Text Placeholder 14">
            <a:extLst>
              <a:ext uri="{FF2B5EF4-FFF2-40B4-BE49-F238E27FC236}">
                <a16:creationId xmlns:a16="http://schemas.microsoft.com/office/drawing/2014/main" id="{786577F0-0F7B-81EF-203C-12FB780CED4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39</a:t>
            </a:fld>
            <a:endParaRPr lang="en-US"/>
          </a:p>
        </p:txBody>
      </p:sp>
    </p:spTree>
    <p:extLst>
      <p:ext uri="{BB962C8B-B14F-4D97-AF65-F5344CB8AC3E}">
        <p14:creationId xmlns:p14="http://schemas.microsoft.com/office/powerpoint/2010/main" val="1201124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065809" cy="903231"/>
          </a:xfrm>
        </p:spPr>
        <p:txBody>
          <a:bodyPr>
            <a:normAutofit/>
          </a:bodyPr>
          <a:lstStyle/>
          <a:p>
            <a:r>
              <a:rPr lang="en-US" sz="3200" dirty="0"/>
              <a:t>Normal Approximation to the Binomial </a:t>
            </a:r>
            <a:r>
              <a:rPr lang="en-US" sz="1000" b="0" dirty="0"/>
              <a:t>3</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626412" y="118249"/>
            <a:ext cx="411243" cy="1051711"/>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286458"/>
            <a:ext cx="3955723" cy="493253"/>
          </a:xfrm>
        </p:spPr>
        <p:txBody>
          <a:bodyPr/>
          <a:lstStyle/>
          <a:p>
            <a:pPr marL="292608" indent="-292608">
              <a:buFont typeface="Arial" panose="020B0604020202020204" pitchFamily="34" charset="0"/>
              <a:buChar char="•"/>
            </a:pPr>
            <a:r>
              <a:rPr lang="en-US" dirty="0">
                <a:solidFill>
                  <a:schemeClr val="tx1"/>
                </a:solidFill>
              </a:rPr>
              <a:t>As a rule of thumb, when</a:t>
            </a:r>
          </a:p>
        </p:txBody>
      </p:sp>
      <p:graphicFrame>
        <p:nvGraphicFramePr>
          <p:cNvPr id="22" name="Object 21">
            <a:extLst>
              <a:ext uri="{FF2B5EF4-FFF2-40B4-BE49-F238E27FC236}">
                <a16:creationId xmlns:a16="http://schemas.microsoft.com/office/drawing/2014/main" id="{20D96A7E-E143-49EC-B3A4-15AADA2996E5}"/>
              </a:ext>
            </a:extLst>
          </p:cNvPr>
          <p:cNvGraphicFramePr>
            <a:graphicFrameLocks noChangeAspect="1"/>
          </p:cNvGraphicFramePr>
          <p:nvPr>
            <p:extLst>
              <p:ext uri="{D42A27DB-BD31-4B8C-83A1-F6EECF244321}">
                <p14:modId xmlns:p14="http://schemas.microsoft.com/office/powerpoint/2010/main" val="4096805993"/>
              </p:ext>
            </p:extLst>
          </p:nvPr>
        </p:nvGraphicFramePr>
        <p:xfrm>
          <a:off x="4201365" y="1288707"/>
          <a:ext cx="3441700" cy="469900"/>
        </p:xfrm>
        <a:graphic>
          <a:graphicData uri="http://schemas.openxmlformats.org/presentationml/2006/ole">
            <mc:AlternateContent xmlns:mc="http://schemas.openxmlformats.org/markup-compatibility/2006">
              <mc:Choice xmlns:v="urn:schemas-microsoft-com:vml" Requires="v">
                <p:oleObj name="Equation" r:id="rId2" imgW="3441600" imgH="469800" progId="Equation.DSMT4">
                  <p:embed/>
                </p:oleObj>
              </mc:Choice>
              <mc:Fallback>
                <p:oleObj name="Equation" r:id="rId2" imgW="3441600" imgH="469800" progId="Equation.DSMT4">
                  <p:embed/>
                  <p:pic>
                    <p:nvPicPr>
                      <p:cNvPr id="0" name=""/>
                      <p:cNvPicPr/>
                      <p:nvPr/>
                    </p:nvPicPr>
                    <p:blipFill>
                      <a:blip r:embed="rId3"/>
                      <a:stretch>
                        <a:fillRect/>
                      </a:stretch>
                    </p:blipFill>
                    <p:spPr>
                      <a:xfrm>
                        <a:off x="4201365" y="1288707"/>
                        <a:ext cx="3441700" cy="4699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0" y="1729921"/>
            <a:ext cx="8046956" cy="805157"/>
          </a:xfrm>
        </p:spPr>
        <p:txBody>
          <a:bodyPr/>
          <a:lstStyle/>
          <a:p>
            <a:pPr marL="292608"/>
            <a:r>
              <a:rPr lang="en-US" dirty="0"/>
              <a:t>it is safe to use the normal approximation to the binomial distribution.</a:t>
            </a:r>
          </a:p>
        </p:txBody>
      </p:sp>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342900" y="2700106"/>
            <a:ext cx="8458200" cy="805157"/>
          </a:xfrm>
        </p:spPr>
        <p:txBody>
          <a:bodyPr/>
          <a:lstStyle/>
          <a:p>
            <a:pPr marL="292608" indent="-292608">
              <a:buFont typeface="Arial" panose="020B0604020202020204" pitchFamily="34" charset="0"/>
              <a:buChar char="•"/>
            </a:pPr>
            <a:r>
              <a:rPr lang="en-US" dirty="0"/>
              <a:t>In this case, the mean and standard deviation for the binomial distribution will be equal to the normal</a:t>
            </a:r>
          </a:p>
        </p:txBody>
      </p:sp>
      <p:graphicFrame>
        <p:nvGraphicFramePr>
          <p:cNvPr id="11" name="Object 10">
            <a:extLst>
              <a:ext uri="{FF2B5EF4-FFF2-40B4-BE49-F238E27FC236}">
                <a16:creationId xmlns:a16="http://schemas.microsoft.com/office/drawing/2014/main" id="{B9839AB2-992B-411F-B31E-334F43E16EA1}"/>
              </a:ext>
            </a:extLst>
          </p:cNvPr>
          <p:cNvGraphicFramePr>
            <a:graphicFrameLocks noChangeAspect="1"/>
          </p:cNvGraphicFramePr>
          <p:nvPr>
            <p:extLst>
              <p:ext uri="{D42A27DB-BD31-4B8C-83A1-F6EECF244321}">
                <p14:modId xmlns:p14="http://schemas.microsoft.com/office/powerpoint/2010/main" val="42030418"/>
              </p:ext>
            </p:extLst>
          </p:nvPr>
        </p:nvGraphicFramePr>
        <p:xfrm>
          <a:off x="7176809" y="3106188"/>
          <a:ext cx="1231900" cy="381000"/>
        </p:xfrm>
        <a:graphic>
          <a:graphicData uri="http://schemas.openxmlformats.org/presentationml/2006/ole">
            <mc:AlternateContent xmlns:mc="http://schemas.openxmlformats.org/markup-compatibility/2006">
              <mc:Choice xmlns:v="urn:schemas-microsoft-com:vml" Requires="v">
                <p:oleObj name="Equation" r:id="rId4" imgW="1231560" imgH="380880" progId="Equation.DSMT4">
                  <p:embed/>
                </p:oleObj>
              </mc:Choice>
              <mc:Fallback>
                <p:oleObj name="Equation" r:id="rId4" imgW="1231560" imgH="380880" progId="Equation.DSMT4">
                  <p:embed/>
                  <p:pic>
                    <p:nvPicPr>
                      <p:cNvPr id="0" name=""/>
                      <p:cNvPicPr/>
                      <p:nvPr/>
                    </p:nvPicPr>
                    <p:blipFill>
                      <a:blip r:embed="rId5"/>
                      <a:stretch>
                        <a:fillRect/>
                      </a:stretch>
                    </p:blipFill>
                    <p:spPr>
                      <a:xfrm>
                        <a:off x="7176809" y="3106188"/>
                        <a:ext cx="1231900" cy="3810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64682128-FE64-4D06-9656-4C52B2C18DBB}"/>
              </a:ext>
            </a:extLst>
          </p:cNvPr>
          <p:cNvSpPr>
            <a:spLocks noGrp="1"/>
          </p:cNvSpPr>
          <p:nvPr>
            <p:ph sz="quarter" idx="17"/>
          </p:nvPr>
        </p:nvSpPr>
        <p:spPr>
          <a:xfrm>
            <a:off x="342900" y="3480307"/>
            <a:ext cx="2381446" cy="450219"/>
          </a:xfrm>
        </p:spPr>
        <p:txBody>
          <a:bodyPr/>
          <a:lstStyle/>
          <a:p>
            <a:pPr marL="282575"/>
            <a:r>
              <a:rPr lang="en-US" dirty="0"/>
              <a:t>respectively.</a:t>
            </a:r>
          </a:p>
        </p:txBody>
      </p:sp>
      <p:graphicFrame>
        <p:nvGraphicFramePr>
          <p:cNvPr id="26" name="Object 25">
            <a:extLst>
              <a:ext uri="{FF2B5EF4-FFF2-40B4-BE49-F238E27FC236}">
                <a16:creationId xmlns:a16="http://schemas.microsoft.com/office/drawing/2014/main" id="{7E494D61-65F0-4ACE-B8F5-9D0FC8B64591}"/>
              </a:ext>
            </a:extLst>
          </p:cNvPr>
          <p:cNvGraphicFramePr>
            <a:graphicFrameLocks noChangeAspect="1"/>
          </p:cNvGraphicFramePr>
          <p:nvPr>
            <p:extLst>
              <p:ext uri="{D42A27DB-BD31-4B8C-83A1-F6EECF244321}">
                <p14:modId xmlns:p14="http://schemas.microsoft.com/office/powerpoint/2010/main" val="4208636272"/>
              </p:ext>
            </p:extLst>
          </p:nvPr>
        </p:nvGraphicFramePr>
        <p:xfrm>
          <a:off x="2885358" y="4205573"/>
          <a:ext cx="965200" cy="279400"/>
        </p:xfrm>
        <a:graphic>
          <a:graphicData uri="http://schemas.openxmlformats.org/presentationml/2006/ole">
            <mc:AlternateContent xmlns:mc="http://schemas.openxmlformats.org/markup-compatibility/2006">
              <mc:Choice xmlns:v="urn:schemas-microsoft-com:vml" Requires="v">
                <p:oleObj name="Equation" r:id="rId6" imgW="965160" imgH="279360" progId="Equation.DSMT4">
                  <p:embed/>
                </p:oleObj>
              </mc:Choice>
              <mc:Fallback>
                <p:oleObj name="Equation" r:id="rId6" imgW="965160" imgH="279360" progId="Equation.DSMT4">
                  <p:embed/>
                  <p:pic>
                    <p:nvPicPr>
                      <p:cNvPr id="0" name=""/>
                      <p:cNvPicPr/>
                      <p:nvPr/>
                    </p:nvPicPr>
                    <p:blipFill>
                      <a:blip r:embed="rId7"/>
                      <a:stretch>
                        <a:fillRect/>
                      </a:stretch>
                    </p:blipFill>
                    <p:spPr>
                      <a:xfrm>
                        <a:off x="2885358" y="4205573"/>
                        <a:ext cx="965200" cy="2794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F991C345-06B6-40AC-BD48-99A16409023A}"/>
              </a:ext>
            </a:extLst>
          </p:cNvPr>
          <p:cNvGraphicFramePr>
            <a:graphicFrameLocks noChangeAspect="1"/>
          </p:cNvGraphicFramePr>
          <p:nvPr>
            <p:extLst>
              <p:ext uri="{D42A27DB-BD31-4B8C-83A1-F6EECF244321}">
                <p14:modId xmlns:p14="http://schemas.microsoft.com/office/powerpoint/2010/main" val="1605256332"/>
              </p:ext>
            </p:extLst>
          </p:nvPr>
        </p:nvGraphicFramePr>
        <p:xfrm>
          <a:off x="2885358" y="4576710"/>
          <a:ext cx="2108200" cy="558800"/>
        </p:xfrm>
        <a:graphic>
          <a:graphicData uri="http://schemas.openxmlformats.org/presentationml/2006/ole">
            <mc:AlternateContent xmlns:mc="http://schemas.openxmlformats.org/markup-compatibility/2006">
              <mc:Choice xmlns:v="urn:schemas-microsoft-com:vml" Requires="v">
                <p:oleObj name="Equation" r:id="rId8" imgW="2108160" imgH="558720" progId="Equation.DSMT4">
                  <p:embed/>
                </p:oleObj>
              </mc:Choice>
              <mc:Fallback>
                <p:oleObj name="Equation" r:id="rId8" imgW="2108160" imgH="558720" progId="Equation.DSMT4">
                  <p:embed/>
                  <p:pic>
                    <p:nvPicPr>
                      <p:cNvPr id="0" name=""/>
                      <p:cNvPicPr/>
                      <p:nvPr/>
                    </p:nvPicPr>
                    <p:blipFill>
                      <a:blip r:embed="rId9"/>
                      <a:stretch>
                        <a:fillRect/>
                      </a:stretch>
                    </p:blipFill>
                    <p:spPr>
                      <a:xfrm>
                        <a:off x="2885358" y="4576710"/>
                        <a:ext cx="2108200" cy="5588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40</a:t>
            </a:fld>
            <a:endParaRPr lang="en-US"/>
          </a:p>
        </p:txBody>
      </p:sp>
    </p:spTree>
    <p:extLst>
      <p:ext uri="{BB962C8B-B14F-4D97-AF65-F5344CB8AC3E}">
        <p14:creationId xmlns:p14="http://schemas.microsoft.com/office/powerpoint/2010/main" val="1603749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Example: Coin Flips </a:t>
            </a:r>
            <a:r>
              <a:rPr lang="en-US" sz="10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190521"/>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8"/>
            <a:ext cx="8014518" cy="1317523"/>
          </a:xfrm>
        </p:spPr>
        <p:txBody>
          <a:bodyPr/>
          <a:lstStyle/>
          <a:p>
            <a:pPr marL="292608" indent="-292608">
              <a:buFont typeface="Arial" panose="020B0604020202020204" pitchFamily="34" charset="0"/>
              <a:buChar char="•"/>
            </a:pPr>
            <a:r>
              <a:rPr lang="en-US" dirty="0">
                <a:solidFill>
                  <a:schemeClr val="tx1"/>
                </a:solidFill>
              </a:rPr>
              <a:t>What is the probability of more than 17 heads in 32 flips of a fair coin?</a:t>
            </a:r>
          </a:p>
          <a:p>
            <a:pPr marL="292608" indent="-292608">
              <a:buFont typeface="Arial" panose="020B0604020202020204" pitchFamily="34" charset="0"/>
              <a:buChar char="•"/>
            </a:pPr>
            <a:r>
              <a:rPr lang="en-US" dirty="0">
                <a:solidFill>
                  <a:schemeClr val="tx1"/>
                </a:solidFill>
              </a:rPr>
              <a:t>In binomial terms, this would be</a:t>
            </a:r>
          </a:p>
        </p:txBody>
      </p:sp>
      <p:graphicFrame>
        <p:nvGraphicFramePr>
          <p:cNvPr id="25" name="Object 24">
            <a:extLst>
              <a:ext uri="{FF2B5EF4-FFF2-40B4-BE49-F238E27FC236}">
                <a16:creationId xmlns:a16="http://schemas.microsoft.com/office/drawing/2014/main" id="{2CF59F50-6A08-4695-AD23-9396D95C1BB1}"/>
              </a:ext>
            </a:extLst>
          </p:cNvPr>
          <p:cNvGraphicFramePr>
            <a:graphicFrameLocks noChangeAspect="1"/>
          </p:cNvGraphicFramePr>
          <p:nvPr>
            <p:extLst>
              <p:ext uri="{D42A27DB-BD31-4B8C-83A1-F6EECF244321}">
                <p14:modId xmlns:p14="http://schemas.microsoft.com/office/powerpoint/2010/main" val="2028829561"/>
              </p:ext>
            </p:extLst>
          </p:nvPr>
        </p:nvGraphicFramePr>
        <p:xfrm>
          <a:off x="696323" y="2458066"/>
          <a:ext cx="5105400" cy="342900"/>
        </p:xfrm>
        <a:graphic>
          <a:graphicData uri="http://schemas.openxmlformats.org/presentationml/2006/ole">
            <mc:AlternateContent xmlns:mc="http://schemas.openxmlformats.org/markup-compatibility/2006">
              <mc:Choice xmlns:v="urn:schemas-microsoft-com:vml" Requires="v">
                <p:oleObj name="Equation" r:id="rId2" imgW="5105160" imgH="342720" progId="Equation.DSMT4">
                  <p:embed/>
                </p:oleObj>
              </mc:Choice>
              <mc:Fallback>
                <p:oleObj name="Equation" r:id="rId2" imgW="5105160" imgH="342720" progId="Equation.DSMT4">
                  <p:embed/>
                  <p:pic>
                    <p:nvPicPr>
                      <p:cNvPr id="0" name=""/>
                      <p:cNvPicPr/>
                      <p:nvPr/>
                    </p:nvPicPr>
                    <p:blipFill>
                      <a:blip r:embed="rId3"/>
                      <a:stretch>
                        <a:fillRect/>
                      </a:stretch>
                    </p:blipFill>
                    <p:spPr>
                      <a:xfrm>
                        <a:off x="696323" y="2458066"/>
                        <a:ext cx="5105400" cy="3429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1" y="2905586"/>
            <a:ext cx="8014518" cy="437381"/>
          </a:xfrm>
        </p:spPr>
        <p:txBody>
          <a:bodyPr/>
          <a:lstStyle/>
          <a:p>
            <a:pPr marL="292608"/>
            <a:r>
              <a:rPr lang="en-US" dirty="0"/>
              <a:t>which would be a tedious sum even if we had a table.</a:t>
            </a:r>
          </a:p>
        </p:txBody>
      </p:sp>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342901" y="3392129"/>
            <a:ext cx="8014518" cy="452284"/>
          </a:xfrm>
        </p:spPr>
        <p:txBody>
          <a:bodyPr/>
          <a:lstStyle/>
          <a:p>
            <a:pPr marL="292608" indent="-292608">
              <a:buFont typeface="Arial" panose="020B0604020202020204" pitchFamily="34" charset="0"/>
              <a:buChar char="•"/>
            </a:pPr>
            <a:r>
              <a:rPr lang="en-US" dirty="0"/>
              <a:t>Could the normal approximation be used?</a:t>
            </a:r>
          </a:p>
        </p:txBody>
      </p:sp>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342901" y="3903408"/>
            <a:ext cx="2626442" cy="432618"/>
          </a:xfrm>
        </p:spPr>
        <p:txBody>
          <a:bodyPr/>
          <a:lstStyle/>
          <a:p>
            <a:pPr marL="292608" indent="-292608">
              <a:buFont typeface="Arial" panose="020B0604020202020204" pitchFamily="34" charset="0"/>
              <a:buChar char="•"/>
            </a:pPr>
            <a:r>
              <a:rPr lang="en-US" dirty="0"/>
              <a:t>With </a:t>
            </a:r>
            <a:r>
              <a:rPr lang="en-US" i="1" dirty="0"/>
              <a:t>n</a:t>
            </a:r>
            <a:r>
              <a:rPr lang="en-US" dirty="0"/>
              <a:t> = 32 and</a:t>
            </a:r>
          </a:p>
        </p:txBody>
      </p:sp>
      <p:graphicFrame>
        <p:nvGraphicFramePr>
          <p:cNvPr id="28" name="Object 27">
            <a:extLst>
              <a:ext uri="{FF2B5EF4-FFF2-40B4-BE49-F238E27FC236}">
                <a16:creationId xmlns:a16="http://schemas.microsoft.com/office/drawing/2014/main" id="{4E94CB2F-ADA1-4B00-ADCB-C6592F135D0B}"/>
              </a:ext>
            </a:extLst>
          </p:cNvPr>
          <p:cNvGraphicFramePr>
            <a:graphicFrameLocks noChangeAspect="1"/>
          </p:cNvGraphicFramePr>
          <p:nvPr>
            <p:extLst>
              <p:ext uri="{D42A27DB-BD31-4B8C-83A1-F6EECF244321}">
                <p14:modId xmlns:p14="http://schemas.microsoft.com/office/powerpoint/2010/main" val="1043301944"/>
              </p:ext>
            </p:extLst>
          </p:nvPr>
        </p:nvGraphicFramePr>
        <p:xfrm>
          <a:off x="3023215" y="3991233"/>
          <a:ext cx="977900" cy="330200"/>
        </p:xfrm>
        <a:graphic>
          <a:graphicData uri="http://schemas.openxmlformats.org/presentationml/2006/ole">
            <mc:AlternateContent xmlns:mc="http://schemas.openxmlformats.org/markup-compatibility/2006">
              <mc:Choice xmlns:v="urn:schemas-microsoft-com:vml" Requires="v">
                <p:oleObj name="Equation" r:id="rId4" imgW="977760" imgH="330120" progId="Equation.DSMT4">
                  <p:embed/>
                </p:oleObj>
              </mc:Choice>
              <mc:Fallback>
                <p:oleObj name="Equation" r:id="rId4" imgW="977760" imgH="330120" progId="Equation.DSMT4">
                  <p:embed/>
                  <p:pic>
                    <p:nvPicPr>
                      <p:cNvPr id="0" name=""/>
                      <p:cNvPicPr/>
                      <p:nvPr/>
                    </p:nvPicPr>
                    <p:blipFill>
                      <a:blip r:embed="rId5"/>
                      <a:stretch>
                        <a:fillRect/>
                      </a:stretch>
                    </p:blipFill>
                    <p:spPr>
                      <a:xfrm>
                        <a:off x="3023215" y="3991233"/>
                        <a:ext cx="977900" cy="3302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4054987" y="3903408"/>
            <a:ext cx="4302432" cy="418025"/>
          </a:xfrm>
        </p:spPr>
        <p:txBody>
          <a:bodyPr/>
          <a:lstStyle/>
          <a:p>
            <a:r>
              <a:rPr lang="en-US" dirty="0"/>
              <a:t>we clearly meet the</a:t>
            </a:r>
          </a:p>
        </p:txBody>
      </p:sp>
      <p:sp>
        <p:nvSpPr>
          <p:cNvPr id="9" name="Content Placeholder 8">
            <a:extLst>
              <a:ext uri="{FF2B5EF4-FFF2-40B4-BE49-F238E27FC236}">
                <a16:creationId xmlns:a16="http://schemas.microsoft.com/office/drawing/2014/main" id="{DC699309-D087-419B-BDB7-E1051675076E}"/>
              </a:ext>
            </a:extLst>
          </p:cNvPr>
          <p:cNvSpPr>
            <a:spLocks noGrp="1"/>
          </p:cNvSpPr>
          <p:nvPr>
            <p:ph sz="quarter" idx="19"/>
          </p:nvPr>
        </p:nvSpPr>
        <p:spPr>
          <a:xfrm>
            <a:off x="342901" y="4404855"/>
            <a:ext cx="2705100" cy="442451"/>
          </a:xfrm>
        </p:spPr>
        <p:txBody>
          <a:bodyPr/>
          <a:lstStyle/>
          <a:p>
            <a:pPr marL="292608"/>
            <a:r>
              <a:rPr lang="en-US" dirty="0"/>
              <a:t>requirement that</a:t>
            </a:r>
          </a:p>
        </p:txBody>
      </p:sp>
      <p:graphicFrame>
        <p:nvGraphicFramePr>
          <p:cNvPr id="29" name="Object 28">
            <a:extLst>
              <a:ext uri="{FF2B5EF4-FFF2-40B4-BE49-F238E27FC236}">
                <a16:creationId xmlns:a16="http://schemas.microsoft.com/office/drawing/2014/main" id="{539CBE18-2888-4E83-87F9-8CA2751573D1}"/>
              </a:ext>
            </a:extLst>
          </p:cNvPr>
          <p:cNvGraphicFramePr>
            <a:graphicFrameLocks noChangeAspect="1"/>
          </p:cNvGraphicFramePr>
          <p:nvPr>
            <p:extLst>
              <p:ext uri="{D42A27DB-BD31-4B8C-83A1-F6EECF244321}">
                <p14:modId xmlns:p14="http://schemas.microsoft.com/office/powerpoint/2010/main" val="490327253"/>
              </p:ext>
            </p:extLst>
          </p:nvPr>
        </p:nvGraphicFramePr>
        <p:xfrm>
          <a:off x="3088763" y="4415506"/>
          <a:ext cx="3175000" cy="431800"/>
        </p:xfrm>
        <a:graphic>
          <a:graphicData uri="http://schemas.openxmlformats.org/presentationml/2006/ole">
            <mc:AlternateContent xmlns:mc="http://schemas.openxmlformats.org/markup-compatibility/2006">
              <mc:Choice xmlns:v="urn:schemas-microsoft-com:vml" Requires="v">
                <p:oleObj name="Equation" r:id="rId6" imgW="3174840" imgH="431640" progId="Equation.DSMT4">
                  <p:embed/>
                </p:oleObj>
              </mc:Choice>
              <mc:Fallback>
                <p:oleObj name="Equation" r:id="rId6" imgW="3174840" imgH="431640" progId="Equation.DSMT4">
                  <p:embed/>
                  <p:pic>
                    <p:nvPicPr>
                      <p:cNvPr id="0" name=""/>
                      <p:cNvPicPr/>
                      <p:nvPr/>
                    </p:nvPicPr>
                    <p:blipFill>
                      <a:blip r:embed="rId7"/>
                      <a:stretch>
                        <a:fillRect/>
                      </a:stretch>
                    </p:blipFill>
                    <p:spPr>
                      <a:xfrm>
                        <a:off x="3088763" y="4415506"/>
                        <a:ext cx="3175000" cy="4318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41</a:t>
            </a:fld>
            <a:endParaRPr lang="en-US"/>
          </a:p>
        </p:txBody>
      </p:sp>
    </p:spTree>
    <p:extLst>
      <p:ext uri="{BB962C8B-B14F-4D97-AF65-F5344CB8AC3E}">
        <p14:creationId xmlns:p14="http://schemas.microsoft.com/office/powerpoint/2010/main" val="2022241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Example: Coin Flips </a:t>
            </a:r>
            <a:r>
              <a:rPr lang="en-US" sz="1000" b="0" dirty="0"/>
              <a:t>2</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63911"/>
            <a:ext cx="530942" cy="1206090"/>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8"/>
            <a:ext cx="8014518" cy="1602658"/>
          </a:xfrm>
        </p:spPr>
        <p:txBody>
          <a:bodyPr/>
          <a:lstStyle/>
          <a:p>
            <a:pPr marL="292608" indent="-292608">
              <a:buFont typeface="Arial" panose="020B0604020202020204" pitchFamily="34" charset="0"/>
              <a:buChar char="•"/>
            </a:pPr>
            <a:r>
              <a:rPr lang="en-US" dirty="0">
                <a:solidFill>
                  <a:schemeClr val="tx1"/>
                </a:solidFill>
              </a:rPr>
              <a:t>When translating a discrete scale into a continuous scale, we must be careful about individual points. The event “more than 17” actually falls halfway </a:t>
            </a:r>
            <a:r>
              <a:rPr lang="en-US" i="1" dirty="0">
                <a:solidFill>
                  <a:schemeClr val="tx1"/>
                </a:solidFill>
              </a:rPr>
              <a:t>between</a:t>
            </a:r>
            <a:r>
              <a:rPr lang="en-US" dirty="0">
                <a:solidFill>
                  <a:schemeClr val="tx1"/>
                </a:solidFill>
              </a:rPr>
              <a:t> 17 and 18 on a discrete scale.</a:t>
            </a:r>
          </a:p>
        </p:txBody>
      </p:sp>
      <p:graphicFrame>
        <p:nvGraphicFramePr>
          <p:cNvPr id="5" name="Object 4">
            <a:extLst>
              <a:ext uri="{FF2B5EF4-FFF2-40B4-BE49-F238E27FC236}">
                <a16:creationId xmlns:a16="http://schemas.microsoft.com/office/drawing/2014/main" id="{42451D11-47F8-4BF9-9956-7FD01EC88BBD}"/>
              </a:ext>
            </a:extLst>
          </p:cNvPr>
          <p:cNvGraphicFramePr>
            <a:graphicFrameLocks noChangeAspect="1"/>
          </p:cNvGraphicFramePr>
          <p:nvPr>
            <p:extLst>
              <p:ext uri="{D42A27DB-BD31-4B8C-83A1-F6EECF244321}">
                <p14:modId xmlns:p14="http://schemas.microsoft.com/office/powerpoint/2010/main" val="3584445845"/>
              </p:ext>
            </p:extLst>
          </p:nvPr>
        </p:nvGraphicFramePr>
        <p:xfrm>
          <a:off x="689875" y="2768600"/>
          <a:ext cx="4876800" cy="342900"/>
        </p:xfrm>
        <a:graphic>
          <a:graphicData uri="http://schemas.openxmlformats.org/presentationml/2006/ole">
            <mc:AlternateContent xmlns:mc="http://schemas.openxmlformats.org/markup-compatibility/2006">
              <mc:Choice xmlns:v="urn:schemas-microsoft-com:vml" Requires="v">
                <p:oleObj name="Equation" r:id="rId2" imgW="4876560" imgH="342720" progId="Equation.DSMT4">
                  <p:embed/>
                </p:oleObj>
              </mc:Choice>
              <mc:Fallback>
                <p:oleObj name="Equation" r:id="rId2" imgW="4876560" imgH="342720" progId="Equation.DSMT4">
                  <p:embed/>
                  <p:pic>
                    <p:nvPicPr>
                      <p:cNvPr id="0" name=""/>
                      <p:cNvPicPr/>
                      <p:nvPr/>
                    </p:nvPicPr>
                    <p:blipFill>
                      <a:blip r:embed="rId3"/>
                      <a:stretch>
                        <a:fillRect/>
                      </a:stretch>
                    </p:blipFill>
                    <p:spPr>
                      <a:xfrm>
                        <a:off x="689875" y="2768600"/>
                        <a:ext cx="4876800" cy="342900"/>
                      </a:xfrm>
                      <a:prstGeom prst="rect">
                        <a:avLst/>
                      </a:prstGeom>
                    </p:spPr>
                  </p:pic>
                </p:oleObj>
              </mc:Fallback>
            </mc:AlternateContent>
          </a:graphicData>
        </a:graphic>
      </p:graphicFrame>
      <p:pic>
        <p:nvPicPr>
          <p:cNvPr id="6" name="Picture 5" descr="Histogram showing a normal approximation to calculate the probability that X is 18 or more. All bars above X = 18 and greater are highlighted yellow.">
            <a:extLst>
              <a:ext uri="{FF2B5EF4-FFF2-40B4-BE49-F238E27FC236}">
                <a16:creationId xmlns:a16="http://schemas.microsoft.com/office/drawing/2014/main" id="{37821811-6FE5-4D9D-B061-75C79F1F98DB}"/>
              </a:ext>
            </a:extLst>
          </p:cNvPr>
          <p:cNvPicPr>
            <a:picLocks noChangeAspect="1"/>
          </p:cNvPicPr>
          <p:nvPr/>
        </p:nvPicPr>
        <p:blipFill>
          <a:blip r:embed="rId4"/>
          <a:stretch>
            <a:fillRect/>
          </a:stretch>
        </p:blipFill>
        <p:spPr>
          <a:xfrm>
            <a:off x="2226383" y="3353183"/>
            <a:ext cx="4691234" cy="2769249"/>
          </a:xfrm>
          <a:prstGeom prst="rect">
            <a:avLst/>
          </a:prstGeom>
        </p:spPr>
      </p:pic>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42</a:t>
            </a:fld>
            <a:endParaRPr lang="en-US"/>
          </a:p>
        </p:txBody>
      </p:sp>
    </p:spTree>
    <p:extLst>
      <p:ext uri="{BB962C8B-B14F-4D97-AF65-F5344CB8AC3E}">
        <p14:creationId xmlns:p14="http://schemas.microsoft.com/office/powerpoint/2010/main" val="17448334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1A33B-C38C-4B84-967C-180CECF39145}"/>
              </a:ext>
            </a:extLst>
          </p:cNvPr>
          <p:cNvSpPr>
            <a:spLocks noGrp="1"/>
          </p:cNvSpPr>
          <p:nvPr>
            <p:ph type="title"/>
          </p:nvPr>
        </p:nvSpPr>
        <p:spPr>
          <a:xfrm>
            <a:off x="342900" y="134820"/>
            <a:ext cx="6072890" cy="826841"/>
          </a:xfrm>
        </p:spPr>
        <p:txBody>
          <a:bodyPr/>
          <a:lstStyle/>
          <a:p>
            <a:r>
              <a:rPr lang="en-US" sz="3600" dirty="0"/>
              <a:t>Example: Coin Flips </a:t>
            </a:r>
            <a:r>
              <a:rPr lang="en-US" sz="1000" b="0" dirty="0"/>
              <a:t>3</a:t>
            </a:r>
            <a:endParaRPr lang="en-US" dirty="0"/>
          </a:p>
        </p:txBody>
      </p:sp>
      <p:sp>
        <p:nvSpPr>
          <p:cNvPr id="3" name="Content Placeholder 2">
            <a:extLst>
              <a:ext uri="{FF2B5EF4-FFF2-40B4-BE49-F238E27FC236}">
                <a16:creationId xmlns:a16="http://schemas.microsoft.com/office/drawing/2014/main" id="{6C8954B6-E2F1-4140-88B2-32129F6DB63C}"/>
              </a:ext>
            </a:extLst>
          </p:cNvPr>
          <p:cNvSpPr>
            <a:spLocks noGrp="1"/>
          </p:cNvSpPr>
          <p:nvPr>
            <p:ph sz="quarter" idx="11"/>
          </p:nvPr>
        </p:nvSpPr>
        <p:spPr>
          <a:xfrm>
            <a:off x="8672503" y="52811"/>
            <a:ext cx="436589" cy="1271618"/>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CCB417F9-2190-48FF-96D1-688088AB608A}"/>
              </a:ext>
            </a:extLst>
          </p:cNvPr>
          <p:cNvSpPr>
            <a:spLocks noGrp="1"/>
          </p:cNvSpPr>
          <p:nvPr>
            <p:ph sz="quarter" idx="14"/>
          </p:nvPr>
        </p:nvSpPr>
        <p:spPr>
          <a:xfrm>
            <a:off x="342900" y="1079480"/>
            <a:ext cx="8036602" cy="1049123"/>
          </a:xfrm>
        </p:spPr>
        <p:txBody>
          <a:bodyPr/>
          <a:lstStyle/>
          <a:p>
            <a:pPr marL="292608" indent="-292608">
              <a:buFont typeface="Arial" panose="020B0604020202020204" pitchFamily="34" charset="0"/>
              <a:buChar char="•"/>
            </a:pPr>
            <a:r>
              <a:rPr lang="en-US" sz="2000" dirty="0">
                <a:solidFill>
                  <a:schemeClr val="tx1"/>
                </a:solidFill>
              </a:rPr>
              <a:t>You don’t need to draw the entire distribution. All you need is a little diagram (ignoring the low and high ends of the scale because they are not relevant) to show the event “more than 17” visually:</a:t>
            </a:r>
          </a:p>
        </p:txBody>
      </p:sp>
      <p:pic>
        <p:nvPicPr>
          <p:cNvPr id="25" name="Picture 24" descr="… 14 15 16 17 18 19 20 21 22 23… An arrow begins at 18 and points to the right.">
            <a:extLst>
              <a:ext uri="{FF2B5EF4-FFF2-40B4-BE49-F238E27FC236}">
                <a16:creationId xmlns:a16="http://schemas.microsoft.com/office/drawing/2014/main" id="{557B3942-7B5F-4A7E-9CE2-47323CEB0D56}"/>
              </a:ext>
            </a:extLst>
          </p:cNvPr>
          <p:cNvPicPr>
            <a:picLocks noChangeAspect="1"/>
          </p:cNvPicPr>
          <p:nvPr/>
        </p:nvPicPr>
        <p:blipFill>
          <a:blip r:embed="rId2"/>
          <a:stretch>
            <a:fillRect/>
          </a:stretch>
        </p:blipFill>
        <p:spPr>
          <a:xfrm>
            <a:off x="1344570" y="2209799"/>
            <a:ext cx="6011177" cy="640135"/>
          </a:xfrm>
          <a:prstGeom prst="rect">
            <a:avLst/>
          </a:prstGeom>
        </p:spPr>
      </p:pic>
      <p:sp>
        <p:nvSpPr>
          <p:cNvPr id="5" name="Content Placeholder 4">
            <a:extLst>
              <a:ext uri="{FF2B5EF4-FFF2-40B4-BE49-F238E27FC236}">
                <a16:creationId xmlns:a16="http://schemas.microsoft.com/office/drawing/2014/main" id="{DCB514E3-DAEC-4A36-9F78-37F74FF21530}"/>
              </a:ext>
            </a:extLst>
          </p:cNvPr>
          <p:cNvSpPr>
            <a:spLocks noGrp="1"/>
          </p:cNvSpPr>
          <p:nvPr>
            <p:ph sz="quarter" idx="15"/>
          </p:nvPr>
        </p:nvSpPr>
        <p:spPr>
          <a:xfrm>
            <a:off x="342900" y="2987094"/>
            <a:ext cx="7826739" cy="704598"/>
          </a:xfrm>
        </p:spPr>
        <p:txBody>
          <a:bodyPr/>
          <a:lstStyle/>
          <a:p>
            <a:pPr marL="292608" indent="-292608">
              <a:buFont typeface="Arial" panose="020B0604020202020204" pitchFamily="34" charset="0"/>
              <a:buChar char="•"/>
            </a:pPr>
            <a:r>
              <a:rPr lang="en-US" sz="2000" dirty="0"/>
              <a:t>If you make a diagram like this, you can </a:t>
            </a:r>
            <a:r>
              <a:rPr lang="en-US" sz="2000" i="1" dirty="0"/>
              <a:t>see</a:t>
            </a:r>
            <a:r>
              <a:rPr lang="en-US" sz="2000" dirty="0"/>
              <a:t> the correct cutoff point. Because the cutoff point for “more than 17” is halfway</a:t>
            </a:r>
          </a:p>
        </p:txBody>
      </p:sp>
      <p:sp>
        <p:nvSpPr>
          <p:cNvPr id="6" name="Content Placeholder 5">
            <a:extLst>
              <a:ext uri="{FF2B5EF4-FFF2-40B4-BE49-F238E27FC236}">
                <a16:creationId xmlns:a16="http://schemas.microsoft.com/office/drawing/2014/main" id="{7EB9695C-5632-4AF9-8D05-9A005D18308F}"/>
              </a:ext>
            </a:extLst>
          </p:cNvPr>
          <p:cNvSpPr>
            <a:spLocks noGrp="1"/>
          </p:cNvSpPr>
          <p:nvPr>
            <p:ph sz="quarter" idx="16"/>
          </p:nvPr>
        </p:nvSpPr>
        <p:spPr>
          <a:xfrm>
            <a:off x="342900" y="3738780"/>
            <a:ext cx="5952969" cy="332394"/>
          </a:xfrm>
        </p:spPr>
        <p:txBody>
          <a:bodyPr tIns="0"/>
          <a:lstStyle/>
          <a:p>
            <a:pPr marL="292608"/>
            <a:r>
              <a:rPr lang="en-US" sz="2000" dirty="0"/>
              <a:t>between 17 and 18, the normal approximation is</a:t>
            </a:r>
          </a:p>
        </p:txBody>
      </p:sp>
      <p:graphicFrame>
        <p:nvGraphicFramePr>
          <p:cNvPr id="26" name="Object 25">
            <a:extLst>
              <a:ext uri="{FF2B5EF4-FFF2-40B4-BE49-F238E27FC236}">
                <a16:creationId xmlns:a16="http://schemas.microsoft.com/office/drawing/2014/main" id="{C186F6EA-ABAC-48B3-9935-EB92C84ED944}"/>
              </a:ext>
            </a:extLst>
          </p:cNvPr>
          <p:cNvGraphicFramePr>
            <a:graphicFrameLocks noChangeAspect="1"/>
          </p:cNvGraphicFramePr>
          <p:nvPr>
            <p:extLst>
              <p:ext uri="{D42A27DB-BD31-4B8C-83A1-F6EECF244321}">
                <p14:modId xmlns:p14="http://schemas.microsoft.com/office/powerpoint/2010/main" val="1974393999"/>
              </p:ext>
            </p:extLst>
          </p:nvPr>
        </p:nvGraphicFramePr>
        <p:xfrm>
          <a:off x="6192222" y="3777873"/>
          <a:ext cx="1384300" cy="304800"/>
        </p:xfrm>
        <a:graphic>
          <a:graphicData uri="http://schemas.openxmlformats.org/presentationml/2006/ole">
            <mc:AlternateContent xmlns:mc="http://schemas.openxmlformats.org/markup-compatibility/2006">
              <mc:Choice xmlns:v="urn:schemas-microsoft-com:vml" Requires="v">
                <p:oleObj name="Equation" r:id="rId3" imgW="1384200" imgH="304560" progId="Equation.DSMT4">
                  <p:embed/>
                </p:oleObj>
              </mc:Choice>
              <mc:Fallback>
                <p:oleObj name="Equation" r:id="rId3" imgW="1384200" imgH="304560" progId="Equation.DSMT4">
                  <p:embed/>
                  <p:pic>
                    <p:nvPicPr>
                      <p:cNvPr id="0" name=""/>
                      <p:cNvPicPr/>
                      <p:nvPr/>
                    </p:nvPicPr>
                    <p:blipFill>
                      <a:blip r:embed="rId4"/>
                      <a:stretch>
                        <a:fillRect/>
                      </a:stretch>
                    </p:blipFill>
                    <p:spPr>
                      <a:xfrm>
                        <a:off x="6192222" y="3777873"/>
                        <a:ext cx="1384300" cy="3048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D23ADEBE-D7A5-4A27-A676-F73A58F985A7}"/>
              </a:ext>
            </a:extLst>
          </p:cNvPr>
          <p:cNvSpPr>
            <a:spLocks noGrp="1"/>
          </p:cNvSpPr>
          <p:nvPr>
            <p:ph sz="quarter" idx="17"/>
          </p:nvPr>
        </p:nvSpPr>
        <p:spPr>
          <a:xfrm>
            <a:off x="342900" y="4115519"/>
            <a:ext cx="8156523" cy="664715"/>
          </a:xfrm>
        </p:spPr>
        <p:txBody>
          <a:bodyPr tIns="0"/>
          <a:lstStyle/>
          <a:p>
            <a:pPr marL="292608"/>
            <a:r>
              <a:rPr lang="en-US" sz="2000" dirty="0"/>
              <a:t>The 0.5 is an adjustment called the </a:t>
            </a:r>
            <a:r>
              <a:rPr lang="en-US" sz="2000" b="1" dirty="0"/>
              <a:t>continuity correction</a:t>
            </a:r>
            <a:r>
              <a:rPr lang="en-US" sz="2000" dirty="0"/>
              <a:t>. The normal parameters are,</a:t>
            </a:r>
          </a:p>
        </p:txBody>
      </p:sp>
      <p:graphicFrame>
        <p:nvGraphicFramePr>
          <p:cNvPr id="27" name="Object 26">
            <a:extLst>
              <a:ext uri="{FF2B5EF4-FFF2-40B4-BE49-F238E27FC236}">
                <a16:creationId xmlns:a16="http://schemas.microsoft.com/office/drawing/2014/main" id="{BFAD09F5-C575-4DCC-AC13-F4DC88501D75}"/>
              </a:ext>
            </a:extLst>
          </p:cNvPr>
          <p:cNvGraphicFramePr>
            <a:graphicFrameLocks noChangeAspect="1"/>
          </p:cNvGraphicFramePr>
          <p:nvPr>
            <p:extLst>
              <p:ext uri="{D42A27DB-BD31-4B8C-83A1-F6EECF244321}">
                <p14:modId xmlns:p14="http://schemas.microsoft.com/office/powerpoint/2010/main" val="24739350"/>
              </p:ext>
            </p:extLst>
          </p:nvPr>
        </p:nvGraphicFramePr>
        <p:xfrm>
          <a:off x="1749425" y="5003800"/>
          <a:ext cx="2489200" cy="304800"/>
        </p:xfrm>
        <a:graphic>
          <a:graphicData uri="http://schemas.openxmlformats.org/presentationml/2006/ole">
            <mc:AlternateContent xmlns:mc="http://schemas.openxmlformats.org/markup-compatibility/2006">
              <mc:Choice xmlns:v="urn:schemas-microsoft-com:vml" Requires="v">
                <p:oleObj name="Equation" r:id="rId5" imgW="2489040" imgH="304560" progId="Equation.DSMT4">
                  <p:embed/>
                </p:oleObj>
              </mc:Choice>
              <mc:Fallback>
                <p:oleObj name="Equation" r:id="rId5" imgW="2489040" imgH="304560" progId="Equation.DSMT4">
                  <p:embed/>
                  <p:pic>
                    <p:nvPicPr>
                      <p:cNvPr id="25" name="Object 24">
                        <a:extLst>
                          <a:ext uri="{FF2B5EF4-FFF2-40B4-BE49-F238E27FC236}">
                            <a16:creationId xmlns:a16="http://schemas.microsoft.com/office/drawing/2014/main" id="{E971B113-09EA-4F47-91EC-C14177A450E8}"/>
                          </a:ext>
                        </a:extLst>
                      </p:cNvPr>
                      <p:cNvPicPr/>
                      <p:nvPr/>
                    </p:nvPicPr>
                    <p:blipFill>
                      <a:blip r:embed="rId6"/>
                      <a:stretch>
                        <a:fillRect/>
                      </a:stretch>
                    </p:blipFill>
                    <p:spPr>
                      <a:xfrm>
                        <a:off x="1749425" y="5003800"/>
                        <a:ext cx="2489200" cy="3048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88C15B98-FCB0-4AEF-9546-53DEAC09E32F}"/>
              </a:ext>
            </a:extLst>
          </p:cNvPr>
          <p:cNvGraphicFramePr>
            <a:graphicFrameLocks noChangeAspect="1"/>
          </p:cNvGraphicFramePr>
          <p:nvPr>
            <p:extLst>
              <p:ext uri="{D42A27DB-BD31-4B8C-83A1-F6EECF244321}">
                <p14:modId xmlns:p14="http://schemas.microsoft.com/office/powerpoint/2010/main" val="2700727641"/>
              </p:ext>
            </p:extLst>
          </p:nvPr>
        </p:nvGraphicFramePr>
        <p:xfrm>
          <a:off x="1762376" y="5456358"/>
          <a:ext cx="4965700" cy="444500"/>
        </p:xfrm>
        <a:graphic>
          <a:graphicData uri="http://schemas.openxmlformats.org/presentationml/2006/ole">
            <mc:AlternateContent xmlns:mc="http://schemas.openxmlformats.org/markup-compatibility/2006">
              <mc:Choice xmlns:v="urn:schemas-microsoft-com:vml" Requires="v">
                <p:oleObj name="Equation" r:id="rId7" imgW="4965480" imgH="444240" progId="Equation.DSMT4">
                  <p:embed/>
                </p:oleObj>
              </mc:Choice>
              <mc:Fallback>
                <p:oleObj name="Equation" r:id="rId7" imgW="4965480" imgH="444240" progId="Equation.DSMT4">
                  <p:embed/>
                  <p:pic>
                    <p:nvPicPr>
                      <p:cNvPr id="26" name="Object 25">
                        <a:extLst>
                          <a:ext uri="{FF2B5EF4-FFF2-40B4-BE49-F238E27FC236}">
                            <a16:creationId xmlns:a16="http://schemas.microsoft.com/office/drawing/2014/main" id="{7BBF454C-CAF6-42B2-B387-6D506900F44B}"/>
                          </a:ext>
                        </a:extLst>
                      </p:cNvPr>
                      <p:cNvPicPr/>
                      <p:nvPr/>
                    </p:nvPicPr>
                    <p:blipFill>
                      <a:blip r:embed="rId8"/>
                      <a:stretch>
                        <a:fillRect/>
                      </a:stretch>
                    </p:blipFill>
                    <p:spPr>
                      <a:xfrm>
                        <a:off x="1762376" y="5456358"/>
                        <a:ext cx="4965700" cy="4445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D898654D-D461-4CBF-AF7F-D201E0293AFF}"/>
              </a:ext>
            </a:extLst>
          </p:cNvPr>
          <p:cNvSpPr>
            <a:spLocks noGrp="1"/>
          </p:cNvSpPr>
          <p:nvPr>
            <p:ph type="sldNum" sz="quarter" idx="10"/>
          </p:nvPr>
        </p:nvSpPr>
        <p:spPr/>
        <p:txBody>
          <a:bodyPr/>
          <a:lstStyle/>
          <a:p>
            <a:fld id="{68151E55-6873-49E2-B8D5-2F265E6F1973}" type="slidenum">
              <a:rPr lang="en-US" smtClean="0"/>
              <a:t>43</a:t>
            </a:fld>
            <a:endParaRPr lang="en-US"/>
          </a:p>
        </p:txBody>
      </p:sp>
    </p:spTree>
    <p:extLst>
      <p:ext uri="{BB962C8B-B14F-4D97-AF65-F5344CB8AC3E}">
        <p14:creationId xmlns:p14="http://schemas.microsoft.com/office/powerpoint/2010/main" val="3059884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2F46A-8995-45FD-8536-287E477384CA}"/>
              </a:ext>
            </a:extLst>
          </p:cNvPr>
          <p:cNvSpPr>
            <a:spLocks noGrp="1"/>
          </p:cNvSpPr>
          <p:nvPr>
            <p:ph type="title"/>
          </p:nvPr>
        </p:nvSpPr>
        <p:spPr>
          <a:xfrm>
            <a:off x="342900" y="194781"/>
            <a:ext cx="6012930" cy="706920"/>
          </a:xfrm>
        </p:spPr>
        <p:txBody>
          <a:bodyPr/>
          <a:lstStyle/>
          <a:p>
            <a:r>
              <a:rPr lang="en-US" sz="3600" dirty="0"/>
              <a:t>Example: Coin Flips </a:t>
            </a:r>
            <a:r>
              <a:rPr lang="en-US" sz="1000" b="0" dirty="0"/>
              <a:t>4</a:t>
            </a:r>
            <a:endParaRPr lang="en-US" dirty="0"/>
          </a:p>
        </p:txBody>
      </p:sp>
      <p:sp>
        <p:nvSpPr>
          <p:cNvPr id="3" name="Content Placeholder 2">
            <a:extLst>
              <a:ext uri="{FF2B5EF4-FFF2-40B4-BE49-F238E27FC236}">
                <a16:creationId xmlns:a16="http://schemas.microsoft.com/office/drawing/2014/main" id="{94D32EB1-FA67-4273-9734-7A2473120CD6}"/>
              </a:ext>
            </a:extLst>
          </p:cNvPr>
          <p:cNvSpPr>
            <a:spLocks noGrp="1"/>
          </p:cNvSpPr>
          <p:nvPr>
            <p:ph sz="quarter" idx="11"/>
          </p:nvPr>
        </p:nvSpPr>
        <p:spPr>
          <a:xfrm>
            <a:off x="8662199" y="62265"/>
            <a:ext cx="451578" cy="1195035"/>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1A6A3447-8680-4D13-8E89-6E817DF10159}"/>
              </a:ext>
            </a:extLst>
          </p:cNvPr>
          <p:cNvSpPr>
            <a:spLocks noGrp="1"/>
          </p:cNvSpPr>
          <p:nvPr>
            <p:ph sz="quarter" idx="14"/>
          </p:nvPr>
        </p:nvSpPr>
        <p:spPr>
          <a:xfrm>
            <a:off x="342900" y="1087937"/>
            <a:ext cx="8133443" cy="785457"/>
          </a:xfrm>
        </p:spPr>
        <p:txBody>
          <a:bodyPr/>
          <a:lstStyle/>
          <a:p>
            <a:pPr marL="292608" indent="-292608">
              <a:buFont typeface="Arial" panose="020B0604020202020204" pitchFamily="34" charset="0"/>
              <a:buChar char="•"/>
            </a:pPr>
            <a:r>
              <a:rPr lang="en-US" sz="2000" dirty="0">
                <a:solidFill>
                  <a:schemeClr val="tx1"/>
                </a:solidFill>
              </a:rPr>
              <a:t>We then perform the usual standardizing transformation with the continuity-corrected </a:t>
            </a:r>
            <a:r>
              <a:rPr lang="en-US" sz="2000" i="1" dirty="0">
                <a:solidFill>
                  <a:schemeClr val="tx1"/>
                </a:solidFill>
              </a:rPr>
              <a:t>X</a:t>
            </a:r>
            <a:r>
              <a:rPr lang="en-US" sz="2000" dirty="0">
                <a:solidFill>
                  <a:schemeClr val="tx1"/>
                </a:solidFill>
              </a:rPr>
              <a:t>-value:</a:t>
            </a:r>
          </a:p>
        </p:txBody>
      </p:sp>
      <p:graphicFrame>
        <p:nvGraphicFramePr>
          <p:cNvPr id="18" name="Object 17">
            <a:extLst>
              <a:ext uri="{FF2B5EF4-FFF2-40B4-BE49-F238E27FC236}">
                <a16:creationId xmlns:a16="http://schemas.microsoft.com/office/drawing/2014/main" id="{37A598C3-FCDC-41A0-8ED3-44DDC4632650}"/>
              </a:ext>
            </a:extLst>
          </p:cNvPr>
          <p:cNvGraphicFramePr>
            <a:graphicFrameLocks noChangeAspect="1"/>
          </p:cNvGraphicFramePr>
          <p:nvPr>
            <p:extLst>
              <p:ext uri="{D42A27DB-BD31-4B8C-83A1-F6EECF244321}">
                <p14:modId xmlns:p14="http://schemas.microsoft.com/office/powerpoint/2010/main" val="963665047"/>
              </p:ext>
            </p:extLst>
          </p:nvPr>
        </p:nvGraphicFramePr>
        <p:xfrm>
          <a:off x="2898058" y="1848210"/>
          <a:ext cx="2692400" cy="609600"/>
        </p:xfrm>
        <a:graphic>
          <a:graphicData uri="http://schemas.openxmlformats.org/presentationml/2006/ole">
            <mc:AlternateContent xmlns:mc="http://schemas.openxmlformats.org/markup-compatibility/2006">
              <mc:Choice xmlns:v="urn:schemas-microsoft-com:vml" Requires="v">
                <p:oleObj name="Equation" r:id="rId2" imgW="2692080" imgH="609480" progId="Equation.DSMT4">
                  <p:embed/>
                </p:oleObj>
              </mc:Choice>
              <mc:Fallback>
                <p:oleObj name="Equation" r:id="rId2" imgW="2692080" imgH="609480" progId="Equation.DSMT4">
                  <p:embed/>
                  <p:pic>
                    <p:nvPicPr>
                      <p:cNvPr id="6" name="Object 5">
                        <a:extLst>
                          <a:ext uri="{FF2B5EF4-FFF2-40B4-BE49-F238E27FC236}">
                            <a16:creationId xmlns:a16="http://schemas.microsoft.com/office/drawing/2014/main" id="{8C8D31B9-E70C-49DD-9972-681D82E9AD1A}"/>
                          </a:ext>
                        </a:extLst>
                      </p:cNvPr>
                      <p:cNvPicPr/>
                      <p:nvPr/>
                    </p:nvPicPr>
                    <p:blipFill>
                      <a:blip r:embed="rId3"/>
                      <a:stretch>
                        <a:fillRect/>
                      </a:stretch>
                    </p:blipFill>
                    <p:spPr>
                      <a:xfrm>
                        <a:off x="2898058" y="1848210"/>
                        <a:ext cx="2692400" cy="6096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F6861C43-0FCA-4C39-9083-01480CC2BBA1}"/>
              </a:ext>
            </a:extLst>
          </p:cNvPr>
          <p:cNvSpPr>
            <a:spLocks noGrp="1"/>
          </p:cNvSpPr>
          <p:nvPr>
            <p:ph sz="quarter" idx="15"/>
          </p:nvPr>
        </p:nvSpPr>
        <p:spPr>
          <a:xfrm>
            <a:off x="342900" y="2755803"/>
            <a:ext cx="3561443" cy="393799"/>
          </a:xfrm>
        </p:spPr>
        <p:txBody>
          <a:bodyPr/>
          <a:lstStyle/>
          <a:p>
            <a:pPr marL="292608" indent="-292608">
              <a:buFont typeface="Arial" panose="020B0604020202020204" pitchFamily="34" charset="0"/>
              <a:buChar char="•"/>
            </a:pPr>
            <a:r>
              <a:rPr lang="en-US" sz="2000" dirty="0"/>
              <a:t>From Appendix C-1 we find</a:t>
            </a:r>
          </a:p>
        </p:txBody>
      </p:sp>
      <p:graphicFrame>
        <p:nvGraphicFramePr>
          <p:cNvPr id="19" name="Object 18">
            <a:extLst>
              <a:ext uri="{FF2B5EF4-FFF2-40B4-BE49-F238E27FC236}">
                <a16:creationId xmlns:a16="http://schemas.microsoft.com/office/drawing/2014/main" id="{6C03D41C-3455-4C42-9AC4-114FCB40D106}"/>
              </a:ext>
            </a:extLst>
          </p:cNvPr>
          <p:cNvGraphicFramePr>
            <a:graphicFrameLocks noChangeAspect="1"/>
          </p:cNvGraphicFramePr>
          <p:nvPr>
            <p:extLst>
              <p:ext uri="{D42A27DB-BD31-4B8C-83A1-F6EECF244321}">
                <p14:modId xmlns:p14="http://schemas.microsoft.com/office/powerpoint/2010/main" val="4061400015"/>
              </p:ext>
            </p:extLst>
          </p:nvPr>
        </p:nvGraphicFramePr>
        <p:xfrm>
          <a:off x="3983038" y="2822575"/>
          <a:ext cx="4000500" cy="304800"/>
        </p:xfrm>
        <a:graphic>
          <a:graphicData uri="http://schemas.openxmlformats.org/presentationml/2006/ole">
            <mc:AlternateContent xmlns:mc="http://schemas.openxmlformats.org/markup-compatibility/2006">
              <mc:Choice xmlns:v="urn:schemas-microsoft-com:vml" Requires="v">
                <p:oleObj name="Equation" r:id="rId4" imgW="4000320" imgH="304560" progId="Equation.DSMT4">
                  <p:embed/>
                </p:oleObj>
              </mc:Choice>
              <mc:Fallback>
                <p:oleObj name="Equation" r:id="rId4" imgW="4000320" imgH="304560" progId="Equation.DSMT4">
                  <p:embed/>
                  <p:pic>
                    <p:nvPicPr>
                      <p:cNvPr id="7" name="Object 6">
                        <a:extLst>
                          <a:ext uri="{FF2B5EF4-FFF2-40B4-BE49-F238E27FC236}">
                            <a16:creationId xmlns:a16="http://schemas.microsoft.com/office/drawing/2014/main" id="{451BBE8C-303D-44CB-AD69-D0BBC499DA10}"/>
                          </a:ext>
                        </a:extLst>
                      </p:cNvPr>
                      <p:cNvPicPr/>
                      <p:nvPr/>
                    </p:nvPicPr>
                    <p:blipFill>
                      <a:blip r:embed="rId5"/>
                      <a:stretch>
                        <a:fillRect/>
                      </a:stretch>
                    </p:blipFill>
                    <p:spPr>
                      <a:xfrm>
                        <a:off x="3983038" y="2822575"/>
                        <a:ext cx="4000500" cy="3048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B5F9AF96-7B4A-4BA1-8E5F-5C3BB32193C6}"/>
              </a:ext>
            </a:extLst>
          </p:cNvPr>
          <p:cNvGraphicFramePr>
            <a:graphicFrameLocks noChangeAspect="1"/>
          </p:cNvGraphicFramePr>
          <p:nvPr>
            <p:extLst>
              <p:ext uri="{D42A27DB-BD31-4B8C-83A1-F6EECF244321}">
                <p14:modId xmlns:p14="http://schemas.microsoft.com/office/powerpoint/2010/main" val="1129595641"/>
              </p:ext>
            </p:extLst>
          </p:nvPr>
        </p:nvGraphicFramePr>
        <p:xfrm>
          <a:off x="742132" y="3239942"/>
          <a:ext cx="2472690" cy="265430"/>
        </p:xfrm>
        <a:graphic>
          <a:graphicData uri="http://schemas.openxmlformats.org/presentationml/2006/ole">
            <mc:AlternateContent xmlns:mc="http://schemas.openxmlformats.org/markup-compatibility/2006">
              <mc:Choice xmlns:v="urn:schemas-microsoft-com:vml" Requires="v">
                <p:oleObj name="Equation" r:id="rId6" imgW="2247840" imgH="241200" progId="Equation.DSMT4">
                  <p:embed/>
                </p:oleObj>
              </mc:Choice>
              <mc:Fallback>
                <p:oleObj name="Equation" r:id="rId6" imgW="2247840" imgH="241200" progId="Equation.DSMT4">
                  <p:embed/>
                  <p:pic>
                    <p:nvPicPr>
                      <p:cNvPr id="0" name=""/>
                      <p:cNvPicPr/>
                      <p:nvPr/>
                    </p:nvPicPr>
                    <p:blipFill>
                      <a:blip r:embed="rId7"/>
                      <a:stretch>
                        <a:fillRect/>
                      </a:stretch>
                    </p:blipFill>
                    <p:spPr>
                      <a:xfrm>
                        <a:off x="742132" y="3239942"/>
                        <a:ext cx="2472690" cy="26543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159F311C-31FB-42AE-868C-B79E3FE23BD2}"/>
              </a:ext>
            </a:extLst>
          </p:cNvPr>
          <p:cNvSpPr>
            <a:spLocks noGrp="1"/>
          </p:cNvSpPr>
          <p:nvPr>
            <p:ph sz="quarter" idx="16"/>
          </p:nvPr>
        </p:nvSpPr>
        <p:spPr>
          <a:xfrm>
            <a:off x="3331936" y="3214014"/>
            <a:ext cx="5274129" cy="366703"/>
          </a:xfrm>
        </p:spPr>
        <p:txBody>
          <a:bodyPr lIns="0" tIns="0" rIns="0" bIns="0"/>
          <a:lstStyle/>
          <a:p>
            <a:r>
              <a:rPr lang="en-US" sz="2000" dirty="0"/>
              <a:t>Alternately, we could use Appendix C-2 to get</a:t>
            </a:r>
          </a:p>
        </p:txBody>
      </p:sp>
      <p:graphicFrame>
        <p:nvGraphicFramePr>
          <p:cNvPr id="21" name="Object 20">
            <a:extLst>
              <a:ext uri="{FF2B5EF4-FFF2-40B4-BE49-F238E27FC236}">
                <a16:creationId xmlns:a16="http://schemas.microsoft.com/office/drawing/2014/main" id="{7EEAEB58-5D93-4691-AFB4-9B4496B01455}"/>
              </a:ext>
            </a:extLst>
          </p:cNvPr>
          <p:cNvGraphicFramePr>
            <a:graphicFrameLocks noChangeAspect="1"/>
          </p:cNvGraphicFramePr>
          <p:nvPr>
            <p:extLst>
              <p:ext uri="{D42A27DB-BD31-4B8C-83A1-F6EECF244321}">
                <p14:modId xmlns:p14="http://schemas.microsoft.com/office/powerpoint/2010/main" val="2574689022"/>
              </p:ext>
            </p:extLst>
          </p:nvPr>
        </p:nvGraphicFramePr>
        <p:xfrm>
          <a:off x="739775" y="3635375"/>
          <a:ext cx="1397000" cy="334963"/>
        </p:xfrm>
        <a:graphic>
          <a:graphicData uri="http://schemas.openxmlformats.org/presentationml/2006/ole">
            <mc:AlternateContent xmlns:mc="http://schemas.openxmlformats.org/markup-compatibility/2006">
              <mc:Choice xmlns:v="urn:schemas-microsoft-com:vml" Requires="v">
                <p:oleObj name="Equation" r:id="rId8" imgW="1269720" imgH="304560" progId="Equation.DSMT4">
                  <p:embed/>
                </p:oleObj>
              </mc:Choice>
              <mc:Fallback>
                <p:oleObj name="Equation" r:id="rId8" imgW="1269720" imgH="304560" progId="Equation.DSMT4">
                  <p:embed/>
                  <p:pic>
                    <p:nvPicPr>
                      <p:cNvPr id="0" name=""/>
                      <p:cNvPicPr/>
                      <p:nvPr/>
                    </p:nvPicPr>
                    <p:blipFill>
                      <a:blip r:embed="rId9"/>
                      <a:stretch>
                        <a:fillRect/>
                      </a:stretch>
                    </p:blipFill>
                    <p:spPr>
                      <a:xfrm>
                        <a:off x="739775" y="3635375"/>
                        <a:ext cx="1397000" cy="3349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4C8711E3-0363-411B-BF1F-A2F84DAAECA0}"/>
              </a:ext>
            </a:extLst>
          </p:cNvPr>
          <p:cNvSpPr>
            <a:spLocks noGrp="1"/>
          </p:cNvSpPr>
          <p:nvPr>
            <p:ph sz="quarter" idx="17"/>
          </p:nvPr>
        </p:nvSpPr>
        <p:spPr>
          <a:xfrm>
            <a:off x="2186215" y="3648194"/>
            <a:ext cx="5956300" cy="343236"/>
          </a:xfrm>
        </p:spPr>
        <p:txBody>
          <a:bodyPr lIns="0" tIns="0" rIns="0" bIns="0"/>
          <a:lstStyle/>
          <a:p>
            <a:r>
              <a:rPr lang="en-US" sz="2000" dirty="0"/>
              <a:t>which, by the symmetry of the normal distribution, is</a:t>
            </a:r>
          </a:p>
        </p:txBody>
      </p:sp>
      <p:sp>
        <p:nvSpPr>
          <p:cNvPr id="8" name="Content Placeholder 7">
            <a:extLst>
              <a:ext uri="{FF2B5EF4-FFF2-40B4-BE49-F238E27FC236}">
                <a16:creationId xmlns:a16="http://schemas.microsoft.com/office/drawing/2014/main" id="{5D672104-E138-460B-A77D-D000ABFA60B5}"/>
              </a:ext>
            </a:extLst>
          </p:cNvPr>
          <p:cNvSpPr>
            <a:spLocks noGrp="1"/>
          </p:cNvSpPr>
          <p:nvPr>
            <p:ph sz="quarter" idx="18"/>
          </p:nvPr>
        </p:nvSpPr>
        <p:spPr>
          <a:xfrm>
            <a:off x="342901" y="4061348"/>
            <a:ext cx="1906814" cy="367710"/>
          </a:xfrm>
        </p:spPr>
        <p:txBody>
          <a:bodyPr tIns="0"/>
          <a:lstStyle/>
          <a:p>
            <a:pPr marL="292608"/>
            <a:r>
              <a:rPr lang="en-US" sz="2000" dirty="0"/>
              <a:t>the same as</a:t>
            </a:r>
          </a:p>
        </p:txBody>
      </p:sp>
      <p:graphicFrame>
        <p:nvGraphicFramePr>
          <p:cNvPr id="22" name="Object 21">
            <a:extLst>
              <a:ext uri="{FF2B5EF4-FFF2-40B4-BE49-F238E27FC236}">
                <a16:creationId xmlns:a16="http://schemas.microsoft.com/office/drawing/2014/main" id="{45D28620-F244-40F1-803E-E36A0AA70523}"/>
              </a:ext>
            </a:extLst>
          </p:cNvPr>
          <p:cNvGraphicFramePr>
            <a:graphicFrameLocks noChangeAspect="1"/>
          </p:cNvGraphicFramePr>
          <p:nvPr>
            <p:extLst>
              <p:ext uri="{D42A27DB-BD31-4B8C-83A1-F6EECF244321}">
                <p14:modId xmlns:p14="http://schemas.microsoft.com/office/powerpoint/2010/main" val="3491991767"/>
              </p:ext>
            </p:extLst>
          </p:nvPr>
        </p:nvGraphicFramePr>
        <p:xfrm>
          <a:off x="2284413" y="4098925"/>
          <a:ext cx="2246312" cy="307975"/>
        </p:xfrm>
        <a:graphic>
          <a:graphicData uri="http://schemas.openxmlformats.org/presentationml/2006/ole">
            <mc:AlternateContent xmlns:mc="http://schemas.openxmlformats.org/markup-compatibility/2006">
              <mc:Choice xmlns:v="urn:schemas-microsoft-com:vml" Requires="v">
                <p:oleObj name="Equation" r:id="rId10" imgW="2222280" imgH="304560" progId="Equation.DSMT4">
                  <p:embed/>
                </p:oleObj>
              </mc:Choice>
              <mc:Fallback>
                <p:oleObj name="Equation" r:id="rId10" imgW="2222280" imgH="304560" progId="Equation.DSMT4">
                  <p:embed/>
                  <p:pic>
                    <p:nvPicPr>
                      <p:cNvPr id="10" name="Object 9">
                        <a:extLst>
                          <a:ext uri="{FF2B5EF4-FFF2-40B4-BE49-F238E27FC236}">
                            <a16:creationId xmlns:a16="http://schemas.microsoft.com/office/drawing/2014/main" id="{BCE11E32-D045-48FF-8244-554666157536}"/>
                          </a:ext>
                        </a:extLst>
                      </p:cNvPr>
                      <p:cNvPicPr/>
                      <p:nvPr/>
                    </p:nvPicPr>
                    <p:blipFill>
                      <a:blip r:embed="rId11"/>
                      <a:stretch>
                        <a:fillRect/>
                      </a:stretch>
                    </p:blipFill>
                    <p:spPr>
                      <a:xfrm>
                        <a:off x="2284413" y="4098925"/>
                        <a:ext cx="2246312" cy="30797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34D887D2-D27C-421F-9EF8-CEE81B7BB491}"/>
              </a:ext>
            </a:extLst>
          </p:cNvPr>
          <p:cNvGraphicFramePr>
            <a:graphicFrameLocks noChangeAspect="1"/>
          </p:cNvGraphicFramePr>
          <p:nvPr>
            <p:extLst>
              <p:ext uri="{D42A27DB-BD31-4B8C-83A1-F6EECF244321}">
                <p14:modId xmlns:p14="http://schemas.microsoft.com/office/powerpoint/2010/main" val="639288306"/>
              </p:ext>
            </p:extLst>
          </p:nvPr>
        </p:nvGraphicFramePr>
        <p:xfrm>
          <a:off x="422275" y="4568825"/>
          <a:ext cx="3111500" cy="292100"/>
        </p:xfrm>
        <a:graphic>
          <a:graphicData uri="http://schemas.openxmlformats.org/presentationml/2006/ole">
            <mc:AlternateContent xmlns:mc="http://schemas.openxmlformats.org/markup-compatibility/2006">
              <mc:Choice xmlns:v="urn:schemas-microsoft-com:vml" Requires="v">
                <p:oleObj name="Equation" r:id="rId12" imgW="3111480" imgH="291960" progId="Equation.DSMT4">
                  <p:embed/>
                </p:oleObj>
              </mc:Choice>
              <mc:Fallback>
                <p:oleObj name="Equation" r:id="rId12" imgW="3111480" imgH="291960" progId="Equation.DSMT4">
                  <p:embed/>
                  <p:pic>
                    <p:nvPicPr>
                      <p:cNvPr id="8" name="Object 7">
                        <a:extLst>
                          <a:ext uri="{FF2B5EF4-FFF2-40B4-BE49-F238E27FC236}">
                            <a16:creationId xmlns:a16="http://schemas.microsoft.com/office/drawing/2014/main" id="{6A9BC753-8DC8-49D7-9B44-012EB1025F01}"/>
                          </a:ext>
                        </a:extLst>
                      </p:cNvPr>
                      <p:cNvPicPr/>
                      <p:nvPr/>
                    </p:nvPicPr>
                    <p:blipFill>
                      <a:blip r:embed="rId13"/>
                      <a:stretch>
                        <a:fillRect/>
                      </a:stretch>
                    </p:blipFill>
                    <p:spPr>
                      <a:xfrm>
                        <a:off x="422275" y="4568825"/>
                        <a:ext cx="3111500" cy="292100"/>
                      </a:xfrm>
                      <a:prstGeom prst="rect">
                        <a:avLst/>
                      </a:prstGeom>
                    </p:spPr>
                  </p:pic>
                </p:oleObj>
              </mc:Fallback>
            </mc:AlternateContent>
          </a:graphicData>
        </a:graphic>
      </p:graphicFrame>
      <p:pic>
        <p:nvPicPr>
          <p:cNvPr id="24" name="Picture 23" descr="Normal curve with the value 0.53 marked on the horizontal axis and the area under the curve shaded to the right of this value. Area = 0.2981.">
            <a:extLst>
              <a:ext uri="{FF2B5EF4-FFF2-40B4-BE49-F238E27FC236}">
                <a16:creationId xmlns:a16="http://schemas.microsoft.com/office/drawing/2014/main" id="{784CCABB-4A6D-406D-96CE-4CC1EAB97656}"/>
              </a:ext>
            </a:extLst>
          </p:cNvPr>
          <p:cNvPicPr>
            <a:picLocks noChangeAspect="1"/>
          </p:cNvPicPr>
          <p:nvPr/>
        </p:nvPicPr>
        <p:blipFill>
          <a:blip r:embed="rId14"/>
          <a:stretch>
            <a:fillRect/>
          </a:stretch>
        </p:blipFill>
        <p:spPr>
          <a:xfrm>
            <a:off x="3713726" y="4625376"/>
            <a:ext cx="2569611" cy="1677805"/>
          </a:xfrm>
          <a:prstGeom prst="rect">
            <a:avLst/>
          </a:prstGeom>
        </p:spPr>
      </p:pic>
      <p:sp>
        <p:nvSpPr>
          <p:cNvPr id="17" name="Slide Number Placeholder 16">
            <a:extLst>
              <a:ext uri="{FF2B5EF4-FFF2-40B4-BE49-F238E27FC236}">
                <a16:creationId xmlns:a16="http://schemas.microsoft.com/office/drawing/2014/main" id="{BFA7E851-8F9A-40C3-8DE5-51079B1481A3}"/>
              </a:ext>
            </a:extLst>
          </p:cNvPr>
          <p:cNvSpPr>
            <a:spLocks noGrp="1"/>
          </p:cNvSpPr>
          <p:nvPr>
            <p:ph type="sldNum" sz="quarter" idx="10"/>
          </p:nvPr>
        </p:nvSpPr>
        <p:spPr/>
        <p:txBody>
          <a:bodyPr/>
          <a:lstStyle/>
          <a:p>
            <a:fld id="{68151E55-6873-49E2-B8D5-2F265E6F1973}" type="slidenum">
              <a:rPr lang="en-US" smtClean="0"/>
              <a:t>44</a:t>
            </a:fld>
            <a:endParaRPr lang="en-US"/>
          </a:p>
        </p:txBody>
      </p:sp>
    </p:spTree>
    <p:extLst>
      <p:ext uri="{BB962C8B-B14F-4D97-AF65-F5344CB8AC3E}">
        <p14:creationId xmlns:p14="http://schemas.microsoft.com/office/powerpoint/2010/main" val="18644969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200" dirty="0"/>
              <a:t>Normal Approximation to the Binomial </a:t>
            </a:r>
            <a:r>
              <a:rPr lang="en-US" sz="1000" b="0" dirty="0"/>
              <a:t>4</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54022"/>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8"/>
            <a:ext cx="8014518" cy="1691149"/>
          </a:xfrm>
        </p:spPr>
        <p:txBody>
          <a:bodyPr/>
          <a:lstStyle/>
          <a:p>
            <a:pPr marL="292608" indent="-292608">
              <a:buFont typeface="Arial" panose="020B0604020202020204" pitchFamily="34" charset="0"/>
              <a:buChar char="•"/>
            </a:pPr>
            <a:r>
              <a:rPr lang="en-US" dirty="0">
                <a:solidFill>
                  <a:schemeClr val="tx1"/>
                </a:solidFill>
              </a:rPr>
              <a:t>To be sure you understand the continuity correction, consider the events in the table below.</a:t>
            </a:r>
          </a:p>
          <a:p>
            <a:pPr marL="292608" indent="-292608">
              <a:buFont typeface="Arial" panose="020B0604020202020204" pitchFamily="34" charset="0"/>
              <a:buChar char="•"/>
            </a:pPr>
            <a:r>
              <a:rPr lang="en-US" dirty="0">
                <a:solidFill>
                  <a:schemeClr val="tx1"/>
                </a:solidFill>
              </a:rPr>
              <a:t>We sketch a diagram to find the correct cutoff point to approximate a discrete model with a continuous one.</a:t>
            </a:r>
          </a:p>
        </p:txBody>
      </p:sp>
      <p:pic>
        <p:nvPicPr>
          <p:cNvPr id="10" name="Picture 9" descr="A table lists the event, relevant values of X, and normal cutoff.">
            <a:extLst>
              <a:ext uri="{FF2B5EF4-FFF2-40B4-BE49-F238E27FC236}">
                <a16:creationId xmlns:a16="http://schemas.microsoft.com/office/drawing/2014/main" id="{E954A9EB-14B4-4363-BF12-E110D588853D}"/>
              </a:ext>
            </a:extLst>
          </p:cNvPr>
          <p:cNvPicPr>
            <a:picLocks noChangeAspect="1"/>
          </p:cNvPicPr>
          <p:nvPr/>
        </p:nvPicPr>
        <p:blipFill>
          <a:blip r:embed="rId3"/>
          <a:stretch>
            <a:fillRect/>
          </a:stretch>
        </p:blipFill>
        <p:spPr>
          <a:xfrm>
            <a:off x="681890" y="3137294"/>
            <a:ext cx="7675529" cy="1896020"/>
          </a:xfrm>
          <a:prstGeom prst="rect">
            <a:avLst/>
          </a:prstGeom>
        </p:spPr>
      </p:pic>
      <p:sp>
        <p:nvSpPr>
          <p:cNvPr id="5" name="Text Placeholder 14">
            <a:extLst>
              <a:ext uri="{FF2B5EF4-FFF2-40B4-BE49-F238E27FC236}">
                <a16:creationId xmlns:a16="http://schemas.microsoft.com/office/drawing/2014/main" id="{FB4D3FD4-0638-CBCA-D806-19C3FECF28A3}"/>
              </a:ext>
            </a:extLst>
          </p:cNvPr>
          <p:cNvSpPr>
            <a:spLocks noGrp="1"/>
          </p:cNvSpPr>
          <p:nvPr>
            <p:ph type="body" sz="quarter" idx="12"/>
          </p:nvPr>
        </p:nvSpPr>
        <p:spPr>
          <a:xfrm>
            <a:off x="2971558" y="6324600"/>
            <a:ext cx="3200885" cy="190500"/>
          </a:xfrm>
        </p:spPr>
        <p:txBody>
          <a:bodyPr/>
          <a:lstStyle/>
          <a:p>
            <a:r>
              <a:rPr lang="en-US" sz="1200" dirty="0">
                <a:hlinkClick r:id="rId4"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45</a:t>
            </a:fld>
            <a:endParaRPr lang="en-US"/>
          </a:p>
        </p:txBody>
      </p:sp>
    </p:spTree>
    <p:extLst>
      <p:ext uri="{BB962C8B-B14F-4D97-AF65-F5344CB8AC3E}">
        <p14:creationId xmlns:p14="http://schemas.microsoft.com/office/powerpoint/2010/main" val="322648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0"/>
            <a:ext cx="8094090" cy="903231"/>
          </a:xfrm>
        </p:spPr>
        <p:txBody>
          <a:bodyPr>
            <a:normAutofit/>
          </a:bodyPr>
          <a:lstStyle/>
          <a:p>
            <a:r>
              <a:rPr lang="en-US" sz="3200" dirty="0"/>
              <a:t>Normal Approximation to the Poisson</a:t>
            </a:r>
            <a:endParaRPr lang="en-US" sz="32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34398" y="94969"/>
            <a:ext cx="395599" cy="1089418"/>
          </a:xfrm>
        </p:spPr>
        <p:txBody>
          <a:bodyPr vert="vert" rIns="0"/>
          <a:lstStyle/>
          <a:p>
            <a:r>
              <a:rPr lang="en-US" b="1" dirty="0"/>
              <a:t>L</a:t>
            </a:r>
            <a:r>
              <a:rPr lang="en-US" sz="100" b="1" dirty="0"/>
              <a:t> </a:t>
            </a:r>
            <a:r>
              <a:rPr lang="en-US" b="1" dirty="0"/>
              <a:t>O 7.6</a:t>
            </a:r>
          </a:p>
        </p:txBody>
      </p:sp>
      <p:sp>
        <p:nvSpPr>
          <p:cNvPr id="9" name="Content Placeholder 8">
            <a:extLst>
              <a:ext uri="{FF2B5EF4-FFF2-40B4-BE49-F238E27FC236}">
                <a16:creationId xmlns:a16="http://schemas.microsoft.com/office/drawing/2014/main" id="{11D69869-9017-4D76-ADDD-941075C1E7D7}"/>
              </a:ext>
            </a:extLst>
          </p:cNvPr>
          <p:cNvSpPr>
            <a:spLocks noGrp="1"/>
          </p:cNvSpPr>
          <p:nvPr>
            <p:ph sz="quarter" idx="14"/>
          </p:nvPr>
        </p:nvSpPr>
        <p:spPr>
          <a:xfrm>
            <a:off x="342900" y="1362842"/>
            <a:ext cx="8094090" cy="522519"/>
          </a:xfrm>
        </p:spPr>
        <p:txBody>
          <a:bodyPr/>
          <a:lstStyle/>
          <a:p>
            <a:pPr marL="292608" indent="-292608">
              <a:buFont typeface="Arial" panose="020B0604020202020204" pitchFamily="34" charset="0"/>
              <a:buChar char="•"/>
            </a:pPr>
            <a:r>
              <a:rPr lang="en-US" dirty="0">
                <a:solidFill>
                  <a:schemeClr val="tx1"/>
                </a:solidFill>
              </a:rPr>
              <a:t>The normal approximation to the Poisson distribution</a:t>
            </a:r>
            <a:endParaRPr lang="en-US" dirty="0"/>
          </a:p>
        </p:txBody>
      </p:sp>
      <p:sp>
        <p:nvSpPr>
          <p:cNvPr id="10" name="Content Placeholder 9">
            <a:extLst>
              <a:ext uri="{FF2B5EF4-FFF2-40B4-BE49-F238E27FC236}">
                <a16:creationId xmlns:a16="http://schemas.microsoft.com/office/drawing/2014/main" id="{D055706B-6C31-4929-9C9F-09DBDCE1017E}"/>
              </a:ext>
            </a:extLst>
          </p:cNvPr>
          <p:cNvSpPr>
            <a:spLocks noGrp="1"/>
          </p:cNvSpPr>
          <p:nvPr>
            <p:ph sz="quarter" idx="15"/>
          </p:nvPr>
        </p:nvSpPr>
        <p:spPr>
          <a:xfrm>
            <a:off x="342900" y="1822115"/>
            <a:ext cx="2758520" cy="440316"/>
          </a:xfrm>
        </p:spPr>
        <p:txBody>
          <a:bodyPr/>
          <a:lstStyle/>
          <a:p>
            <a:pPr marL="282575"/>
            <a:r>
              <a:rPr lang="en-US" dirty="0"/>
              <a:t>works best when</a:t>
            </a:r>
          </a:p>
        </p:txBody>
      </p:sp>
      <p:graphicFrame>
        <p:nvGraphicFramePr>
          <p:cNvPr id="20" name="Object 19">
            <a:extLst>
              <a:ext uri="{FF2B5EF4-FFF2-40B4-BE49-F238E27FC236}">
                <a16:creationId xmlns:a16="http://schemas.microsoft.com/office/drawing/2014/main" id="{0C4341B3-4204-4B1F-84CD-012D4A662714}"/>
              </a:ext>
            </a:extLst>
          </p:cNvPr>
          <p:cNvGraphicFramePr>
            <a:graphicFrameLocks noChangeAspect="1"/>
          </p:cNvGraphicFramePr>
          <p:nvPr>
            <p:extLst>
              <p:ext uri="{D42A27DB-BD31-4B8C-83A1-F6EECF244321}">
                <p14:modId xmlns:p14="http://schemas.microsoft.com/office/powerpoint/2010/main" val="242325767"/>
              </p:ext>
            </p:extLst>
          </p:nvPr>
        </p:nvGraphicFramePr>
        <p:xfrm>
          <a:off x="3063668" y="1916154"/>
          <a:ext cx="247542" cy="302551"/>
        </p:xfrm>
        <a:graphic>
          <a:graphicData uri="http://schemas.openxmlformats.org/presentationml/2006/ole">
            <mc:AlternateContent xmlns:mc="http://schemas.openxmlformats.org/markup-compatibility/2006">
              <mc:Choice xmlns:v="urn:schemas-microsoft-com:vml" Requires="v">
                <p:oleObj name="Equation" r:id="rId2" imgW="228600" imgH="279360" progId="Equation.DSMT4">
                  <p:embed/>
                </p:oleObj>
              </mc:Choice>
              <mc:Fallback>
                <p:oleObj name="Equation" r:id="rId2" imgW="228600" imgH="279360" progId="Equation.DSMT4">
                  <p:embed/>
                  <p:pic>
                    <p:nvPicPr>
                      <p:cNvPr id="0" name=""/>
                      <p:cNvPicPr/>
                      <p:nvPr/>
                    </p:nvPicPr>
                    <p:blipFill>
                      <a:blip r:embed="rId3"/>
                      <a:stretch>
                        <a:fillRect/>
                      </a:stretch>
                    </p:blipFill>
                    <p:spPr>
                      <a:xfrm>
                        <a:off x="3063668" y="1916154"/>
                        <a:ext cx="247542" cy="302551"/>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6BA7B1D6-A578-47C0-804F-D107E9062476}"/>
              </a:ext>
            </a:extLst>
          </p:cNvPr>
          <p:cNvSpPr>
            <a:spLocks noGrp="1"/>
          </p:cNvSpPr>
          <p:nvPr>
            <p:ph sz="quarter" idx="16"/>
          </p:nvPr>
        </p:nvSpPr>
        <p:spPr>
          <a:xfrm>
            <a:off x="3359476" y="1831542"/>
            <a:ext cx="3915201" cy="430889"/>
          </a:xfrm>
        </p:spPr>
        <p:txBody>
          <a:bodyPr/>
          <a:lstStyle/>
          <a:p>
            <a:r>
              <a:rPr lang="en-US" dirty="0"/>
              <a:t>is large (for example, when</a:t>
            </a:r>
          </a:p>
        </p:txBody>
      </p:sp>
      <p:graphicFrame>
        <p:nvGraphicFramePr>
          <p:cNvPr id="21" name="Object 20">
            <a:extLst>
              <a:ext uri="{FF2B5EF4-FFF2-40B4-BE49-F238E27FC236}">
                <a16:creationId xmlns:a16="http://schemas.microsoft.com/office/drawing/2014/main" id="{7820A0B9-6372-4AED-84A5-7870E97BBCB4}"/>
              </a:ext>
            </a:extLst>
          </p:cNvPr>
          <p:cNvGraphicFramePr>
            <a:graphicFrameLocks noChangeAspect="1"/>
          </p:cNvGraphicFramePr>
          <p:nvPr>
            <p:extLst>
              <p:ext uri="{D42A27DB-BD31-4B8C-83A1-F6EECF244321}">
                <p14:modId xmlns:p14="http://schemas.microsoft.com/office/powerpoint/2010/main" val="2657839128"/>
              </p:ext>
            </p:extLst>
          </p:nvPr>
        </p:nvGraphicFramePr>
        <p:xfrm>
          <a:off x="7214273" y="1924086"/>
          <a:ext cx="245091" cy="299555"/>
        </p:xfrm>
        <a:graphic>
          <a:graphicData uri="http://schemas.openxmlformats.org/presentationml/2006/ole">
            <mc:AlternateContent xmlns:mc="http://schemas.openxmlformats.org/markup-compatibility/2006">
              <mc:Choice xmlns:v="urn:schemas-microsoft-com:vml" Requires="v">
                <p:oleObj name="Equation" r:id="rId2" imgW="228600" imgH="279360" progId="Equation.DSMT4">
                  <p:embed/>
                </p:oleObj>
              </mc:Choice>
              <mc:Fallback>
                <p:oleObj name="Equation" r:id="rId2" imgW="228600" imgH="279360" progId="Equation.DSMT4">
                  <p:embed/>
                  <p:pic>
                    <p:nvPicPr>
                      <p:cNvPr id="0" name=""/>
                      <p:cNvPicPr/>
                      <p:nvPr/>
                    </p:nvPicPr>
                    <p:blipFill>
                      <a:blip r:embed="rId4"/>
                      <a:stretch>
                        <a:fillRect/>
                      </a:stretch>
                    </p:blipFill>
                    <p:spPr>
                      <a:xfrm>
                        <a:off x="7214273" y="1924086"/>
                        <a:ext cx="245091" cy="299555"/>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CC3F9E81-101C-4FD3-8114-48E37BCBB1BC}"/>
              </a:ext>
            </a:extLst>
          </p:cNvPr>
          <p:cNvSpPr>
            <a:spLocks noGrp="1"/>
          </p:cNvSpPr>
          <p:nvPr>
            <p:ph sz="quarter" idx="17"/>
          </p:nvPr>
        </p:nvSpPr>
        <p:spPr>
          <a:xfrm>
            <a:off x="429901" y="2270948"/>
            <a:ext cx="6310264" cy="505234"/>
          </a:xfrm>
        </p:spPr>
        <p:txBody>
          <a:bodyPr/>
          <a:lstStyle/>
          <a:p>
            <a:pPr marL="169863"/>
            <a:r>
              <a:rPr lang="en-US" dirty="0"/>
              <a:t>exceeds the values in Appendix B).</a:t>
            </a:r>
          </a:p>
        </p:txBody>
      </p:sp>
      <p:sp>
        <p:nvSpPr>
          <p:cNvPr id="13" name="Content Placeholder 12">
            <a:extLst>
              <a:ext uri="{FF2B5EF4-FFF2-40B4-BE49-F238E27FC236}">
                <a16:creationId xmlns:a16="http://schemas.microsoft.com/office/drawing/2014/main" id="{5F607E99-2352-44B6-BC58-F8C9A37A39B4}"/>
              </a:ext>
            </a:extLst>
          </p:cNvPr>
          <p:cNvSpPr>
            <a:spLocks noGrp="1"/>
          </p:cNvSpPr>
          <p:nvPr>
            <p:ph sz="quarter" idx="18"/>
          </p:nvPr>
        </p:nvSpPr>
        <p:spPr>
          <a:xfrm>
            <a:off x="342900" y="2858509"/>
            <a:ext cx="2475714" cy="440316"/>
          </a:xfrm>
        </p:spPr>
        <p:txBody>
          <a:bodyPr/>
          <a:lstStyle/>
          <a:p>
            <a:pPr marL="292608" indent="-292608">
              <a:buFont typeface="Arial" panose="020B0604020202020204" pitchFamily="34" charset="0"/>
              <a:buChar char="•"/>
            </a:pPr>
            <a:r>
              <a:rPr lang="en-US" dirty="0"/>
              <a:t>Set the normal</a:t>
            </a:r>
          </a:p>
        </p:txBody>
      </p:sp>
      <p:graphicFrame>
        <p:nvGraphicFramePr>
          <p:cNvPr id="25" name="Object 24">
            <a:extLst>
              <a:ext uri="{FF2B5EF4-FFF2-40B4-BE49-F238E27FC236}">
                <a16:creationId xmlns:a16="http://schemas.microsoft.com/office/drawing/2014/main" id="{C1C84775-55CD-4729-AF6B-8C9551634048}"/>
              </a:ext>
            </a:extLst>
          </p:cNvPr>
          <p:cNvGraphicFramePr>
            <a:graphicFrameLocks noChangeAspect="1"/>
          </p:cNvGraphicFramePr>
          <p:nvPr>
            <p:extLst>
              <p:ext uri="{D42A27DB-BD31-4B8C-83A1-F6EECF244321}">
                <p14:modId xmlns:p14="http://schemas.microsoft.com/office/powerpoint/2010/main" val="2407001471"/>
              </p:ext>
            </p:extLst>
          </p:nvPr>
        </p:nvGraphicFramePr>
        <p:xfrm>
          <a:off x="2857500" y="2917825"/>
          <a:ext cx="1155700" cy="381000"/>
        </p:xfrm>
        <a:graphic>
          <a:graphicData uri="http://schemas.openxmlformats.org/presentationml/2006/ole">
            <mc:AlternateContent xmlns:mc="http://schemas.openxmlformats.org/markup-compatibility/2006">
              <mc:Choice xmlns:v="urn:schemas-microsoft-com:vml" Requires="v">
                <p:oleObj name="Equation" r:id="rId5" imgW="1155600" imgH="380880" progId="Equation.DSMT4">
                  <p:embed/>
                </p:oleObj>
              </mc:Choice>
              <mc:Fallback>
                <p:oleObj name="Equation" r:id="rId5" imgW="1155600" imgH="380880" progId="Equation.DSMT4">
                  <p:embed/>
                  <p:pic>
                    <p:nvPicPr>
                      <p:cNvPr id="11" name="Object 10">
                        <a:extLst>
                          <a:ext uri="{FF2B5EF4-FFF2-40B4-BE49-F238E27FC236}">
                            <a16:creationId xmlns:a16="http://schemas.microsoft.com/office/drawing/2014/main" id="{B9839AB2-992B-411F-B31E-334F43E16EA1}"/>
                          </a:ext>
                        </a:extLst>
                      </p:cNvPr>
                      <p:cNvPicPr/>
                      <p:nvPr/>
                    </p:nvPicPr>
                    <p:blipFill>
                      <a:blip r:embed="rId6"/>
                      <a:stretch>
                        <a:fillRect/>
                      </a:stretch>
                    </p:blipFill>
                    <p:spPr>
                      <a:xfrm>
                        <a:off x="2857500" y="2917825"/>
                        <a:ext cx="1155700" cy="381000"/>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32421A67-675D-4038-8354-6F771FFC3664}"/>
              </a:ext>
            </a:extLst>
          </p:cNvPr>
          <p:cNvSpPr>
            <a:spLocks noGrp="1"/>
          </p:cNvSpPr>
          <p:nvPr>
            <p:ph sz="quarter" idx="19"/>
          </p:nvPr>
        </p:nvSpPr>
        <p:spPr>
          <a:xfrm>
            <a:off x="4013200" y="2858509"/>
            <a:ext cx="4637565" cy="440316"/>
          </a:xfrm>
        </p:spPr>
        <p:txBody>
          <a:bodyPr/>
          <a:lstStyle/>
          <a:p>
            <a:r>
              <a:rPr lang="en-US" dirty="0"/>
              <a:t>equal to the mean and standard</a:t>
            </a:r>
          </a:p>
        </p:txBody>
      </p:sp>
      <p:sp>
        <p:nvSpPr>
          <p:cNvPr id="15" name="Content Placeholder 14">
            <a:extLst>
              <a:ext uri="{FF2B5EF4-FFF2-40B4-BE49-F238E27FC236}">
                <a16:creationId xmlns:a16="http://schemas.microsoft.com/office/drawing/2014/main" id="{4F0D1F4C-25E2-4B5C-802A-78CD79FCD6C2}"/>
              </a:ext>
            </a:extLst>
          </p:cNvPr>
          <p:cNvSpPr>
            <a:spLocks noGrp="1"/>
          </p:cNvSpPr>
          <p:nvPr>
            <p:ph sz="quarter" idx="20"/>
          </p:nvPr>
        </p:nvSpPr>
        <p:spPr>
          <a:xfrm>
            <a:off x="342900" y="3372261"/>
            <a:ext cx="6736630" cy="505234"/>
          </a:xfrm>
        </p:spPr>
        <p:txBody>
          <a:bodyPr/>
          <a:lstStyle/>
          <a:p>
            <a:pPr marL="282575"/>
            <a:r>
              <a:rPr lang="en-US" dirty="0"/>
              <a:t>deviation for the Poisson distribution.</a:t>
            </a:r>
          </a:p>
        </p:txBody>
      </p:sp>
      <p:graphicFrame>
        <p:nvGraphicFramePr>
          <p:cNvPr id="29" name="Object 28">
            <a:extLst>
              <a:ext uri="{FF2B5EF4-FFF2-40B4-BE49-F238E27FC236}">
                <a16:creationId xmlns:a16="http://schemas.microsoft.com/office/drawing/2014/main" id="{4EBF837E-0E64-4C40-83B5-409735D3A121}"/>
              </a:ext>
            </a:extLst>
          </p:cNvPr>
          <p:cNvGraphicFramePr>
            <a:graphicFrameLocks noChangeAspect="1"/>
          </p:cNvGraphicFramePr>
          <p:nvPr>
            <p:extLst>
              <p:ext uri="{D42A27DB-BD31-4B8C-83A1-F6EECF244321}">
                <p14:modId xmlns:p14="http://schemas.microsoft.com/office/powerpoint/2010/main" val="2725373856"/>
              </p:ext>
            </p:extLst>
          </p:nvPr>
        </p:nvGraphicFramePr>
        <p:xfrm>
          <a:off x="3995655" y="4081819"/>
          <a:ext cx="736600" cy="330200"/>
        </p:xfrm>
        <a:graphic>
          <a:graphicData uri="http://schemas.openxmlformats.org/presentationml/2006/ole">
            <mc:AlternateContent xmlns:mc="http://schemas.openxmlformats.org/markup-compatibility/2006">
              <mc:Choice xmlns:v="urn:schemas-microsoft-com:vml" Requires="v">
                <p:oleObj name="Equation" r:id="rId7" imgW="736560" imgH="330120" progId="Equation.DSMT4">
                  <p:embed/>
                </p:oleObj>
              </mc:Choice>
              <mc:Fallback>
                <p:oleObj name="Equation" r:id="rId7" imgW="736560" imgH="330120" progId="Equation.DSMT4">
                  <p:embed/>
                  <p:pic>
                    <p:nvPicPr>
                      <p:cNvPr id="29" name="Object 28">
                        <a:extLst>
                          <a:ext uri="{FF2B5EF4-FFF2-40B4-BE49-F238E27FC236}">
                            <a16:creationId xmlns:a16="http://schemas.microsoft.com/office/drawing/2014/main" id="{4EBF837E-0E64-4C40-83B5-409735D3A121}"/>
                          </a:ext>
                        </a:extLst>
                      </p:cNvPr>
                      <p:cNvPicPr/>
                      <p:nvPr/>
                    </p:nvPicPr>
                    <p:blipFill>
                      <a:blip r:embed="rId8"/>
                      <a:stretch>
                        <a:fillRect/>
                      </a:stretch>
                    </p:blipFill>
                    <p:spPr>
                      <a:xfrm>
                        <a:off x="3995655" y="4081819"/>
                        <a:ext cx="736600" cy="3302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E760034C-B8DE-4D8E-8C26-E2D97A180B15}"/>
              </a:ext>
            </a:extLst>
          </p:cNvPr>
          <p:cNvGraphicFramePr>
            <a:graphicFrameLocks noChangeAspect="1"/>
          </p:cNvGraphicFramePr>
          <p:nvPr>
            <p:extLst>
              <p:ext uri="{D42A27DB-BD31-4B8C-83A1-F6EECF244321}">
                <p14:modId xmlns:p14="http://schemas.microsoft.com/office/powerpoint/2010/main" val="1910178475"/>
              </p:ext>
            </p:extLst>
          </p:nvPr>
        </p:nvGraphicFramePr>
        <p:xfrm>
          <a:off x="3881355" y="4600674"/>
          <a:ext cx="965200" cy="393700"/>
        </p:xfrm>
        <a:graphic>
          <a:graphicData uri="http://schemas.openxmlformats.org/presentationml/2006/ole">
            <mc:AlternateContent xmlns:mc="http://schemas.openxmlformats.org/markup-compatibility/2006">
              <mc:Choice xmlns:v="urn:schemas-microsoft-com:vml" Requires="v">
                <p:oleObj name="Equation" r:id="rId9" imgW="965160" imgH="393480" progId="Equation.DSMT4">
                  <p:embed/>
                </p:oleObj>
              </mc:Choice>
              <mc:Fallback>
                <p:oleObj name="Equation" r:id="rId9" imgW="965160" imgH="393480" progId="Equation.DSMT4">
                  <p:embed/>
                  <p:pic>
                    <p:nvPicPr>
                      <p:cNvPr id="30" name="Object 29">
                        <a:extLst>
                          <a:ext uri="{FF2B5EF4-FFF2-40B4-BE49-F238E27FC236}">
                            <a16:creationId xmlns:a16="http://schemas.microsoft.com/office/drawing/2014/main" id="{E760034C-B8DE-4D8E-8C26-E2D97A180B15}"/>
                          </a:ext>
                        </a:extLst>
                      </p:cNvPr>
                      <p:cNvPicPr/>
                      <p:nvPr/>
                    </p:nvPicPr>
                    <p:blipFill>
                      <a:blip r:embed="rId10"/>
                      <a:stretch>
                        <a:fillRect/>
                      </a:stretch>
                    </p:blipFill>
                    <p:spPr>
                      <a:xfrm>
                        <a:off x="3881355" y="4600674"/>
                        <a:ext cx="965200" cy="3937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46</a:t>
            </a:fld>
            <a:endParaRPr lang="en-US"/>
          </a:p>
        </p:txBody>
      </p:sp>
    </p:spTree>
    <p:extLst>
      <p:ext uri="{BB962C8B-B14F-4D97-AF65-F5344CB8AC3E}">
        <p14:creationId xmlns:p14="http://schemas.microsoft.com/office/powerpoint/2010/main" val="159454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8F2FB-6846-4A72-885F-AA84123038CF}"/>
              </a:ext>
            </a:extLst>
          </p:cNvPr>
          <p:cNvSpPr>
            <a:spLocks noGrp="1"/>
          </p:cNvSpPr>
          <p:nvPr>
            <p:ph type="title"/>
          </p:nvPr>
        </p:nvSpPr>
        <p:spPr>
          <a:xfrm>
            <a:off x="342900" y="192490"/>
            <a:ext cx="8094090" cy="903231"/>
          </a:xfrm>
        </p:spPr>
        <p:txBody>
          <a:bodyPr/>
          <a:lstStyle/>
          <a:p>
            <a:r>
              <a:rPr lang="en-US" sz="3600" dirty="0"/>
              <a:t>Example: Utility Bills </a:t>
            </a:r>
            <a:r>
              <a:rPr lang="en-US" sz="1000" b="0" dirty="0"/>
              <a:t>1</a:t>
            </a:r>
            <a:endParaRPr lang="en-US" dirty="0"/>
          </a:p>
        </p:txBody>
      </p:sp>
      <p:sp>
        <p:nvSpPr>
          <p:cNvPr id="3" name="Content Placeholder 2">
            <a:extLst>
              <a:ext uri="{FF2B5EF4-FFF2-40B4-BE49-F238E27FC236}">
                <a16:creationId xmlns:a16="http://schemas.microsoft.com/office/drawing/2014/main" id="{FDD00849-0C39-4A9F-A2F1-A3694E5EDC41}"/>
              </a:ext>
            </a:extLst>
          </p:cNvPr>
          <p:cNvSpPr>
            <a:spLocks noGrp="1"/>
          </p:cNvSpPr>
          <p:nvPr>
            <p:ph sz="quarter" idx="11"/>
          </p:nvPr>
        </p:nvSpPr>
        <p:spPr>
          <a:xfrm>
            <a:off x="8626412" y="119125"/>
            <a:ext cx="383685" cy="1049959"/>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3DBEBD62-3A56-4575-B15E-6A0B499CA1ED}"/>
              </a:ext>
            </a:extLst>
          </p:cNvPr>
          <p:cNvSpPr>
            <a:spLocks noGrp="1"/>
          </p:cNvSpPr>
          <p:nvPr>
            <p:ph sz="quarter" idx="14"/>
          </p:nvPr>
        </p:nvSpPr>
        <p:spPr>
          <a:xfrm>
            <a:off x="342900" y="1205833"/>
            <a:ext cx="8178932" cy="1471379"/>
          </a:xfrm>
        </p:spPr>
        <p:txBody>
          <a:bodyPr/>
          <a:lstStyle/>
          <a:p>
            <a:pPr marL="292608" indent="-292608">
              <a:buFont typeface="Arial" panose="020B0604020202020204" pitchFamily="34" charset="0"/>
              <a:buChar char="•"/>
            </a:pPr>
            <a:r>
              <a:rPr lang="en-US" sz="2000" dirty="0">
                <a:solidFill>
                  <a:schemeClr val="tx1"/>
                </a:solidFill>
              </a:rPr>
              <a:t>On Wednesday between 10 a.m. and noon, customer billing inquiries arrive at a mean rate of 42 inquiries per hour at Consumers Energy.</a:t>
            </a:r>
          </a:p>
          <a:p>
            <a:pPr marL="292608" indent="-292608">
              <a:buFont typeface="Arial" panose="020B0604020202020204" pitchFamily="34" charset="0"/>
              <a:buChar char="•"/>
            </a:pPr>
            <a:r>
              <a:rPr lang="en-US" sz="2000" b="1" dirty="0">
                <a:solidFill>
                  <a:schemeClr val="tx1"/>
                </a:solidFill>
              </a:rPr>
              <a:t>What is the probability of receiving more than 50 calls?</a:t>
            </a:r>
          </a:p>
        </p:txBody>
      </p:sp>
      <p:sp>
        <p:nvSpPr>
          <p:cNvPr id="7" name="Content Placeholder 6">
            <a:extLst>
              <a:ext uri="{FF2B5EF4-FFF2-40B4-BE49-F238E27FC236}">
                <a16:creationId xmlns:a16="http://schemas.microsoft.com/office/drawing/2014/main" id="{107A5308-5B4C-41F7-B121-1E31D91BC69D}"/>
              </a:ext>
            </a:extLst>
          </p:cNvPr>
          <p:cNvSpPr>
            <a:spLocks noGrp="1"/>
          </p:cNvSpPr>
          <p:nvPr>
            <p:ph sz="quarter" idx="15"/>
          </p:nvPr>
        </p:nvSpPr>
        <p:spPr>
          <a:xfrm>
            <a:off x="342901" y="2733756"/>
            <a:ext cx="1627302" cy="413967"/>
          </a:xfrm>
        </p:spPr>
        <p:txBody>
          <a:bodyPr/>
          <a:lstStyle/>
          <a:p>
            <a:pPr marL="292608" indent="-292608">
              <a:buFont typeface="Arial" panose="020B0604020202020204" pitchFamily="34" charset="0"/>
              <a:buChar char="•"/>
            </a:pPr>
            <a:r>
              <a:rPr lang="en-US" sz="2000" dirty="0"/>
              <a:t>The mean</a:t>
            </a:r>
          </a:p>
        </p:txBody>
      </p:sp>
      <p:graphicFrame>
        <p:nvGraphicFramePr>
          <p:cNvPr id="18" name="Object 17">
            <a:extLst>
              <a:ext uri="{FF2B5EF4-FFF2-40B4-BE49-F238E27FC236}">
                <a16:creationId xmlns:a16="http://schemas.microsoft.com/office/drawing/2014/main" id="{1C242BF2-D811-473F-B1C6-CEFBCB128248}"/>
              </a:ext>
            </a:extLst>
          </p:cNvPr>
          <p:cNvGraphicFramePr>
            <a:graphicFrameLocks noChangeAspect="1"/>
          </p:cNvGraphicFramePr>
          <p:nvPr>
            <p:extLst>
              <p:ext uri="{D42A27DB-BD31-4B8C-83A1-F6EECF244321}">
                <p14:modId xmlns:p14="http://schemas.microsoft.com/office/powerpoint/2010/main" val="1919485049"/>
              </p:ext>
            </p:extLst>
          </p:nvPr>
        </p:nvGraphicFramePr>
        <p:xfrm>
          <a:off x="1960776" y="2820089"/>
          <a:ext cx="698500" cy="241300"/>
        </p:xfrm>
        <a:graphic>
          <a:graphicData uri="http://schemas.openxmlformats.org/presentationml/2006/ole">
            <mc:AlternateContent xmlns:mc="http://schemas.openxmlformats.org/markup-compatibility/2006">
              <mc:Choice xmlns:v="urn:schemas-microsoft-com:vml" Requires="v">
                <p:oleObj name="Equation" r:id="rId2" imgW="698400" imgH="241200" progId="Equation.DSMT4">
                  <p:embed/>
                </p:oleObj>
              </mc:Choice>
              <mc:Fallback>
                <p:oleObj name="Equation" r:id="rId2" imgW="698400" imgH="241200" progId="Equation.DSMT4">
                  <p:embed/>
                  <p:pic>
                    <p:nvPicPr>
                      <p:cNvPr id="0" name=""/>
                      <p:cNvPicPr/>
                      <p:nvPr/>
                    </p:nvPicPr>
                    <p:blipFill>
                      <a:blip r:embed="rId3"/>
                      <a:stretch>
                        <a:fillRect/>
                      </a:stretch>
                    </p:blipFill>
                    <p:spPr>
                      <a:xfrm>
                        <a:off x="1960776" y="2820089"/>
                        <a:ext cx="698500" cy="241300"/>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AC0E55C6-3558-4F81-8F7A-386EC5ABA231}"/>
              </a:ext>
            </a:extLst>
          </p:cNvPr>
          <p:cNvSpPr>
            <a:spLocks noGrp="1"/>
          </p:cNvSpPr>
          <p:nvPr>
            <p:ph sz="quarter" idx="16"/>
          </p:nvPr>
        </p:nvSpPr>
        <p:spPr>
          <a:xfrm>
            <a:off x="2703571" y="2740480"/>
            <a:ext cx="3915201" cy="413967"/>
          </a:xfrm>
        </p:spPr>
        <p:txBody>
          <a:bodyPr/>
          <a:lstStyle/>
          <a:p>
            <a:r>
              <a:rPr lang="en-US" sz="2000" dirty="0"/>
              <a:t>is too large to use Appendix B.</a:t>
            </a:r>
          </a:p>
        </p:txBody>
      </p:sp>
      <p:sp>
        <p:nvSpPr>
          <p:cNvPr id="11" name="Content Placeholder 10">
            <a:extLst>
              <a:ext uri="{FF2B5EF4-FFF2-40B4-BE49-F238E27FC236}">
                <a16:creationId xmlns:a16="http://schemas.microsoft.com/office/drawing/2014/main" id="{B7FFC51D-3D0C-4989-B93C-3AAA45E6BA37}"/>
              </a:ext>
            </a:extLst>
          </p:cNvPr>
          <p:cNvSpPr>
            <a:spLocks noGrp="1"/>
          </p:cNvSpPr>
          <p:nvPr>
            <p:ph sz="quarter" idx="17"/>
          </p:nvPr>
        </p:nvSpPr>
        <p:spPr>
          <a:xfrm>
            <a:off x="342900" y="3164688"/>
            <a:ext cx="7373682" cy="811088"/>
          </a:xfrm>
        </p:spPr>
        <p:txBody>
          <a:bodyPr/>
          <a:lstStyle/>
          <a:p>
            <a:pPr marL="292608" indent="-292608">
              <a:buFont typeface="Arial" panose="020B0604020202020204" pitchFamily="34" charset="0"/>
              <a:buChar char="•"/>
            </a:pPr>
            <a:r>
              <a:rPr lang="en-US" sz="2000" dirty="0"/>
              <a:t>Use the normal approximation.</a:t>
            </a:r>
          </a:p>
          <a:p>
            <a:pPr marL="292608" indent="-292608">
              <a:buFont typeface="Arial" panose="020B0604020202020204" pitchFamily="34" charset="0"/>
              <a:buChar char="•"/>
            </a:pPr>
            <a:r>
              <a:rPr lang="en-US" sz="2000" dirty="0"/>
              <a:t>We set:</a:t>
            </a:r>
          </a:p>
        </p:txBody>
      </p:sp>
      <p:graphicFrame>
        <p:nvGraphicFramePr>
          <p:cNvPr id="19" name="Object 18">
            <a:extLst>
              <a:ext uri="{FF2B5EF4-FFF2-40B4-BE49-F238E27FC236}">
                <a16:creationId xmlns:a16="http://schemas.microsoft.com/office/drawing/2014/main" id="{52D6A756-1C20-4F11-8A73-943C3E72C30A}"/>
              </a:ext>
            </a:extLst>
          </p:cNvPr>
          <p:cNvGraphicFramePr>
            <a:graphicFrameLocks noChangeAspect="1"/>
          </p:cNvGraphicFramePr>
          <p:nvPr>
            <p:extLst>
              <p:ext uri="{D42A27DB-BD31-4B8C-83A1-F6EECF244321}">
                <p14:modId xmlns:p14="http://schemas.microsoft.com/office/powerpoint/2010/main" val="2180585530"/>
              </p:ext>
            </p:extLst>
          </p:nvPr>
        </p:nvGraphicFramePr>
        <p:xfrm>
          <a:off x="2659276" y="4070361"/>
          <a:ext cx="1130300" cy="292100"/>
        </p:xfrm>
        <a:graphic>
          <a:graphicData uri="http://schemas.openxmlformats.org/presentationml/2006/ole">
            <mc:AlternateContent xmlns:mc="http://schemas.openxmlformats.org/markup-compatibility/2006">
              <mc:Choice xmlns:v="urn:schemas-microsoft-com:vml" Requires="v">
                <p:oleObj name="Equation" r:id="rId4" imgW="1130040" imgH="291960" progId="Equation.DSMT4">
                  <p:embed/>
                </p:oleObj>
              </mc:Choice>
              <mc:Fallback>
                <p:oleObj name="Equation" r:id="rId4" imgW="1130040" imgH="291960" progId="Equation.DSMT4">
                  <p:embed/>
                  <p:pic>
                    <p:nvPicPr>
                      <p:cNvPr id="19" name="Object 18">
                        <a:extLst>
                          <a:ext uri="{FF2B5EF4-FFF2-40B4-BE49-F238E27FC236}">
                            <a16:creationId xmlns:a16="http://schemas.microsoft.com/office/drawing/2014/main" id="{52D6A756-1C20-4F11-8A73-943C3E72C30A}"/>
                          </a:ext>
                        </a:extLst>
                      </p:cNvPr>
                      <p:cNvPicPr/>
                      <p:nvPr/>
                    </p:nvPicPr>
                    <p:blipFill>
                      <a:blip r:embed="rId5"/>
                      <a:stretch>
                        <a:fillRect/>
                      </a:stretch>
                    </p:blipFill>
                    <p:spPr>
                      <a:xfrm>
                        <a:off x="2659276" y="4070361"/>
                        <a:ext cx="1130300" cy="2921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658962D5-08CA-46C7-9501-AE85E1DF9F3C}"/>
              </a:ext>
            </a:extLst>
          </p:cNvPr>
          <p:cNvGraphicFramePr>
            <a:graphicFrameLocks noChangeAspect="1"/>
          </p:cNvGraphicFramePr>
          <p:nvPr>
            <p:extLst>
              <p:ext uri="{D42A27DB-BD31-4B8C-83A1-F6EECF244321}">
                <p14:modId xmlns:p14="http://schemas.microsoft.com/office/powerpoint/2010/main" val="1179758632"/>
              </p:ext>
            </p:extLst>
          </p:nvPr>
        </p:nvGraphicFramePr>
        <p:xfrm>
          <a:off x="2658051" y="4419005"/>
          <a:ext cx="2590800" cy="330200"/>
        </p:xfrm>
        <a:graphic>
          <a:graphicData uri="http://schemas.openxmlformats.org/presentationml/2006/ole">
            <mc:AlternateContent xmlns:mc="http://schemas.openxmlformats.org/markup-compatibility/2006">
              <mc:Choice xmlns:v="urn:schemas-microsoft-com:vml" Requires="v">
                <p:oleObj name="Equation" r:id="rId6" imgW="2590560" imgH="330120" progId="Equation.DSMT4">
                  <p:embed/>
                </p:oleObj>
              </mc:Choice>
              <mc:Fallback>
                <p:oleObj name="Equation" r:id="rId6" imgW="2590560" imgH="330120" progId="Equation.DSMT4">
                  <p:embed/>
                  <p:pic>
                    <p:nvPicPr>
                      <p:cNvPr id="20" name="Object 19">
                        <a:extLst>
                          <a:ext uri="{FF2B5EF4-FFF2-40B4-BE49-F238E27FC236}">
                            <a16:creationId xmlns:a16="http://schemas.microsoft.com/office/drawing/2014/main" id="{658962D5-08CA-46C7-9501-AE85E1DF9F3C}"/>
                          </a:ext>
                        </a:extLst>
                      </p:cNvPr>
                      <p:cNvPicPr/>
                      <p:nvPr/>
                    </p:nvPicPr>
                    <p:blipFill>
                      <a:blip r:embed="rId7"/>
                      <a:stretch>
                        <a:fillRect/>
                      </a:stretch>
                    </p:blipFill>
                    <p:spPr>
                      <a:xfrm>
                        <a:off x="2658051" y="4419005"/>
                        <a:ext cx="2590800" cy="3302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4DC99607-FA69-4008-93CD-D0756BDEDFCB}"/>
              </a:ext>
            </a:extLst>
          </p:cNvPr>
          <p:cNvSpPr>
            <a:spLocks noGrp="1"/>
          </p:cNvSpPr>
          <p:nvPr>
            <p:ph sz="quarter" idx="18"/>
          </p:nvPr>
        </p:nvSpPr>
        <p:spPr>
          <a:xfrm>
            <a:off x="342900" y="4931108"/>
            <a:ext cx="4905951" cy="434497"/>
          </a:xfrm>
        </p:spPr>
        <p:txBody>
          <a:bodyPr/>
          <a:lstStyle/>
          <a:p>
            <a:pPr marL="292608" indent="-292608">
              <a:buFont typeface="Arial" panose="020B0604020202020204" pitchFamily="34" charset="0"/>
              <a:buChar char="•"/>
            </a:pPr>
            <a:r>
              <a:rPr lang="en-US" sz="2000" dirty="0"/>
              <a:t>The continuity-corrected cutoff point for</a:t>
            </a:r>
          </a:p>
        </p:txBody>
      </p:sp>
      <p:graphicFrame>
        <p:nvGraphicFramePr>
          <p:cNvPr id="21" name="Object 20">
            <a:extLst>
              <a:ext uri="{FF2B5EF4-FFF2-40B4-BE49-F238E27FC236}">
                <a16:creationId xmlns:a16="http://schemas.microsoft.com/office/drawing/2014/main" id="{C874A5F6-C6F1-4411-82C7-B620750E9843}"/>
              </a:ext>
            </a:extLst>
          </p:cNvPr>
          <p:cNvGraphicFramePr>
            <a:graphicFrameLocks noChangeAspect="1"/>
          </p:cNvGraphicFramePr>
          <p:nvPr>
            <p:extLst>
              <p:ext uri="{D42A27DB-BD31-4B8C-83A1-F6EECF244321}">
                <p14:modId xmlns:p14="http://schemas.microsoft.com/office/powerpoint/2010/main" val="1421027209"/>
              </p:ext>
            </p:extLst>
          </p:nvPr>
        </p:nvGraphicFramePr>
        <p:xfrm>
          <a:off x="5227638" y="5000625"/>
          <a:ext cx="2122487" cy="279400"/>
        </p:xfrm>
        <a:graphic>
          <a:graphicData uri="http://schemas.openxmlformats.org/presentationml/2006/ole">
            <mc:AlternateContent xmlns:mc="http://schemas.openxmlformats.org/markup-compatibility/2006">
              <mc:Choice xmlns:v="urn:schemas-microsoft-com:vml" Requires="v">
                <p:oleObj name="Equation" r:id="rId8" imgW="1930320" imgH="253800" progId="Equation.DSMT4">
                  <p:embed/>
                </p:oleObj>
              </mc:Choice>
              <mc:Fallback>
                <p:oleObj name="Equation" r:id="rId8" imgW="1930320" imgH="253800" progId="Equation.DSMT4">
                  <p:embed/>
                  <p:pic>
                    <p:nvPicPr>
                      <p:cNvPr id="21" name="Object 20">
                        <a:extLst>
                          <a:ext uri="{FF2B5EF4-FFF2-40B4-BE49-F238E27FC236}">
                            <a16:creationId xmlns:a16="http://schemas.microsoft.com/office/drawing/2014/main" id="{C874A5F6-C6F1-4411-82C7-B620750E9843}"/>
                          </a:ext>
                        </a:extLst>
                      </p:cNvPr>
                      <p:cNvPicPr/>
                      <p:nvPr/>
                    </p:nvPicPr>
                    <p:blipFill>
                      <a:blip r:embed="rId9"/>
                      <a:stretch>
                        <a:fillRect/>
                      </a:stretch>
                    </p:blipFill>
                    <p:spPr>
                      <a:xfrm>
                        <a:off x="5227638" y="5000625"/>
                        <a:ext cx="2122487" cy="2794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86AFBD23-8891-4196-AEAC-5DD622B961AB}"/>
              </a:ext>
            </a:extLst>
          </p:cNvPr>
          <p:cNvSpPr>
            <a:spLocks noGrp="1"/>
          </p:cNvSpPr>
          <p:nvPr>
            <p:ph sz="quarter" idx="19"/>
          </p:nvPr>
        </p:nvSpPr>
        <p:spPr>
          <a:xfrm>
            <a:off x="342900" y="5435013"/>
            <a:ext cx="3915201" cy="434307"/>
          </a:xfrm>
        </p:spPr>
        <p:txBody>
          <a:bodyPr tIns="0"/>
          <a:lstStyle/>
          <a:p>
            <a:pPr marL="292608"/>
            <a:r>
              <a:rPr lang="en-US" sz="2000" dirty="0"/>
              <a:t>(halfway between 50 and 51):</a:t>
            </a:r>
          </a:p>
        </p:txBody>
      </p:sp>
      <p:pic>
        <p:nvPicPr>
          <p:cNvPr id="22" name="Picture 21" descr="… 46, 47, 48, 49, 50, 51, 52, and 53… An arrow points to the right from 51.">
            <a:extLst>
              <a:ext uri="{FF2B5EF4-FFF2-40B4-BE49-F238E27FC236}">
                <a16:creationId xmlns:a16="http://schemas.microsoft.com/office/drawing/2014/main" id="{A428FFF2-AC47-4B5E-8074-F283EFD21061}"/>
              </a:ext>
            </a:extLst>
          </p:cNvPr>
          <p:cNvPicPr>
            <a:picLocks noChangeAspect="1"/>
          </p:cNvPicPr>
          <p:nvPr/>
        </p:nvPicPr>
        <p:blipFill>
          <a:blip r:embed="rId10"/>
          <a:stretch>
            <a:fillRect/>
          </a:stretch>
        </p:blipFill>
        <p:spPr>
          <a:xfrm>
            <a:off x="2578435" y="5934252"/>
            <a:ext cx="3987130" cy="560881"/>
          </a:xfrm>
          <a:prstGeom prst="rect">
            <a:avLst/>
          </a:prstGeom>
        </p:spPr>
      </p:pic>
      <p:sp>
        <p:nvSpPr>
          <p:cNvPr id="17" name="Slide Number Placeholder 16">
            <a:extLst>
              <a:ext uri="{FF2B5EF4-FFF2-40B4-BE49-F238E27FC236}">
                <a16:creationId xmlns:a16="http://schemas.microsoft.com/office/drawing/2014/main" id="{9C0AA812-AF13-49B7-848F-559E47D286A2}"/>
              </a:ext>
            </a:extLst>
          </p:cNvPr>
          <p:cNvSpPr>
            <a:spLocks noGrp="1"/>
          </p:cNvSpPr>
          <p:nvPr>
            <p:ph type="sldNum" sz="quarter" idx="10"/>
          </p:nvPr>
        </p:nvSpPr>
        <p:spPr/>
        <p:txBody>
          <a:bodyPr/>
          <a:lstStyle/>
          <a:p>
            <a:fld id="{68151E55-6873-49E2-B8D5-2F265E6F1973}" type="slidenum">
              <a:rPr lang="en-US" smtClean="0"/>
              <a:t>47</a:t>
            </a:fld>
            <a:endParaRPr lang="en-US"/>
          </a:p>
        </p:txBody>
      </p:sp>
    </p:spTree>
    <p:extLst>
      <p:ext uri="{BB962C8B-B14F-4D97-AF65-F5344CB8AC3E}">
        <p14:creationId xmlns:p14="http://schemas.microsoft.com/office/powerpoint/2010/main" val="38782032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98DC-51BD-43AC-85AC-471C0674CF1B}"/>
              </a:ext>
            </a:extLst>
          </p:cNvPr>
          <p:cNvSpPr>
            <a:spLocks noGrp="1"/>
          </p:cNvSpPr>
          <p:nvPr>
            <p:ph type="title"/>
          </p:nvPr>
        </p:nvSpPr>
        <p:spPr>
          <a:xfrm>
            <a:off x="342900" y="163462"/>
            <a:ext cx="6275614" cy="779967"/>
          </a:xfrm>
        </p:spPr>
        <p:txBody>
          <a:bodyPr/>
          <a:lstStyle/>
          <a:p>
            <a:r>
              <a:rPr lang="en-US" sz="3600" dirty="0"/>
              <a:t>Example: Utility Bills </a:t>
            </a:r>
            <a:r>
              <a:rPr lang="en-US" sz="1000" b="0" dirty="0"/>
              <a:t>2</a:t>
            </a:r>
            <a:endParaRPr lang="en-US" dirty="0"/>
          </a:p>
        </p:txBody>
      </p:sp>
      <p:sp>
        <p:nvSpPr>
          <p:cNvPr id="18" name="Content Placeholder 17">
            <a:extLst>
              <a:ext uri="{FF2B5EF4-FFF2-40B4-BE49-F238E27FC236}">
                <a16:creationId xmlns:a16="http://schemas.microsoft.com/office/drawing/2014/main" id="{F5CF041E-CDE7-41E8-9AFA-E262995D832B}"/>
              </a:ext>
            </a:extLst>
          </p:cNvPr>
          <p:cNvSpPr>
            <a:spLocks noGrp="1"/>
          </p:cNvSpPr>
          <p:nvPr>
            <p:ph sz="quarter" idx="11"/>
          </p:nvPr>
        </p:nvSpPr>
        <p:spPr>
          <a:xfrm>
            <a:off x="8638954" y="54162"/>
            <a:ext cx="469900" cy="1199285"/>
          </a:xfrm>
        </p:spPr>
        <p:txBody>
          <a:bodyPr vert="vert" rIns="0"/>
          <a:lstStyle/>
          <a:p>
            <a:r>
              <a:rPr lang="en-US" b="1" dirty="0"/>
              <a:t>L</a:t>
            </a:r>
            <a:r>
              <a:rPr lang="en-US" sz="100" b="1" dirty="0"/>
              <a:t> </a:t>
            </a:r>
            <a:r>
              <a:rPr lang="en-US" b="1" dirty="0"/>
              <a:t>O 7.6</a:t>
            </a:r>
          </a:p>
        </p:txBody>
      </p:sp>
      <p:sp>
        <p:nvSpPr>
          <p:cNvPr id="21" name="Content Placeholder 20">
            <a:extLst>
              <a:ext uri="{FF2B5EF4-FFF2-40B4-BE49-F238E27FC236}">
                <a16:creationId xmlns:a16="http://schemas.microsoft.com/office/drawing/2014/main" id="{B09099CA-222A-4D9B-AEE5-C2D481D1901B}"/>
              </a:ext>
            </a:extLst>
          </p:cNvPr>
          <p:cNvSpPr>
            <a:spLocks noGrp="1"/>
          </p:cNvSpPr>
          <p:nvPr>
            <p:ph sz="quarter" idx="14"/>
          </p:nvPr>
        </p:nvSpPr>
        <p:spPr>
          <a:xfrm>
            <a:off x="342900" y="1093023"/>
            <a:ext cx="6914243" cy="419364"/>
          </a:xfrm>
        </p:spPr>
        <p:txBody>
          <a:bodyPr/>
          <a:lstStyle/>
          <a:p>
            <a:pPr marL="292608" indent="-292608">
              <a:buFont typeface="Arial" panose="020B0604020202020204" pitchFamily="34" charset="0"/>
              <a:buChar char="•"/>
            </a:pPr>
            <a:r>
              <a:rPr lang="en-US" sz="2000" dirty="0">
                <a:solidFill>
                  <a:schemeClr val="tx1"/>
                </a:solidFill>
              </a:rPr>
              <a:t>The standardized </a:t>
            </a:r>
            <a:r>
              <a:rPr lang="en-US" sz="2000" i="1" dirty="0">
                <a:solidFill>
                  <a:schemeClr val="tx1"/>
                </a:solidFill>
              </a:rPr>
              <a:t>Z</a:t>
            </a:r>
            <a:r>
              <a:rPr lang="en-US" sz="2000" dirty="0">
                <a:solidFill>
                  <a:schemeClr val="tx1"/>
                </a:solidFill>
              </a:rPr>
              <a:t>-value for the event “more than 50” is</a:t>
            </a:r>
            <a:endParaRPr lang="en-US" sz="2000" b="1" dirty="0">
              <a:solidFill>
                <a:schemeClr val="tx1"/>
              </a:solidFill>
            </a:endParaRPr>
          </a:p>
        </p:txBody>
      </p:sp>
      <p:graphicFrame>
        <p:nvGraphicFramePr>
          <p:cNvPr id="39" name="Object 38">
            <a:extLst>
              <a:ext uri="{FF2B5EF4-FFF2-40B4-BE49-F238E27FC236}">
                <a16:creationId xmlns:a16="http://schemas.microsoft.com/office/drawing/2014/main" id="{46526E48-20C8-40C1-B9FE-A6501CAF453B}"/>
              </a:ext>
            </a:extLst>
          </p:cNvPr>
          <p:cNvGraphicFramePr>
            <a:graphicFrameLocks noChangeAspect="1"/>
          </p:cNvGraphicFramePr>
          <p:nvPr>
            <p:extLst>
              <p:ext uri="{D42A27DB-BD31-4B8C-83A1-F6EECF244321}">
                <p14:modId xmlns:p14="http://schemas.microsoft.com/office/powerpoint/2010/main" val="621518846"/>
              </p:ext>
            </p:extLst>
          </p:nvPr>
        </p:nvGraphicFramePr>
        <p:xfrm>
          <a:off x="720725" y="1582738"/>
          <a:ext cx="3886200" cy="304800"/>
        </p:xfrm>
        <a:graphic>
          <a:graphicData uri="http://schemas.openxmlformats.org/presentationml/2006/ole">
            <mc:AlternateContent xmlns:mc="http://schemas.openxmlformats.org/markup-compatibility/2006">
              <mc:Choice xmlns:v="urn:schemas-microsoft-com:vml" Requires="v">
                <p:oleObj name="Equation" r:id="rId2" imgW="3886200" imgH="304560" progId="Equation.DSMT4">
                  <p:embed/>
                </p:oleObj>
              </mc:Choice>
              <mc:Fallback>
                <p:oleObj name="Equation" r:id="rId2" imgW="3886200" imgH="304560" progId="Equation.DSMT4">
                  <p:embed/>
                  <p:pic>
                    <p:nvPicPr>
                      <p:cNvPr id="7" name="Object 6"/>
                      <p:cNvPicPr/>
                      <p:nvPr/>
                    </p:nvPicPr>
                    <p:blipFill>
                      <a:blip r:embed="rId3"/>
                      <a:stretch>
                        <a:fillRect/>
                      </a:stretch>
                    </p:blipFill>
                    <p:spPr>
                      <a:xfrm>
                        <a:off x="720725" y="1582738"/>
                        <a:ext cx="3886200" cy="304800"/>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079E8C60-AE18-4D39-B8A6-EDBEFC5136B6}"/>
              </a:ext>
            </a:extLst>
          </p:cNvPr>
          <p:cNvGraphicFramePr>
            <a:graphicFrameLocks noChangeAspect="1"/>
          </p:cNvGraphicFramePr>
          <p:nvPr>
            <p:extLst>
              <p:ext uri="{D42A27DB-BD31-4B8C-83A1-F6EECF244321}">
                <p14:modId xmlns:p14="http://schemas.microsoft.com/office/powerpoint/2010/main" val="3652634345"/>
              </p:ext>
            </p:extLst>
          </p:nvPr>
        </p:nvGraphicFramePr>
        <p:xfrm>
          <a:off x="2703871" y="1987905"/>
          <a:ext cx="2844800" cy="609600"/>
        </p:xfrm>
        <a:graphic>
          <a:graphicData uri="http://schemas.openxmlformats.org/presentationml/2006/ole">
            <mc:AlternateContent xmlns:mc="http://schemas.openxmlformats.org/markup-compatibility/2006">
              <mc:Choice xmlns:v="urn:schemas-microsoft-com:vml" Requires="v">
                <p:oleObj name="Equation" r:id="rId4" imgW="2844720" imgH="609480" progId="Equation.DSMT4">
                  <p:embed/>
                </p:oleObj>
              </mc:Choice>
              <mc:Fallback>
                <p:oleObj name="Equation" r:id="rId4" imgW="2844720" imgH="609480" progId="Equation.DSMT4">
                  <p:embed/>
                  <p:pic>
                    <p:nvPicPr>
                      <p:cNvPr id="22" name="Object 21">
                        <a:extLst>
                          <a:ext uri="{FF2B5EF4-FFF2-40B4-BE49-F238E27FC236}">
                            <a16:creationId xmlns:a16="http://schemas.microsoft.com/office/drawing/2014/main" id="{74CD9E78-FF32-4B56-8B01-6AE5FE66D6F9}"/>
                          </a:ext>
                        </a:extLst>
                      </p:cNvPr>
                      <p:cNvPicPr/>
                      <p:nvPr/>
                    </p:nvPicPr>
                    <p:blipFill>
                      <a:blip r:embed="rId5"/>
                      <a:stretch>
                        <a:fillRect/>
                      </a:stretch>
                    </p:blipFill>
                    <p:spPr>
                      <a:xfrm>
                        <a:off x="2703871" y="1987905"/>
                        <a:ext cx="2844800" cy="609600"/>
                      </a:xfrm>
                      <a:prstGeom prst="rect">
                        <a:avLst/>
                      </a:prstGeom>
                    </p:spPr>
                  </p:pic>
                </p:oleObj>
              </mc:Fallback>
            </mc:AlternateContent>
          </a:graphicData>
        </a:graphic>
      </p:graphicFrame>
      <p:sp>
        <p:nvSpPr>
          <p:cNvPr id="22" name="Content Placeholder 21">
            <a:extLst>
              <a:ext uri="{FF2B5EF4-FFF2-40B4-BE49-F238E27FC236}">
                <a16:creationId xmlns:a16="http://schemas.microsoft.com/office/drawing/2014/main" id="{CA2C0DD4-4BEB-4A5D-A4B5-5DC8245A9DD9}"/>
              </a:ext>
            </a:extLst>
          </p:cNvPr>
          <p:cNvSpPr>
            <a:spLocks noGrp="1"/>
          </p:cNvSpPr>
          <p:nvPr>
            <p:ph sz="quarter" idx="15"/>
          </p:nvPr>
        </p:nvSpPr>
        <p:spPr>
          <a:xfrm>
            <a:off x="342900" y="2818476"/>
            <a:ext cx="4025900" cy="389181"/>
          </a:xfrm>
        </p:spPr>
        <p:txBody>
          <a:bodyPr/>
          <a:lstStyle/>
          <a:p>
            <a:pPr marL="292608" indent="-292608">
              <a:buFont typeface="Arial" panose="020B0604020202020204" pitchFamily="34" charset="0"/>
              <a:buChar char="•"/>
            </a:pPr>
            <a:r>
              <a:rPr lang="en-US" sz="2000" dirty="0"/>
              <a:t>Using Appendix C-2 we look up</a:t>
            </a:r>
          </a:p>
        </p:txBody>
      </p:sp>
      <p:graphicFrame>
        <p:nvGraphicFramePr>
          <p:cNvPr id="41" name="Object 40">
            <a:extLst>
              <a:ext uri="{FF2B5EF4-FFF2-40B4-BE49-F238E27FC236}">
                <a16:creationId xmlns:a16="http://schemas.microsoft.com/office/drawing/2014/main" id="{0F02FF6C-4329-449D-842E-9C5F9D385A0B}"/>
              </a:ext>
            </a:extLst>
          </p:cNvPr>
          <p:cNvGraphicFramePr>
            <a:graphicFrameLocks noChangeAspect="1"/>
          </p:cNvGraphicFramePr>
          <p:nvPr>
            <p:extLst>
              <p:ext uri="{D42A27DB-BD31-4B8C-83A1-F6EECF244321}">
                <p14:modId xmlns:p14="http://schemas.microsoft.com/office/powerpoint/2010/main" val="2669349629"/>
              </p:ext>
            </p:extLst>
          </p:nvPr>
        </p:nvGraphicFramePr>
        <p:xfrm>
          <a:off x="4425950" y="2890838"/>
          <a:ext cx="2336800" cy="304800"/>
        </p:xfrm>
        <a:graphic>
          <a:graphicData uri="http://schemas.openxmlformats.org/presentationml/2006/ole">
            <mc:AlternateContent xmlns:mc="http://schemas.openxmlformats.org/markup-compatibility/2006">
              <mc:Choice xmlns:v="urn:schemas-microsoft-com:vml" Requires="v">
                <p:oleObj name="Equation" r:id="rId6" imgW="2336760" imgH="304560" progId="Equation.DSMT4">
                  <p:embed/>
                </p:oleObj>
              </mc:Choice>
              <mc:Fallback>
                <p:oleObj name="Equation" r:id="rId6" imgW="2336760" imgH="304560" progId="Equation.DSMT4">
                  <p:embed/>
                  <p:pic>
                    <p:nvPicPr>
                      <p:cNvPr id="0" name=""/>
                      <p:cNvPicPr/>
                      <p:nvPr/>
                    </p:nvPicPr>
                    <p:blipFill>
                      <a:blip r:embed="rId7"/>
                      <a:stretch>
                        <a:fillRect/>
                      </a:stretch>
                    </p:blipFill>
                    <p:spPr>
                      <a:xfrm>
                        <a:off x="4425950" y="2890838"/>
                        <a:ext cx="2336800" cy="304800"/>
                      </a:xfrm>
                      <a:prstGeom prst="rect">
                        <a:avLst/>
                      </a:prstGeom>
                    </p:spPr>
                  </p:pic>
                </p:oleObj>
              </mc:Fallback>
            </mc:AlternateContent>
          </a:graphicData>
        </a:graphic>
      </p:graphicFrame>
      <p:sp>
        <p:nvSpPr>
          <p:cNvPr id="23" name="Content Placeholder 22">
            <a:extLst>
              <a:ext uri="{FF2B5EF4-FFF2-40B4-BE49-F238E27FC236}">
                <a16:creationId xmlns:a16="http://schemas.microsoft.com/office/drawing/2014/main" id="{8EBB0657-6D3F-423D-8AB5-44D5EC618D27}"/>
              </a:ext>
            </a:extLst>
          </p:cNvPr>
          <p:cNvSpPr>
            <a:spLocks noGrp="1"/>
          </p:cNvSpPr>
          <p:nvPr>
            <p:ph sz="quarter" idx="16"/>
          </p:nvPr>
        </p:nvSpPr>
        <p:spPr>
          <a:xfrm>
            <a:off x="6790876" y="2877081"/>
            <a:ext cx="1442357" cy="350879"/>
          </a:xfrm>
        </p:spPr>
        <p:txBody>
          <a:bodyPr lIns="0" tIns="0" rIns="0" bIns="0"/>
          <a:lstStyle/>
          <a:p>
            <a:r>
              <a:rPr lang="en-US" sz="2000" dirty="0"/>
              <a:t>which is the</a:t>
            </a:r>
          </a:p>
        </p:txBody>
      </p:sp>
      <p:sp>
        <p:nvSpPr>
          <p:cNvPr id="24" name="Content Placeholder 23">
            <a:extLst>
              <a:ext uri="{FF2B5EF4-FFF2-40B4-BE49-F238E27FC236}">
                <a16:creationId xmlns:a16="http://schemas.microsoft.com/office/drawing/2014/main" id="{3415EF26-BA56-4DEB-894C-47BA33E09A1D}"/>
              </a:ext>
            </a:extLst>
          </p:cNvPr>
          <p:cNvSpPr>
            <a:spLocks noGrp="1"/>
          </p:cNvSpPr>
          <p:nvPr>
            <p:ph sz="quarter" idx="17"/>
          </p:nvPr>
        </p:nvSpPr>
        <p:spPr>
          <a:xfrm>
            <a:off x="342900" y="3269499"/>
            <a:ext cx="1456871" cy="359075"/>
          </a:xfrm>
        </p:spPr>
        <p:txBody>
          <a:bodyPr tIns="0"/>
          <a:lstStyle/>
          <a:p>
            <a:pPr marL="292608"/>
            <a:r>
              <a:rPr lang="en-US" sz="2000" dirty="0"/>
              <a:t>same as</a:t>
            </a:r>
          </a:p>
        </p:txBody>
      </p:sp>
      <p:graphicFrame>
        <p:nvGraphicFramePr>
          <p:cNvPr id="42" name="Object 41">
            <a:extLst>
              <a:ext uri="{FF2B5EF4-FFF2-40B4-BE49-F238E27FC236}">
                <a16:creationId xmlns:a16="http://schemas.microsoft.com/office/drawing/2014/main" id="{50437916-2DA3-4766-8674-E58F53334936}"/>
              </a:ext>
            </a:extLst>
          </p:cNvPr>
          <p:cNvGraphicFramePr>
            <a:graphicFrameLocks noChangeAspect="1"/>
          </p:cNvGraphicFramePr>
          <p:nvPr>
            <p:extLst>
              <p:ext uri="{D42A27DB-BD31-4B8C-83A1-F6EECF244321}">
                <p14:modId xmlns:p14="http://schemas.microsoft.com/office/powerpoint/2010/main" val="4032757696"/>
              </p:ext>
            </p:extLst>
          </p:nvPr>
        </p:nvGraphicFramePr>
        <p:xfrm>
          <a:off x="1839913" y="3294063"/>
          <a:ext cx="1439862" cy="334962"/>
        </p:xfrm>
        <a:graphic>
          <a:graphicData uri="http://schemas.openxmlformats.org/presentationml/2006/ole">
            <mc:AlternateContent xmlns:mc="http://schemas.openxmlformats.org/markup-compatibility/2006">
              <mc:Choice xmlns:v="urn:schemas-microsoft-com:vml" Requires="v">
                <p:oleObj name="Equation" r:id="rId8" imgW="1307880" imgH="304560" progId="Equation.DSMT4">
                  <p:embed/>
                </p:oleObj>
              </mc:Choice>
              <mc:Fallback>
                <p:oleObj name="Equation" r:id="rId8" imgW="1307880" imgH="304560" progId="Equation.DSMT4">
                  <p:embed/>
                  <p:pic>
                    <p:nvPicPr>
                      <p:cNvPr id="0" name=""/>
                      <p:cNvPicPr/>
                      <p:nvPr/>
                    </p:nvPicPr>
                    <p:blipFill>
                      <a:blip r:embed="rId9"/>
                      <a:stretch>
                        <a:fillRect/>
                      </a:stretch>
                    </p:blipFill>
                    <p:spPr>
                      <a:xfrm>
                        <a:off x="1839913" y="3294063"/>
                        <a:ext cx="1439862" cy="334962"/>
                      </a:xfrm>
                      <a:prstGeom prst="rect">
                        <a:avLst/>
                      </a:prstGeom>
                    </p:spPr>
                  </p:pic>
                </p:oleObj>
              </mc:Fallback>
            </mc:AlternateContent>
          </a:graphicData>
        </a:graphic>
      </p:graphicFrame>
      <p:sp>
        <p:nvSpPr>
          <p:cNvPr id="25" name="Content Placeholder 24">
            <a:extLst>
              <a:ext uri="{FF2B5EF4-FFF2-40B4-BE49-F238E27FC236}">
                <a16:creationId xmlns:a16="http://schemas.microsoft.com/office/drawing/2014/main" id="{BAF82DFF-3ABC-47CC-8B76-5983BBBD6C74}"/>
              </a:ext>
            </a:extLst>
          </p:cNvPr>
          <p:cNvSpPr>
            <a:spLocks noGrp="1"/>
          </p:cNvSpPr>
          <p:nvPr>
            <p:ph sz="quarter" idx="18"/>
          </p:nvPr>
        </p:nvSpPr>
        <p:spPr>
          <a:xfrm>
            <a:off x="3346719" y="3290325"/>
            <a:ext cx="5201557" cy="338249"/>
          </a:xfrm>
        </p:spPr>
        <p:txBody>
          <a:bodyPr lIns="0" tIns="0" rIns="0" bIns="0"/>
          <a:lstStyle/>
          <a:p>
            <a:r>
              <a:rPr lang="en-US" sz="2000" dirty="0"/>
              <a:t>because the normal distribution is symmetric.</a:t>
            </a:r>
          </a:p>
        </p:txBody>
      </p:sp>
      <p:sp>
        <p:nvSpPr>
          <p:cNvPr id="26" name="Content Placeholder 25">
            <a:extLst>
              <a:ext uri="{FF2B5EF4-FFF2-40B4-BE49-F238E27FC236}">
                <a16:creationId xmlns:a16="http://schemas.microsoft.com/office/drawing/2014/main" id="{059BFF89-5AA0-4AB3-89AA-1918EABEF988}"/>
              </a:ext>
            </a:extLst>
          </p:cNvPr>
          <p:cNvSpPr>
            <a:spLocks noGrp="1"/>
          </p:cNvSpPr>
          <p:nvPr>
            <p:ph sz="quarter" idx="19"/>
          </p:nvPr>
        </p:nvSpPr>
        <p:spPr>
          <a:xfrm>
            <a:off x="342900" y="3684510"/>
            <a:ext cx="8046357" cy="964541"/>
          </a:xfrm>
        </p:spPr>
        <p:txBody>
          <a:bodyPr tIns="0"/>
          <a:lstStyle/>
          <a:p>
            <a:pPr marL="292608"/>
            <a:r>
              <a:rPr lang="en-US" sz="2000" dirty="0"/>
              <a:t>We can check the actual Poisson probability by using Excel’s cumulative function =POISSON.DIST(50, 42, 1) and subtracting from 1:</a:t>
            </a:r>
          </a:p>
        </p:txBody>
      </p:sp>
      <p:graphicFrame>
        <p:nvGraphicFramePr>
          <p:cNvPr id="43" name="Object 42">
            <a:extLst>
              <a:ext uri="{FF2B5EF4-FFF2-40B4-BE49-F238E27FC236}">
                <a16:creationId xmlns:a16="http://schemas.microsoft.com/office/drawing/2014/main" id="{0E476FC3-7B9E-49D5-8FE0-47CC0FFD1C66}"/>
              </a:ext>
            </a:extLst>
          </p:cNvPr>
          <p:cNvGraphicFramePr>
            <a:graphicFrameLocks noChangeAspect="1"/>
          </p:cNvGraphicFramePr>
          <p:nvPr>
            <p:extLst>
              <p:ext uri="{D42A27DB-BD31-4B8C-83A1-F6EECF244321}">
                <p14:modId xmlns:p14="http://schemas.microsoft.com/office/powerpoint/2010/main" val="3387092634"/>
              </p:ext>
            </p:extLst>
          </p:nvPr>
        </p:nvGraphicFramePr>
        <p:xfrm>
          <a:off x="2292350" y="4821238"/>
          <a:ext cx="4838700" cy="304800"/>
        </p:xfrm>
        <a:graphic>
          <a:graphicData uri="http://schemas.openxmlformats.org/presentationml/2006/ole">
            <mc:AlternateContent xmlns:mc="http://schemas.openxmlformats.org/markup-compatibility/2006">
              <mc:Choice xmlns:v="urn:schemas-microsoft-com:vml" Requires="v">
                <p:oleObj name="Equation" r:id="rId10" imgW="4838400" imgH="304560" progId="Equation.DSMT4">
                  <p:embed/>
                </p:oleObj>
              </mc:Choice>
              <mc:Fallback>
                <p:oleObj name="Equation" r:id="rId10" imgW="4838400" imgH="304560" progId="Equation.DSMT4">
                  <p:embed/>
                  <p:pic>
                    <p:nvPicPr>
                      <p:cNvPr id="27" name="Object 26">
                        <a:extLst>
                          <a:ext uri="{FF2B5EF4-FFF2-40B4-BE49-F238E27FC236}">
                            <a16:creationId xmlns:a16="http://schemas.microsoft.com/office/drawing/2014/main" id="{70B7176C-CD12-4F3A-837A-5263ECFCC2F2}"/>
                          </a:ext>
                        </a:extLst>
                      </p:cNvPr>
                      <p:cNvPicPr/>
                      <p:nvPr/>
                    </p:nvPicPr>
                    <p:blipFill>
                      <a:blip r:embed="rId11"/>
                      <a:stretch>
                        <a:fillRect/>
                      </a:stretch>
                    </p:blipFill>
                    <p:spPr>
                      <a:xfrm>
                        <a:off x="2292350" y="4821238"/>
                        <a:ext cx="4838700" cy="304800"/>
                      </a:xfrm>
                      <a:prstGeom prst="rect">
                        <a:avLst/>
                      </a:prstGeom>
                    </p:spPr>
                  </p:pic>
                </p:oleObj>
              </mc:Fallback>
            </mc:AlternateContent>
          </a:graphicData>
        </a:graphic>
      </p:graphicFrame>
      <p:sp>
        <p:nvSpPr>
          <p:cNvPr id="27" name="Content Placeholder 26">
            <a:extLst>
              <a:ext uri="{FF2B5EF4-FFF2-40B4-BE49-F238E27FC236}">
                <a16:creationId xmlns:a16="http://schemas.microsoft.com/office/drawing/2014/main" id="{D48489A9-F54C-42BF-BFC1-2DA144A73562}"/>
              </a:ext>
            </a:extLst>
          </p:cNvPr>
          <p:cNvSpPr>
            <a:spLocks noGrp="1"/>
          </p:cNvSpPr>
          <p:nvPr>
            <p:ph sz="quarter" idx="20"/>
          </p:nvPr>
        </p:nvSpPr>
        <p:spPr>
          <a:xfrm>
            <a:off x="342899" y="5333609"/>
            <a:ext cx="8205377" cy="1035476"/>
          </a:xfrm>
        </p:spPr>
        <p:txBody>
          <a:bodyPr/>
          <a:lstStyle/>
          <a:p>
            <a:pPr marL="292608" indent="-292608">
              <a:buFont typeface="Arial" panose="020B0604020202020204" pitchFamily="34" charset="0"/>
              <a:buChar char="•"/>
            </a:pPr>
            <a:r>
              <a:rPr lang="en-US" sz="2000" dirty="0"/>
              <a:t>In this case, the normal approximation (.0951) comes fairly close to the Poisson result (.0975). Of course, if you have access to Excel, you don’t need the approximation at all.</a:t>
            </a:r>
          </a:p>
        </p:txBody>
      </p:sp>
      <p:sp>
        <p:nvSpPr>
          <p:cNvPr id="17" name="Slide Number Placeholder 16">
            <a:extLst>
              <a:ext uri="{FF2B5EF4-FFF2-40B4-BE49-F238E27FC236}">
                <a16:creationId xmlns:a16="http://schemas.microsoft.com/office/drawing/2014/main" id="{6CBFA50D-4A09-4AC4-93D4-AB2ED771E7C5}"/>
              </a:ext>
            </a:extLst>
          </p:cNvPr>
          <p:cNvSpPr>
            <a:spLocks noGrp="1"/>
          </p:cNvSpPr>
          <p:nvPr>
            <p:ph type="sldNum" sz="quarter" idx="10"/>
          </p:nvPr>
        </p:nvSpPr>
        <p:spPr/>
        <p:txBody>
          <a:bodyPr/>
          <a:lstStyle/>
          <a:p>
            <a:fld id="{68151E55-6873-49E2-B8D5-2F265E6F1973}" type="slidenum">
              <a:rPr lang="en-US" smtClean="0"/>
              <a:t>48</a:t>
            </a:fld>
            <a:endParaRPr lang="en-US"/>
          </a:p>
        </p:txBody>
      </p:sp>
    </p:spTree>
    <p:extLst>
      <p:ext uri="{BB962C8B-B14F-4D97-AF65-F5344CB8AC3E}">
        <p14:creationId xmlns:p14="http://schemas.microsoft.com/office/powerpoint/2010/main" val="874042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Exponential Distribution</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190522"/>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7"/>
            <a:ext cx="8014518" cy="1700981"/>
          </a:xfrm>
        </p:spPr>
        <p:txBody>
          <a:bodyPr/>
          <a:lstStyle/>
          <a:p>
            <a:pPr marL="292608" indent="-292608">
              <a:buFont typeface="Arial" panose="020B0604020202020204" pitchFamily="34" charset="0"/>
              <a:buChar char="•"/>
            </a:pPr>
            <a:r>
              <a:rPr lang="en-US" dirty="0">
                <a:solidFill>
                  <a:schemeClr val="tx1"/>
                </a:solidFill>
              </a:rPr>
              <a:t>If events per unit of time follow a Poisson distribution, the time until the next event follows the exponential distribution.</a:t>
            </a:r>
          </a:p>
          <a:p>
            <a:pPr marL="292608" indent="-292608">
              <a:buFont typeface="Arial" panose="020B0604020202020204" pitchFamily="34" charset="0"/>
              <a:buChar char="•"/>
            </a:pPr>
            <a:r>
              <a:rPr lang="en-US" dirty="0">
                <a:solidFill>
                  <a:schemeClr val="tx1"/>
                </a:solidFill>
              </a:rPr>
              <a:t>The time until the next event is a continuous variable.</a:t>
            </a:r>
          </a:p>
        </p:txBody>
      </p:sp>
      <p:pic>
        <p:nvPicPr>
          <p:cNvPr id="5" name="Picture 4" descr="A diagram representing the concept of ‘Customer Arrivals’ over time.">
            <a:extLst>
              <a:ext uri="{FF2B5EF4-FFF2-40B4-BE49-F238E27FC236}">
                <a16:creationId xmlns:a16="http://schemas.microsoft.com/office/drawing/2014/main" id="{0E185008-953A-48D1-8B47-BCDB60FF1832}"/>
              </a:ext>
            </a:extLst>
          </p:cNvPr>
          <p:cNvPicPr>
            <a:picLocks noChangeAspect="1"/>
          </p:cNvPicPr>
          <p:nvPr/>
        </p:nvPicPr>
        <p:blipFill>
          <a:blip r:embed="rId2"/>
          <a:stretch>
            <a:fillRect/>
          </a:stretch>
        </p:blipFill>
        <p:spPr>
          <a:xfrm>
            <a:off x="1425059" y="3429000"/>
            <a:ext cx="6139204" cy="2017951"/>
          </a:xfrm>
          <a:prstGeom prst="rect">
            <a:avLst/>
          </a:prstGeom>
        </p:spPr>
      </p:pic>
      <p:sp>
        <p:nvSpPr>
          <p:cNvPr id="6" name="Text Placeholder 14">
            <a:extLst>
              <a:ext uri="{FF2B5EF4-FFF2-40B4-BE49-F238E27FC236}">
                <a16:creationId xmlns:a16="http://schemas.microsoft.com/office/drawing/2014/main" id="{CCE39CAB-0990-BF61-A1C0-184D69F1DA7C}"/>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49</a:t>
            </a:fld>
            <a:endParaRPr lang="en-US"/>
          </a:p>
        </p:txBody>
      </p:sp>
    </p:spTree>
    <p:extLst>
      <p:ext uri="{BB962C8B-B14F-4D97-AF65-F5344CB8AC3E}">
        <p14:creationId xmlns:p14="http://schemas.microsoft.com/office/powerpoint/2010/main" val="3155558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99668"/>
            <a:ext cx="8014519" cy="907557"/>
          </a:xfrm>
        </p:spPr>
        <p:txBody>
          <a:bodyPr>
            <a:noAutofit/>
          </a:bodyPr>
          <a:lstStyle/>
          <a:p>
            <a:r>
              <a:rPr lang="en-US" sz="3000" dirty="0"/>
              <a:t>Characteristics of the Exponential Distribution</a:t>
            </a:r>
            <a:endParaRPr lang="en-US" sz="30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8"/>
            <a:ext cx="530942" cy="1289125"/>
          </a:xfrm>
        </p:spPr>
        <p:txBody>
          <a:bodyPr vert="vert" rIns="0"/>
          <a:lstStyle/>
          <a:p>
            <a:r>
              <a:rPr lang="en-US" b="1" dirty="0"/>
              <a:t>L</a:t>
            </a:r>
            <a:r>
              <a:rPr lang="en-US" sz="100" b="1" dirty="0"/>
              <a:t> </a:t>
            </a:r>
            <a:r>
              <a:rPr lang="en-US" b="1" dirty="0"/>
              <a:t>O 7.7</a:t>
            </a:r>
          </a:p>
        </p:txBody>
      </p:sp>
      <p:graphicFrame>
        <p:nvGraphicFramePr>
          <p:cNvPr id="4" name="Table 3">
            <a:extLst>
              <a:ext uri="{FF2B5EF4-FFF2-40B4-BE49-F238E27FC236}">
                <a16:creationId xmlns:a16="http://schemas.microsoft.com/office/drawing/2014/main" id="{74690C80-E0C5-4A71-B295-E60C13687D55}"/>
              </a:ext>
            </a:extLst>
          </p:cNvPr>
          <p:cNvGraphicFramePr>
            <a:graphicFrameLocks noGrp="1"/>
          </p:cNvGraphicFramePr>
          <p:nvPr>
            <p:extLst>
              <p:ext uri="{D42A27DB-BD31-4B8C-83A1-F6EECF244321}">
                <p14:modId xmlns:p14="http://schemas.microsoft.com/office/powerpoint/2010/main" val="572400882"/>
              </p:ext>
            </p:extLst>
          </p:nvPr>
        </p:nvGraphicFramePr>
        <p:xfrm>
          <a:off x="589935" y="1261853"/>
          <a:ext cx="7256207" cy="4725992"/>
        </p:xfrm>
        <a:graphic>
          <a:graphicData uri="http://schemas.openxmlformats.org/drawingml/2006/table">
            <a:tbl>
              <a:tblPr firstRow="1" bandRow="1">
                <a:tableStyleId>{5C22544A-7EE6-4342-B048-85BDC9FD1C3A}</a:tableStyleId>
              </a:tblPr>
              <a:tblGrid>
                <a:gridCol w="2576052">
                  <a:extLst>
                    <a:ext uri="{9D8B030D-6E8A-4147-A177-3AD203B41FA5}">
                      <a16:colId xmlns:a16="http://schemas.microsoft.com/office/drawing/2014/main" val="837671478"/>
                    </a:ext>
                  </a:extLst>
                </a:gridCol>
                <a:gridCol w="4680155">
                  <a:extLst>
                    <a:ext uri="{9D8B030D-6E8A-4147-A177-3AD203B41FA5}">
                      <a16:colId xmlns:a16="http://schemas.microsoft.com/office/drawing/2014/main" val="2491616592"/>
                    </a:ext>
                  </a:extLst>
                </a:gridCol>
              </a:tblGrid>
              <a:tr h="665270">
                <a:tc>
                  <a:txBody>
                    <a:bodyPr/>
                    <a:lstStyle/>
                    <a:p>
                      <a:endParaRPr lang="en-US" sz="1600" dirty="0"/>
                    </a:p>
                  </a:txBody>
                  <a:tcPr>
                    <a:lnT w="12700" cap="flat" cmpd="sng" algn="ctr">
                      <a:solidFill>
                        <a:schemeClr val="tx1"/>
                      </a:solidFill>
                      <a:prstDash val="solid"/>
                      <a:round/>
                      <a:headEnd type="none" w="med" len="med"/>
                      <a:tailEnd type="none" w="med" len="med"/>
                    </a:lnT>
                    <a:solidFill>
                      <a:schemeClr val="bg1"/>
                    </a:solidFill>
                  </a:tcPr>
                </a:tc>
                <a:tc>
                  <a:txBody>
                    <a:bodyPr/>
                    <a:lstStyle/>
                    <a:p>
                      <a:endParaRPr lang="en-US" sz="1600"/>
                    </a:p>
                  </a:txBody>
                  <a:tcP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511605191"/>
                  </a:ext>
                </a:extLst>
              </a:tr>
              <a:tr h="422787">
                <a:tc>
                  <a:txBody>
                    <a:bodyPr/>
                    <a:lstStyle/>
                    <a:p>
                      <a:endParaRPr lang="en-US" sz="1600" dirty="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4036671871"/>
                  </a:ext>
                </a:extLst>
              </a:tr>
              <a:tr h="422787">
                <a:tc>
                  <a:txBody>
                    <a:bodyPr/>
                    <a:lstStyle/>
                    <a:p>
                      <a:endParaRPr lang="en-US" sz="160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1544699407"/>
                  </a:ext>
                </a:extLst>
              </a:tr>
              <a:tr h="273336">
                <a:tc>
                  <a:txBody>
                    <a:bodyPr/>
                    <a:lstStyle/>
                    <a:p>
                      <a:endParaRPr lang="en-US" sz="1600" dirty="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319511634"/>
                  </a:ext>
                </a:extLst>
              </a:tr>
              <a:tr h="343146">
                <a:tc>
                  <a:txBody>
                    <a:bodyPr/>
                    <a:lstStyle/>
                    <a:p>
                      <a:endParaRPr lang="en-US" sz="1600" dirty="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3465285842"/>
                  </a:ext>
                </a:extLst>
              </a:tr>
              <a:tr h="370840">
                <a:tc>
                  <a:txBody>
                    <a:bodyPr/>
                    <a:lstStyle/>
                    <a:p>
                      <a:endParaRPr lang="en-US" sz="1600"/>
                    </a:p>
                  </a:txBody>
                  <a:tcPr>
                    <a:solidFill>
                      <a:schemeClr val="bg1"/>
                    </a:solidFill>
                  </a:tcPr>
                </a:tc>
                <a:tc>
                  <a:txBody>
                    <a:bodyPr/>
                    <a:lstStyle/>
                    <a:p>
                      <a:endParaRPr lang="en-US" sz="1600"/>
                    </a:p>
                  </a:txBody>
                  <a:tcPr>
                    <a:solidFill>
                      <a:schemeClr val="bg1"/>
                    </a:solidFill>
                  </a:tcPr>
                </a:tc>
                <a:extLst>
                  <a:ext uri="{0D108BD9-81ED-4DB2-BD59-A6C34878D82A}">
                    <a16:rowId xmlns:a16="http://schemas.microsoft.com/office/drawing/2014/main" val="127343768"/>
                  </a:ext>
                </a:extLst>
              </a:tr>
              <a:tr h="370840">
                <a:tc>
                  <a:txBody>
                    <a:bodyPr/>
                    <a:lstStyle/>
                    <a:p>
                      <a:endParaRPr lang="en-US" sz="160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70713300"/>
                  </a:ext>
                </a:extLst>
              </a:tr>
              <a:tr h="370840">
                <a:tc>
                  <a:txBody>
                    <a:bodyPr/>
                    <a:lstStyle/>
                    <a:p>
                      <a:endParaRPr lang="en-US" sz="160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549188021"/>
                  </a:ext>
                </a:extLst>
              </a:tr>
              <a:tr h="342654">
                <a:tc>
                  <a:txBody>
                    <a:bodyPr/>
                    <a:lstStyle/>
                    <a:p>
                      <a:endParaRPr lang="en-US" sz="160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3098476219"/>
                  </a:ext>
                </a:extLst>
              </a:tr>
              <a:tr h="370840">
                <a:tc>
                  <a:txBody>
                    <a:bodyPr/>
                    <a:lstStyle/>
                    <a:p>
                      <a:endParaRPr lang="en-US" sz="1600"/>
                    </a:p>
                  </a:txBody>
                  <a:tcPr>
                    <a:solidFill>
                      <a:schemeClr val="bg1"/>
                    </a:solidFill>
                  </a:tcPr>
                </a:tc>
                <a:tc>
                  <a:txBody>
                    <a:bodyPr/>
                    <a:lstStyle/>
                    <a:p>
                      <a:endParaRPr lang="en-US" sz="1600" dirty="0"/>
                    </a:p>
                  </a:txBody>
                  <a:tcPr>
                    <a:solidFill>
                      <a:schemeClr val="bg1"/>
                    </a:solidFill>
                  </a:tcPr>
                </a:tc>
                <a:extLst>
                  <a:ext uri="{0D108BD9-81ED-4DB2-BD59-A6C34878D82A}">
                    <a16:rowId xmlns:a16="http://schemas.microsoft.com/office/drawing/2014/main" val="1749091609"/>
                  </a:ext>
                </a:extLst>
              </a:tr>
              <a:tr h="710708">
                <a:tc>
                  <a:txBody>
                    <a:bodyPr/>
                    <a:lstStyle/>
                    <a:p>
                      <a:endParaRPr lang="en-US" sz="16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6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2155320"/>
                  </a:ext>
                </a:extLst>
              </a:tr>
            </a:tbl>
          </a:graphicData>
        </a:graphic>
      </p:graphicFrame>
      <p:graphicFrame>
        <p:nvGraphicFramePr>
          <p:cNvPr id="5" name="Object 4">
            <a:extLst>
              <a:ext uri="{FF2B5EF4-FFF2-40B4-BE49-F238E27FC236}">
                <a16:creationId xmlns:a16="http://schemas.microsoft.com/office/drawing/2014/main" id="{4DE793C8-3351-48E2-B826-5AD92F223E99}"/>
              </a:ext>
            </a:extLst>
          </p:cNvPr>
          <p:cNvGraphicFramePr>
            <a:graphicFrameLocks noChangeAspect="1"/>
          </p:cNvGraphicFramePr>
          <p:nvPr>
            <p:extLst>
              <p:ext uri="{D42A27DB-BD31-4B8C-83A1-F6EECF244321}">
                <p14:modId xmlns:p14="http://schemas.microsoft.com/office/powerpoint/2010/main" val="4215640251"/>
              </p:ext>
            </p:extLst>
          </p:nvPr>
        </p:nvGraphicFramePr>
        <p:xfrm>
          <a:off x="707924" y="1343203"/>
          <a:ext cx="863600" cy="203200"/>
        </p:xfrm>
        <a:graphic>
          <a:graphicData uri="http://schemas.openxmlformats.org/presentationml/2006/ole">
            <mc:AlternateContent xmlns:mc="http://schemas.openxmlformats.org/markup-compatibility/2006">
              <mc:Choice xmlns:v="urn:schemas-microsoft-com:vml" Requires="v">
                <p:oleObj name="Equation" r:id="rId2" imgW="863280" imgH="203040" progId="Equation.DSMT4">
                  <p:embed/>
                </p:oleObj>
              </mc:Choice>
              <mc:Fallback>
                <p:oleObj name="Equation" r:id="rId2" imgW="863280" imgH="203040" progId="Equation.DSMT4">
                  <p:embed/>
                  <p:pic>
                    <p:nvPicPr>
                      <p:cNvPr id="0" name=""/>
                      <p:cNvPicPr/>
                      <p:nvPr/>
                    </p:nvPicPr>
                    <p:blipFill>
                      <a:blip r:embed="rId3"/>
                      <a:stretch>
                        <a:fillRect/>
                      </a:stretch>
                    </p:blipFill>
                    <p:spPr>
                      <a:xfrm>
                        <a:off x="707924" y="1343203"/>
                        <a:ext cx="863600" cy="2032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96B06CF-96DC-4E2B-A56D-0D419DE347B0}"/>
              </a:ext>
            </a:extLst>
          </p:cNvPr>
          <p:cNvGraphicFramePr>
            <a:graphicFrameLocks noChangeAspect="1"/>
          </p:cNvGraphicFramePr>
          <p:nvPr>
            <p:extLst>
              <p:ext uri="{D42A27DB-BD31-4B8C-83A1-F6EECF244321}">
                <p14:modId xmlns:p14="http://schemas.microsoft.com/office/powerpoint/2010/main" val="1427813650"/>
              </p:ext>
            </p:extLst>
          </p:nvPr>
        </p:nvGraphicFramePr>
        <p:xfrm>
          <a:off x="3243292" y="1303875"/>
          <a:ext cx="3759200" cy="254000"/>
        </p:xfrm>
        <a:graphic>
          <a:graphicData uri="http://schemas.openxmlformats.org/presentationml/2006/ole">
            <mc:AlternateContent xmlns:mc="http://schemas.openxmlformats.org/markup-compatibility/2006">
              <mc:Choice xmlns:v="urn:schemas-microsoft-com:vml" Requires="v">
                <p:oleObj name="Equation" r:id="rId4" imgW="3759120" imgH="253800" progId="Equation.DSMT4">
                  <p:embed/>
                </p:oleObj>
              </mc:Choice>
              <mc:Fallback>
                <p:oleObj name="Equation" r:id="rId4" imgW="3759120" imgH="253800" progId="Equation.DSMT4">
                  <p:embed/>
                  <p:pic>
                    <p:nvPicPr>
                      <p:cNvPr id="0" name=""/>
                      <p:cNvPicPr/>
                      <p:nvPr/>
                    </p:nvPicPr>
                    <p:blipFill>
                      <a:blip r:embed="rId5"/>
                      <a:stretch>
                        <a:fillRect/>
                      </a:stretch>
                    </p:blipFill>
                    <p:spPr>
                      <a:xfrm>
                        <a:off x="3243292" y="1303875"/>
                        <a:ext cx="3759200" cy="2540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165EF9-3F72-44DB-A2EC-E559B455E0EC}"/>
              </a:ext>
            </a:extLst>
          </p:cNvPr>
          <p:cNvGraphicFramePr>
            <a:graphicFrameLocks noChangeAspect="1"/>
          </p:cNvGraphicFramePr>
          <p:nvPr>
            <p:extLst>
              <p:ext uri="{D42A27DB-BD31-4B8C-83A1-F6EECF244321}">
                <p14:modId xmlns:p14="http://schemas.microsoft.com/office/powerpoint/2010/main" val="2121476196"/>
              </p:ext>
            </p:extLst>
          </p:nvPr>
        </p:nvGraphicFramePr>
        <p:xfrm>
          <a:off x="3223628" y="1595963"/>
          <a:ext cx="1981200" cy="254000"/>
        </p:xfrm>
        <a:graphic>
          <a:graphicData uri="http://schemas.openxmlformats.org/presentationml/2006/ole">
            <mc:AlternateContent xmlns:mc="http://schemas.openxmlformats.org/markup-compatibility/2006">
              <mc:Choice xmlns:v="urn:schemas-microsoft-com:vml" Requires="v">
                <p:oleObj name="Equation" r:id="rId6" imgW="1981080" imgH="253800" progId="Equation.DSMT4">
                  <p:embed/>
                </p:oleObj>
              </mc:Choice>
              <mc:Fallback>
                <p:oleObj name="Equation" r:id="rId6" imgW="1981080" imgH="253800" progId="Equation.DSMT4">
                  <p:embed/>
                  <p:pic>
                    <p:nvPicPr>
                      <p:cNvPr id="0" name=""/>
                      <p:cNvPicPr/>
                      <p:nvPr/>
                    </p:nvPicPr>
                    <p:blipFill>
                      <a:blip r:embed="rId7"/>
                      <a:stretch>
                        <a:fillRect/>
                      </a:stretch>
                    </p:blipFill>
                    <p:spPr>
                      <a:xfrm>
                        <a:off x="3223628" y="1595963"/>
                        <a:ext cx="1981200" cy="2540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BD425041-05C9-46E9-8331-ECAE29F10657}"/>
              </a:ext>
            </a:extLst>
          </p:cNvPr>
          <p:cNvGraphicFramePr>
            <a:graphicFrameLocks noChangeAspect="1"/>
          </p:cNvGraphicFramePr>
          <p:nvPr>
            <p:extLst>
              <p:ext uri="{D42A27DB-BD31-4B8C-83A1-F6EECF244321}">
                <p14:modId xmlns:p14="http://schemas.microsoft.com/office/powerpoint/2010/main" val="3491692715"/>
              </p:ext>
            </p:extLst>
          </p:nvPr>
        </p:nvGraphicFramePr>
        <p:xfrm>
          <a:off x="700960" y="2000864"/>
          <a:ext cx="419100" cy="190500"/>
        </p:xfrm>
        <a:graphic>
          <a:graphicData uri="http://schemas.openxmlformats.org/presentationml/2006/ole">
            <mc:AlternateContent xmlns:mc="http://schemas.openxmlformats.org/markup-compatibility/2006">
              <mc:Choice xmlns:v="urn:schemas-microsoft-com:vml" Requires="v">
                <p:oleObj name="Equation" r:id="rId8" imgW="419040" imgH="190440" progId="Equation.DSMT4">
                  <p:embed/>
                </p:oleObj>
              </mc:Choice>
              <mc:Fallback>
                <p:oleObj name="Equation" r:id="rId8" imgW="419040" imgH="190440" progId="Equation.DSMT4">
                  <p:embed/>
                  <p:pic>
                    <p:nvPicPr>
                      <p:cNvPr id="0" name=""/>
                      <p:cNvPicPr/>
                      <p:nvPr/>
                    </p:nvPicPr>
                    <p:blipFill>
                      <a:blip r:embed="rId9"/>
                      <a:stretch>
                        <a:fillRect/>
                      </a:stretch>
                    </p:blipFill>
                    <p:spPr>
                      <a:xfrm>
                        <a:off x="700960" y="2000864"/>
                        <a:ext cx="419100" cy="1905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F7F24EB9-81D6-4E0A-9AF4-ACAE931FD306}"/>
              </a:ext>
            </a:extLst>
          </p:cNvPr>
          <p:cNvGraphicFramePr>
            <a:graphicFrameLocks noChangeAspect="1"/>
          </p:cNvGraphicFramePr>
          <p:nvPr>
            <p:extLst>
              <p:ext uri="{D42A27DB-BD31-4B8C-83A1-F6EECF244321}">
                <p14:modId xmlns:p14="http://schemas.microsoft.com/office/powerpoint/2010/main" val="831377610"/>
              </p:ext>
            </p:extLst>
          </p:nvPr>
        </p:nvGraphicFramePr>
        <p:xfrm>
          <a:off x="3249613" y="1989138"/>
          <a:ext cx="1117600" cy="292100"/>
        </p:xfrm>
        <a:graphic>
          <a:graphicData uri="http://schemas.openxmlformats.org/presentationml/2006/ole">
            <mc:AlternateContent xmlns:mc="http://schemas.openxmlformats.org/markup-compatibility/2006">
              <mc:Choice xmlns:v="urn:schemas-microsoft-com:vml" Requires="v">
                <p:oleObj name="Equation" r:id="rId10" imgW="1117440" imgH="291960" progId="Equation.DSMT4">
                  <p:embed/>
                </p:oleObj>
              </mc:Choice>
              <mc:Fallback>
                <p:oleObj name="Equation" r:id="rId10" imgW="1117440" imgH="291960" progId="Equation.DSMT4">
                  <p:embed/>
                  <p:pic>
                    <p:nvPicPr>
                      <p:cNvPr id="0" name=""/>
                      <p:cNvPicPr/>
                      <p:nvPr/>
                    </p:nvPicPr>
                    <p:blipFill>
                      <a:blip r:embed="rId11"/>
                      <a:stretch>
                        <a:fillRect/>
                      </a:stretch>
                    </p:blipFill>
                    <p:spPr>
                      <a:xfrm>
                        <a:off x="3249613" y="1989138"/>
                        <a:ext cx="1117600" cy="2921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6A81AA6-A468-4F91-8E4E-FA7105F28078}"/>
              </a:ext>
            </a:extLst>
          </p:cNvPr>
          <p:cNvGraphicFramePr>
            <a:graphicFrameLocks noChangeAspect="1"/>
          </p:cNvGraphicFramePr>
          <p:nvPr>
            <p:extLst>
              <p:ext uri="{D42A27DB-BD31-4B8C-83A1-F6EECF244321}">
                <p14:modId xmlns:p14="http://schemas.microsoft.com/office/powerpoint/2010/main" val="216290910"/>
              </p:ext>
            </p:extLst>
          </p:nvPr>
        </p:nvGraphicFramePr>
        <p:xfrm>
          <a:off x="688260" y="2417552"/>
          <a:ext cx="431800" cy="203200"/>
        </p:xfrm>
        <a:graphic>
          <a:graphicData uri="http://schemas.openxmlformats.org/presentationml/2006/ole">
            <mc:AlternateContent xmlns:mc="http://schemas.openxmlformats.org/markup-compatibility/2006">
              <mc:Choice xmlns:v="urn:schemas-microsoft-com:vml" Requires="v">
                <p:oleObj name="Equation" r:id="rId12" imgW="431640" imgH="203040" progId="Equation.DSMT4">
                  <p:embed/>
                </p:oleObj>
              </mc:Choice>
              <mc:Fallback>
                <p:oleObj name="Equation" r:id="rId12" imgW="431640" imgH="203040" progId="Equation.DSMT4">
                  <p:embed/>
                  <p:pic>
                    <p:nvPicPr>
                      <p:cNvPr id="0" name=""/>
                      <p:cNvPicPr/>
                      <p:nvPr/>
                    </p:nvPicPr>
                    <p:blipFill>
                      <a:blip r:embed="rId13"/>
                      <a:stretch>
                        <a:fillRect/>
                      </a:stretch>
                    </p:blipFill>
                    <p:spPr>
                      <a:xfrm>
                        <a:off x="688260" y="2417552"/>
                        <a:ext cx="431800" cy="2032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D83F1A9-BEC7-4E95-8B36-2E58DB03B3CD}"/>
              </a:ext>
            </a:extLst>
          </p:cNvPr>
          <p:cNvGraphicFramePr>
            <a:graphicFrameLocks noChangeAspect="1"/>
          </p:cNvGraphicFramePr>
          <p:nvPr>
            <p:extLst>
              <p:ext uri="{D42A27DB-BD31-4B8C-83A1-F6EECF244321}">
                <p14:modId xmlns:p14="http://schemas.microsoft.com/office/powerpoint/2010/main" val="2828607839"/>
              </p:ext>
            </p:extLst>
          </p:nvPr>
        </p:nvGraphicFramePr>
        <p:xfrm>
          <a:off x="3249613" y="2417763"/>
          <a:ext cx="1612900" cy="292100"/>
        </p:xfrm>
        <a:graphic>
          <a:graphicData uri="http://schemas.openxmlformats.org/presentationml/2006/ole">
            <mc:AlternateContent xmlns:mc="http://schemas.openxmlformats.org/markup-compatibility/2006">
              <mc:Choice xmlns:v="urn:schemas-microsoft-com:vml" Requires="v">
                <p:oleObj name="Equation" r:id="rId14" imgW="1612800" imgH="291960" progId="Equation.DSMT4">
                  <p:embed/>
                </p:oleObj>
              </mc:Choice>
              <mc:Fallback>
                <p:oleObj name="Equation" r:id="rId14" imgW="1612800" imgH="291960" progId="Equation.DSMT4">
                  <p:embed/>
                  <p:pic>
                    <p:nvPicPr>
                      <p:cNvPr id="0" name=""/>
                      <p:cNvPicPr/>
                      <p:nvPr/>
                    </p:nvPicPr>
                    <p:blipFill>
                      <a:blip r:embed="rId15"/>
                      <a:stretch>
                        <a:fillRect/>
                      </a:stretch>
                    </p:blipFill>
                    <p:spPr>
                      <a:xfrm>
                        <a:off x="3249613" y="2417763"/>
                        <a:ext cx="1612900" cy="2921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DF7AA54D-06F4-47E8-99E3-438FD13D87F1}"/>
              </a:ext>
            </a:extLst>
          </p:cNvPr>
          <p:cNvGraphicFramePr>
            <a:graphicFrameLocks noChangeAspect="1"/>
          </p:cNvGraphicFramePr>
          <p:nvPr>
            <p:extLst>
              <p:ext uri="{D42A27DB-BD31-4B8C-83A1-F6EECF244321}">
                <p14:modId xmlns:p14="http://schemas.microsoft.com/office/powerpoint/2010/main" val="1466873546"/>
              </p:ext>
            </p:extLst>
          </p:nvPr>
        </p:nvGraphicFramePr>
        <p:xfrm>
          <a:off x="707924" y="2818194"/>
          <a:ext cx="698500" cy="215900"/>
        </p:xfrm>
        <a:graphic>
          <a:graphicData uri="http://schemas.openxmlformats.org/presentationml/2006/ole">
            <mc:AlternateContent xmlns:mc="http://schemas.openxmlformats.org/markup-compatibility/2006">
              <mc:Choice xmlns:v="urn:schemas-microsoft-com:vml" Requires="v">
                <p:oleObj name="Equation" r:id="rId16" imgW="698400" imgH="215640" progId="Equation.DSMT4">
                  <p:embed/>
                </p:oleObj>
              </mc:Choice>
              <mc:Fallback>
                <p:oleObj name="Equation" r:id="rId16" imgW="698400" imgH="215640" progId="Equation.DSMT4">
                  <p:embed/>
                  <p:pic>
                    <p:nvPicPr>
                      <p:cNvPr id="0" name=""/>
                      <p:cNvPicPr/>
                      <p:nvPr/>
                    </p:nvPicPr>
                    <p:blipFill>
                      <a:blip r:embed="rId17"/>
                      <a:stretch>
                        <a:fillRect/>
                      </a:stretch>
                    </p:blipFill>
                    <p:spPr>
                      <a:xfrm>
                        <a:off x="707924" y="2818194"/>
                        <a:ext cx="698500" cy="2159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39D1F400-9B53-4D40-8BCA-5C976E85BDB4}"/>
              </a:ext>
            </a:extLst>
          </p:cNvPr>
          <p:cNvGraphicFramePr>
            <a:graphicFrameLocks noChangeAspect="1"/>
          </p:cNvGraphicFramePr>
          <p:nvPr>
            <p:extLst>
              <p:ext uri="{D42A27DB-BD31-4B8C-83A1-F6EECF244321}">
                <p14:modId xmlns:p14="http://schemas.microsoft.com/office/powerpoint/2010/main" val="2883388383"/>
              </p:ext>
            </p:extLst>
          </p:nvPr>
        </p:nvGraphicFramePr>
        <p:xfrm>
          <a:off x="3272788" y="2830731"/>
          <a:ext cx="444500" cy="203200"/>
        </p:xfrm>
        <a:graphic>
          <a:graphicData uri="http://schemas.openxmlformats.org/presentationml/2006/ole">
            <mc:AlternateContent xmlns:mc="http://schemas.openxmlformats.org/markup-compatibility/2006">
              <mc:Choice xmlns:v="urn:schemas-microsoft-com:vml" Requires="v">
                <p:oleObj name="Equation" r:id="rId18" imgW="444240" imgH="203040" progId="Equation.DSMT4">
                  <p:embed/>
                </p:oleObj>
              </mc:Choice>
              <mc:Fallback>
                <p:oleObj name="Equation" r:id="rId18" imgW="444240" imgH="203040" progId="Equation.DSMT4">
                  <p:embed/>
                  <p:pic>
                    <p:nvPicPr>
                      <p:cNvPr id="0" name=""/>
                      <p:cNvPicPr/>
                      <p:nvPr/>
                    </p:nvPicPr>
                    <p:blipFill>
                      <a:blip r:embed="rId19"/>
                      <a:stretch>
                        <a:fillRect/>
                      </a:stretch>
                    </p:blipFill>
                    <p:spPr>
                      <a:xfrm>
                        <a:off x="3272788" y="2830731"/>
                        <a:ext cx="444500" cy="2032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FE5B755-0012-45D2-BEF4-280223AAE076}"/>
              </a:ext>
            </a:extLst>
          </p:cNvPr>
          <p:cNvGraphicFramePr>
            <a:graphicFrameLocks noChangeAspect="1"/>
          </p:cNvGraphicFramePr>
          <p:nvPr>
            <p:extLst>
              <p:ext uri="{D42A27DB-BD31-4B8C-83A1-F6EECF244321}">
                <p14:modId xmlns:p14="http://schemas.microsoft.com/office/powerpoint/2010/main" val="490353459"/>
              </p:ext>
            </p:extLst>
          </p:nvPr>
        </p:nvGraphicFramePr>
        <p:xfrm>
          <a:off x="700960" y="3149600"/>
          <a:ext cx="508000" cy="203200"/>
        </p:xfrm>
        <a:graphic>
          <a:graphicData uri="http://schemas.openxmlformats.org/presentationml/2006/ole">
            <mc:AlternateContent xmlns:mc="http://schemas.openxmlformats.org/markup-compatibility/2006">
              <mc:Choice xmlns:v="urn:schemas-microsoft-com:vml" Requires="v">
                <p:oleObj name="Equation" r:id="rId20" imgW="507960" imgH="203040" progId="Equation.DSMT4">
                  <p:embed/>
                </p:oleObj>
              </mc:Choice>
              <mc:Fallback>
                <p:oleObj name="Equation" r:id="rId20" imgW="507960" imgH="203040" progId="Equation.DSMT4">
                  <p:embed/>
                  <p:pic>
                    <p:nvPicPr>
                      <p:cNvPr id="0" name=""/>
                      <p:cNvPicPr/>
                      <p:nvPr/>
                    </p:nvPicPr>
                    <p:blipFill>
                      <a:blip r:embed="rId21"/>
                      <a:stretch>
                        <a:fillRect/>
                      </a:stretch>
                    </p:blipFill>
                    <p:spPr>
                      <a:xfrm>
                        <a:off x="700960" y="3149600"/>
                        <a:ext cx="508000" cy="2032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A2570A16-1D66-460F-AED4-8EC731C83848}"/>
              </a:ext>
            </a:extLst>
          </p:cNvPr>
          <p:cNvGraphicFramePr>
            <a:graphicFrameLocks noChangeAspect="1"/>
          </p:cNvGraphicFramePr>
          <p:nvPr>
            <p:extLst>
              <p:ext uri="{D42A27DB-BD31-4B8C-83A1-F6EECF244321}">
                <p14:modId xmlns:p14="http://schemas.microsoft.com/office/powerpoint/2010/main" val="1879034726"/>
              </p:ext>
            </p:extLst>
          </p:nvPr>
        </p:nvGraphicFramePr>
        <p:xfrm>
          <a:off x="3272788" y="3157156"/>
          <a:ext cx="368300" cy="215900"/>
        </p:xfrm>
        <a:graphic>
          <a:graphicData uri="http://schemas.openxmlformats.org/presentationml/2006/ole">
            <mc:AlternateContent xmlns:mc="http://schemas.openxmlformats.org/markup-compatibility/2006">
              <mc:Choice xmlns:v="urn:schemas-microsoft-com:vml" Requires="v">
                <p:oleObj name="Equation" r:id="rId22" imgW="368280" imgH="215640" progId="Equation.DSMT4">
                  <p:embed/>
                </p:oleObj>
              </mc:Choice>
              <mc:Fallback>
                <p:oleObj name="Equation" r:id="rId22" imgW="368280" imgH="215640" progId="Equation.DSMT4">
                  <p:embed/>
                  <p:pic>
                    <p:nvPicPr>
                      <p:cNvPr id="0" name=""/>
                      <p:cNvPicPr/>
                      <p:nvPr/>
                    </p:nvPicPr>
                    <p:blipFill>
                      <a:blip r:embed="rId23"/>
                      <a:stretch>
                        <a:fillRect/>
                      </a:stretch>
                    </p:blipFill>
                    <p:spPr>
                      <a:xfrm>
                        <a:off x="3272788" y="3157156"/>
                        <a:ext cx="368300" cy="2159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7B972916-F437-4518-AB10-DBC523D1B410}"/>
              </a:ext>
            </a:extLst>
          </p:cNvPr>
          <p:cNvGraphicFramePr>
            <a:graphicFrameLocks noChangeAspect="1"/>
          </p:cNvGraphicFramePr>
          <p:nvPr>
            <p:extLst>
              <p:ext uri="{D42A27DB-BD31-4B8C-83A1-F6EECF244321}">
                <p14:modId xmlns:p14="http://schemas.microsoft.com/office/powerpoint/2010/main" val="2819468473"/>
              </p:ext>
            </p:extLst>
          </p:nvPr>
        </p:nvGraphicFramePr>
        <p:xfrm>
          <a:off x="688260" y="3503333"/>
          <a:ext cx="1562100" cy="215900"/>
        </p:xfrm>
        <a:graphic>
          <a:graphicData uri="http://schemas.openxmlformats.org/presentationml/2006/ole">
            <mc:AlternateContent xmlns:mc="http://schemas.openxmlformats.org/markup-compatibility/2006">
              <mc:Choice xmlns:v="urn:schemas-microsoft-com:vml" Requires="v">
                <p:oleObj name="Equation" r:id="rId24" imgW="1562040" imgH="215640" progId="Equation.DSMT4">
                  <p:embed/>
                </p:oleObj>
              </mc:Choice>
              <mc:Fallback>
                <p:oleObj name="Equation" r:id="rId24" imgW="1562040" imgH="215640" progId="Equation.DSMT4">
                  <p:embed/>
                  <p:pic>
                    <p:nvPicPr>
                      <p:cNvPr id="0" name=""/>
                      <p:cNvPicPr/>
                      <p:nvPr/>
                    </p:nvPicPr>
                    <p:blipFill>
                      <a:blip r:embed="rId25"/>
                      <a:stretch>
                        <a:fillRect/>
                      </a:stretch>
                    </p:blipFill>
                    <p:spPr>
                      <a:xfrm>
                        <a:off x="688260" y="3503333"/>
                        <a:ext cx="1562100" cy="2159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27D7C0FD-C9DE-494E-A5C9-D7316AD989AB}"/>
              </a:ext>
            </a:extLst>
          </p:cNvPr>
          <p:cNvGraphicFramePr>
            <a:graphicFrameLocks noChangeAspect="1"/>
          </p:cNvGraphicFramePr>
          <p:nvPr>
            <p:extLst>
              <p:ext uri="{D42A27DB-BD31-4B8C-83A1-F6EECF244321}">
                <p14:modId xmlns:p14="http://schemas.microsoft.com/office/powerpoint/2010/main" val="1434921564"/>
              </p:ext>
            </p:extLst>
          </p:nvPr>
        </p:nvGraphicFramePr>
        <p:xfrm>
          <a:off x="3272788" y="3518813"/>
          <a:ext cx="368300" cy="215900"/>
        </p:xfrm>
        <a:graphic>
          <a:graphicData uri="http://schemas.openxmlformats.org/presentationml/2006/ole">
            <mc:AlternateContent xmlns:mc="http://schemas.openxmlformats.org/markup-compatibility/2006">
              <mc:Choice xmlns:v="urn:schemas-microsoft-com:vml" Requires="v">
                <p:oleObj name="Equation" r:id="rId26" imgW="368280" imgH="215640" progId="Equation.DSMT4">
                  <p:embed/>
                </p:oleObj>
              </mc:Choice>
              <mc:Fallback>
                <p:oleObj name="Equation" r:id="rId26" imgW="368280" imgH="215640" progId="Equation.DSMT4">
                  <p:embed/>
                  <p:pic>
                    <p:nvPicPr>
                      <p:cNvPr id="0" name=""/>
                      <p:cNvPicPr/>
                      <p:nvPr/>
                    </p:nvPicPr>
                    <p:blipFill>
                      <a:blip r:embed="rId27"/>
                      <a:stretch>
                        <a:fillRect/>
                      </a:stretch>
                    </p:blipFill>
                    <p:spPr>
                      <a:xfrm>
                        <a:off x="3272788" y="3518813"/>
                        <a:ext cx="368300" cy="2159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67394C8A-32B1-4D46-AFBF-1B74975EFA14}"/>
              </a:ext>
            </a:extLst>
          </p:cNvPr>
          <p:cNvGraphicFramePr>
            <a:graphicFrameLocks noChangeAspect="1"/>
          </p:cNvGraphicFramePr>
          <p:nvPr>
            <p:extLst>
              <p:ext uri="{D42A27DB-BD31-4B8C-83A1-F6EECF244321}">
                <p14:modId xmlns:p14="http://schemas.microsoft.com/office/powerpoint/2010/main" val="676131298"/>
              </p:ext>
            </p:extLst>
          </p:nvPr>
        </p:nvGraphicFramePr>
        <p:xfrm>
          <a:off x="688260" y="3869766"/>
          <a:ext cx="533400" cy="254000"/>
        </p:xfrm>
        <a:graphic>
          <a:graphicData uri="http://schemas.openxmlformats.org/presentationml/2006/ole">
            <mc:AlternateContent xmlns:mc="http://schemas.openxmlformats.org/markup-compatibility/2006">
              <mc:Choice xmlns:v="urn:schemas-microsoft-com:vml" Requires="v">
                <p:oleObj name="Equation" r:id="rId28" imgW="533160" imgH="253800" progId="Equation.DSMT4">
                  <p:embed/>
                </p:oleObj>
              </mc:Choice>
              <mc:Fallback>
                <p:oleObj name="Equation" r:id="rId28" imgW="533160" imgH="253800" progId="Equation.DSMT4">
                  <p:embed/>
                  <p:pic>
                    <p:nvPicPr>
                      <p:cNvPr id="0" name=""/>
                      <p:cNvPicPr/>
                      <p:nvPr/>
                    </p:nvPicPr>
                    <p:blipFill>
                      <a:blip r:embed="rId29"/>
                      <a:stretch>
                        <a:fillRect/>
                      </a:stretch>
                    </p:blipFill>
                    <p:spPr>
                      <a:xfrm>
                        <a:off x="688260" y="3869766"/>
                        <a:ext cx="533400" cy="2540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4EC55011-86E9-4C9E-ADC5-F49A538FA69D}"/>
              </a:ext>
            </a:extLst>
          </p:cNvPr>
          <p:cNvGraphicFramePr>
            <a:graphicFrameLocks noChangeAspect="1"/>
          </p:cNvGraphicFramePr>
          <p:nvPr>
            <p:extLst>
              <p:ext uri="{D42A27DB-BD31-4B8C-83A1-F6EECF244321}">
                <p14:modId xmlns:p14="http://schemas.microsoft.com/office/powerpoint/2010/main" val="4056325580"/>
              </p:ext>
            </p:extLst>
          </p:nvPr>
        </p:nvGraphicFramePr>
        <p:xfrm>
          <a:off x="3262313" y="3870325"/>
          <a:ext cx="1790700" cy="254000"/>
        </p:xfrm>
        <a:graphic>
          <a:graphicData uri="http://schemas.openxmlformats.org/presentationml/2006/ole">
            <mc:AlternateContent xmlns:mc="http://schemas.openxmlformats.org/markup-compatibility/2006">
              <mc:Choice xmlns:v="urn:schemas-microsoft-com:vml" Requires="v">
                <p:oleObj name="Equation" r:id="rId30" imgW="1790640" imgH="253800" progId="Equation.DSMT4">
                  <p:embed/>
                </p:oleObj>
              </mc:Choice>
              <mc:Fallback>
                <p:oleObj name="Equation" r:id="rId30" imgW="1790640" imgH="253800" progId="Equation.DSMT4">
                  <p:embed/>
                  <p:pic>
                    <p:nvPicPr>
                      <p:cNvPr id="0" name=""/>
                      <p:cNvPicPr/>
                      <p:nvPr/>
                    </p:nvPicPr>
                    <p:blipFill>
                      <a:blip r:embed="rId31"/>
                      <a:stretch>
                        <a:fillRect/>
                      </a:stretch>
                    </p:blipFill>
                    <p:spPr>
                      <a:xfrm>
                        <a:off x="3262313" y="3870325"/>
                        <a:ext cx="1790700" cy="2540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98F78964-D5FF-4ED6-B0CF-2E168E2CEAD2}"/>
              </a:ext>
            </a:extLst>
          </p:cNvPr>
          <p:cNvGraphicFramePr>
            <a:graphicFrameLocks noChangeAspect="1"/>
          </p:cNvGraphicFramePr>
          <p:nvPr>
            <p:extLst>
              <p:ext uri="{D42A27DB-BD31-4B8C-83A1-F6EECF244321}">
                <p14:modId xmlns:p14="http://schemas.microsoft.com/office/powerpoint/2010/main" val="676644136"/>
              </p:ext>
            </p:extLst>
          </p:nvPr>
        </p:nvGraphicFramePr>
        <p:xfrm>
          <a:off x="701675" y="4225925"/>
          <a:ext cx="1193800" cy="254000"/>
        </p:xfrm>
        <a:graphic>
          <a:graphicData uri="http://schemas.openxmlformats.org/presentationml/2006/ole">
            <mc:AlternateContent xmlns:mc="http://schemas.openxmlformats.org/markup-compatibility/2006">
              <mc:Choice xmlns:v="urn:schemas-microsoft-com:vml" Requires="v">
                <p:oleObj name="Equation" r:id="rId32" imgW="1193760" imgH="253800" progId="Equation.DSMT4">
                  <p:embed/>
                </p:oleObj>
              </mc:Choice>
              <mc:Fallback>
                <p:oleObj name="Equation" r:id="rId32" imgW="1193760" imgH="253800" progId="Equation.DSMT4">
                  <p:embed/>
                  <p:pic>
                    <p:nvPicPr>
                      <p:cNvPr id="0" name=""/>
                      <p:cNvPicPr/>
                      <p:nvPr/>
                    </p:nvPicPr>
                    <p:blipFill>
                      <a:blip r:embed="rId33"/>
                      <a:stretch>
                        <a:fillRect/>
                      </a:stretch>
                    </p:blipFill>
                    <p:spPr>
                      <a:xfrm>
                        <a:off x="701675" y="4225925"/>
                        <a:ext cx="1193800" cy="2540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106DA71F-820D-47A9-821A-5B2187AAC290}"/>
              </a:ext>
            </a:extLst>
          </p:cNvPr>
          <p:cNvGraphicFramePr>
            <a:graphicFrameLocks noChangeAspect="1"/>
          </p:cNvGraphicFramePr>
          <p:nvPr>
            <p:extLst>
              <p:ext uri="{D42A27DB-BD31-4B8C-83A1-F6EECF244321}">
                <p14:modId xmlns:p14="http://schemas.microsoft.com/office/powerpoint/2010/main" val="933092030"/>
              </p:ext>
            </p:extLst>
          </p:nvPr>
        </p:nvGraphicFramePr>
        <p:xfrm>
          <a:off x="3197225" y="4248150"/>
          <a:ext cx="2095500" cy="254000"/>
        </p:xfrm>
        <a:graphic>
          <a:graphicData uri="http://schemas.openxmlformats.org/presentationml/2006/ole">
            <mc:AlternateContent xmlns:mc="http://schemas.openxmlformats.org/markup-compatibility/2006">
              <mc:Choice xmlns:v="urn:schemas-microsoft-com:vml" Requires="v">
                <p:oleObj name="Equation" r:id="rId34" imgW="2095200" imgH="253800" progId="Equation.DSMT4">
                  <p:embed/>
                </p:oleObj>
              </mc:Choice>
              <mc:Fallback>
                <p:oleObj name="Equation" r:id="rId34" imgW="2095200" imgH="253800" progId="Equation.DSMT4">
                  <p:embed/>
                  <p:pic>
                    <p:nvPicPr>
                      <p:cNvPr id="0" name=""/>
                      <p:cNvPicPr/>
                      <p:nvPr/>
                    </p:nvPicPr>
                    <p:blipFill>
                      <a:blip r:embed="rId35"/>
                      <a:stretch>
                        <a:fillRect/>
                      </a:stretch>
                    </p:blipFill>
                    <p:spPr>
                      <a:xfrm>
                        <a:off x="3197225" y="4248150"/>
                        <a:ext cx="2095500" cy="2540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C2DBBC03-8EA3-4130-8EC8-B2464EE224E5}"/>
              </a:ext>
            </a:extLst>
          </p:cNvPr>
          <p:cNvGraphicFramePr>
            <a:graphicFrameLocks noChangeAspect="1"/>
          </p:cNvGraphicFramePr>
          <p:nvPr>
            <p:extLst>
              <p:ext uri="{D42A27DB-BD31-4B8C-83A1-F6EECF244321}">
                <p14:modId xmlns:p14="http://schemas.microsoft.com/office/powerpoint/2010/main" val="4202437471"/>
              </p:ext>
            </p:extLst>
          </p:nvPr>
        </p:nvGraphicFramePr>
        <p:xfrm>
          <a:off x="711200" y="4618038"/>
          <a:ext cx="1219200" cy="254000"/>
        </p:xfrm>
        <a:graphic>
          <a:graphicData uri="http://schemas.openxmlformats.org/presentationml/2006/ole">
            <mc:AlternateContent xmlns:mc="http://schemas.openxmlformats.org/markup-compatibility/2006">
              <mc:Choice xmlns:v="urn:schemas-microsoft-com:vml" Requires="v">
                <p:oleObj name="Equation" r:id="rId36" imgW="1218960" imgH="253800" progId="Equation.DSMT4">
                  <p:embed/>
                </p:oleObj>
              </mc:Choice>
              <mc:Fallback>
                <p:oleObj name="Equation" r:id="rId36" imgW="1218960" imgH="253800" progId="Equation.DSMT4">
                  <p:embed/>
                  <p:pic>
                    <p:nvPicPr>
                      <p:cNvPr id="0" name=""/>
                      <p:cNvPicPr/>
                      <p:nvPr/>
                    </p:nvPicPr>
                    <p:blipFill>
                      <a:blip r:embed="rId37"/>
                      <a:stretch>
                        <a:fillRect/>
                      </a:stretch>
                    </p:blipFill>
                    <p:spPr>
                      <a:xfrm>
                        <a:off x="711200" y="4618038"/>
                        <a:ext cx="1219200" cy="2540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4F71B299-6A4C-4EF1-B4DD-2FE8ED99C221}"/>
              </a:ext>
            </a:extLst>
          </p:cNvPr>
          <p:cNvGraphicFramePr>
            <a:graphicFrameLocks noChangeAspect="1"/>
          </p:cNvGraphicFramePr>
          <p:nvPr>
            <p:extLst>
              <p:ext uri="{D42A27DB-BD31-4B8C-83A1-F6EECF244321}">
                <p14:modId xmlns:p14="http://schemas.microsoft.com/office/powerpoint/2010/main" val="2795418801"/>
              </p:ext>
            </p:extLst>
          </p:nvPr>
        </p:nvGraphicFramePr>
        <p:xfrm>
          <a:off x="3190875" y="4611688"/>
          <a:ext cx="2070100" cy="254000"/>
        </p:xfrm>
        <a:graphic>
          <a:graphicData uri="http://schemas.openxmlformats.org/presentationml/2006/ole">
            <mc:AlternateContent xmlns:mc="http://schemas.openxmlformats.org/markup-compatibility/2006">
              <mc:Choice xmlns:v="urn:schemas-microsoft-com:vml" Requires="v">
                <p:oleObj name="Equation" r:id="rId38" imgW="2070000" imgH="253800" progId="Equation.DSMT4">
                  <p:embed/>
                </p:oleObj>
              </mc:Choice>
              <mc:Fallback>
                <p:oleObj name="Equation" r:id="rId38" imgW="2070000" imgH="253800" progId="Equation.DSMT4">
                  <p:embed/>
                  <p:pic>
                    <p:nvPicPr>
                      <p:cNvPr id="0" name=""/>
                      <p:cNvPicPr/>
                      <p:nvPr/>
                    </p:nvPicPr>
                    <p:blipFill>
                      <a:blip r:embed="rId39"/>
                      <a:stretch>
                        <a:fillRect/>
                      </a:stretch>
                    </p:blipFill>
                    <p:spPr>
                      <a:xfrm>
                        <a:off x="3190875" y="4611688"/>
                        <a:ext cx="2070100" cy="2540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BA05408A-9EA9-4321-B25C-B6C8C2B38C1D}"/>
              </a:ext>
            </a:extLst>
          </p:cNvPr>
          <p:cNvGraphicFramePr>
            <a:graphicFrameLocks noChangeAspect="1"/>
          </p:cNvGraphicFramePr>
          <p:nvPr>
            <p:extLst>
              <p:ext uri="{D42A27DB-BD31-4B8C-83A1-F6EECF244321}">
                <p14:modId xmlns:p14="http://schemas.microsoft.com/office/powerpoint/2010/main" val="90251899"/>
              </p:ext>
            </p:extLst>
          </p:nvPr>
        </p:nvGraphicFramePr>
        <p:xfrm>
          <a:off x="711200" y="4957763"/>
          <a:ext cx="1892300" cy="254000"/>
        </p:xfrm>
        <a:graphic>
          <a:graphicData uri="http://schemas.openxmlformats.org/presentationml/2006/ole">
            <mc:AlternateContent xmlns:mc="http://schemas.openxmlformats.org/markup-compatibility/2006">
              <mc:Choice xmlns:v="urn:schemas-microsoft-com:vml" Requires="v">
                <p:oleObj name="Equation" r:id="rId40" imgW="1892160" imgH="253800" progId="Equation.DSMT4">
                  <p:embed/>
                </p:oleObj>
              </mc:Choice>
              <mc:Fallback>
                <p:oleObj name="Equation" r:id="rId40" imgW="1892160" imgH="253800" progId="Equation.DSMT4">
                  <p:embed/>
                  <p:pic>
                    <p:nvPicPr>
                      <p:cNvPr id="0" name=""/>
                      <p:cNvPicPr/>
                      <p:nvPr/>
                    </p:nvPicPr>
                    <p:blipFill>
                      <a:blip r:embed="rId41"/>
                      <a:stretch>
                        <a:fillRect/>
                      </a:stretch>
                    </p:blipFill>
                    <p:spPr>
                      <a:xfrm>
                        <a:off x="711200" y="4957763"/>
                        <a:ext cx="1892300" cy="2540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D55F22D9-1E89-460F-BF5C-E08C9D35A3AD}"/>
              </a:ext>
            </a:extLst>
          </p:cNvPr>
          <p:cNvGraphicFramePr>
            <a:graphicFrameLocks noChangeAspect="1"/>
          </p:cNvGraphicFramePr>
          <p:nvPr>
            <p:extLst>
              <p:ext uri="{D42A27DB-BD31-4B8C-83A1-F6EECF244321}">
                <p14:modId xmlns:p14="http://schemas.microsoft.com/office/powerpoint/2010/main" val="12536515"/>
              </p:ext>
            </p:extLst>
          </p:nvPr>
        </p:nvGraphicFramePr>
        <p:xfrm>
          <a:off x="3217359" y="4957763"/>
          <a:ext cx="1752600" cy="254000"/>
        </p:xfrm>
        <a:graphic>
          <a:graphicData uri="http://schemas.openxmlformats.org/presentationml/2006/ole">
            <mc:AlternateContent xmlns:mc="http://schemas.openxmlformats.org/markup-compatibility/2006">
              <mc:Choice xmlns:v="urn:schemas-microsoft-com:vml" Requires="v">
                <p:oleObj name="Equation" r:id="rId42" imgW="1752480" imgH="253800" progId="Equation.DSMT4">
                  <p:embed/>
                </p:oleObj>
              </mc:Choice>
              <mc:Fallback>
                <p:oleObj name="Equation" r:id="rId42" imgW="1752480" imgH="253800" progId="Equation.DSMT4">
                  <p:embed/>
                  <p:pic>
                    <p:nvPicPr>
                      <p:cNvPr id="0" name=""/>
                      <p:cNvPicPr/>
                      <p:nvPr/>
                    </p:nvPicPr>
                    <p:blipFill>
                      <a:blip r:embed="rId43"/>
                      <a:stretch>
                        <a:fillRect/>
                      </a:stretch>
                    </p:blipFill>
                    <p:spPr>
                      <a:xfrm>
                        <a:off x="3217359" y="4957763"/>
                        <a:ext cx="1752600" cy="2540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80BF98B1-9312-43D4-AB4A-3BF22EA25AD7}"/>
              </a:ext>
            </a:extLst>
          </p:cNvPr>
          <p:cNvGraphicFramePr>
            <a:graphicFrameLocks noChangeAspect="1"/>
          </p:cNvGraphicFramePr>
          <p:nvPr>
            <p:extLst>
              <p:ext uri="{D42A27DB-BD31-4B8C-83A1-F6EECF244321}">
                <p14:modId xmlns:p14="http://schemas.microsoft.com/office/powerpoint/2010/main" val="477777002"/>
              </p:ext>
            </p:extLst>
          </p:nvPr>
        </p:nvGraphicFramePr>
        <p:xfrm>
          <a:off x="5036450" y="4957763"/>
          <a:ext cx="1371600" cy="254000"/>
        </p:xfrm>
        <a:graphic>
          <a:graphicData uri="http://schemas.openxmlformats.org/presentationml/2006/ole">
            <mc:AlternateContent xmlns:mc="http://schemas.openxmlformats.org/markup-compatibility/2006">
              <mc:Choice xmlns:v="urn:schemas-microsoft-com:vml" Requires="v">
                <p:oleObj name="Equation" r:id="rId44" imgW="1371600" imgH="253800" progId="Equation.DSMT4">
                  <p:embed/>
                </p:oleObj>
              </mc:Choice>
              <mc:Fallback>
                <p:oleObj name="Equation" r:id="rId44" imgW="1371600" imgH="253800" progId="Equation.DSMT4">
                  <p:embed/>
                  <p:pic>
                    <p:nvPicPr>
                      <p:cNvPr id="0" name=""/>
                      <p:cNvPicPr/>
                      <p:nvPr/>
                    </p:nvPicPr>
                    <p:blipFill>
                      <a:blip r:embed="rId45"/>
                      <a:stretch>
                        <a:fillRect/>
                      </a:stretch>
                    </p:blipFill>
                    <p:spPr>
                      <a:xfrm>
                        <a:off x="5036450" y="4957763"/>
                        <a:ext cx="1371600" cy="2540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BAA118DB-2C21-4DA0-907C-BCBA56867020}"/>
              </a:ext>
            </a:extLst>
          </p:cNvPr>
          <p:cNvGraphicFramePr>
            <a:graphicFrameLocks noChangeAspect="1"/>
          </p:cNvGraphicFramePr>
          <p:nvPr>
            <p:extLst>
              <p:ext uri="{D42A27DB-BD31-4B8C-83A1-F6EECF244321}">
                <p14:modId xmlns:p14="http://schemas.microsoft.com/office/powerpoint/2010/main" val="1887840176"/>
              </p:ext>
            </p:extLst>
          </p:nvPr>
        </p:nvGraphicFramePr>
        <p:xfrm>
          <a:off x="731639" y="5332380"/>
          <a:ext cx="914400" cy="203200"/>
        </p:xfrm>
        <a:graphic>
          <a:graphicData uri="http://schemas.openxmlformats.org/presentationml/2006/ole">
            <mc:AlternateContent xmlns:mc="http://schemas.openxmlformats.org/markup-compatibility/2006">
              <mc:Choice xmlns:v="urn:schemas-microsoft-com:vml" Requires="v">
                <p:oleObj name="Equation" r:id="rId46" imgW="914400" imgH="203040" progId="Equation.DSMT4">
                  <p:embed/>
                </p:oleObj>
              </mc:Choice>
              <mc:Fallback>
                <p:oleObj name="Equation" r:id="rId46" imgW="914400" imgH="203040" progId="Equation.DSMT4">
                  <p:embed/>
                  <p:pic>
                    <p:nvPicPr>
                      <p:cNvPr id="0" name=""/>
                      <p:cNvPicPr/>
                      <p:nvPr/>
                    </p:nvPicPr>
                    <p:blipFill>
                      <a:blip r:embed="rId47"/>
                      <a:stretch>
                        <a:fillRect/>
                      </a:stretch>
                    </p:blipFill>
                    <p:spPr>
                      <a:xfrm>
                        <a:off x="731639" y="5332380"/>
                        <a:ext cx="914400" cy="2032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23E35680-4554-48F0-A5A8-9916A77CAEB9}"/>
              </a:ext>
            </a:extLst>
          </p:cNvPr>
          <p:cNvGraphicFramePr>
            <a:graphicFrameLocks noChangeAspect="1"/>
          </p:cNvGraphicFramePr>
          <p:nvPr>
            <p:extLst>
              <p:ext uri="{D42A27DB-BD31-4B8C-83A1-F6EECF244321}">
                <p14:modId xmlns:p14="http://schemas.microsoft.com/office/powerpoint/2010/main" val="3811478872"/>
              </p:ext>
            </p:extLst>
          </p:nvPr>
        </p:nvGraphicFramePr>
        <p:xfrm>
          <a:off x="3217359" y="5342115"/>
          <a:ext cx="4305300" cy="254000"/>
        </p:xfrm>
        <a:graphic>
          <a:graphicData uri="http://schemas.openxmlformats.org/presentationml/2006/ole">
            <mc:AlternateContent xmlns:mc="http://schemas.openxmlformats.org/markup-compatibility/2006">
              <mc:Choice xmlns:v="urn:schemas-microsoft-com:vml" Requires="v">
                <p:oleObj name="Equation" r:id="rId48" imgW="4305240" imgH="253800" progId="Equation.DSMT4">
                  <p:embed/>
                </p:oleObj>
              </mc:Choice>
              <mc:Fallback>
                <p:oleObj name="Equation" r:id="rId48" imgW="4305240" imgH="253800" progId="Equation.DSMT4">
                  <p:embed/>
                  <p:pic>
                    <p:nvPicPr>
                      <p:cNvPr id="0" name=""/>
                      <p:cNvPicPr/>
                      <p:nvPr/>
                    </p:nvPicPr>
                    <p:blipFill>
                      <a:blip r:embed="rId49"/>
                      <a:stretch>
                        <a:fillRect/>
                      </a:stretch>
                    </p:blipFill>
                    <p:spPr>
                      <a:xfrm>
                        <a:off x="3217359" y="5342115"/>
                        <a:ext cx="4305300" cy="2540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81A552FA-C12C-45F8-ADC3-F48B7E410C1F}"/>
              </a:ext>
            </a:extLst>
          </p:cNvPr>
          <p:cNvGraphicFramePr>
            <a:graphicFrameLocks noChangeAspect="1"/>
          </p:cNvGraphicFramePr>
          <p:nvPr>
            <p:extLst>
              <p:ext uri="{D42A27DB-BD31-4B8C-83A1-F6EECF244321}">
                <p14:modId xmlns:p14="http://schemas.microsoft.com/office/powerpoint/2010/main" val="3579222824"/>
              </p:ext>
            </p:extLst>
          </p:nvPr>
        </p:nvGraphicFramePr>
        <p:xfrm>
          <a:off x="3262956" y="5651359"/>
          <a:ext cx="2413000" cy="254000"/>
        </p:xfrm>
        <a:graphic>
          <a:graphicData uri="http://schemas.openxmlformats.org/presentationml/2006/ole">
            <mc:AlternateContent xmlns:mc="http://schemas.openxmlformats.org/markup-compatibility/2006">
              <mc:Choice xmlns:v="urn:schemas-microsoft-com:vml" Requires="v">
                <p:oleObj name="Equation" r:id="rId50" imgW="2412720" imgH="253800" progId="Equation.DSMT4">
                  <p:embed/>
                </p:oleObj>
              </mc:Choice>
              <mc:Fallback>
                <p:oleObj name="Equation" r:id="rId50" imgW="2412720" imgH="253800" progId="Equation.DSMT4">
                  <p:embed/>
                  <p:pic>
                    <p:nvPicPr>
                      <p:cNvPr id="0" name=""/>
                      <p:cNvPicPr/>
                      <p:nvPr/>
                    </p:nvPicPr>
                    <p:blipFill>
                      <a:blip r:embed="rId51"/>
                      <a:stretch>
                        <a:fillRect/>
                      </a:stretch>
                    </p:blipFill>
                    <p:spPr>
                      <a:xfrm>
                        <a:off x="3262956" y="5651359"/>
                        <a:ext cx="2413000" cy="2540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50</a:t>
            </a:fld>
            <a:endParaRPr lang="en-US"/>
          </a:p>
        </p:txBody>
      </p:sp>
    </p:spTree>
    <p:extLst>
      <p:ext uri="{BB962C8B-B14F-4D97-AF65-F5344CB8AC3E}">
        <p14:creationId xmlns:p14="http://schemas.microsoft.com/office/powerpoint/2010/main" val="2053323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Exponential Distribution </a:t>
            </a:r>
            <a:r>
              <a:rPr lang="en-US" sz="10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19917"/>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2236014"/>
          </a:xfrm>
        </p:spPr>
        <p:txBody>
          <a:bodyPr/>
          <a:lstStyle/>
          <a:p>
            <a:pPr marL="292608" indent="-292608">
              <a:buFont typeface="Arial" panose="020B0604020202020204" pitchFamily="34" charset="0"/>
              <a:buChar char="•"/>
            </a:pPr>
            <a:r>
              <a:rPr lang="en-US" dirty="0">
                <a:solidFill>
                  <a:schemeClr val="tx1"/>
                </a:solidFill>
              </a:rPr>
              <a:t>The exponential distribution has one parameter, the </a:t>
            </a:r>
            <a:r>
              <a:rPr lang="en-US" dirty="0"/>
              <a:t>mean arrival rate </a:t>
            </a:r>
            <a:r>
              <a:rPr lang="el-GR" i="1" dirty="0"/>
              <a:t>λ</a:t>
            </a:r>
            <a:r>
              <a:rPr lang="en-US" dirty="0"/>
              <a:t>.</a:t>
            </a:r>
          </a:p>
          <a:p>
            <a:pPr marL="292608" indent="-292608">
              <a:buFont typeface="Arial" panose="020B0604020202020204" pitchFamily="34" charset="0"/>
              <a:buChar char="•"/>
            </a:pPr>
            <a:r>
              <a:rPr lang="en-US" dirty="0"/>
              <a:t>Each value of </a:t>
            </a:r>
            <a:r>
              <a:rPr lang="el-GR" i="1" dirty="0"/>
              <a:t>λ</a:t>
            </a:r>
            <a:r>
              <a:rPr lang="en-US" i="1" dirty="0"/>
              <a:t> </a:t>
            </a:r>
            <a:r>
              <a:rPr lang="en-US" dirty="0"/>
              <a:t>gives a different P</a:t>
            </a:r>
            <a:r>
              <a:rPr lang="en-US" sz="100" dirty="0"/>
              <a:t> </a:t>
            </a:r>
            <a:r>
              <a:rPr lang="en-US" dirty="0"/>
              <a:t>D</a:t>
            </a:r>
            <a:r>
              <a:rPr lang="en-US" sz="100" dirty="0"/>
              <a:t> </a:t>
            </a:r>
            <a:r>
              <a:rPr lang="en-US" dirty="0"/>
              <a:t>F.</a:t>
            </a:r>
          </a:p>
          <a:p>
            <a:pPr marL="292608" indent="-292608">
              <a:buFont typeface="Arial" panose="020B0604020202020204" pitchFamily="34" charset="0"/>
              <a:buChar char="•"/>
            </a:pPr>
            <a:r>
              <a:rPr lang="en-US" dirty="0"/>
              <a:t>However, all curves in the exponential P</a:t>
            </a:r>
            <a:r>
              <a:rPr lang="en-US" sz="100" dirty="0"/>
              <a:t> </a:t>
            </a:r>
            <a:r>
              <a:rPr lang="en-US" dirty="0"/>
              <a:t>D</a:t>
            </a:r>
            <a:r>
              <a:rPr lang="en-US" sz="100" dirty="0"/>
              <a:t> </a:t>
            </a:r>
            <a:r>
              <a:rPr lang="en-US" dirty="0"/>
              <a:t>F family have the same shape.</a:t>
            </a:r>
          </a:p>
        </p:txBody>
      </p:sp>
      <p:sp>
        <p:nvSpPr>
          <p:cNvPr id="9" name="Content Placeholder 8">
            <a:extLst>
              <a:ext uri="{FF2B5EF4-FFF2-40B4-BE49-F238E27FC236}">
                <a16:creationId xmlns:a16="http://schemas.microsoft.com/office/drawing/2014/main" id="{DC699309-D087-419B-BDB7-E1051675076E}"/>
              </a:ext>
            </a:extLst>
          </p:cNvPr>
          <p:cNvSpPr>
            <a:spLocks noGrp="1"/>
          </p:cNvSpPr>
          <p:nvPr>
            <p:ph sz="quarter" idx="19"/>
          </p:nvPr>
        </p:nvSpPr>
        <p:spPr>
          <a:xfrm>
            <a:off x="342901" y="3456865"/>
            <a:ext cx="3200885" cy="2319586"/>
          </a:xfrm>
        </p:spPr>
        <p:txBody>
          <a:bodyPr/>
          <a:lstStyle/>
          <a:p>
            <a:pPr marL="292608" indent="-292608">
              <a:buFont typeface="Arial" panose="020B0604020202020204" pitchFamily="34" charset="0"/>
              <a:buChar char="•"/>
            </a:pPr>
            <a:r>
              <a:rPr lang="en-US" dirty="0"/>
              <a:t>The vertical axis intercept is always </a:t>
            </a:r>
            <a:r>
              <a:rPr lang="el-GR" i="1" dirty="0"/>
              <a:t>λ</a:t>
            </a:r>
            <a:r>
              <a:rPr lang="en-US" i="1" dirty="0"/>
              <a:t> </a:t>
            </a:r>
            <a:r>
              <a:rPr lang="en-US" dirty="0"/>
              <a:t>because inserting </a:t>
            </a:r>
            <a:r>
              <a:rPr lang="en-US" i="1" dirty="0"/>
              <a:t>x</a:t>
            </a:r>
            <a:r>
              <a:rPr lang="en-US" dirty="0"/>
              <a:t> = 0 in the P</a:t>
            </a:r>
            <a:r>
              <a:rPr lang="en-US" sz="100" dirty="0"/>
              <a:t> </a:t>
            </a:r>
            <a:r>
              <a:rPr lang="en-US" dirty="0"/>
              <a:t>D</a:t>
            </a:r>
            <a:r>
              <a:rPr lang="en-US" sz="100" dirty="0"/>
              <a:t> </a:t>
            </a:r>
            <a:r>
              <a:rPr lang="en-US" dirty="0"/>
              <a:t>F formula gives</a:t>
            </a:r>
          </a:p>
        </p:txBody>
      </p:sp>
      <p:graphicFrame>
        <p:nvGraphicFramePr>
          <p:cNvPr id="28" name="Object 27">
            <a:extLst>
              <a:ext uri="{FF2B5EF4-FFF2-40B4-BE49-F238E27FC236}">
                <a16:creationId xmlns:a16="http://schemas.microsoft.com/office/drawing/2014/main" id="{16634260-B013-4E65-9062-A1EF55551936}"/>
              </a:ext>
            </a:extLst>
          </p:cNvPr>
          <p:cNvGraphicFramePr>
            <a:graphicFrameLocks noChangeAspect="1"/>
          </p:cNvGraphicFramePr>
          <p:nvPr>
            <p:extLst>
              <p:ext uri="{D42A27DB-BD31-4B8C-83A1-F6EECF244321}">
                <p14:modId xmlns:p14="http://schemas.microsoft.com/office/powerpoint/2010/main" val="299611845"/>
              </p:ext>
            </p:extLst>
          </p:nvPr>
        </p:nvGraphicFramePr>
        <p:xfrm>
          <a:off x="1489075" y="5394325"/>
          <a:ext cx="1270000" cy="349250"/>
        </p:xfrm>
        <a:graphic>
          <a:graphicData uri="http://schemas.openxmlformats.org/presentationml/2006/ole">
            <mc:AlternateContent xmlns:mc="http://schemas.openxmlformats.org/markup-compatibility/2006">
              <mc:Choice xmlns:v="urn:schemas-microsoft-com:vml" Requires="v">
                <p:oleObj name="Equation" r:id="rId2" imgW="1244520" imgH="342720" progId="Equation.DSMT4">
                  <p:embed/>
                </p:oleObj>
              </mc:Choice>
              <mc:Fallback>
                <p:oleObj name="Equation" r:id="rId2" imgW="1244520" imgH="342720" progId="Equation.DSMT4">
                  <p:embed/>
                  <p:pic>
                    <p:nvPicPr>
                      <p:cNvPr id="0" name=""/>
                      <p:cNvPicPr/>
                      <p:nvPr/>
                    </p:nvPicPr>
                    <p:blipFill>
                      <a:blip r:embed="rId3"/>
                      <a:stretch>
                        <a:fillRect/>
                      </a:stretch>
                    </p:blipFill>
                    <p:spPr>
                      <a:xfrm>
                        <a:off x="1489075" y="5394325"/>
                        <a:ext cx="1270000" cy="349250"/>
                      </a:xfrm>
                      <a:prstGeom prst="rect">
                        <a:avLst/>
                      </a:prstGeom>
                    </p:spPr>
                  </p:pic>
                </p:oleObj>
              </mc:Fallback>
            </mc:AlternateContent>
          </a:graphicData>
        </a:graphic>
      </p:graphicFrame>
      <p:pic>
        <p:nvPicPr>
          <p:cNvPr id="29" name="Picture 28" descr="Graph showing exponential distributions with lambda equals 0.5, 1.0, 2.0, and 3.">
            <a:extLst>
              <a:ext uri="{FF2B5EF4-FFF2-40B4-BE49-F238E27FC236}">
                <a16:creationId xmlns:a16="http://schemas.microsoft.com/office/drawing/2014/main" id="{E2EF8224-D706-4231-BFF9-80BB3198FA10}"/>
              </a:ext>
            </a:extLst>
          </p:cNvPr>
          <p:cNvPicPr>
            <a:picLocks noChangeAspect="1"/>
          </p:cNvPicPr>
          <p:nvPr/>
        </p:nvPicPr>
        <p:blipFill>
          <a:blip r:embed="rId4"/>
          <a:stretch>
            <a:fillRect/>
          </a:stretch>
        </p:blipFill>
        <p:spPr>
          <a:xfrm>
            <a:off x="4132707" y="3438412"/>
            <a:ext cx="4029251" cy="2693557"/>
          </a:xfrm>
          <a:prstGeom prst="rect">
            <a:avLst/>
          </a:prstGeom>
        </p:spPr>
      </p:pic>
      <p:sp>
        <p:nvSpPr>
          <p:cNvPr id="12" name="Text Placeholder 14">
            <a:extLst>
              <a:ext uri="{FF2B5EF4-FFF2-40B4-BE49-F238E27FC236}">
                <a16:creationId xmlns:a16="http://schemas.microsoft.com/office/drawing/2014/main" id="{A2D9A178-8028-F12B-A518-30FC68A9B638}"/>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51</a:t>
            </a:fld>
            <a:endParaRPr lang="en-US"/>
          </a:p>
        </p:txBody>
      </p:sp>
    </p:spTree>
    <p:extLst>
      <p:ext uri="{BB962C8B-B14F-4D97-AF65-F5344CB8AC3E}">
        <p14:creationId xmlns:p14="http://schemas.microsoft.com/office/powerpoint/2010/main" val="22558662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Exponential Distribution </a:t>
            </a:r>
            <a:r>
              <a:rPr lang="en-US" sz="1000" b="0" dirty="0"/>
              <a:t>2</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8"/>
            <a:ext cx="530942" cy="1199369"/>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2" y="1081550"/>
            <a:ext cx="6899727" cy="1110108"/>
          </a:xfrm>
        </p:spPr>
        <p:txBody>
          <a:bodyPr/>
          <a:lstStyle/>
          <a:p>
            <a:pPr marL="292608" indent="-292608">
              <a:buFont typeface="Arial" panose="020B0604020202020204" pitchFamily="34" charset="0"/>
              <a:buChar char="•"/>
            </a:pPr>
            <a:r>
              <a:rPr lang="en-US" sz="2000" dirty="0">
                <a:solidFill>
                  <a:schemeClr val="tx1"/>
                </a:solidFill>
              </a:rPr>
              <a:t>The exponential probability density function approaches zero as </a:t>
            </a:r>
            <a:r>
              <a:rPr lang="en-US" sz="2000" i="1" dirty="0">
                <a:solidFill>
                  <a:schemeClr val="tx1"/>
                </a:solidFill>
              </a:rPr>
              <a:t>x</a:t>
            </a:r>
            <a:r>
              <a:rPr lang="en-US" sz="2000" dirty="0">
                <a:solidFill>
                  <a:schemeClr val="tx1"/>
                </a:solidFill>
              </a:rPr>
              <a:t> increases and is right-skewed.</a:t>
            </a:r>
          </a:p>
          <a:p>
            <a:pPr marL="292608" indent="-292608">
              <a:buFont typeface="Arial" panose="020B0604020202020204" pitchFamily="34" charset="0"/>
              <a:buChar char="•"/>
            </a:pPr>
            <a:r>
              <a:rPr lang="en-US" sz="2000" dirty="0">
                <a:solidFill>
                  <a:schemeClr val="tx1"/>
                </a:solidFill>
              </a:rPr>
              <a:t>We usually are not interested in the height of the function</a:t>
            </a:r>
            <a:endParaRPr lang="en-US" sz="2000" b="1" dirty="0">
              <a:solidFill>
                <a:schemeClr val="tx1"/>
              </a:solidFill>
            </a:endParaRPr>
          </a:p>
        </p:txBody>
      </p:sp>
      <p:graphicFrame>
        <p:nvGraphicFramePr>
          <p:cNvPr id="10" name="Object 9">
            <a:extLst>
              <a:ext uri="{FF2B5EF4-FFF2-40B4-BE49-F238E27FC236}">
                <a16:creationId xmlns:a16="http://schemas.microsoft.com/office/drawing/2014/main" id="{232E4901-C146-4262-A920-9FAD9D933586}"/>
              </a:ext>
            </a:extLst>
          </p:cNvPr>
          <p:cNvGraphicFramePr>
            <a:graphicFrameLocks noChangeAspect="1"/>
          </p:cNvGraphicFramePr>
          <p:nvPr>
            <p:extLst>
              <p:ext uri="{D42A27DB-BD31-4B8C-83A1-F6EECF244321}">
                <p14:modId xmlns:p14="http://schemas.microsoft.com/office/powerpoint/2010/main" val="2101792445"/>
              </p:ext>
            </p:extLst>
          </p:nvPr>
        </p:nvGraphicFramePr>
        <p:xfrm>
          <a:off x="7151590" y="1898748"/>
          <a:ext cx="596900" cy="304800"/>
        </p:xfrm>
        <a:graphic>
          <a:graphicData uri="http://schemas.openxmlformats.org/presentationml/2006/ole">
            <mc:AlternateContent xmlns:mc="http://schemas.openxmlformats.org/markup-compatibility/2006">
              <mc:Choice xmlns:v="urn:schemas-microsoft-com:vml" Requires="v">
                <p:oleObj name="Equation" r:id="rId2" imgW="596880" imgH="304560" progId="Equation.DSMT4">
                  <p:embed/>
                </p:oleObj>
              </mc:Choice>
              <mc:Fallback>
                <p:oleObj name="Equation" r:id="rId2" imgW="596880" imgH="304560" progId="Equation.DSMT4">
                  <p:embed/>
                  <p:pic>
                    <p:nvPicPr>
                      <p:cNvPr id="0" name=""/>
                      <p:cNvPicPr/>
                      <p:nvPr/>
                    </p:nvPicPr>
                    <p:blipFill>
                      <a:blip r:embed="rId3"/>
                      <a:stretch>
                        <a:fillRect/>
                      </a:stretch>
                    </p:blipFill>
                    <p:spPr>
                      <a:xfrm>
                        <a:off x="7151590" y="1898748"/>
                        <a:ext cx="596900" cy="3048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2" y="2246938"/>
            <a:ext cx="7668983" cy="774808"/>
          </a:xfrm>
        </p:spPr>
        <p:txBody>
          <a:bodyPr tIns="0"/>
          <a:lstStyle/>
          <a:p>
            <a:pPr marL="292608"/>
            <a:r>
              <a:rPr lang="en-US" sz="2000" dirty="0">
                <a:solidFill>
                  <a:schemeClr val="tx1"/>
                </a:solidFill>
              </a:rPr>
              <a:t>but rather in areas under the curve.</a:t>
            </a:r>
            <a:endParaRPr lang="en-US" sz="2000" dirty="0"/>
          </a:p>
          <a:p>
            <a:pPr marL="292608" indent="-292608">
              <a:buFont typeface="Arial" panose="020B0604020202020204" pitchFamily="34" charset="0"/>
              <a:buChar char="•"/>
            </a:pPr>
            <a:r>
              <a:rPr lang="en-US" sz="2000" dirty="0"/>
              <a:t>The probability of waiting more than </a:t>
            </a:r>
            <a:r>
              <a:rPr lang="en-US" sz="2000" i="1" dirty="0"/>
              <a:t>x</a:t>
            </a:r>
            <a:r>
              <a:rPr lang="en-US" sz="2000" dirty="0"/>
              <a:t> units of time until the next</a:t>
            </a:r>
          </a:p>
        </p:txBody>
      </p:sp>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342901" y="3081241"/>
            <a:ext cx="1436738" cy="393292"/>
          </a:xfrm>
        </p:spPr>
        <p:txBody>
          <a:bodyPr/>
          <a:lstStyle/>
          <a:p>
            <a:pPr marL="292608"/>
            <a:r>
              <a:rPr lang="en-US" sz="2000" dirty="0"/>
              <a:t>arrival is</a:t>
            </a:r>
          </a:p>
        </p:txBody>
      </p:sp>
      <p:graphicFrame>
        <p:nvGraphicFramePr>
          <p:cNvPr id="22" name="Object 21">
            <a:extLst>
              <a:ext uri="{FF2B5EF4-FFF2-40B4-BE49-F238E27FC236}">
                <a16:creationId xmlns:a16="http://schemas.microsoft.com/office/drawing/2014/main" id="{2DF7CE31-197C-4286-8164-D884D7A3A071}"/>
              </a:ext>
            </a:extLst>
          </p:cNvPr>
          <p:cNvGraphicFramePr>
            <a:graphicFrameLocks noChangeAspect="1"/>
          </p:cNvGraphicFramePr>
          <p:nvPr>
            <p:extLst>
              <p:ext uri="{D42A27DB-BD31-4B8C-83A1-F6EECF244321}">
                <p14:modId xmlns:p14="http://schemas.microsoft.com/office/powerpoint/2010/main" val="394688168"/>
              </p:ext>
            </p:extLst>
          </p:nvPr>
        </p:nvGraphicFramePr>
        <p:xfrm>
          <a:off x="1818673" y="3100878"/>
          <a:ext cx="544645" cy="354018"/>
        </p:xfrm>
        <a:graphic>
          <a:graphicData uri="http://schemas.openxmlformats.org/presentationml/2006/ole">
            <mc:AlternateContent xmlns:mc="http://schemas.openxmlformats.org/markup-compatibility/2006">
              <mc:Choice xmlns:v="urn:schemas-microsoft-com:vml" Requires="v">
                <p:oleObj name="Equation" r:id="rId4" imgW="507960" imgH="330120" progId="Equation.DSMT4">
                  <p:embed/>
                </p:oleObj>
              </mc:Choice>
              <mc:Fallback>
                <p:oleObj name="Equation" r:id="rId4" imgW="507960" imgH="330120" progId="Equation.DSMT4">
                  <p:embed/>
                  <p:pic>
                    <p:nvPicPr>
                      <p:cNvPr id="0" name=""/>
                      <p:cNvPicPr/>
                      <p:nvPr/>
                    </p:nvPicPr>
                    <p:blipFill>
                      <a:blip r:embed="rId5"/>
                      <a:stretch>
                        <a:fillRect/>
                      </a:stretch>
                    </p:blipFill>
                    <p:spPr>
                      <a:xfrm>
                        <a:off x="1818673" y="3100878"/>
                        <a:ext cx="544645" cy="354018"/>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2392076" y="3081240"/>
            <a:ext cx="5899352" cy="393292"/>
          </a:xfrm>
        </p:spPr>
        <p:txBody>
          <a:bodyPr/>
          <a:lstStyle/>
          <a:p>
            <a:r>
              <a:rPr lang="en-US" sz="2000" dirty="0"/>
              <a:t>while the probability of waiting </a:t>
            </a:r>
            <a:r>
              <a:rPr lang="en-US" sz="2000" i="1" dirty="0"/>
              <a:t>x</a:t>
            </a:r>
            <a:r>
              <a:rPr lang="en-US" sz="2000" dirty="0"/>
              <a:t> units of time or</a:t>
            </a:r>
          </a:p>
        </p:txBody>
      </p:sp>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342900" y="3511229"/>
            <a:ext cx="1210597" cy="371576"/>
          </a:xfrm>
        </p:spPr>
        <p:txBody>
          <a:bodyPr/>
          <a:lstStyle/>
          <a:p>
            <a:pPr marL="292608"/>
            <a:r>
              <a:rPr lang="en-US" sz="2000" dirty="0"/>
              <a:t>less is</a:t>
            </a:r>
          </a:p>
        </p:txBody>
      </p:sp>
      <p:graphicFrame>
        <p:nvGraphicFramePr>
          <p:cNvPr id="27" name="Object 26">
            <a:extLst>
              <a:ext uri="{FF2B5EF4-FFF2-40B4-BE49-F238E27FC236}">
                <a16:creationId xmlns:a16="http://schemas.microsoft.com/office/drawing/2014/main" id="{1B80F440-726F-4CFA-A7BD-75B0F6693585}"/>
              </a:ext>
            </a:extLst>
          </p:cNvPr>
          <p:cNvGraphicFramePr>
            <a:graphicFrameLocks noChangeAspect="1"/>
          </p:cNvGraphicFramePr>
          <p:nvPr>
            <p:extLst>
              <p:ext uri="{D42A27DB-BD31-4B8C-83A1-F6EECF244321}">
                <p14:modId xmlns:p14="http://schemas.microsoft.com/office/powerpoint/2010/main" val="515218443"/>
              </p:ext>
            </p:extLst>
          </p:nvPr>
        </p:nvGraphicFramePr>
        <p:xfrm>
          <a:off x="1524000" y="3551238"/>
          <a:ext cx="787400" cy="292100"/>
        </p:xfrm>
        <a:graphic>
          <a:graphicData uri="http://schemas.openxmlformats.org/presentationml/2006/ole">
            <mc:AlternateContent xmlns:mc="http://schemas.openxmlformats.org/markup-compatibility/2006">
              <mc:Choice xmlns:v="urn:schemas-microsoft-com:vml" Requires="v">
                <p:oleObj name="Equation" r:id="rId6" imgW="787320" imgH="291960" progId="Equation.DSMT4">
                  <p:embed/>
                </p:oleObj>
              </mc:Choice>
              <mc:Fallback>
                <p:oleObj name="Equation" r:id="rId6" imgW="787320" imgH="291960" progId="Equation.DSMT4">
                  <p:embed/>
                  <p:pic>
                    <p:nvPicPr>
                      <p:cNvPr id="0" name=""/>
                      <p:cNvPicPr/>
                      <p:nvPr/>
                    </p:nvPicPr>
                    <p:blipFill>
                      <a:blip r:embed="rId7"/>
                      <a:stretch>
                        <a:fillRect/>
                      </a:stretch>
                    </p:blipFill>
                    <p:spPr>
                      <a:xfrm>
                        <a:off x="1524000" y="3551238"/>
                        <a:ext cx="787400" cy="292100"/>
                      </a:xfrm>
                      <a:prstGeom prst="rect">
                        <a:avLst/>
                      </a:prstGeom>
                    </p:spPr>
                  </p:pic>
                </p:oleObj>
              </mc:Fallback>
            </mc:AlternateContent>
          </a:graphicData>
        </a:graphic>
      </p:graphicFrame>
      <p:pic>
        <p:nvPicPr>
          <p:cNvPr id="30" name="Picture 29" descr="Left-tail exponential area and right-tail exponential areas are displayed.">
            <a:extLst>
              <a:ext uri="{FF2B5EF4-FFF2-40B4-BE49-F238E27FC236}">
                <a16:creationId xmlns:a16="http://schemas.microsoft.com/office/drawing/2014/main" id="{838F9846-2C37-4470-BB6F-2ABBEA3DD7E7}"/>
              </a:ext>
            </a:extLst>
          </p:cNvPr>
          <p:cNvPicPr>
            <a:picLocks noChangeAspect="1"/>
          </p:cNvPicPr>
          <p:nvPr/>
        </p:nvPicPr>
        <p:blipFill>
          <a:blip r:embed="rId8"/>
          <a:stretch>
            <a:fillRect/>
          </a:stretch>
        </p:blipFill>
        <p:spPr>
          <a:xfrm>
            <a:off x="1774835" y="4212615"/>
            <a:ext cx="5666435" cy="1865777"/>
          </a:xfrm>
          <a:prstGeom prst="rect">
            <a:avLst/>
          </a:prstGeom>
        </p:spPr>
      </p:pic>
      <p:sp>
        <p:nvSpPr>
          <p:cNvPr id="9" name="Text Placeholder 14">
            <a:extLst>
              <a:ext uri="{FF2B5EF4-FFF2-40B4-BE49-F238E27FC236}">
                <a16:creationId xmlns:a16="http://schemas.microsoft.com/office/drawing/2014/main" id="{4B37F436-01FD-7AE9-65EB-4B3A73F72CC8}"/>
              </a:ext>
            </a:extLst>
          </p:cNvPr>
          <p:cNvSpPr>
            <a:spLocks noGrp="1"/>
          </p:cNvSpPr>
          <p:nvPr>
            <p:ph type="body" sz="quarter" idx="12"/>
          </p:nvPr>
        </p:nvSpPr>
        <p:spPr>
          <a:xfrm>
            <a:off x="2971558" y="6324600"/>
            <a:ext cx="3200885" cy="190500"/>
          </a:xfrm>
        </p:spPr>
        <p:txBody>
          <a:bodyPr/>
          <a:lstStyle/>
          <a:p>
            <a:r>
              <a:rPr lang="en-US" sz="1200" dirty="0">
                <a:hlinkClick r:id="rId9"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11161217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fontScale="90000"/>
          </a:bodyPr>
          <a:lstStyle/>
          <a:p>
            <a:r>
              <a:rPr lang="en-US" dirty="0"/>
              <a:t>Example: Customer Waiting Time </a:t>
            </a:r>
            <a:r>
              <a:rPr lang="en-US" sz="11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28622"/>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3301915"/>
          </a:xfrm>
        </p:spPr>
        <p:txBody>
          <a:bodyPr/>
          <a:lstStyle/>
          <a:p>
            <a:pPr marL="292608" indent="-292608">
              <a:buFont typeface="Arial" panose="020B0604020202020204" pitchFamily="34" charset="0"/>
              <a:buChar char="•"/>
            </a:pPr>
            <a:r>
              <a:rPr lang="en-US" sz="2000" dirty="0">
                <a:solidFill>
                  <a:schemeClr val="tx1"/>
                </a:solidFill>
              </a:rPr>
              <a:t>Between 2 p.m. and 4 p.m. on Wednesday, patient insurance inquiries arrive at Blue Choice insurance at a mean rate of 2.2 calls per minute.</a:t>
            </a:r>
          </a:p>
          <a:p>
            <a:pPr marL="292608" indent="-292608">
              <a:buFont typeface="Arial" panose="020B0604020202020204" pitchFamily="34" charset="0"/>
              <a:buChar char="•"/>
            </a:pPr>
            <a:r>
              <a:rPr lang="en-US" sz="2000" dirty="0">
                <a:solidFill>
                  <a:schemeClr val="tx1"/>
                </a:solidFill>
              </a:rPr>
              <a:t>What is the probability of waiting more than 30 seconds for the next call?</a:t>
            </a:r>
          </a:p>
          <a:p>
            <a:pPr marL="292608" indent="-292608">
              <a:buFont typeface="Arial" panose="020B0604020202020204" pitchFamily="34" charset="0"/>
              <a:buChar char="•"/>
            </a:pPr>
            <a:r>
              <a:rPr lang="en-US" sz="2000" dirty="0"/>
              <a:t>We set </a:t>
            </a:r>
            <a:r>
              <a:rPr lang="el-GR" sz="2000" i="1" dirty="0"/>
              <a:t>λ</a:t>
            </a:r>
            <a:r>
              <a:rPr lang="en-US" sz="2000" dirty="0"/>
              <a:t> = 2.2 events per minute and </a:t>
            </a:r>
            <a:r>
              <a:rPr lang="en-US" sz="2000" i="1" dirty="0"/>
              <a:t>x</a:t>
            </a:r>
            <a:r>
              <a:rPr lang="en-US" sz="2000" dirty="0"/>
              <a:t> = 0.50 minute.</a:t>
            </a:r>
          </a:p>
          <a:p>
            <a:pPr marL="292608" indent="-292608">
              <a:buFont typeface="Arial" panose="020B0604020202020204" pitchFamily="34" charset="0"/>
              <a:buChar char="•"/>
            </a:pPr>
            <a:r>
              <a:rPr lang="en-US" sz="2000" dirty="0"/>
              <a:t>Note that we must convert 30 seconds to 0.50 minute because </a:t>
            </a:r>
            <a:r>
              <a:rPr lang="el-GR" sz="2000" i="1" dirty="0"/>
              <a:t>λ</a:t>
            </a:r>
            <a:r>
              <a:rPr lang="en-US" sz="2000" i="1" dirty="0"/>
              <a:t> </a:t>
            </a:r>
            <a:r>
              <a:rPr lang="en-US" sz="2000" dirty="0"/>
              <a:t>is expressed in minutes, and the units of measurement must be the same. We have:</a:t>
            </a:r>
          </a:p>
        </p:txBody>
      </p:sp>
      <p:graphicFrame>
        <p:nvGraphicFramePr>
          <p:cNvPr id="26" name="Object 25">
            <a:extLst>
              <a:ext uri="{FF2B5EF4-FFF2-40B4-BE49-F238E27FC236}">
                <a16:creationId xmlns:a16="http://schemas.microsoft.com/office/drawing/2014/main" id="{A3B07F02-6386-4544-9A2E-3E2EE96254D2}"/>
              </a:ext>
            </a:extLst>
          </p:cNvPr>
          <p:cNvGraphicFramePr>
            <a:graphicFrameLocks noChangeAspect="1"/>
          </p:cNvGraphicFramePr>
          <p:nvPr>
            <p:extLst>
              <p:ext uri="{D42A27DB-BD31-4B8C-83A1-F6EECF244321}">
                <p14:modId xmlns:p14="http://schemas.microsoft.com/office/powerpoint/2010/main" val="3116216330"/>
              </p:ext>
            </p:extLst>
          </p:nvPr>
        </p:nvGraphicFramePr>
        <p:xfrm>
          <a:off x="1652490" y="4653912"/>
          <a:ext cx="5270500" cy="342900"/>
        </p:xfrm>
        <a:graphic>
          <a:graphicData uri="http://schemas.openxmlformats.org/presentationml/2006/ole">
            <mc:AlternateContent xmlns:mc="http://schemas.openxmlformats.org/markup-compatibility/2006">
              <mc:Choice xmlns:v="urn:schemas-microsoft-com:vml" Requires="v">
                <p:oleObj name="Equation" r:id="rId2" imgW="5270400" imgH="342720" progId="Equation.DSMT4">
                  <p:embed/>
                </p:oleObj>
              </mc:Choice>
              <mc:Fallback>
                <p:oleObj name="Equation" r:id="rId2" imgW="5270400" imgH="342720" progId="Equation.DSMT4">
                  <p:embed/>
                  <p:pic>
                    <p:nvPicPr>
                      <p:cNvPr id="26" name="Object 25">
                        <a:extLst>
                          <a:ext uri="{FF2B5EF4-FFF2-40B4-BE49-F238E27FC236}">
                            <a16:creationId xmlns:a16="http://schemas.microsoft.com/office/drawing/2014/main" id="{A3B07F02-6386-4544-9A2E-3E2EE96254D2}"/>
                          </a:ext>
                        </a:extLst>
                      </p:cNvPr>
                      <p:cNvPicPr/>
                      <p:nvPr/>
                    </p:nvPicPr>
                    <p:blipFill>
                      <a:blip r:embed="rId3"/>
                      <a:stretch>
                        <a:fillRect/>
                      </a:stretch>
                    </p:blipFill>
                    <p:spPr>
                      <a:xfrm>
                        <a:off x="1652490" y="4653912"/>
                        <a:ext cx="5270500" cy="3429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29908141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B5AB-381E-45C2-8728-AAD7D8312D76}"/>
              </a:ext>
            </a:extLst>
          </p:cNvPr>
          <p:cNvSpPr>
            <a:spLocks noGrp="1"/>
          </p:cNvSpPr>
          <p:nvPr>
            <p:ph type="title"/>
          </p:nvPr>
        </p:nvSpPr>
        <p:spPr>
          <a:xfrm>
            <a:off x="342900" y="183785"/>
            <a:ext cx="7668986" cy="746472"/>
          </a:xfrm>
        </p:spPr>
        <p:txBody>
          <a:bodyPr>
            <a:normAutofit/>
          </a:bodyPr>
          <a:lstStyle/>
          <a:p>
            <a:r>
              <a:rPr lang="en-US" sz="3600" dirty="0"/>
              <a:t>Example: Customer Waiting Time </a:t>
            </a:r>
            <a:r>
              <a:rPr lang="en-US" sz="1000" b="0" dirty="0"/>
              <a:t>2</a:t>
            </a:r>
            <a:endParaRPr lang="en-US" sz="1000" dirty="0"/>
          </a:p>
        </p:txBody>
      </p:sp>
      <p:sp>
        <p:nvSpPr>
          <p:cNvPr id="3" name="Content Placeholder 2">
            <a:extLst>
              <a:ext uri="{FF2B5EF4-FFF2-40B4-BE49-F238E27FC236}">
                <a16:creationId xmlns:a16="http://schemas.microsoft.com/office/drawing/2014/main" id="{ECE394BC-1097-4387-A455-78253860F4B1}"/>
              </a:ext>
            </a:extLst>
          </p:cNvPr>
          <p:cNvSpPr>
            <a:spLocks noGrp="1"/>
          </p:cNvSpPr>
          <p:nvPr>
            <p:ph sz="quarter" idx="11"/>
          </p:nvPr>
        </p:nvSpPr>
        <p:spPr>
          <a:xfrm>
            <a:off x="8645306" y="57744"/>
            <a:ext cx="469900" cy="1263056"/>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E9126140-FD9F-45DE-B77D-B3C85CA0B283}"/>
              </a:ext>
            </a:extLst>
          </p:cNvPr>
          <p:cNvSpPr>
            <a:spLocks noGrp="1"/>
          </p:cNvSpPr>
          <p:nvPr>
            <p:ph sz="quarter" idx="14"/>
          </p:nvPr>
        </p:nvSpPr>
        <p:spPr>
          <a:xfrm>
            <a:off x="342900" y="1082953"/>
            <a:ext cx="8031843" cy="673276"/>
          </a:xfrm>
        </p:spPr>
        <p:txBody>
          <a:bodyPr/>
          <a:lstStyle/>
          <a:p>
            <a:pPr marL="292608" indent="-292608">
              <a:buFont typeface="Arial" panose="020B0604020202020204" pitchFamily="34" charset="0"/>
              <a:buChar char="•"/>
            </a:pPr>
            <a:r>
              <a:rPr lang="en-US" sz="2000" dirty="0">
                <a:solidFill>
                  <a:schemeClr val="tx1"/>
                </a:solidFill>
              </a:rPr>
              <a:t>There is about a 33 percent chance of waiting more than 30 seconds before the next call arrives. Because </a:t>
            </a:r>
            <a:r>
              <a:rPr lang="en-US" sz="2000" i="1" dirty="0">
                <a:solidFill>
                  <a:schemeClr val="tx1"/>
                </a:solidFill>
              </a:rPr>
              <a:t>x</a:t>
            </a:r>
            <a:r>
              <a:rPr lang="en-US" sz="2000" dirty="0">
                <a:solidFill>
                  <a:schemeClr val="tx1"/>
                </a:solidFill>
              </a:rPr>
              <a:t> = 0.50 is a </a:t>
            </a:r>
            <a:r>
              <a:rPr lang="en-US" sz="2000" i="1" dirty="0">
                <a:solidFill>
                  <a:schemeClr val="tx1"/>
                </a:solidFill>
              </a:rPr>
              <a:t>point</a:t>
            </a:r>
            <a:endParaRPr lang="en-US" sz="2000" dirty="0"/>
          </a:p>
        </p:txBody>
      </p:sp>
      <p:sp>
        <p:nvSpPr>
          <p:cNvPr id="5" name="Content Placeholder 4">
            <a:extLst>
              <a:ext uri="{FF2B5EF4-FFF2-40B4-BE49-F238E27FC236}">
                <a16:creationId xmlns:a16="http://schemas.microsoft.com/office/drawing/2014/main" id="{0F28E12F-7DF5-473F-B83E-C3100E131B96}"/>
              </a:ext>
            </a:extLst>
          </p:cNvPr>
          <p:cNvSpPr>
            <a:spLocks noGrp="1"/>
          </p:cNvSpPr>
          <p:nvPr>
            <p:ph sz="quarter" idx="15"/>
          </p:nvPr>
        </p:nvSpPr>
        <p:spPr>
          <a:xfrm>
            <a:off x="342901" y="1826888"/>
            <a:ext cx="4940300" cy="364770"/>
          </a:xfrm>
        </p:spPr>
        <p:txBody>
          <a:bodyPr tIns="0"/>
          <a:lstStyle/>
          <a:p>
            <a:pPr marL="292608"/>
            <a:r>
              <a:rPr lang="en-US" sz="2000" dirty="0">
                <a:solidFill>
                  <a:schemeClr val="tx1"/>
                </a:solidFill>
              </a:rPr>
              <a:t>that has no area in a continuous model,</a:t>
            </a:r>
            <a:endParaRPr lang="en-US" sz="2000" dirty="0"/>
          </a:p>
        </p:txBody>
      </p:sp>
      <p:graphicFrame>
        <p:nvGraphicFramePr>
          <p:cNvPr id="18" name="Object 17">
            <a:extLst>
              <a:ext uri="{FF2B5EF4-FFF2-40B4-BE49-F238E27FC236}">
                <a16:creationId xmlns:a16="http://schemas.microsoft.com/office/drawing/2014/main" id="{238AA936-981C-4B88-98E4-8E8B302817D2}"/>
              </a:ext>
            </a:extLst>
          </p:cNvPr>
          <p:cNvGraphicFramePr>
            <a:graphicFrameLocks noChangeAspect="1"/>
          </p:cNvGraphicFramePr>
          <p:nvPr>
            <p:extLst>
              <p:ext uri="{D42A27DB-BD31-4B8C-83A1-F6EECF244321}">
                <p14:modId xmlns:p14="http://schemas.microsoft.com/office/powerpoint/2010/main" val="2249215562"/>
              </p:ext>
            </p:extLst>
          </p:nvPr>
        </p:nvGraphicFramePr>
        <p:xfrm>
          <a:off x="5224463" y="1871663"/>
          <a:ext cx="3225800" cy="304800"/>
        </p:xfrm>
        <a:graphic>
          <a:graphicData uri="http://schemas.openxmlformats.org/presentationml/2006/ole">
            <mc:AlternateContent xmlns:mc="http://schemas.openxmlformats.org/markup-compatibility/2006">
              <mc:Choice xmlns:v="urn:schemas-microsoft-com:vml" Requires="v">
                <p:oleObj name="Equation" r:id="rId2" imgW="3225600" imgH="304560" progId="Equation.DSMT4">
                  <p:embed/>
                </p:oleObj>
              </mc:Choice>
              <mc:Fallback>
                <p:oleObj name="Equation" r:id="rId2" imgW="3225600" imgH="304560" progId="Equation.DSMT4">
                  <p:embed/>
                  <p:pic>
                    <p:nvPicPr>
                      <p:cNvPr id="0" name=""/>
                      <p:cNvPicPr/>
                      <p:nvPr/>
                    </p:nvPicPr>
                    <p:blipFill>
                      <a:blip r:embed="rId3"/>
                      <a:stretch>
                        <a:fillRect/>
                      </a:stretch>
                    </p:blipFill>
                    <p:spPr>
                      <a:xfrm>
                        <a:off x="5224463" y="1871663"/>
                        <a:ext cx="3225800" cy="3048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C321DD15-5153-4B02-8637-A8DAEB3E4C0B}"/>
              </a:ext>
            </a:extLst>
          </p:cNvPr>
          <p:cNvSpPr>
            <a:spLocks noGrp="1"/>
          </p:cNvSpPr>
          <p:nvPr>
            <p:ph sz="quarter" idx="16"/>
          </p:nvPr>
        </p:nvSpPr>
        <p:spPr>
          <a:xfrm>
            <a:off x="342900" y="2257795"/>
            <a:ext cx="8133443" cy="1081046"/>
          </a:xfrm>
        </p:spPr>
        <p:txBody>
          <a:bodyPr tIns="0"/>
          <a:lstStyle/>
          <a:p>
            <a:pPr marL="292608"/>
            <a:r>
              <a:rPr lang="en-US" sz="2000" dirty="0">
                <a:solidFill>
                  <a:schemeClr val="tx1"/>
                </a:solidFill>
              </a:rPr>
              <a:t>refer to the same event.</a:t>
            </a:r>
          </a:p>
          <a:p>
            <a:pPr marL="292608" indent="-292608">
              <a:buFont typeface="Arial" panose="020B0604020202020204" pitchFamily="34" charset="0"/>
              <a:buChar char="•"/>
            </a:pPr>
            <a:r>
              <a:rPr lang="en-US" sz="2000" dirty="0">
                <a:solidFill>
                  <a:schemeClr val="tx1"/>
                </a:solidFill>
              </a:rPr>
              <a:t>The probability that 30 seconds or less (0.50 minute) will be needed before the next call arrives is,</a:t>
            </a:r>
            <a:endParaRPr lang="en-US" sz="2000" b="1" dirty="0">
              <a:solidFill>
                <a:schemeClr val="tx1"/>
              </a:solidFill>
            </a:endParaRPr>
          </a:p>
        </p:txBody>
      </p:sp>
      <p:graphicFrame>
        <p:nvGraphicFramePr>
          <p:cNvPr id="19" name="Object 18">
            <a:extLst>
              <a:ext uri="{FF2B5EF4-FFF2-40B4-BE49-F238E27FC236}">
                <a16:creationId xmlns:a16="http://schemas.microsoft.com/office/drawing/2014/main" id="{33E33537-D477-4F9B-B75F-9DD1042C617E}"/>
              </a:ext>
            </a:extLst>
          </p:cNvPr>
          <p:cNvGraphicFramePr>
            <a:graphicFrameLocks noChangeAspect="1"/>
          </p:cNvGraphicFramePr>
          <p:nvPr>
            <p:extLst>
              <p:ext uri="{D42A27DB-BD31-4B8C-83A1-F6EECF244321}">
                <p14:modId xmlns:p14="http://schemas.microsoft.com/office/powerpoint/2010/main" val="2419280700"/>
              </p:ext>
            </p:extLst>
          </p:nvPr>
        </p:nvGraphicFramePr>
        <p:xfrm>
          <a:off x="2093913" y="3557588"/>
          <a:ext cx="4775200" cy="342900"/>
        </p:xfrm>
        <a:graphic>
          <a:graphicData uri="http://schemas.openxmlformats.org/presentationml/2006/ole">
            <mc:AlternateContent xmlns:mc="http://schemas.openxmlformats.org/markup-compatibility/2006">
              <mc:Choice xmlns:v="urn:schemas-microsoft-com:vml" Requires="v">
                <p:oleObj name="Equation" r:id="rId4" imgW="4775040" imgH="342720" progId="Equation.DSMT4">
                  <p:embed/>
                </p:oleObj>
              </mc:Choice>
              <mc:Fallback>
                <p:oleObj name="Equation" r:id="rId4" imgW="4775040" imgH="342720" progId="Equation.DSMT4">
                  <p:embed/>
                  <p:pic>
                    <p:nvPicPr>
                      <p:cNvPr id="26" name="Object 25">
                        <a:extLst>
                          <a:ext uri="{FF2B5EF4-FFF2-40B4-BE49-F238E27FC236}">
                            <a16:creationId xmlns:a16="http://schemas.microsoft.com/office/drawing/2014/main" id="{A3B07F02-6386-4544-9A2E-3E2EE96254D2}"/>
                          </a:ext>
                        </a:extLst>
                      </p:cNvPr>
                      <p:cNvPicPr/>
                      <p:nvPr/>
                    </p:nvPicPr>
                    <p:blipFill>
                      <a:blip r:embed="rId5"/>
                      <a:stretch>
                        <a:fillRect/>
                      </a:stretch>
                    </p:blipFill>
                    <p:spPr>
                      <a:xfrm>
                        <a:off x="2093913" y="3557588"/>
                        <a:ext cx="4775200" cy="342900"/>
                      </a:xfrm>
                      <a:prstGeom prst="rect">
                        <a:avLst/>
                      </a:prstGeom>
                    </p:spPr>
                  </p:pic>
                </p:oleObj>
              </mc:Fallback>
            </mc:AlternateContent>
          </a:graphicData>
        </a:graphic>
      </p:graphicFrame>
      <p:pic>
        <p:nvPicPr>
          <p:cNvPr id="20" name="Picture 19" descr="Two exponential graphs.">
            <a:extLst>
              <a:ext uri="{FF2B5EF4-FFF2-40B4-BE49-F238E27FC236}">
                <a16:creationId xmlns:a16="http://schemas.microsoft.com/office/drawing/2014/main" id="{3BAABA21-21AF-4D75-AA64-F929B0058EC9}"/>
              </a:ext>
            </a:extLst>
          </p:cNvPr>
          <p:cNvPicPr>
            <a:picLocks noChangeAspect="1"/>
          </p:cNvPicPr>
          <p:nvPr/>
        </p:nvPicPr>
        <p:blipFill>
          <a:blip r:embed="rId6"/>
          <a:stretch>
            <a:fillRect/>
          </a:stretch>
        </p:blipFill>
        <p:spPr>
          <a:xfrm>
            <a:off x="1800851" y="4075345"/>
            <a:ext cx="5542298" cy="1873297"/>
          </a:xfrm>
          <a:prstGeom prst="rect">
            <a:avLst/>
          </a:prstGeom>
        </p:spPr>
      </p:pic>
      <p:sp>
        <p:nvSpPr>
          <p:cNvPr id="15" name="Text Placeholder 14">
            <a:extLst>
              <a:ext uri="{FF2B5EF4-FFF2-40B4-BE49-F238E27FC236}">
                <a16:creationId xmlns:a16="http://schemas.microsoft.com/office/drawing/2014/main" id="{AD0E3726-478D-4B87-8A33-32443BC9A5BB}"/>
              </a:ext>
            </a:extLst>
          </p:cNvPr>
          <p:cNvSpPr>
            <a:spLocks noGrp="1"/>
          </p:cNvSpPr>
          <p:nvPr>
            <p:ph type="body" sz="quarter" idx="12"/>
          </p:nvPr>
        </p:nvSpPr>
        <p:spPr>
          <a:xfrm>
            <a:off x="2971558" y="6324600"/>
            <a:ext cx="3200885" cy="190500"/>
          </a:xfrm>
        </p:spPr>
        <p:txBody>
          <a:bodyPr/>
          <a:lstStyle/>
          <a:p>
            <a:r>
              <a:rPr lang="en-US" sz="1200" dirty="0">
                <a:hlinkClick r:id="rId7" action="ppaction://hlinksldjump"/>
              </a:rPr>
              <a:t>Access the text alternative for slide images.</a:t>
            </a:r>
          </a:p>
        </p:txBody>
      </p:sp>
      <p:sp>
        <p:nvSpPr>
          <p:cNvPr id="17" name="Slide Number Placeholder 16">
            <a:extLst>
              <a:ext uri="{FF2B5EF4-FFF2-40B4-BE49-F238E27FC236}">
                <a16:creationId xmlns:a16="http://schemas.microsoft.com/office/drawing/2014/main" id="{A6F3D906-E42A-4278-8491-770F3A46CEDD}"/>
              </a:ext>
            </a:extLst>
          </p:cNvPr>
          <p:cNvSpPr>
            <a:spLocks noGrp="1"/>
          </p:cNvSpPr>
          <p:nvPr>
            <p:ph type="sldNum" sz="quarter" idx="10"/>
          </p:nvPr>
        </p:nvSpPr>
        <p:spPr/>
        <p:txBody>
          <a:bodyPr/>
          <a:lstStyle/>
          <a:p>
            <a:fld id="{68151E55-6873-49E2-B8D5-2F265E6F1973}" type="slidenum">
              <a:rPr lang="en-US" smtClean="0"/>
              <a:t>54</a:t>
            </a:fld>
            <a:endParaRPr lang="en-US"/>
          </a:p>
        </p:txBody>
      </p:sp>
    </p:spTree>
    <p:extLst>
      <p:ext uri="{BB962C8B-B14F-4D97-AF65-F5344CB8AC3E}">
        <p14:creationId xmlns:p14="http://schemas.microsoft.com/office/powerpoint/2010/main" val="2485886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Inverse Exponential </a:t>
            </a:r>
            <a:r>
              <a:rPr lang="en-US" sz="1000" b="0" dirty="0"/>
              <a:t>1</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15922"/>
          </a:xfrm>
        </p:spPr>
        <p:txBody>
          <a:bodyPr vert="vert" rIns="0"/>
          <a:lstStyle/>
          <a:p>
            <a:r>
              <a:rPr lang="en-US" b="1" dirty="0"/>
              <a:t>L</a:t>
            </a:r>
            <a:r>
              <a:rPr lang="en-US" sz="100" b="1" dirty="0"/>
              <a:t> </a:t>
            </a:r>
            <a:r>
              <a:rPr lang="en-US" b="1" dirty="0"/>
              <a:t>O 7.8</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2526890"/>
          </a:xfrm>
        </p:spPr>
        <p:txBody>
          <a:bodyPr/>
          <a:lstStyle/>
          <a:p>
            <a:pPr marL="292608" indent="-292608">
              <a:buFont typeface="Arial" panose="020B0604020202020204" pitchFamily="34" charset="0"/>
              <a:buChar char="•"/>
            </a:pPr>
            <a:r>
              <a:rPr lang="en-US" dirty="0">
                <a:solidFill>
                  <a:schemeClr val="tx1"/>
                </a:solidFill>
              </a:rPr>
              <a:t>We can use the exponential area formula in reverse.</a:t>
            </a:r>
          </a:p>
          <a:p>
            <a:pPr marL="292608" indent="-292608">
              <a:buFont typeface="Arial" panose="020B0604020202020204" pitchFamily="34" charset="0"/>
              <a:buChar char="•"/>
            </a:pPr>
            <a:r>
              <a:rPr lang="en-US" dirty="0">
                <a:solidFill>
                  <a:schemeClr val="tx1"/>
                </a:solidFill>
              </a:rPr>
              <a:t>If the mean arrival rate is 2.2 calls per minute, we want the 90th percentile for waiting time (the top 10 percent of waiting time).</a:t>
            </a:r>
          </a:p>
          <a:p>
            <a:pPr marL="292608" indent="-292608">
              <a:buFont typeface="Arial" panose="020B0604020202020204" pitchFamily="34" charset="0"/>
              <a:buChar char="•"/>
            </a:pPr>
            <a:r>
              <a:rPr lang="en-US" dirty="0">
                <a:solidFill>
                  <a:schemeClr val="tx1"/>
                </a:solidFill>
              </a:rPr>
              <a:t>We want to find the </a:t>
            </a:r>
            <a:r>
              <a:rPr lang="en-US" i="1" dirty="0">
                <a:solidFill>
                  <a:schemeClr val="tx1"/>
                </a:solidFill>
              </a:rPr>
              <a:t>x</a:t>
            </a:r>
            <a:r>
              <a:rPr lang="en-US" dirty="0">
                <a:solidFill>
                  <a:schemeClr val="tx1"/>
                </a:solidFill>
              </a:rPr>
              <a:t>-value that defines the upper 10 percent.</a:t>
            </a:r>
          </a:p>
        </p:txBody>
      </p:sp>
      <p:pic>
        <p:nvPicPr>
          <p:cNvPr id="5" name="Picture 4" descr="Exponential graph showing the upper 10% shaded. The x-axis is provided in minutes. The 90th percentile is the value that is being found.">
            <a:extLst>
              <a:ext uri="{FF2B5EF4-FFF2-40B4-BE49-F238E27FC236}">
                <a16:creationId xmlns:a16="http://schemas.microsoft.com/office/drawing/2014/main" id="{AF95A050-388F-4C1A-B648-9D2B8E0B0EE8}"/>
              </a:ext>
            </a:extLst>
          </p:cNvPr>
          <p:cNvPicPr>
            <a:picLocks noChangeAspect="1"/>
          </p:cNvPicPr>
          <p:nvPr/>
        </p:nvPicPr>
        <p:blipFill>
          <a:blip r:embed="rId2"/>
          <a:stretch>
            <a:fillRect/>
          </a:stretch>
        </p:blipFill>
        <p:spPr>
          <a:xfrm>
            <a:off x="2785717" y="3917069"/>
            <a:ext cx="3572566" cy="2347163"/>
          </a:xfrm>
          <a:prstGeom prst="rect">
            <a:avLst/>
          </a:prstGeom>
        </p:spPr>
      </p:pic>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36423754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1"/>
            <a:ext cx="6972300" cy="736658"/>
          </a:xfrm>
        </p:spPr>
        <p:txBody>
          <a:bodyPr/>
          <a:lstStyle/>
          <a:p>
            <a:r>
              <a:rPr lang="en-US" sz="3600" dirty="0"/>
              <a:t>Inverse Exponential </a:t>
            </a:r>
            <a:r>
              <a:rPr lang="en-US" sz="1000" b="0" dirty="0"/>
              <a:t>2</a:t>
            </a:r>
            <a:endParaRPr lang="en-US" dirty="0"/>
          </a:p>
        </p:txBody>
      </p:sp>
      <p:sp>
        <p:nvSpPr>
          <p:cNvPr id="3" name="Content Placeholder 2"/>
          <p:cNvSpPr>
            <a:spLocks noGrp="1"/>
          </p:cNvSpPr>
          <p:nvPr>
            <p:ph sz="quarter" idx="11"/>
          </p:nvPr>
        </p:nvSpPr>
        <p:spPr>
          <a:xfrm>
            <a:off x="8716294" y="59756"/>
            <a:ext cx="393290" cy="1208607"/>
          </a:xfrm>
        </p:spPr>
        <p:txBody>
          <a:bodyPr vert="vert" rIns="0"/>
          <a:lstStyle/>
          <a:p>
            <a:r>
              <a:rPr lang="en-US" b="1" dirty="0"/>
              <a:t>L</a:t>
            </a:r>
            <a:r>
              <a:rPr lang="en-US" sz="100" b="1" dirty="0"/>
              <a:t> </a:t>
            </a:r>
            <a:r>
              <a:rPr lang="en-US" b="1" dirty="0"/>
              <a:t>O 7.8</a:t>
            </a:r>
          </a:p>
        </p:txBody>
      </p:sp>
      <p:sp>
        <p:nvSpPr>
          <p:cNvPr id="4" name="Content Placeholder 3"/>
          <p:cNvSpPr>
            <a:spLocks noGrp="1"/>
          </p:cNvSpPr>
          <p:nvPr>
            <p:ph sz="quarter" idx="14"/>
          </p:nvPr>
        </p:nvSpPr>
        <p:spPr>
          <a:xfrm>
            <a:off x="342901" y="1082364"/>
            <a:ext cx="1707126" cy="421976"/>
          </a:xfrm>
        </p:spPr>
        <p:txBody>
          <a:bodyPr/>
          <a:lstStyle/>
          <a:p>
            <a:pPr marL="292608" indent="-292608">
              <a:buFont typeface="Arial" panose="020B0604020202020204" pitchFamily="34" charset="0"/>
              <a:buChar char="•"/>
            </a:pPr>
            <a:r>
              <a:rPr lang="en-US" dirty="0"/>
              <a:t>Because</a:t>
            </a:r>
          </a:p>
        </p:txBody>
      </p:sp>
      <p:graphicFrame>
        <p:nvGraphicFramePr>
          <p:cNvPr id="12" name="Object 11"/>
          <p:cNvGraphicFramePr>
            <a:graphicFrameLocks noChangeAspect="1"/>
          </p:cNvGraphicFramePr>
          <p:nvPr>
            <p:extLst>
              <p:ext uri="{D42A27DB-BD31-4B8C-83A1-F6EECF244321}">
                <p14:modId xmlns:p14="http://schemas.microsoft.com/office/powerpoint/2010/main" val="4476974"/>
              </p:ext>
            </p:extLst>
          </p:nvPr>
        </p:nvGraphicFramePr>
        <p:xfrm>
          <a:off x="2060575" y="1184275"/>
          <a:ext cx="5130800" cy="342900"/>
        </p:xfrm>
        <a:graphic>
          <a:graphicData uri="http://schemas.openxmlformats.org/presentationml/2006/ole">
            <mc:AlternateContent xmlns:mc="http://schemas.openxmlformats.org/markup-compatibility/2006">
              <mc:Choice xmlns:v="urn:schemas-microsoft-com:vml" Requires="v">
                <p:oleObj name="Equation" r:id="rId2" imgW="5130720" imgH="342720" progId="Equation.DSMT4">
                  <p:embed/>
                </p:oleObj>
              </mc:Choice>
              <mc:Fallback>
                <p:oleObj name="Equation" r:id="rId2" imgW="5130720" imgH="342720" progId="Equation.DSMT4">
                  <p:embed/>
                  <p:pic>
                    <p:nvPicPr>
                      <p:cNvPr id="0" name=""/>
                      <p:cNvPicPr/>
                      <p:nvPr/>
                    </p:nvPicPr>
                    <p:blipFill>
                      <a:blip r:embed="rId3"/>
                      <a:stretch>
                        <a:fillRect/>
                      </a:stretch>
                    </p:blipFill>
                    <p:spPr>
                      <a:xfrm>
                        <a:off x="2060575" y="1184275"/>
                        <a:ext cx="5130800" cy="342900"/>
                      </a:xfrm>
                      <a:prstGeom prst="rect">
                        <a:avLst/>
                      </a:prstGeom>
                    </p:spPr>
                  </p:pic>
                </p:oleObj>
              </mc:Fallback>
            </mc:AlternateContent>
          </a:graphicData>
        </a:graphic>
      </p:graphicFrame>
      <p:sp>
        <p:nvSpPr>
          <p:cNvPr id="5" name="Content Placeholder 4"/>
          <p:cNvSpPr>
            <a:spLocks noGrp="1"/>
          </p:cNvSpPr>
          <p:nvPr>
            <p:ph sz="quarter" idx="15"/>
          </p:nvPr>
        </p:nvSpPr>
        <p:spPr>
          <a:xfrm>
            <a:off x="7249211" y="1082363"/>
            <a:ext cx="1238865" cy="421977"/>
          </a:xfrm>
        </p:spPr>
        <p:txBody>
          <a:bodyPr/>
          <a:lstStyle/>
          <a:p>
            <a:r>
              <a:rPr lang="en-US" dirty="0"/>
              <a:t>we set</a:t>
            </a:r>
          </a:p>
        </p:txBody>
      </p:sp>
      <p:sp>
        <p:nvSpPr>
          <p:cNvPr id="6" name="Content Placeholder 5"/>
          <p:cNvSpPr>
            <a:spLocks noGrp="1"/>
          </p:cNvSpPr>
          <p:nvPr>
            <p:ph sz="quarter" idx="16"/>
          </p:nvPr>
        </p:nvSpPr>
        <p:spPr>
          <a:xfrm>
            <a:off x="342900" y="1557843"/>
            <a:ext cx="8458200" cy="801900"/>
          </a:xfrm>
        </p:spPr>
        <p:txBody>
          <a:bodyPr tIns="0"/>
          <a:lstStyle/>
          <a:p>
            <a:pPr marL="292608"/>
            <a:r>
              <a:rPr lang="en-US" dirty="0">
                <a:solidFill>
                  <a:schemeClr val="tx1"/>
                </a:solidFill>
              </a:rPr>
              <a:t>the right-tail area to .10, take the natural logarithm of both sides, and solve for </a:t>
            </a:r>
            <a:r>
              <a:rPr lang="en-US" i="1" dirty="0">
                <a:solidFill>
                  <a:schemeClr val="tx1"/>
                </a:solidFill>
              </a:rPr>
              <a:t>x</a:t>
            </a:r>
            <a:r>
              <a:rPr lang="en-US" dirty="0">
                <a:solidFill>
                  <a:schemeClr val="tx1"/>
                </a:solidFill>
              </a:rPr>
              <a:t>:</a:t>
            </a:r>
            <a:endParaRPr lang="en-US" dirty="0"/>
          </a:p>
        </p:txBody>
      </p:sp>
      <p:graphicFrame>
        <p:nvGraphicFramePr>
          <p:cNvPr id="13" name="Object 12">
            <a:extLst>
              <a:ext uri="{FF2B5EF4-FFF2-40B4-BE49-F238E27FC236}">
                <a16:creationId xmlns:a16="http://schemas.microsoft.com/office/drawing/2014/main" id="{9551B0F7-9D22-48AB-8915-06DDD0D200AB}"/>
              </a:ext>
            </a:extLst>
          </p:cNvPr>
          <p:cNvGraphicFramePr>
            <a:graphicFrameLocks noChangeAspect="1"/>
          </p:cNvGraphicFramePr>
          <p:nvPr>
            <p:extLst>
              <p:ext uri="{D42A27DB-BD31-4B8C-83A1-F6EECF244321}">
                <p14:modId xmlns:p14="http://schemas.microsoft.com/office/powerpoint/2010/main" val="3941287839"/>
              </p:ext>
            </p:extLst>
          </p:nvPr>
        </p:nvGraphicFramePr>
        <p:xfrm>
          <a:off x="3054546" y="2426022"/>
          <a:ext cx="3098800" cy="406400"/>
        </p:xfrm>
        <a:graphic>
          <a:graphicData uri="http://schemas.openxmlformats.org/presentationml/2006/ole">
            <mc:AlternateContent xmlns:mc="http://schemas.openxmlformats.org/markup-compatibility/2006">
              <mc:Choice xmlns:v="urn:schemas-microsoft-com:vml" Requires="v">
                <p:oleObj name="Equation" r:id="rId4" imgW="3098520" imgH="406080" progId="Equation.DSMT4">
                  <p:embed/>
                </p:oleObj>
              </mc:Choice>
              <mc:Fallback>
                <p:oleObj name="Equation" r:id="rId4" imgW="3098520" imgH="406080" progId="Equation.DSMT4">
                  <p:embed/>
                  <p:pic>
                    <p:nvPicPr>
                      <p:cNvPr id="22" name="Object 21">
                        <a:extLst>
                          <a:ext uri="{FF2B5EF4-FFF2-40B4-BE49-F238E27FC236}">
                            <a16:creationId xmlns:a16="http://schemas.microsoft.com/office/drawing/2014/main" id="{9551B0F7-9D22-48AB-8915-06DDD0D200AB}"/>
                          </a:ext>
                        </a:extLst>
                      </p:cNvPr>
                      <p:cNvPicPr/>
                      <p:nvPr/>
                    </p:nvPicPr>
                    <p:blipFill>
                      <a:blip r:embed="rId5"/>
                      <a:stretch>
                        <a:fillRect/>
                      </a:stretch>
                    </p:blipFill>
                    <p:spPr>
                      <a:xfrm>
                        <a:off x="3054546" y="2426022"/>
                        <a:ext cx="3098800" cy="4064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6DC80845-25A2-4034-AF7E-D2F7F874CADD}"/>
              </a:ext>
            </a:extLst>
          </p:cNvPr>
          <p:cNvGraphicFramePr>
            <a:graphicFrameLocks noChangeAspect="1"/>
          </p:cNvGraphicFramePr>
          <p:nvPr>
            <p:extLst>
              <p:ext uri="{D42A27DB-BD31-4B8C-83A1-F6EECF244321}">
                <p14:modId xmlns:p14="http://schemas.microsoft.com/office/powerpoint/2010/main" val="3400842872"/>
              </p:ext>
            </p:extLst>
          </p:nvPr>
        </p:nvGraphicFramePr>
        <p:xfrm>
          <a:off x="3326178" y="2909163"/>
          <a:ext cx="1676400" cy="342900"/>
        </p:xfrm>
        <a:graphic>
          <a:graphicData uri="http://schemas.openxmlformats.org/presentationml/2006/ole">
            <mc:AlternateContent xmlns:mc="http://schemas.openxmlformats.org/markup-compatibility/2006">
              <mc:Choice xmlns:v="urn:schemas-microsoft-com:vml" Requires="v">
                <p:oleObj name="Equation" r:id="rId6" imgW="1676160" imgH="342720" progId="Equation.DSMT4">
                  <p:embed/>
                </p:oleObj>
              </mc:Choice>
              <mc:Fallback>
                <p:oleObj name="Equation" r:id="rId6" imgW="1676160" imgH="342720" progId="Equation.DSMT4">
                  <p:embed/>
                  <p:pic>
                    <p:nvPicPr>
                      <p:cNvPr id="27" name="Object 26">
                        <a:extLst>
                          <a:ext uri="{FF2B5EF4-FFF2-40B4-BE49-F238E27FC236}">
                            <a16:creationId xmlns:a16="http://schemas.microsoft.com/office/drawing/2014/main" id="{6DC80845-25A2-4034-AF7E-D2F7F874CADD}"/>
                          </a:ext>
                        </a:extLst>
                      </p:cNvPr>
                      <p:cNvPicPr/>
                      <p:nvPr/>
                    </p:nvPicPr>
                    <p:blipFill>
                      <a:blip r:embed="rId7"/>
                      <a:stretch>
                        <a:fillRect/>
                      </a:stretch>
                    </p:blipFill>
                    <p:spPr>
                      <a:xfrm>
                        <a:off x="3326178" y="2909163"/>
                        <a:ext cx="1676400" cy="3429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AEDD6136-D342-4A41-A01D-0F242810D95C}"/>
              </a:ext>
            </a:extLst>
          </p:cNvPr>
          <p:cNvGraphicFramePr>
            <a:graphicFrameLocks noChangeAspect="1"/>
          </p:cNvGraphicFramePr>
          <p:nvPr>
            <p:extLst>
              <p:ext uri="{D42A27DB-BD31-4B8C-83A1-F6EECF244321}">
                <p14:modId xmlns:p14="http://schemas.microsoft.com/office/powerpoint/2010/main" val="632046574"/>
              </p:ext>
            </p:extLst>
          </p:nvPr>
        </p:nvGraphicFramePr>
        <p:xfrm>
          <a:off x="3791342" y="3310180"/>
          <a:ext cx="1727200" cy="431800"/>
        </p:xfrm>
        <a:graphic>
          <a:graphicData uri="http://schemas.openxmlformats.org/presentationml/2006/ole">
            <mc:AlternateContent xmlns:mc="http://schemas.openxmlformats.org/markup-compatibility/2006">
              <mc:Choice xmlns:v="urn:schemas-microsoft-com:vml" Requires="v">
                <p:oleObj name="Equation" r:id="rId8" imgW="1726920" imgH="431640" progId="Equation.DSMT4">
                  <p:embed/>
                </p:oleObj>
              </mc:Choice>
              <mc:Fallback>
                <p:oleObj name="Equation" r:id="rId8" imgW="1726920" imgH="431640" progId="Equation.DSMT4">
                  <p:embed/>
                  <p:pic>
                    <p:nvPicPr>
                      <p:cNvPr id="28" name="Object 27">
                        <a:extLst>
                          <a:ext uri="{FF2B5EF4-FFF2-40B4-BE49-F238E27FC236}">
                            <a16:creationId xmlns:a16="http://schemas.microsoft.com/office/drawing/2014/main" id="{AEDD6136-D342-4A41-A01D-0F242810D95C}"/>
                          </a:ext>
                        </a:extLst>
                      </p:cNvPr>
                      <p:cNvPicPr/>
                      <p:nvPr/>
                    </p:nvPicPr>
                    <p:blipFill>
                      <a:blip r:embed="rId9"/>
                      <a:stretch>
                        <a:fillRect/>
                      </a:stretch>
                    </p:blipFill>
                    <p:spPr>
                      <a:xfrm>
                        <a:off x="3791342" y="3310180"/>
                        <a:ext cx="1727200" cy="4318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1B14131B-65BD-4746-B5C9-462CF90EE491}"/>
              </a:ext>
            </a:extLst>
          </p:cNvPr>
          <p:cNvGraphicFramePr>
            <a:graphicFrameLocks noChangeAspect="1"/>
          </p:cNvGraphicFramePr>
          <p:nvPr>
            <p:extLst>
              <p:ext uri="{D42A27DB-BD31-4B8C-83A1-F6EECF244321}">
                <p14:modId xmlns:p14="http://schemas.microsoft.com/office/powerpoint/2010/main" val="770307778"/>
              </p:ext>
            </p:extLst>
          </p:nvPr>
        </p:nvGraphicFramePr>
        <p:xfrm>
          <a:off x="3279775" y="3800475"/>
          <a:ext cx="2692400" cy="342900"/>
        </p:xfrm>
        <a:graphic>
          <a:graphicData uri="http://schemas.openxmlformats.org/presentationml/2006/ole">
            <mc:AlternateContent xmlns:mc="http://schemas.openxmlformats.org/markup-compatibility/2006">
              <mc:Choice xmlns:v="urn:schemas-microsoft-com:vml" Requires="v">
                <p:oleObj name="Equation" r:id="rId10" imgW="2692080" imgH="342720" progId="Equation.DSMT4">
                  <p:embed/>
                </p:oleObj>
              </mc:Choice>
              <mc:Fallback>
                <p:oleObj name="Equation" r:id="rId10" imgW="2692080" imgH="342720" progId="Equation.DSMT4">
                  <p:embed/>
                  <p:pic>
                    <p:nvPicPr>
                      <p:cNvPr id="29" name="Object 28">
                        <a:extLst>
                          <a:ext uri="{FF2B5EF4-FFF2-40B4-BE49-F238E27FC236}">
                            <a16:creationId xmlns:a16="http://schemas.microsoft.com/office/drawing/2014/main" id="{1B14131B-65BD-4746-B5C9-462CF90EE491}"/>
                          </a:ext>
                        </a:extLst>
                      </p:cNvPr>
                      <p:cNvPicPr/>
                      <p:nvPr/>
                    </p:nvPicPr>
                    <p:blipFill>
                      <a:blip r:embed="rId11"/>
                      <a:stretch>
                        <a:fillRect/>
                      </a:stretch>
                    </p:blipFill>
                    <p:spPr>
                      <a:xfrm>
                        <a:off x="3279775" y="3800475"/>
                        <a:ext cx="2692400" cy="3429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63E2927E-053C-4504-8878-4743AA9F522A}"/>
              </a:ext>
            </a:extLst>
          </p:cNvPr>
          <p:cNvGraphicFramePr>
            <a:graphicFrameLocks noChangeAspect="1"/>
          </p:cNvGraphicFramePr>
          <p:nvPr>
            <p:extLst>
              <p:ext uri="{D42A27DB-BD31-4B8C-83A1-F6EECF244321}">
                <p14:modId xmlns:p14="http://schemas.microsoft.com/office/powerpoint/2010/main" val="1008992122"/>
              </p:ext>
            </p:extLst>
          </p:nvPr>
        </p:nvGraphicFramePr>
        <p:xfrm>
          <a:off x="4165646" y="4244950"/>
          <a:ext cx="2222500" cy="279400"/>
        </p:xfrm>
        <a:graphic>
          <a:graphicData uri="http://schemas.openxmlformats.org/presentationml/2006/ole">
            <mc:AlternateContent xmlns:mc="http://schemas.openxmlformats.org/markup-compatibility/2006">
              <mc:Choice xmlns:v="urn:schemas-microsoft-com:vml" Requires="v">
                <p:oleObj name="Equation" r:id="rId12" imgW="2222280" imgH="279360" progId="Equation.DSMT4">
                  <p:embed/>
                </p:oleObj>
              </mc:Choice>
              <mc:Fallback>
                <p:oleObj name="Equation" r:id="rId12" imgW="2222280" imgH="279360" progId="Equation.DSMT4">
                  <p:embed/>
                  <p:pic>
                    <p:nvPicPr>
                      <p:cNvPr id="30" name="Object 29">
                        <a:extLst>
                          <a:ext uri="{FF2B5EF4-FFF2-40B4-BE49-F238E27FC236}">
                            <a16:creationId xmlns:a16="http://schemas.microsoft.com/office/drawing/2014/main" id="{63E2927E-053C-4504-8878-4743AA9F522A}"/>
                          </a:ext>
                        </a:extLst>
                      </p:cNvPr>
                      <p:cNvPicPr/>
                      <p:nvPr/>
                    </p:nvPicPr>
                    <p:blipFill>
                      <a:blip r:embed="rId13"/>
                      <a:stretch>
                        <a:fillRect/>
                      </a:stretch>
                    </p:blipFill>
                    <p:spPr>
                      <a:xfrm>
                        <a:off x="4165646" y="4244950"/>
                        <a:ext cx="2222500" cy="2794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94FF1D1C-16ED-4BB2-9589-7B32FBDE1A50}"/>
              </a:ext>
            </a:extLst>
          </p:cNvPr>
          <p:cNvGraphicFramePr>
            <a:graphicFrameLocks noChangeAspect="1"/>
          </p:cNvGraphicFramePr>
          <p:nvPr>
            <p:extLst>
              <p:ext uri="{D42A27DB-BD31-4B8C-83A1-F6EECF244321}">
                <p14:modId xmlns:p14="http://schemas.microsoft.com/office/powerpoint/2010/main" val="135026674"/>
              </p:ext>
            </p:extLst>
          </p:nvPr>
        </p:nvGraphicFramePr>
        <p:xfrm>
          <a:off x="4185717" y="4677507"/>
          <a:ext cx="2362200" cy="279400"/>
        </p:xfrm>
        <a:graphic>
          <a:graphicData uri="http://schemas.openxmlformats.org/presentationml/2006/ole">
            <mc:AlternateContent xmlns:mc="http://schemas.openxmlformats.org/markup-compatibility/2006">
              <mc:Choice xmlns:v="urn:schemas-microsoft-com:vml" Requires="v">
                <p:oleObj name="Equation" r:id="rId14" imgW="2361960" imgH="279360" progId="Equation.DSMT4">
                  <p:embed/>
                </p:oleObj>
              </mc:Choice>
              <mc:Fallback>
                <p:oleObj name="Equation" r:id="rId14" imgW="2361960" imgH="279360" progId="Equation.DSMT4">
                  <p:embed/>
                  <p:pic>
                    <p:nvPicPr>
                      <p:cNvPr id="31" name="Object 30">
                        <a:extLst>
                          <a:ext uri="{FF2B5EF4-FFF2-40B4-BE49-F238E27FC236}">
                            <a16:creationId xmlns:a16="http://schemas.microsoft.com/office/drawing/2014/main" id="{94FF1D1C-16ED-4BB2-9589-7B32FBDE1A50}"/>
                          </a:ext>
                        </a:extLst>
                      </p:cNvPr>
                      <p:cNvPicPr/>
                      <p:nvPr/>
                    </p:nvPicPr>
                    <p:blipFill>
                      <a:blip r:embed="rId15"/>
                      <a:stretch>
                        <a:fillRect/>
                      </a:stretch>
                    </p:blipFill>
                    <p:spPr>
                      <a:xfrm>
                        <a:off x="4185717" y="4677507"/>
                        <a:ext cx="2362200" cy="279400"/>
                      </a:xfrm>
                      <a:prstGeom prst="rect">
                        <a:avLst/>
                      </a:prstGeom>
                    </p:spPr>
                  </p:pic>
                </p:oleObj>
              </mc:Fallback>
            </mc:AlternateContent>
          </a:graphicData>
        </a:graphic>
      </p:graphicFrame>
      <p:sp>
        <p:nvSpPr>
          <p:cNvPr id="7" name="Content Placeholder 6"/>
          <p:cNvSpPr>
            <a:spLocks noGrp="1"/>
          </p:cNvSpPr>
          <p:nvPr>
            <p:ph sz="quarter" idx="17"/>
          </p:nvPr>
        </p:nvSpPr>
        <p:spPr>
          <a:xfrm>
            <a:off x="342900" y="5313589"/>
            <a:ext cx="8458200" cy="836488"/>
          </a:xfrm>
        </p:spPr>
        <p:txBody>
          <a:bodyPr/>
          <a:lstStyle/>
          <a:p>
            <a:pPr marL="292608" indent="-292608">
              <a:buFont typeface="Arial" panose="020B0604020202020204" pitchFamily="34" charset="0"/>
              <a:buChar char="•"/>
            </a:pPr>
            <a:r>
              <a:rPr lang="en-US" dirty="0"/>
              <a:t>We conclude that 90 percent of the calls will arrive within 1.0466 minutes (or 62.8 seconds).</a:t>
            </a:r>
          </a:p>
        </p:txBody>
      </p:sp>
      <p:sp>
        <p:nvSpPr>
          <p:cNvPr id="11" name="Slide Number Placeholder 10"/>
          <p:cNvSpPr>
            <a:spLocks noGrp="1"/>
          </p:cNvSpPr>
          <p:nvPr>
            <p:ph type="sldNum" sz="quarter" idx="10"/>
          </p:nvPr>
        </p:nvSpPr>
        <p:spPr/>
        <p:txBody>
          <a:bodyPr/>
          <a:lstStyle/>
          <a:p>
            <a:fld id="{68151E55-6873-49E2-B8D5-2F265E6F1973}" type="slidenum">
              <a:rPr lang="en-US" smtClean="0"/>
              <a:t>56</a:t>
            </a:fld>
            <a:endParaRPr lang="en-US" dirty="0"/>
          </a:p>
        </p:txBody>
      </p:sp>
    </p:spTree>
    <p:extLst>
      <p:ext uri="{BB962C8B-B14F-4D97-AF65-F5344CB8AC3E}">
        <p14:creationId xmlns:p14="http://schemas.microsoft.com/office/powerpoint/2010/main" val="41620879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Mean Time Between Events</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332269"/>
          </a:xfrm>
        </p:spPr>
        <p:txBody>
          <a:bodyPr vert="vert" rIns="0"/>
          <a:lstStyle/>
          <a:p>
            <a:r>
              <a:rPr lang="en-US" b="1" dirty="0"/>
              <a:t>L</a:t>
            </a:r>
            <a:r>
              <a:rPr lang="en-US" sz="100" b="1" dirty="0"/>
              <a:t> </a:t>
            </a:r>
            <a:r>
              <a:rPr lang="en-US" b="1" dirty="0"/>
              <a:t>O 7.8</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688257"/>
          </a:xfrm>
        </p:spPr>
        <p:txBody>
          <a:bodyPr/>
          <a:lstStyle/>
          <a:p>
            <a:r>
              <a:rPr lang="en-US" sz="2000" dirty="0">
                <a:solidFill>
                  <a:schemeClr val="tx1"/>
                </a:solidFill>
              </a:rPr>
              <a:t>Exponential waiting times are often described in terms of the </a:t>
            </a:r>
            <a:r>
              <a:rPr lang="en-US" sz="2000" b="1" dirty="0">
                <a:solidFill>
                  <a:schemeClr val="tx1"/>
                </a:solidFill>
              </a:rPr>
              <a:t>mean time between events</a:t>
            </a:r>
            <a:r>
              <a:rPr lang="en-US" sz="2000" dirty="0">
                <a:solidFill>
                  <a:schemeClr val="tx1"/>
                </a:solidFill>
              </a:rPr>
              <a:t> (M</a:t>
            </a:r>
            <a:r>
              <a:rPr lang="en-US" sz="100" dirty="0">
                <a:solidFill>
                  <a:schemeClr val="tx1"/>
                </a:solidFill>
              </a:rPr>
              <a:t> </a:t>
            </a:r>
            <a:r>
              <a:rPr lang="en-US" sz="2000" dirty="0">
                <a:solidFill>
                  <a:schemeClr val="tx1"/>
                </a:solidFill>
              </a:rPr>
              <a:t>T</a:t>
            </a:r>
            <a:r>
              <a:rPr lang="en-US" sz="100" dirty="0">
                <a:solidFill>
                  <a:schemeClr val="tx1"/>
                </a:solidFill>
              </a:rPr>
              <a:t> </a:t>
            </a:r>
            <a:r>
              <a:rPr lang="en-US" sz="2000" dirty="0">
                <a:solidFill>
                  <a:schemeClr val="tx1"/>
                </a:solidFill>
              </a:rPr>
              <a:t>B</a:t>
            </a:r>
            <a:r>
              <a:rPr lang="en-US" sz="100" dirty="0">
                <a:solidFill>
                  <a:schemeClr val="tx1"/>
                </a:solidFill>
              </a:rPr>
              <a:t> </a:t>
            </a:r>
            <a:r>
              <a:rPr lang="en-US" sz="2000" dirty="0">
                <a:solidFill>
                  <a:schemeClr val="tx1"/>
                </a:solidFill>
              </a:rPr>
              <a:t>E) rather than in terms of Poisson</a:t>
            </a:r>
            <a:endParaRPr lang="en-US" sz="2000" b="1" dirty="0">
              <a:solidFill>
                <a:schemeClr val="tx1"/>
              </a:solidFill>
            </a:endParaRPr>
          </a:p>
        </p:txBody>
      </p:sp>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3" y="1781262"/>
            <a:ext cx="6696994" cy="383459"/>
          </a:xfrm>
        </p:spPr>
        <p:txBody>
          <a:bodyPr/>
          <a:lstStyle/>
          <a:p>
            <a:r>
              <a:rPr lang="en-US" sz="2000" dirty="0"/>
              <a:t>arrivals per unit of time. In other words, we might be given</a:t>
            </a:r>
          </a:p>
        </p:txBody>
      </p:sp>
      <p:graphicFrame>
        <p:nvGraphicFramePr>
          <p:cNvPr id="23" name="Object 22">
            <a:extLst>
              <a:ext uri="{FF2B5EF4-FFF2-40B4-BE49-F238E27FC236}">
                <a16:creationId xmlns:a16="http://schemas.microsoft.com/office/drawing/2014/main" id="{25436584-8DC6-4DE4-A422-D2CE715CB69E}"/>
              </a:ext>
            </a:extLst>
          </p:cNvPr>
          <p:cNvGraphicFramePr>
            <a:graphicFrameLocks noChangeAspect="1"/>
          </p:cNvGraphicFramePr>
          <p:nvPr>
            <p:extLst>
              <p:ext uri="{D42A27DB-BD31-4B8C-83A1-F6EECF244321}">
                <p14:modId xmlns:p14="http://schemas.microsoft.com/office/powerpoint/2010/main" val="3212359523"/>
              </p:ext>
            </p:extLst>
          </p:nvPr>
        </p:nvGraphicFramePr>
        <p:xfrm>
          <a:off x="7098889" y="1833291"/>
          <a:ext cx="520700" cy="279400"/>
        </p:xfrm>
        <a:graphic>
          <a:graphicData uri="http://schemas.openxmlformats.org/presentationml/2006/ole">
            <mc:AlternateContent xmlns:mc="http://schemas.openxmlformats.org/markup-compatibility/2006">
              <mc:Choice xmlns:v="urn:schemas-microsoft-com:vml" Requires="v">
                <p:oleObj name="Equation" r:id="rId2" imgW="520560" imgH="279360" progId="Equation.DSMT4">
                  <p:embed/>
                </p:oleObj>
              </mc:Choice>
              <mc:Fallback>
                <p:oleObj name="Equation" r:id="rId2" imgW="520560" imgH="279360" progId="Equation.DSMT4">
                  <p:embed/>
                  <p:pic>
                    <p:nvPicPr>
                      <p:cNvPr id="0" name=""/>
                      <p:cNvPicPr/>
                      <p:nvPr/>
                    </p:nvPicPr>
                    <p:blipFill>
                      <a:blip r:embed="rId3"/>
                      <a:stretch>
                        <a:fillRect/>
                      </a:stretch>
                    </p:blipFill>
                    <p:spPr>
                      <a:xfrm>
                        <a:off x="7098889" y="1833291"/>
                        <a:ext cx="520700" cy="2794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679383BA-353F-4E0E-892D-2034D9D2EA79}"/>
              </a:ext>
            </a:extLst>
          </p:cNvPr>
          <p:cNvGraphicFramePr>
            <a:graphicFrameLocks noChangeAspect="1"/>
          </p:cNvGraphicFramePr>
          <p:nvPr>
            <p:extLst>
              <p:ext uri="{D42A27DB-BD31-4B8C-83A1-F6EECF244321}">
                <p14:modId xmlns:p14="http://schemas.microsoft.com/office/powerpoint/2010/main" val="1963208737"/>
              </p:ext>
            </p:extLst>
          </p:nvPr>
        </p:nvGraphicFramePr>
        <p:xfrm>
          <a:off x="397465" y="2177386"/>
          <a:ext cx="1361612" cy="269626"/>
        </p:xfrm>
        <a:graphic>
          <a:graphicData uri="http://schemas.openxmlformats.org/presentationml/2006/ole">
            <mc:AlternateContent xmlns:mc="http://schemas.openxmlformats.org/markup-compatibility/2006">
              <mc:Choice xmlns:v="urn:schemas-microsoft-com:vml" Requires="v">
                <p:oleObj name="Equation" r:id="rId4" imgW="1282680" imgH="253800" progId="Equation.DSMT4">
                  <p:embed/>
                </p:oleObj>
              </mc:Choice>
              <mc:Fallback>
                <p:oleObj name="Equation" r:id="rId4" imgW="1282680" imgH="253800" progId="Equation.DSMT4">
                  <p:embed/>
                  <p:pic>
                    <p:nvPicPr>
                      <p:cNvPr id="0" name=""/>
                      <p:cNvPicPr/>
                      <p:nvPr/>
                    </p:nvPicPr>
                    <p:blipFill>
                      <a:blip r:embed="rId5"/>
                      <a:stretch>
                        <a:fillRect/>
                      </a:stretch>
                    </p:blipFill>
                    <p:spPr>
                      <a:xfrm>
                        <a:off x="397465" y="2177386"/>
                        <a:ext cx="1361612" cy="269626"/>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342901" y="2556390"/>
            <a:ext cx="1141770" cy="363791"/>
          </a:xfrm>
        </p:spPr>
        <p:txBody>
          <a:bodyPr/>
          <a:lstStyle/>
          <a:p>
            <a:pPr marL="292608" indent="-292608">
              <a:buFont typeface="Arial" panose="020B0604020202020204" pitchFamily="34" charset="0"/>
              <a:buChar char="•"/>
            </a:pPr>
            <a:r>
              <a:rPr lang="en-US" sz="1800" dirty="0"/>
              <a:t>M</a:t>
            </a:r>
            <a:r>
              <a:rPr lang="en-US" sz="100" dirty="0"/>
              <a:t> </a:t>
            </a:r>
            <a:r>
              <a:rPr lang="en-US" sz="1800" dirty="0"/>
              <a:t>T</a:t>
            </a:r>
            <a:r>
              <a:rPr lang="en-US" sz="100" dirty="0"/>
              <a:t> </a:t>
            </a:r>
            <a:r>
              <a:rPr lang="en-US" sz="1800" dirty="0"/>
              <a:t>B</a:t>
            </a:r>
            <a:r>
              <a:rPr lang="en-US" sz="100" dirty="0"/>
              <a:t> </a:t>
            </a:r>
            <a:r>
              <a:rPr lang="en-US" sz="1800" dirty="0"/>
              <a:t>E</a:t>
            </a:r>
          </a:p>
        </p:txBody>
      </p:sp>
      <p:graphicFrame>
        <p:nvGraphicFramePr>
          <p:cNvPr id="26" name="Object 25">
            <a:extLst>
              <a:ext uri="{FF2B5EF4-FFF2-40B4-BE49-F238E27FC236}">
                <a16:creationId xmlns:a16="http://schemas.microsoft.com/office/drawing/2014/main" id="{18006561-558B-46E5-8A44-681653B381C3}"/>
              </a:ext>
            </a:extLst>
          </p:cNvPr>
          <p:cNvGraphicFramePr>
            <a:graphicFrameLocks noChangeAspect="1"/>
          </p:cNvGraphicFramePr>
          <p:nvPr>
            <p:extLst>
              <p:ext uri="{D42A27DB-BD31-4B8C-83A1-F6EECF244321}">
                <p14:modId xmlns:p14="http://schemas.microsoft.com/office/powerpoint/2010/main" val="1013927653"/>
              </p:ext>
            </p:extLst>
          </p:nvPr>
        </p:nvGraphicFramePr>
        <p:xfrm>
          <a:off x="1523998" y="2623985"/>
          <a:ext cx="762000" cy="228600"/>
        </p:xfrm>
        <a:graphic>
          <a:graphicData uri="http://schemas.openxmlformats.org/presentationml/2006/ole">
            <mc:AlternateContent xmlns:mc="http://schemas.openxmlformats.org/markup-compatibility/2006">
              <mc:Choice xmlns:v="urn:schemas-microsoft-com:vml" Requires="v">
                <p:oleObj name="Equation" r:id="rId6" imgW="761760" imgH="228600" progId="Equation.DSMT4">
                  <p:embed/>
                </p:oleObj>
              </mc:Choice>
              <mc:Fallback>
                <p:oleObj name="Equation" r:id="rId6" imgW="761760" imgH="228600" progId="Equation.DSMT4">
                  <p:embed/>
                  <p:pic>
                    <p:nvPicPr>
                      <p:cNvPr id="0" name=""/>
                      <p:cNvPicPr/>
                      <p:nvPr/>
                    </p:nvPicPr>
                    <p:blipFill>
                      <a:blip r:embed="rId7"/>
                      <a:stretch>
                        <a:fillRect/>
                      </a:stretch>
                    </p:blipFill>
                    <p:spPr>
                      <a:xfrm>
                        <a:off x="1523998" y="2623985"/>
                        <a:ext cx="762000" cy="2286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2282021" y="2556390"/>
            <a:ext cx="6017340" cy="363791"/>
          </a:xfrm>
        </p:spPr>
        <p:txBody>
          <a:bodyPr/>
          <a:lstStyle/>
          <a:p>
            <a:r>
              <a:rPr lang="en-US" sz="1800" i="1" dirty="0"/>
              <a:t>mean time between events </a:t>
            </a:r>
            <a:r>
              <a:rPr lang="en-US" sz="1800" dirty="0"/>
              <a:t>(units of time per event)</a:t>
            </a:r>
          </a:p>
        </p:txBody>
      </p:sp>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342901" y="2979582"/>
            <a:ext cx="443682" cy="368302"/>
          </a:xfrm>
        </p:spPr>
        <p:txBody>
          <a:bodyPr/>
          <a:lstStyle/>
          <a:p>
            <a:pPr marL="292608" indent="-292608">
              <a:buFont typeface="Arial" panose="020B0604020202020204" pitchFamily="34" charset="0"/>
              <a:buChar char="•"/>
            </a:pPr>
            <a:r>
              <a:rPr lang="en-US" sz="1800" dirty="0"/>
              <a:t> </a:t>
            </a:r>
          </a:p>
        </p:txBody>
      </p:sp>
      <p:graphicFrame>
        <p:nvGraphicFramePr>
          <p:cNvPr id="32" name="Object 31">
            <a:extLst>
              <a:ext uri="{FF2B5EF4-FFF2-40B4-BE49-F238E27FC236}">
                <a16:creationId xmlns:a16="http://schemas.microsoft.com/office/drawing/2014/main" id="{D330A89B-3858-4316-9785-6B35CCD83B80}"/>
              </a:ext>
            </a:extLst>
          </p:cNvPr>
          <p:cNvGraphicFramePr>
            <a:graphicFrameLocks noChangeAspect="1"/>
          </p:cNvGraphicFramePr>
          <p:nvPr>
            <p:extLst>
              <p:ext uri="{D42A27DB-BD31-4B8C-83A1-F6EECF244321}">
                <p14:modId xmlns:p14="http://schemas.microsoft.com/office/powerpoint/2010/main" val="2785719087"/>
              </p:ext>
            </p:extLst>
          </p:nvPr>
        </p:nvGraphicFramePr>
        <p:xfrm>
          <a:off x="730932" y="3038475"/>
          <a:ext cx="1485900" cy="228600"/>
        </p:xfrm>
        <a:graphic>
          <a:graphicData uri="http://schemas.openxmlformats.org/presentationml/2006/ole">
            <mc:AlternateContent xmlns:mc="http://schemas.openxmlformats.org/markup-compatibility/2006">
              <mc:Choice xmlns:v="urn:schemas-microsoft-com:vml" Requires="v">
                <p:oleObj name="Equation" r:id="rId8" imgW="1485720" imgH="228600" progId="Equation.DSMT4">
                  <p:embed/>
                </p:oleObj>
              </mc:Choice>
              <mc:Fallback>
                <p:oleObj name="Equation" r:id="rId8" imgW="1485720" imgH="228600" progId="Equation.DSMT4">
                  <p:embed/>
                  <p:pic>
                    <p:nvPicPr>
                      <p:cNvPr id="0" name=""/>
                      <p:cNvPicPr/>
                      <p:nvPr/>
                    </p:nvPicPr>
                    <p:blipFill>
                      <a:blip r:embed="rId9"/>
                      <a:stretch>
                        <a:fillRect/>
                      </a:stretch>
                    </p:blipFill>
                    <p:spPr>
                      <a:xfrm>
                        <a:off x="730932" y="3038475"/>
                        <a:ext cx="1485900" cy="2286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DC699309-D087-419B-BDB7-E1051675076E}"/>
              </a:ext>
            </a:extLst>
          </p:cNvPr>
          <p:cNvSpPr>
            <a:spLocks noGrp="1"/>
          </p:cNvSpPr>
          <p:nvPr>
            <p:ph sz="quarter" idx="19"/>
          </p:nvPr>
        </p:nvSpPr>
        <p:spPr>
          <a:xfrm>
            <a:off x="2282737" y="2969351"/>
            <a:ext cx="5911644" cy="363791"/>
          </a:xfrm>
        </p:spPr>
        <p:txBody>
          <a:bodyPr/>
          <a:lstStyle/>
          <a:p>
            <a:r>
              <a:rPr lang="en-US" sz="1800" i="1" dirty="0"/>
              <a:t>mean events per unit of time </a:t>
            </a:r>
            <a:r>
              <a:rPr lang="en-US" sz="1800" dirty="0"/>
              <a:t>(events per unit of time)</a:t>
            </a:r>
          </a:p>
        </p:txBody>
      </p:sp>
      <p:sp>
        <p:nvSpPr>
          <p:cNvPr id="10" name="Content Placeholder 9">
            <a:extLst>
              <a:ext uri="{FF2B5EF4-FFF2-40B4-BE49-F238E27FC236}">
                <a16:creationId xmlns:a16="http://schemas.microsoft.com/office/drawing/2014/main" id="{E4C03769-D944-4CFA-8CC3-7D39DBE3137D}"/>
              </a:ext>
            </a:extLst>
          </p:cNvPr>
          <p:cNvSpPr>
            <a:spLocks noGrp="1"/>
          </p:cNvSpPr>
          <p:nvPr>
            <p:ph sz="quarter" idx="20"/>
          </p:nvPr>
        </p:nvSpPr>
        <p:spPr>
          <a:xfrm>
            <a:off x="342900" y="3379841"/>
            <a:ext cx="8014517" cy="366252"/>
          </a:xfrm>
        </p:spPr>
        <p:txBody>
          <a:bodyPr/>
          <a:lstStyle/>
          <a:p>
            <a:r>
              <a:rPr lang="en-US" sz="2000" dirty="0"/>
              <a:t>For example, if the mean time between patient arrivals in an</a:t>
            </a:r>
          </a:p>
        </p:txBody>
      </p:sp>
      <p:sp>
        <p:nvSpPr>
          <p:cNvPr id="11" name="Content Placeholder 10">
            <a:extLst>
              <a:ext uri="{FF2B5EF4-FFF2-40B4-BE49-F238E27FC236}">
                <a16:creationId xmlns:a16="http://schemas.microsoft.com/office/drawing/2014/main" id="{D2B79DB0-F505-44AE-961F-66794CB0C8D1}"/>
              </a:ext>
            </a:extLst>
          </p:cNvPr>
          <p:cNvSpPr>
            <a:spLocks noGrp="1"/>
          </p:cNvSpPr>
          <p:nvPr>
            <p:ph sz="quarter" idx="21"/>
          </p:nvPr>
        </p:nvSpPr>
        <p:spPr>
          <a:xfrm>
            <a:off x="342898" y="3795659"/>
            <a:ext cx="4288096" cy="363387"/>
          </a:xfrm>
        </p:spPr>
        <p:txBody>
          <a:bodyPr/>
          <a:lstStyle/>
          <a:p>
            <a:r>
              <a:rPr lang="en-US" sz="2000" dirty="0"/>
              <a:t>emergency room is 20 minutes, then</a:t>
            </a:r>
          </a:p>
        </p:txBody>
      </p:sp>
      <p:graphicFrame>
        <p:nvGraphicFramePr>
          <p:cNvPr id="33" name="Object 32">
            <a:extLst>
              <a:ext uri="{FF2B5EF4-FFF2-40B4-BE49-F238E27FC236}">
                <a16:creationId xmlns:a16="http://schemas.microsoft.com/office/drawing/2014/main" id="{CC369BF7-3F18-4A39-BC94-B68AE91AA539}"/>
              </a:ext>
            </a:extLst>
          </p:cNvPr>
          <p:cNvGraphicFramePr>
            <a:graphicFrameLocks noChangeAspect="1"/>
          </p:cNvGraphicFramePr>
          <p:nvPr>
            <p:extLst>
              <p:ext uri="{D42A27DB-BD31-4B8C-83A1-F6EECF244321}">
                <p14:modId xmlns:p14="http://schemas.microsoft.com/office/powerpoint/2010/main" val="1806490080"/>
              </p:ext>
            </p:extLst>
          </p:nvPr>
        </p:nvGraphicFramePr>
        <p:xfrm>
          <a:off x="4670322" y="3866135"/>
          <a:ext cx="1638300" cy="254000"/>
        </p:xfrm>
        <a:graphic>
          <a:graphicData uri="http://schemas.openxmlformats.org/presentationml/2006/ole">
            <mc:AlternateContent xmlns:mc="http://schemas.openxmlformats.org/markup-compatibility/2006">
              <mc:Choice xmlns:v="urn:schemas-microsoft-com:vml" Requires="v">
                <p:oleObj name="Equation" r:id="rId10" imgW="1638000" imgH="253800" progId="Equation.DSMT4">
                  <p:embed/>
                </p:oleObj>
              </mc:Choice>
              <mc:Fallback>
                <p:oleObj name="Equation" r:id="rId10" imgW="1638000" imgH="253800" progId="Equation.DSMT4">
                  <p:embed/>
                  <p:pic>
                    <p:nvPicPr>
                      <p:cNvPr id="0" name=""/>
                      <p:cNvPicPr/>
                      <p:nvPr/>
                    </p:nvPicPr>
                    <p:blipFill>
                      <a:blip r:embed="rId11"/>
                      <a:stretch>
                        <a:fillRect/>
                      </a:stretch>
                    </p:blipFill>
                    <p:spPr>
                      <a:xfrm>
                        <a:off x="4670322" y="3866135"/>
                        <a:ext cx="1638300" cy="254000"/>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7D65EC38-C0E7-4788-BCEF-4B500C4224F7}"/>
              </a:ext>
            </a:extLst>
          </p:cNvPr>
          <p:cNvSpPr>
            <a:spLocks noGrp="1"/>
          </p:cNvSpPr>
          <p:nvPr>
            <p:ph sz="quarter" idx="22"/>
          </p:nvPr>
        </p:nvSpPr>
        <p:spPr>
          <a:xfrm>
            <a:off x="6410632" y="3792792"/>
            <a:ext cx="1946785" cy="366253"/>
          </a:xfrm>
        </p:spPr>
        <p:txBody>
          <a:bodyPr/>
          <a:lstStyle/>
          <a:p>
            <a:r>
              <a:rPr lang="en-US" sz="2000" dirty="0"/>
              <a:t>arrival per</a:t>
            </a:r>
          </a:p>
        </p:txBody>
      </p:sp>
      <p:graphicFrame>
        <p:nvGraphicFramePr>
          <p:cNvPr id="34" name="Object 33">
            <a:extLst>
              <a:ext uri="{FF2B5EF4-FFF2-40B4-BE49-F238E27FC236}">
                <a16:creationId xmlns:a16="http://schemas.microsoft.com/office/drawing/2014/main" id="{C74C9274-A57F-4E65-86AE-4C49D66EBC79}"/>
              </a:ext>
            </a:extLst>
          </p:cNvPr>
          <p:cNvGraphicFramePr>
            <a:graphicFrameLocks noChangeAspect="1"/>
          </p:cNvGraphicFramePr>
          <p:nvPr>
            <p:extLst>
              <p:ext uri="{D42A27DB-BD31-4B8C-83A1-F6EECF244321}">
                <p14:modId xmlns:p14="http://schemas.microsoft.com/office/powerpoint/2010/main" val="3131369259"/>
              </p:ext>
            </p:extLst>
          </p:nvPr>
        </p:nvGraphicFramePr>
        <p:xfrm>
          <a:off x="440813" y="4198786"/>
          <a:ext cx="3759200" cy="304800"/>
        </p:xfrm>
        <a:graphic>
          <a:graphicData uri="http://schemas.openxmlformats.org/presentationml/2006/ole">
            <mc:AlternateContent xmlns:mc="http://schemas.openxmlformats.org/markup-compatibility/2006">
              <mc:Choice xmlns:v="urn:schemas-microsoft-com:vml" Requires="v">
                <p:oleObj name="Equation" r:id="rId12" imgW="3759120" imgH="304560" progId="Equation.DSMT4">
                  <p:embed/>
                </p:oleObj>
              </mc:Choice>
              <mc:Fallback>
                <p:oleObj name="Equation" r:id="rId12" imgW="3759120" imgH="304560" progId="Equation.DSMT4">
                  <p:embed/>
                  <p:pic>
                    <p:nvPicPr>
                      <p:cNvPr id="0" name=""/>
                      <p:cNvPicPr/>
                      <p:nvPr/>
                    </p:nvPicPr>
                    <p:blipFill>
                      <a:blip r:embed="rId13"/>
                      <a:stretch>
                        <a:fillRect/>
                      </a:stretch>
                    </p:blipFill>
                    <p:spPr>
                      <a:xfrm>
                        <a:off x="440813" y="4198786"/>
                        <a:ext cx="3759200" cy="304800"/>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571A227F-EEA7-40A3-B4E2-1A1D41AC61D9}"/>
              </a:ext>
            </a:extLst>
          </p:cNvPr>
          <p:cNvSpPr>
            <a:spLocks noGrp="1"/>
          </p:cNvSpPr>
          <p:nvPr>
            <p:ph sz="quarter" idx="23"/>
          </p:nvPr>
        </p:nvSpPr>
        <p:spPr>
          <a:xfrm>
            <a:off x="342899" y="4541278"/>
            <a:ext cx="8144302" cy="374852"/>
          </a:xfrm>
        </p:spPr>
        <p:txBody>
          <a:bodyPr/>
          <a:lstStyle/>
          <a:p>
            <a:r>
              <a:rPr lang="en-US" sz="2000" dirty="0"/>
              <a:t>We could work a problem using either hours or minutes, as long as we</a:t>
            </a:r>
          </a:p>
        </p:txBody>
      </p:sp>
      <p:sp>
        <p:nvSpPr>
          <p:cNvPr id="14" name="Content Placeholder 13">
            <a:extLst>
              <a:ext uri="{FF2B5EF4-FFF2-40B4-BE49-F238E27FC236}">
                <a16:creationId xmlns:a16="http://schemas.microsoft.com/office/drawing/2014/main" id="{840D051E-58CE-4CBB-ADF9-7568B591D998}"/>
              </a:ext>
            </a:extLst>
          </p:cNvPr>
          <p:cNvSpPr>
            <a:spLocks noGrp="1"/>
          </p:cNvSpPr>
          <p:nvPr>
            <p:ph sz="quarter" idx="24"/>
          </p:nvPr>
        </p:nvSpPr>
        <p:spPr>
          <a:xfrm>
            <a:off x="342897" y="4965698"/>
            <a:ext cx="8014517" cy="383051"/>
          </a:xfrm>
        </p:spPr>
        <p:txBody>
          <a:bodyPr/>
          <a:lstStyle/>
          <a:p>
            <a:r>
              <a:rPr lang="en-US" sz="2000" dirty="0"/>
              <a:t>are careful to make sure that </a:t>
            </a:r>
            <a:r>
              <a:rPr lang="en-US" sz="2000" i="1" dirty="0"/>
              <a:t>x</a:t>
            </a:r>
            <a:r>
              <a:rPr lang="en-US" sz="2000" dirty="0"/>
              <a:t> and </a:t>
            </a:r>
            <a:r>
              <a:rPr lang="el-GR" sz="2000" i="1" dirty="0"/>
              <a:t>λ</a:t>
            </a:r>
            <a:r>
              <a:rPr lang="en-US" sz="2000" i="1" dirty="0"/>
              <a:t> </a:t>
            </a:r>
            <a:r>
              <a:rPr lang="en-US" sz="2000" dirty="0"/>
              <a:t>are expressed in the same</a:t>
            </a:r>
          </a:p>
        </p:txBody>
      </p:sp>
      <p:sp>
        <p:nvSpPr>
          <p:cNvPr id="16" name="Content Placeholder 15">
            <a:extLst>
              <a:ext uri="{FF2B5EF4-FFF2-40B4-BE49-F238E27FC236}">
                <a16:creationId xmlns:a16="http://schemas.microsoft.com/office/drawing/2014/main" id="{2D321CF2-B322-4635-844C-2089F0644EB7}"/>
              </a:ext>
            </a:extLst>
          </p:cNvPr>
          <p:cNvSpPr>
            <a:spLocks noGrp="1"/>
          </p:cNvSpPr>
          <p:nvPr>
            <p:ph sz="quarter" idx="26"/>
          </p:nvPr>
        </p:nvSpPr>
        <p:spPr>
          <a:xfrm>
            <a:off x="342898" y="5396684"/>
            <a:ext cx="2882083" cy="374852"/>
          </a:xfrm>
        </p:spPr>
        <p:txBody>
          <a:bodyPr/>
          <a:lstStyle/>
          <a:p>
            <a:r>
              <a:rPr lang="en-US" sz="2000" dirty="0"/>
              <a:t>units when we calculate</a:t>
            </a:r>
          </a:p>
        </p:txBody>
      </p:sp>
      <p:graphicFrame>
        <p:nvGraphicFramePr>
          <p:cNvPr id="36" name="Object 35">
            <a:extLst>
              <a:ext uri="{FF2B5EF4-FFF2-40B4-BE49-F238E27FC236}">
                <a16:creationId xmlns:a16="http://schemas.microsoft.com/office/drawing/2014/main" id="{5C56BE32-4852-4178-A93F-06929530E1BA}"/>
              </a:ext>
            </a:extLst>
          </p:cNvPr>
          <p:cNvGraphicFramePr>
            <a:graphicFrameLocks noChangeAspect="1"/>
          </p:cNvGraphicFramePr>
          <p:nvPr>
            <p:extLst>
              <p:ext uri="{D42A27DB-BD31-4B8C-83A1-F6EECF244321}">
                <p14:modId xmlns:p14="http://schemas.microsoft.com/office/powerpoint/2010/main" val="1387532388"/>
              </p:ext>
            </p:extLst>
          </p:nvPr>
        </p:nvGraphicFramePr>
        <p:xfrm>
          <a:off x="3274141" y="5438879"/>
          <a:ext cx="482600" cy="292100"/>
        </p:xfrm>
        <a:graphic>
          <a:graphicData uri="http://schemas.openxmlformats.org/presentationml/2006/ole">
            <mc:AlternateContent xmlns:mc="http://schemas.openxmlformats.org/markup-compatibility/2006">
              <mc:Choice xmlns:v="urn:schemas-microsoft-com:vml" Requires="v">
                <p:oleObj name="Equation" r:id="rId14" imgW="482400" imgH="291960" progId="Equation.DSMT4">
                  <p:embed/>
                </p:oleObj>
              </mc:Choice>
              <mc:Fallback>
                <p:oleObj name="Equation" r:id="rId14" imgW="482400" imgH="291960" progId="Equation.DSMT4">
                  <p:embed/>
                  <p:pic>
                    <p:nvPicPr>
                      <p:cNvPr id="0" name=""/>
                      <p:cNvPicPr/>
                      <p:nvPr/>
                    </p:nvPicPr>
                    <p:blipFill>
                      <a:blip r:embed="rId15"/>
                      <a:stretch>
                        <a:fillRect/>
                      </a:stretch>
                    </p:blipFill>
                    <p:spPr>
                      <a:xfrm>
                        <a:off x="3274141" y="5438879"/>
                        <a:ext cx="482600" cy="292100"/>
                      </a:xfrm>
                      <a:prstGeom prst="rect">
                        <a:avLst/>
                      </a:prstGeom>
                    </p:spPr>
                  </p:pic>
                </p:oleObj>
              </mc:Fallback>
            </mc:AlternateContent>
          </a:graphicData>
        </a:graphic>
      </p:graphicFrame>
      <p:sp>
        <p:nvSpPr>
          <p:cNvPr id="17" name="Content Placeholder 16">
            <a:extLst>
              <a:ext uri="{FF2B5EF4-FFF2-40B4-BE49-F238E27FC236}">
                <a16:creationId xmlns:a16="http://schemas.microsoft.com/office/drawing/2014/main" id="{93453831-8A92-4144-9B5C-29F6D263F491}"/>
              </a:ext>
            </a:extLst>
          </p:cNvPr>
          <p:cNvSpPr>
            <a:spLocks noGrp="1"/>
          </p:cNvSpPr>
          <p:nvPr>
            <p:ph sz="quarter" idx="27"/>
          </p:nvPr>
        </p:nvSpPr>
        <p:spPr>
          <a:xfrm>
            <a:off x="3749339" y="5396683"/>
            <a:ext cx="1683572" cy="374853"/>
          </a:xfrm>
        </p:spPr>
        <p:txBody>
          <a:bodyPr/>
          <a:lstStyle/>
          <a:p>
            <a:r>
              <a:rPr lang="en-US" sz="2000" dirty="0"/>
              <a:t>For example,</a:t>
            </a:r>
          </a:p>
        </p:txBody>
      </p:sp>
      <p:graphicFrame>
        <p:nvGraphicFramePr>
          <p:cNvPr id="19" name="Object 18"/>
          <p:cNvGraphicFramePr>
            <a:graphicFrameLocks noChangeAspect="1"/>
          </p:cNvGraphicFramePr>
          <p:nvPr>
            <p:extLst>
              <p:ext uri="{D42A27DB-BD31-4B8C-83A1-F6EECF244321}">
                <p14:modId xmlns:p14="http://schemas.microsoft.com/office/powerpoint/2010/main" val="708675748"/>
              </p:ext>
            </p:extLst>
          </p:nvPr>
        </p:nvGraphicFramePr>
        <p:xfrm>
          <a:off x="5432910" y="5468943"/>
          <a:ext cx="2006600" cy="304800"/>
        </p:xfrm>
        <a:graphic>
          <a:graphicData uri="http://schemas.openxmlformats.org/presentationml/2006/ole">
            <mc:AlternateContent xmlns:mc="http://schemas.openxmlformats.org/markup-compatibility/2006">
              <mc:Choice xmlns:v="urn:schemas-microsoft-com:vml" Requires="v">
                <p:oleObj name="Equation" r:id="rId16" imgW="2006280" imgH="304560" progId="Equation.DSMT4">
                  <p:embed/>
                </p:oleObj>
              </mc:Choice>
              <mc:Fallback>
                <p:oleObj name="Equation" r:id="rId16" imgW="2006280" imgH="304560" progId="Equation.DSMT4">
                  <p:embed/>
                  <p:pic>
                    <p:nvPicPr>
                      <p:cNvPr id="0" name=""/>
                      <p:cNvPicPr/>
                      <p:nvPr/>
                    </p:nvPicPr>
                    <p:blipFill>
                      <a:blip r:embed="rId17"/>
                      <a:stretch>
                        <a:fillRect/>
                      </a:stretch>
                    </p:blipFill>
                    <p:spPr>
                      <a:xfrm>
                        <a:off x="5432910" y="5468943"/>
                        <a:ext cx="2006600" cy="30480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D4B1B93D-B74E-4BBB-994E-ACD45E8E8ED1}"/>
              </a:ext>
            </a:extLst>
          </p:cNvPr>
          <p:cNvGraphicFramePr>
            <a:graphicFrameLocks noChangeAspect="1"/>
          </p:cNvGraphicFramePr>
          <p:nvPr>
            <p:extLst>
              <p:ext uri="{D42A27DB-BD31-4B8C-83A1-F6EECF244321}">
                <p14:modId xmlns:p14="http://schemas.microsoft.com/office/powerpoint/2010/main" val="3020841846"/>
              </p:ext>
            </p:extLst>
          </p:nvPr>
        </p:nvGraphicFramePr>
        <p:xfrm>
          <a:off x="398463" y="5840413"/>
          <a:ext cx="1879600" cy="292100"/>
        </p:xfrm>
        <a:graphic>
          <a:graphicData uri="http://schemas.openxmlformats.org/presentationml/2006/ole">
            <mc:AlternateContent xmlns:mc="http://schemas.openxmlformats.org/markup-compatibility/2006">
              <mc:Choice xmlns:v="urn:schemas-microsoft-com:vml" Requires="v">
                <p:oleObj name="Equation" r:id="rId18" imgW="1879560" imgH="291960" progId="Equation.DSMT4">
                  <p:embed/>
                </p:oleObj>
              </mc:Choice>
              <mc:Fallback>
                <p:oleObj name="Equation" r:id="rId18" imgW="1879560" imgH="291960" progId="Equation.DSMT4">
                  <p:embed/>
                  <p:pic>
                    <p:nvPicPr>
                      <p:cNvPr id="0" name=""/>
                      <p:cNvPicPr/>
                      <p:nvPr/>
                    </p:nvPicPr>
                    <p:blipFill>
                      <a:blip r:embed="rId19"/>
                      <a:stretch>
                        <a:fillRect/>
                      </a:stretch>
                    </p:blipFill>
                    <p:spPr>
                      <a:xfrm>
                        <a:off x="398463" y="5840413"/>
                        <a:ext cx="1879600" cy="2921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6DA94368-1597-4A67-8F03-AE49125CAD28}"/>
              </a:ext>
            </a:extLst>
          </p:cNvPr>
          <p:cNvSpPr>
            <a:spLocks noGrp="1"/>
          </p:cNvSpPr>
          <p:nvPr>
            <p:ph sz="quarter" idx="28"/>
          </p:nvPr>
        </p:nvSpPr>
        <p:spPr>
          <a:xfrm>
            <a:off x="2310582" y="5819470"/>
            <a:ext cx="1936953" cy="365428"/>
          </a:xfrm>
        </p:spPr>
        <p:txBody>
          <a:bodyPr/>
          <a:lstStyle/>
          <a:p>
            <a:r>
              <a:rPr lang="en-US" sz="2000" dirty="0"/>
              <a:t>is the same as</a:t>
            </a:r>
          </a:p>
        </p:txBody>
      </p:sp>
      <p:graphicFrame>
        <p:nvGraphicFramePr>
          <p:cNvPr id="20" name="Object 19"/>
          <p:cNvGraphicFramePr>
            <a:graphicFrameLocks noChangeAspect="1"/>
          </p:cNvGraphicFramePr>
          <p:nvPr>
            <p:extLst>
              <p:ext uri="{D42A27DB-BD31-4B8C-83A1-F6EECF244321}">
                <p14:modId xmlns:p14="http://schemas.microsoft.com/office/powerpoint/2010/main" val="1356750051"/>
              </p:ext>
            </p:extLst>
          </p:nvPr>
        </p:nvGraphicFramePr>
        <p:xfrm>
          <a:off x="4106944" y="5891725"/>
          <a:ext cx="1866900" cy="304800"/>
        </p:xfrm>
        <a:graphic>
          <a:graphicData uri="http://schemas.openxmlformats.org/presentationml/2006/ole">
            <mc:AlternateContent xmlns:mc="http://schemas.openxmlformats.org/markup-compatibility/2006">
              <mc:Choice xmlns:v="urn:schemas-microsoft-com:vml" Requires="v">
                <p:oleObj name="Equation" r:id="rId20" imgW="1866600" imgH="304560" progId="Equation.DSMT4">
                  <p:embed/>
                </p:oleObj>
              </mc:Choice>
              <mc:Fallback>
                <p:oleObj name="Equation" r:id="rId20" imgW="1866600" imgH="304560" progId="Equation.DSMT4">
                  <p:embed/>
                  <p:pic>
                    <p:nvPicPr>
                      <p:cNvPr id="0" name=""/>
                      <p:cNvPicPr/>
                      <p:nvPr/>
                    </p:nvPicPr>
                    <p:blipFill>
                      <a:blip r:embed="rId21"/>
                      <a:stretch>
                        <a:fillRect/>
                      </a:stretch>
                    </p:blipFill>
                    <p:spPr>
                      <a:xfrm>
                        <a:off x="4106944" y="5891725"/>
                        <a:ext cx="1866900" cy="3048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75AC592A-E6B9-4524-ABB1-CB6D20BBE9D4}"/>
              </a:ext>
            </a:extLst>
          </p:cNvPr>
          <p:cNvGraphicFramePr>
            <a:graphicFrameLocks noChangeAspect="1"/>
          </p:cNvGraphicFramePr>
          <p:nvPr>
            <p:extLst>
              <p:ext uri="{D42A27DB-BD31-4B8C-83A1-F6EECF244321}">
                <p14:modId xmlns:p14="http://schemas.microsoft.com/office/powerpoint/2010/main" val="2936887256"/>
              </p:ext>
            </p:extLst>
          </p:nvPr>
        </p:nvGraphicFramePr>
        <p:xfrm>
          <a:off x="417513" y="6249988"/>
          <a:ext cx="1841500" cy="292100"/>
        </p:xfrm>
        <a:graphic>
          <a:graphicData uri="http://schemas.openxmlformats.org/presentationml/2006/ole">
            <mc:AlternateContent xmlns:mc="http://schemas.openxmlformats.org/markup-compatibility/2006">
              <mc:Choice xmlns:v="urn:schemas-microsoft-com:vml" Requires="v">
                <p:oleObj name="Equation" r:id="rId22" imgW="1841400" imgH="291960" progId="Equation.DSMT4">
                  <p:embed/>
                </p:oleObj>
              </mc:Choice>
              <mc:Fallback>
                <p:oleObj name="Equation" r:id="rId22" imgW="1841400" imgH="291960" progId="Equation.DSMT4">
                  <p:embed/>
                  <p:pic>
                    <p:nvPicPr>
                      <p:cNvPr id="0" name=""/>
                      <p:cNvPicPr/>
                      <p:nvPr/>
                    </p:nvPicPr>
                    <p:blipFill>
                      <a:blip r:embed="rId23"/>
                      <a:stretch>
                        <a:fillRect/>
                      </a:stretch>
                    </p:blipFill>
                    <p:spPr>
                      <a:xfrm>
                        <a:off x="417513" y="6249988"/>
                        <a:ext cx="1841500" cy="2921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57</a:t>
            </a:fld>
            <a:endParaRPr lang="en-US"/>
          </a:p>
        </p:txBody>
      </p:sp>
    </p:spTree>
    <p:extLst>
      <p:ext uri="{BB962C8B-B14F-4D97-AF65-F5344CB8AC3E}">
        <p14:creationId xmlns:p14="http://schemas.microsoft.com/office/powerpoint/2010/main" val="9879280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Example: Flat Panel Displays</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332270"/>
          </a:xfrm>
        </p:spPr>
        <p:txBody>
          <a:bodyPr vert="vert" rIns="0"/>
          <a:lstStyle/>
          <a:p>
            <a:r>
              <a:rPr lang="en-US" b="1" dirty="0"/>
              <a:t>L</a:t>
            </a:r>
            <a:r>
              <a:rPr lang="en-US" sz="100" b="1" dirty="0"/>
              <a:t> </a:t>
            </a:r>
            <a:r>
              <a:rPr lang="en-US" b="1" dirty="0"/>
              <a:t>O 7.8</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983225"/>
          </a:xfrm>
        </p:spPr>
        <p:txBody>
          <a:bodyPr/>
          <a:lstStyle/>
          <a:p>
            <a:pPr marL="292608" indent="-292608">
              <a:buFont typeface="Arial" panose="020B0604020202020204" pitchFamily="34" charset="0"/>
              <a:buChar char="•"/>
            </a:pPr>
            <a:r>
              <a:rPr lang="en-US" sz="2000" dirty="0">
                <a:solidFill>
                  <a:schemeClr val="tx1"/>
                </a:solidFill>
              </a:rPr>
              <a:t>The </a:t>
            </a:r>
            <a:r>
              <a:rPr lang="en-US" sz="2000" dirty="0" err="1">
                <a:solidFill>
                  <a:schemeClr val="tx1"/>
                </a:solidFill>
              </a:rPr>
              <a:t>NexGenCo</a:t>
            </a:r>
            <a:r>
              <a:rPr lang="en-US" sz="2000" dirty="0">
                <a:solidFill>
                  <a:schemeClr val="tx1"/>
                </a:solidFill>
              </a:rPr>
              <a:t> color flat-panel display in an aircraft cockpit has a mean time between failures (M</a:t>
            </a:r>
            <a:r>
              <a:rPr lang="en-US" sz="100" dirty="0">
                <a:solidFill>
                  <a:schemeClr val="tx1"/>
                </a:solidFill>
              </a:rPr>
              <a:t> </a:t>
            </a:r>
            <a:r>
              <a:rPr lang="en-US" sz="2000" dirty="0">
                <a:solidFill>
                  <a:schemeClr val="tx1"/>
                </a:solidFill>
              </a:rPr>
              <a:t>T</a:t>
            </a:r>
            <a:r>
              <a:rPr lang="en-US" sz="100" dirty="0">
                <a:solidFill>
                  <a:schemeClr val="tx1"/>
                </a:solidFill>
              </a:rPr>
              <a:t> </a:t>
            </a:r>
            <a:r>
              <a:rPr lang="en-US" sz="2000" dirty="0">
                <a:solidFill>
                  <a:schemeClr val="tx1"/>
                </a:solidFill>
              </a:rPr>
              <a:t>B</a:t>
            </a:r>
            <a:r>
              <a:rPr lang="en-US" sz="100" dirty="0">
                <a:solidFill>
                  <a:schemeClr val="tx1"/>
                </a:solidFill>
              </a:rPr>
              <a:t> </a:t>
            </a:r>
            <a:r>
              <a:rPr lang="en-US" sz="2000" dirty="0">
                <a:solidFill>
                  <a:schemeClr val="tx1"/>
                </a:solidFill>
              </a:rPr>
              <a:t>F) of 22,500 flight hours. What is the probability of a failure within the next 10,000 flight hours?</a:t>
            </a:r>
            <a:endParaRPr lang="en-US" sz="2000" b="1" dirty="0">
              <a:solidFill>
                <a:schemeClr val="tx1"/>
              </a:solidFill>
            </a:endParaRPr>
          </a:p>
        </p:txBody>
      </p:sp>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2" y="2104106"/>
            <a:ext cx="5084503" cy="383459"/>
          </a:xfrm>
        </p:spPr>
        <p:txBody>
          <a:bodyPr/>
          <a:lstStyle/>
          <a:p>
            <a:pPr marL="292608"/>
            <a:r>
              <a:rPr lang="en-US" sz="2000" dirty="0"/>
              <a:t>Because 22,500 hours per failure implies</a:t>
            </a:r>
          </a:p>
        </p:txBody>
      </p:sp>
      <p:graphicFrame>
        <p:nvGraphicFramePr>
          <p:cNvPr id="22" name="Object 21">
            <a:extLst>
              <a:ext uri="{FF2B5EF4-FFF2-40B4-BE49-F238E27FC236}">
                <a16:creationId xmlns:a16="http://schemas.microsoft.com/office/drawing/2014/main" id="{5BEEF78B-7390-4FE5-B405-32C56EBF61B6}"/>
              </a:ext>
            </a:extLst>
          </p:cNvPr>
          <p:cNvGraphicFramePr>
            <a:graphicFrameLocks noChangeAspect="1"/>
          </p:cNvGraphicFramePr>
          <p:nvPr>
            <p:extLst>
              <p:ext uri="{D42A27DB-BD31-4B8C-83A1-F6EECF244321}">
                <p14:modId xmlns:p14="http://schemas.microsoft.com/office/powerpoint/2010/main" val="3092451955"/>
              </p:ext>
            </p:extLst>
          </p:nvPr>
        </p:nvGraphicFramePr>
        <p:xfrm>
          <a:off x="5483225" y="2195513"/>
          <a:ext cx="1397000" cy="292100"/>
        </p:xfrm>
        <a:graphic>
          <a:graphicData uri="http://schemas.openxmlformats.org/presentationml/2006/ole">
            <mc:AlternateContent xmlns:mc="http://schemas.openxmlformats.org/markup-compatibility/2006">
              <mc:Choice xmlns:v="urn:schemas-microsoft-com:vml" Requires="v">
                <p:oleObj name="Equation" r:id="rId2" imgW="1396800" imgH="291960" progId="Equation.DSMT4">
                  <p:embed/>
                </p:oleObj>
              </mc:Choice>
              <mc:Fallback>
                <p:oleObj name="Equation" r:id="rId2" imgW="1396800" imgH="291960" progId="Equation.DSMT4">
                  <p:embed/>
                  <p:pic>
                    <p:nvPicPr>
                      <p:cNvPr id="0" name=""/>
                      <p:cNvPicPr/>
                      <p:nvPr/>
                    </p:nvPicPr>
                    <p:blipFill>
                      <a:blip r:embed="rId3"/>
                      <a:stretch>
                        <a:fillRect/>
                      </a:stretch>
                    </p:blipFill>
                    <p:spPr>
                      <a:xfrm>
                        <a:off x="5483225" y="2195513"/>
                        <a:ext cx="1397000" cy="292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3536A793-21F1-4EE0-8AF4-E1B2977701F1}"/>
              </a:ext>
            </a:extLst>
          </p:cNvPr>
          <p:cNvSpPr>
            <a:spLocks noGrp="1"/>
          </p:cNvSpPr>
          <p:nvPr>
            <p:ph sz="quarter" idx="16"/>
          </p:nvPr>
        </p:nvSpPr>
        <p:spPr>
          <a:xfrm>
            <a:off x="6935431" y="2104106"/>
            <a:ext cx="1421987" cy="383459"/>
          </a:xfrm>
        </p:spPr>
        <p:txBody>
          <a:bodyPr/>
          <a:lstStyle/>
          <a:p>
            <a:r>
              <a:rPr lang="en-US" sz="2000" dirty="0"/>
              <a:t>failure</a:t>
            </a:r>
          </a:p>
        </p:txBody>
      </p:sp>
      <p:sp>
        <p:nvSpPr>
          <p:cNvPr id="7" name="Content Placeholder 6">
            <a:extLst>
              <a:ext uri="{FF2B5EF4-FFF2-40B4-BE49-F238E27FC236}">
                <a16:creationId xmlns:a16="http://schemas.microsoft.com/office/drawing/2014/main" id="{B8349CB7-37A2-41E2-8D05-DE62E6C8022D}"/>
              </a:ext>
            </a:extLst>
          </p:cNvPr>
          <p:cNvSpPr>
            <a:spLocks noGrp="1"/>
          </p:cNvSpPr>
          <p:nvPr>
            <p:ph sz="quarter" idx="17"/>
          </p:nvPr>
        </p:nvSpPr>
        <p:spPr>
          <a:xfrm>
            <a:off x="342899" y="2536726"/>
            <a:ext cx="8014518" cy="363791"/>
          </a:xfrm>
        </p:spPr>
        <p:txBody>
          <a:bodyPr/>
          <a:lstStyle/>
          <a:p>
            <a:pPr marL="292608"/>
            <a:r>
              <a:rPr lang="en-US" sz="2000" dirty="0"/>
              <a:t>per hour, we calculate:</a:t>
            </a:r>
          </a:p>
        </p:txBody>
      </p:sp>
      <p:graphicFrame>
        <p:nvGraphicFramePr>
          <p:cNvPr id="27" name="Object 26">
            <a:extLst>
              <a:ext uri="{FF2B5EF4-FFF2-40B4-BE49-F238E27FC236}">
                <a16:creationId xmlns:a16="http://schemas.microsoft.com/office/drawing/2014/main" id="{246A878F-7C40-4807-A796-AE6282999A0F}"/>
              </a:ext>
            </a:extLst>
          </p:cNvPr>
          <p:cNvGraphicFramePr>
            <a:graphicFrameLocks noChangeAspect="1"/>
          </p:cNvGraphicFramePr>
          <p:nvPr>
            <p:extLst>
              <p:ext uri="{D42A27DB-BD31-4B8C-83A1-F6EECF244321}">
                <p14:modId xmlns:p14="http://schemas.microsoft.com/office/powerpoint/2010/main" val="1554522270"/>
              </p:ext>
            </p:extLst>
          </p:nvPr>
        </p:nvGraphicFramePr>
        <p:xfrm>
          <a:off x="705863" y="3029569"/>
          <a:ext cx="7632700" cy="342900"/>
        </p:xfrm>
        <a:graphic>
          <a:graphicData uri="http://schemas.openxmlformats.org/presentationml/2006/ole">
            <mc:AlternateContent xmlns:mc="http://schemas.openxmlformats.org/markup-compatibility/2006">
              <mc:Choice xmlns:v="urn:schemas-microsoft-com:vml" Requires="v">
                <p:oleObj name="Equation" r:id="rId4" imgW="7632360" imgH="342720" progId="Equation.DSMT4">
                  <p:embed/>
                </p:oleObj>
              </mc:Choice>
              <mc:Fallback>
                <p:oleObj name="Equation" r:id="rId4" imgW="7632360" imgH="342720" progId="Equation.DSMT4">
                  <p:embed/>
                  <p:pic>
                    <p:nvPicPr>
                      <p:cNvPr id="0" name=""/>
                      <p:cNvPicPr/>
                      <p:nvPr/>
                    </p:nvPicPr>
                    <p:blipFill>
                      <a:blip r:embed="rId5"/>
                      <a:stretch>
                        <a:fillRect/>
                      </a:stretch>
                    </p:blipFill>
                    <p:spPr>
                      <a:xfrm>
                        <a:off x="705863" y="3029569"/>
                        <a:ext cx="7632700" cy="3429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66540798-E3C5-436A-A76C-8D617132628E}"/>
              </a:ext>
            </a:extLst>
          </p:cNvPr>
          <p:cNvSpPr>
            <a:spLocks noGrp="1"/>
          </p:cNvSpPr>
          <p:nvPr>
            <p:ph sz="quarter" idx="18"/>
          </p:nvPr>
        </p:nvSpPr>
        <p:spPr>
          <a:xfrm>
            <a:off x="342900" y="3558047"/>
            <a:ext cx="8014517" cy="1102443"/>
          </a:xfrm>
        </p:spPr>
        <p:txBody>
          <a:bodyPr/>
          <a:lstStyle/>
          <a:p>
            <a:pPr marL="292608" indent="-292608">
              <a:buFont typeface="Arial" panose="020B0604020202020204" pitchFamily="34" charset="0"/>
              <a:buChar char="•"/>
            </a:pPr>
            <a:r>
              <a:rPr lang="en-US" sz="2000" dirty="0"/>
              <a:t>There is a 35.88 percent chance of failure within the next 10,000 hours of flight. This assumes that failures follow the Poisson model.</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58</a:t>
            </a:fld>
            <a:endParaRPr lang="en-US"/>
          </a:p>
        </p:txBody>
      </p:sp>
    </p:spTree>
    <p:extLst>
      <p:ext uri="{BB962C8B-B14F-4D97-AF65-F5344CB8AC3E}">
        <p14:creationId xmlns:p14="http://schemas.microsoft.com/office/powerpoint/2010/main" val="30231348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Triangular Distribution </a:t>
            </a:r>
            <a:r>
              <a:rPr lang="en-US" sz="1000" b="0" dirty="0"/>
              <a:t>2</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41321"/>
          </a:xfrm>
        </p:spPr>
        <p:txBody>
          <a:bodyPr vert="vert" rIns="0"/>
          <a:lstStyle/>
          <a:p>
            <a:r>
              <a:rPr lang="en-US" b="1" dirty="0"/>
              <a:t>L</a:t>
            </a:r>
            <a:r>
              <a:rPr lang="en-US" sz="100" b="1" dirty="0"/>
              <a:t> </a:t>
            </a:r>
            <a:r>
              <a:rPr lang="en-US" b="1" dirty="0"/>
              <a:t>O 7.9</a:t>
            </a:r>
          </a:p>
        </p:txBody>
      </p:sp>
      <p:pic>
        <p:nvPicPr>
          <p:cNvPr id="6" name="Picture 5" descr="Three triangular graphs.">
            <a:extLst>
              <a:ext uri="{FF2B5EF4-FFF2-40B4-BE49-F238E27FC236}">
                <a16:creationId xmlns:a16="http://schemas.microsoft.com/office/drawing/2014/main" id="{2B828AD5-66EC-4686-9BDA-C006C898EFEF}"/>
              </a:ext>
            </a:extLst>
          </p:cNvPr>
          <p:cNvPicPr>
            <a:picLocks noChangeAspect="1"/>
          </p:cNvPicPr>
          <p:nvPr/>
        </p:nvPicPr>
        <p:blipFill>
          <a:blip r:embed="rId2"/>
          <a:stretch>
            <a:fillRect/>
          </a:stretch>
        </p:blipFill>
        <p:spPr>
          <a:xfrm>
            <a:off x="606890" y="1176226"/>
            <a:ext cx="7486537" cy="2060627"/>
          </a:xfrm>
          <a:prstGeom prst="rect">
            <a:avLst/>
          </a:prstGeom>
        </p:spPr>
      </p:pic>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3354059"/>
            <a:ext cx="8014518" cy="2792097"/>
          </a:xfrm>
        </p:spPr>
        <p:txBody>
          <a:bodyPr/>
          <a:lstStyle/>
          <a:p>
            <a:pPr marL="292608" indent="-292608">
              <a:spcBef>
                <a:spcPts val="600"/>
              </a:spcBef>
              <a:buFont typeface="Arial" panose="020B0604020202020204" pitchFamily="34" charset="0"/>
              <a:buChar char="•"/>
            </a:pPr>
            <a:r>
              <a:rPr lang="en-US" dirty="0">
                <a:solidFill>
                  <a:schemeClr val="tx1"/>
                </a:solidFill>
              </a:rPr>
              <a:t>The triangular distribution is a way of thinking about variation that corresponds rather well to what-if analysis in business.</a:t>
            </a:r>
          </a:p>
          <a:p>
            <a:pPr marL="292608" indent="-292608">
              <a:spcBef>
                <a:spcPts val="600"/>
              </a:spcBef>
              <a:buFont typeface="Arial" panose="020B0604020202020204" pitchFamily="34" charset="0"/>
              <a:buChar char="•"/>
            </a:pPr>
            <a:r>
              <a:rPr lang="en-US" dirty="0">
                <a:solidFill>
                  <a:schemeClr val="tx1"/>
                </a:solidFill>
              </a:rPr>
              <a:t>It is not surprising that business analysts are attracted to the triangular model.</a:t>
            </a:r>
          </a:p>
          <a:p>
            <a:pPr marL="292608" indent="-292608">
              <a:spcBef>
                <a:spcPts val="600"/>
              </a:spcBef>
              <a:buFont typeface="Arial" panose="020B0604020202020204" pitchFamily="34" charset="0"/>
              <a:buChar char="•"/>
            </a:pPr>
            <a:r>
              <a:rPr lang="en-US" dirty="0">
                <a:solidFill>
                  <a:schemeClr val="tx1"/>
                </a:solidFill>
              </a:rPr>
              <a:t>Its finite range and simple form are more understandable than a normal distribution.</a:t>
            </a:r>
          </a:p>
        </p:txBody>
      </p:sp>
      <p:sp>
        <p:nvSpPr>
          <p:cNvPr id="5" name="Text Placeholder 14">
            <a:extLst>
              <a:ext uri="{FF2B5EF4-FFF2-40B4-BE49-F238E27FC236}">
                <a16:creationId xmlns:a16="http://schemas.microsoft.com/office/drawing/2014/main" id="{E62283C1-295A-919F-829C-119B2C721A18}"/>
              </a:ext>
            </a:extLst>
          </p:cNvPr>
          <p:cNvSpPr>
            <a:spLocks noGrp="1"/>
          </p:cNvSpPr>
          <p:nvPr>
            <p:ph type="body" sz="quarter" idx="12"/>
          </p:nvPr>
        </p:nvSpPr>
        <p:spPr>
          <a:xfrm>
            <a:off x="2971558" y="6324600"/>
            <a:ext cx="3200885" cy="190500"/>
          </a:xfrm>
        </p:spPr>
        <p:txBody>
          <a:bodyPr/>
          <a:lstStyle/>
          <a:p>
            <a:r>
              <a:rPr lang="en-US" sz="1200" dirty="0">
                <a:hlinkClick r:id="rId3" action="ppaction://hlinksldjump"/>
              </a:rPr>
              <a:t>Access the text alternative for slide images.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59</a:t>
            </a:fld>
            <a:endParaRPr lang="en-US"/>
          </a:p>
        </p:txBody>
      </p:sp>
    </p:spTree>
    <p:extLst>
      <p:ext uri="{BB962C8B-B14F-4D97-AF65-F5344CB8AC3E}">
        <p14:creationId xmlns:p14="http://schemas.microsoft.com/office/powerpoint/2010/main" val="11014389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77742"/>
            <a:ext cx="7709719" cy="766155"/>
          </a:xfrm>
        </p:spPr>
        <p:txBody>
          <a:bodyPr/>
          <a:lstStyle/>
          <a:p>
            <a:r>
              <a:rPr lang="en-US" sz="3600" dirty="0"/>
              <a:t>Triangular Distribution </a:t>
            </a:r>
            <a:r>
              <a:rPr lang="en-US" sz="1000" b="0" dirty="0"/>
              <a:t>1</a:t>
            </a:r>
            <a:endParaRPr lang="en-US" dirty="0"/>
          </a:p>
        </p:txBody>
      </p:sp>
      <p:sp>
        <p:nvSpPr>
          <p:cNvPr id="3" name="Content Placeholder 2"/>
          <p:cNvSpPr>
            <a:spLocks noGrp="1"/>
          </p:cNvSpPr>
          <p:nvPr>
            <p:ph sz="quarter" idx="11"/>
          </p:nvPr>
        </p:nvSpPr>
        <p:spPr>
          <a:xfrm>
            <a:off x="8613057" y="58993"/>
            <a:ext cx="501444" cy="1198307"/>
          </a:xfrm>
        </p:spPr>
        <p:txBody>
          <a:bodyPr vert="vert" rIns="0"/>
          <a:lstStyle/>
          <a:p>
            <a:r>
              <a:rPr lang="en-US" b="1" dirty="0"/>
              <a:t>L</a:t>
            </a:r>
            <a:r>
              <a:rPr lang="en-US" sz="100" b="1" dirty="0"/>
              <a:t> </a:t>
            </a:r>
            <a:r>
              <a:rPr lang="en-US" b="1" dirty="0"/>
              <a:t>O 7.9</a:t>
            </a:r>
          </a:p>
        </p:txBody>
      </p:sp>
      <p:sp>
        <p:nvSpPr>
          <p:cNvPr id="4" name="Content Placeholder 3"/>
          <p:cNvSpPr>
            <a:spLocks noGrp="1"/>
          </p:cNvSpPr>
          <p:nvPr>
            <p:ph sz="quarter" idx="14"/>
          </p:nvPr>
        </p:nvSpPr>
        <p:spPr>
          <a:xfrm>
            <a:off x="342900" y="1082361"/>
            <a:ext cx="7975190" cy="952924"/>
          </a:xfrm>
        </p:spPr>
        <p:txBody>
          <a:bodyPr/>
          <a:lstStyle/>
          <a:p>
            <a:r>
              <a:rPr lang="en-US" dirty="0">
                <a:solidFill>
                  <a:schemeClr val="tx1"/>
                </a:solidFill>
              </a:rPr>
              <a:t>Characteristics of the triangular distribution:</a:t>
            </a:r>
          </a:p>
          <a:p>
            <a:pPr marL="292608" indent="-292608">
              <a:buFont typeface="Arial" panose="020B0604020202020204" pitchFamily="34" charset="0"/>
              <a:buChar char="•"/>
            </a:pPr>
            <a:r>
              <a:rPr lang="en-US" dirty="0">
                <a:solidFill>
                  <a:schemeClr val="tx1"/>
                </a:solidFill>
              </a:rPr>
              <a:t>Can be symmetric or skewed.</a:t>
            </a:r>
            <a:endParaRPr lang="en-US" dirty="0"/>
          </a:p>
        </p:txBody>
      </p:sp>
      <p:sp>
        <p:nvSpPr>
          <p:cNvPr id="5" name="Content Placeholder 4"/>
          <p:cNvSpPr>
            <a:spLocks noGrp="1"/>
          </p:cNvSpPr>
          <p:nvPr>
            <p:ph sz="quarter" idx="15"/>
          </p:nvPr>
        </p:nvSpPr>
        <p:spPr>
          <a:xfrm>
            <a:off x="342900" y="2089786"/>
            <a:ext cx="5246739" cy="446937"/>
          </a:xfrm>
        </p:spPr>
        <p:txBody>
          <a:bodyPr/>
          <a:lstStyle/>
          <a:p>
            <a:pPr marL="292608" indent="-292608">
              <a:buFont typeface="Arial" panose="020B0604020202020204" pitchFamily="34" charset="0"/>
              <a:buChar char="•"/>
            </a:pPr>
            <a:r>
              <a:rPr lang="en-US" i="1" dirty="0">
                <a:solidFill>
                  <a:schemeClr val="tx1"/>
                </a:solidFill>
              </a:rPr>
              <a:t>X</a:t>
            </a:r>
            <a:r>
              <a:rPr lang="en-US" dirty="0">
                <a:solidFill>
                  <a:schemeClr val="tx1"/>
                </a:solidFill>
              </a:rPr>
              <a:t> values must lie within the interval</a:t>
            </a:r>
            <a:endParaRPr lang="en-US" dirty="0"/>
          </a:p>
        </p:txBody>
      </p:sp>
      <p:graphicFrame>
        <p:nvGraphicFramePr>
          <p:cNvPr id="12" name="Object 11"/>
          <p:cNvGraphicFramePr>
            <a:graphicFrameLocks noChangeAspect="1"/>
          </p:cNvGraphicFramePr>
          <p:nvPr>
            <p:extLst>
              <p:ext uri="{D42A27DB-BD31-4B8C-83A1-F6EECF244321}">
                <p14:modId xmlns:p14="http://schemas.microsoft.com/office/powerpoint/2010/main" val="27046183"/>
              </p:ext>
            </p:extLst>
          </p:nvPr>
        </p:nvGraphicFramePr>
        <p:xfrm>
          <a:off x="5656263" y="2108200"/>
          <a:ext cx="800100" cy="431800"/>
        </p:xfrm>
        <a:graphic>
          <a:graphicData uri="http://schemas.openxmlformats.org/presentationml/2006/ole">
            <mc:AlternateContent xmlns:mc="http://schemas.openxmlformats.org/markup-compatibility/2006">
              <mc:Choice xmlns:v="urn:schemas-microsoft-com:vml" Requires="v">
                <p:oleObj name="Equation" r:id="rId2" imgW="799920" imgH="431640" progId="Equation.DSMT4">
                  <p:embed/>
                </p:oleObj>
              </mc:Choice>
              <mc:Fallback>
                <p:oleObj name="Equation" r:id="rId2" imgW="799920" imgH="431640" progId="Equation.DSMT4">
                  <p:embed/>
                  <p:pic>
                    <p:nvPicPr>
                      <p:cNvPr id="0" name=""/>
                      <p:cNvPicPr/>
                      <p:nvPr/>
                    </p:nvPicPr>
                    <p:blipFill>
                      <a:blip r:embed="rId3"/>
                      <a:stretch>
                        <a:fillRect/>
                      </a:stretch>
                    </p:blipFill>
                    <p:spPr>
                      <a:xfrm>
                        <a:off x="5656263" y="2108200"/>
                        <a:ext cx="800100" cy="431800"/>
                      </a:xfrm>
                      <a:prstGeom prst="rect">
                        <a:avLst/>
                      </a:prstGeom>
                    </p:spPr>
                  </p:pic>
                </p:oleObj>
              </mc:Fallback>
            </mc:AlternateContent>
          </a:graphicData>
        </a:graphic>
      </p:graphicFrame>
      <p:sp>
        <p:nvSpPr>
          <p:cNvPr id="6" name="Content Placeholder 5"/>
          <p:cNvSpPr>
            <a:spLocks noGrp="1"/>
          </p:cNvSpPr>
          <p:nvPr>
            <p:ph sz="quarter" idx="16"/>
          </p:nvPr>
        </p:nvSpPr>
        <p:spPr>
          <a:xfrm>
            <a:off x="342900" y="2634473"/>
            <a:ext cx="8458200" cy="2202998"/>
          </a:xfrm>
        </p:spPr>
        <p:txBody>
          <a:bodyPr/>
          <a:lstStyle/>
          <a:p>
            <a:pPr marL="292608" indent="-292608">
              <a:buFont typeface="Arial" panose="020B0604020202020204" pitchFamily="34" charset="0"/>
              <a:buChar char="•"/>
            </a:pPr>
            <a:r>
              <a:rPr lang="en-US" dirty="0">
                <a:solidFill>
                  <a:schemeClr val="tx1"/>
                </a:solidFill>
              </a:rPr>
              <a:t>It has a mode or “peak.” The peak is reminiscent of a normal, which also has a single maximum.</a:t>
            </a:r>
          </a:p>
          <a:p>
            <a:pPr marL="292608" indent="-292608">
              <a:buFont typeface="Arial" panose="020B0604020202020204" pitchFamily="34" charset="0"/>
              <a:buChar char="•"/>
            </a:pPr>
            <a:r>
              <a:rPr lang="en-US" dirty="0">
                <a:solidFill>
                  <a:schemeClr val="tx1"/>
                </a:solidFill>
              </a:rPr>
              <a:t>It does not go on forever because its </a:t>
            </a:r>
            <a:r>
              <a:rPr lang="en-US" i="1" dirty="0">
                <a:solidFill>
                  <a:schemeClr val="tx1"/>
                </a:solidFill>
              </a:rPr>
              <a:t>X</a:t>
            </a:r>
            <a:r>
              <a:rPr lang="en-US" dirty="0">
                <a:solidFill>
                  <a:schemeClr val="tx1"/>
                </a:solidFill>
              </a:rPr>
              <a:t> values are confined by </a:t>
            </a:r>
            <a:r>
              <a:rPr lang="en-US" i="1" dirty="0">
                <a:solidFill>
                  <a:schemeClr val="tx1"/>
                </a:solidFill>
              </a:rPr>
              <a:t>a</a:t>
            </a:r>
            <a:r>
              <a:rPr lang="en-US" dirty="0">
                <a:solidFill>
                  <a:schemeClr val="tx1"/>
                </a:solidFill>
              </a:rPr>
              <a:t> and </a:t>
            </a:r>
            <a:r>
              <a:rPr lang="en-US" i="1" dirty="0">
                <a:solidFill>
                  <a:schemeClr val="tx1"/>
                </a:solidFill>
              </a:rPr>
              <a:t>c</a:t>
            </a:r>
            <a:r>
              <a:rPr lang="en-US" dirty="0">
                <a:solidFill>
                  <a:schemeClr val="tx1"/>
                </a:solidFill>
              </a:rPr>
              <a:t>.</a:t>
            </a:r>
          </a:p>
          <a:p>
            <a:pPr marL="292608" indent="-292608">
              <a:buFont typeface="Arial" panose="020B0604020202020204" pitchFamily="34" charset="0"/>
              <a:buChar char="•"/>
            </a:pPr>
            <a:r>
              <a:rPr lang="en-US" dirty="0">
                <a:solidFill>
                  <a:schemeClr val="tx1"/>
                </a:solidFill>
              </a:rPr>
              <a:t>The triangular distribution is sometimes denoted.</a:t>
            </a:r>
            <a:endParaRPr lang="en-US" dirty="0"/>
          </a:p>
        </p:txBody>
      </p:sp>
      <p:graphicFrame>
        <p:nvGraphicFramePr>
          <p:cNvPr id="13" name="Object 12">
            <a:extLst>
              <a:ext uri="{FF2B5EF4-FFF2-40B4-BE49-F238E27FC236}">
                <a16:creationId xmlns:a16="http://schemas.microsoft.com/office/drawing/2014/main" id="{8A594404-D92C-4E6F-A93E-72A6980B5A82}"/>
              </a:ext>
            </a:extLst>
          </p:cNvPr>
          <p:cNvGraphicFramePr>
            <a:graphicFrameLocks noChangeAspect="1"/>
          </p:cNvGraphicFramePr>
          <p:nvPr>
            <p:extLst>
              <p:ext uri="{D42A27DB-BD31-4B8C-83A1-F6EECF244321}">
                <p14:modId xmlns:p14="http://schemas.microsoft.com/office/powerpoint/2010/main" val="1729463138"/>
              </p:ext>
            </p:extLst>
          </p:nvPr>
        </p:nvGraphicFramePr>
        <p:xfrm>
          <a:off x="719138" y="4937125"/>
          <a:ext cx="3829050" cy="334963"/>
        </p:xfrm>
        <a:graphic>
          <a:graphicData uri="http://schemas.openxmlformats.org/presentationml/2006/ole">
            <mc:AlternateContent xmlns:mc="http://schemas.openxmlformats.org/markup-compatibility/2006">
              <mc:Choice xmlns:v="urn:schemas-microsoft-com:vml" Requires="v">
                <p:oleObj name="Equation" r:id="rId4" imgW="3479760" imgH="304560" progId="Equation.DSMT4">
                  <p:embed/>
                </p:oleObj>
              </mc:Choice>
              <mc:Fallback>
                <p:oleObj name="Equation" r:id="rId4" imgW="3479760" imgH="304560" progId="Equation.DSMT4">
                  <p:embed/>
                  <p:pic>
                    <p:nvPicPr>
                      <p:cNvPr id="5" name="Object 4">
                        <a:extLst>
                          <a:ext uri="{FF2B5EF4-FFF2-40B4-BE49-F238E27FC236}">
                            <a16:creationId xmlns:a16="http://schemas.microsoft.com/office/drawing/2014/main" id="{8A594404-D92C-4E6F-A93E-72A6980B5A82}"/>
                          </a:ext>
                        </a:extLst>
                      </p:cNvPr>
                      <p:cNvPicPr/>
                      <p:nvPr/>
                    </p:nvPicPr>
                    <p:blipFill>
                      <a:blip r:embed="rId5"/>
                      <a:stretch>
                        <a:fillRect/>
                      </a:stretch>
                    </p:blipFill>
                    <p:spPr>
                      <a:xfrm>
                        <a:off x="719138" y="4937125"/>
                        <a:ext cx="3829050" cy="334963"/>
                      </a:xfrm>
                      <a:prstGeom prst="rect">
                        <a:avLst/>
                      </a:prstGeom>
                    </p:spPr>
                  </p:pic>
                </p:oleObj>
              </mc:Fallback>
            </mc:AlternateContent>
          </a:graphicData>
        </a:graphic>
      </p:graphicFrame>
      <p:sp>
        <p:nvSpPr>
          <p:cNvPr id="11" name="Slide Number Placeholder 10"/>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8229700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Autofit/>
          </a:bodyPr>
          <a:lstStyle/>
          <a:p>
            <a:r>
              <a:rPr lang="en-US" sz="2800" dirty="0"/>
              <a:t>Characteristics of the Triangular Distribution</a:t>
            </a:r>
            <a:endParaRPr lang="en-US" sz="28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8"/>
            <a:ext cx="530942" cy="1253091"/>
          </a:xfrm>
        </p:spPr>
        <p:txBody>
          <a:bodyPr vert="vert" rIns="0"/>
          <a:lstStyle/>
          <a:p>
            <a:r>
              <a:rPr lang="en-US" b="1" dirty="0"/>
              <a:t>L</a:t>
            </a:r>
            <a:r>
              <a:rPr lang="en-US" sz="100" b="1" dirty="0"/>
              <a:t> </a:t>
            </a:r>
            <a:r>
              <a:rPr lang="en-US" b="1" dirty="0"/>
              <a:t>O 7.9</a:t>
            </a:r>
          </a:p>
        </p:txBody>
      </p:sp>
      <p:graphicFrame>
        <p:nvGraphicFramePr>
          <p:cNvPr id="4" name="Table 3">
            <a:extLst>
              <a:ext uri="{FF2B5EF4-FFF2-40B4-BE49-F238E27FC236}">
                <a16:creationId xmlns:a16="http://schemas.microsoft.com/office/drawing/2014/main" id="{74690C80-E0C5-4A71-B295-E60C13687D55}"/>
              </a:ext>
            </a:extLst>
          </p:cNvPr>
          <p:cNvGraphicFramePr>
            <a:graphicFrameLocks noGrp="1"/>
          </p:cNvGraphicFramePr>
          <p:nvPr>
            <p:extLst>
              <p:ext uri="{D42A27DB-BD31-4B8C-83A1-F6EECF244321}">
                <p14:modId xmlns:p14="http://schemas.microsoft.com/office/powerpoint/2010/main" val="23760614"/>
              </p:ext>
            </p:extLst>
          </p:nvPr>
        </p:nvGraphicFramePr>
        <p:xfrm>
          <a:off x="640735" y="1078973"/>
          <a:ext cx="7256207" cy="5404418"/>
        </p:xfrm>
        <a:graphic>
          <a:graphicData uri="http://schemas.openxmlformats.org/drawingml/2006/table">
            <a:tbl>
              <a:tblPr firstRow="1" bandRow="1">
                <a:tableStyleId>{5C22544A-7EE6-4342-B048-85BDC9FD1C3A}</a:tableStyleId>
              </a:tblPr>
              <a:tblGrid>
                <a:gridCol w="1868130">
                  <a:extLst>
                    <a:ext uri="{9D8B030D-6E8A-4147-A177-3AD203B41FA5}">
                      <a16:colId xmlns:a16="http://schemas.microsoft.com/office/drawing/2014/main" val="837671478"/>
                    </a:ext>
                  </a:extLst>
                </a:gridCol>
                <a:gridCol w="5388077">
                  <a:extLst>
                    <a:ext uri="{9D8B030D-6E8A-4147-A177-3AD203B41FA5}">
                      <a16:colId xmlns:a16="http://schemas.microsoft.com/office/drawing/2014/main" val="2491616592"/>
                    </a:ext>
                  </a:extLst>
                </a:gridCol>
              </a:tblGrid>
              <a:tr h="753760">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1605191"/>
                  </a:ext>
                </a:extLst>
              </a:tr>
              <a:tr h="1120877">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6671871"/>
                  </a:ext>
                </a:extLst>
              </a:tr>
              <a:tr h="1140542">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4699407"/>
                  </a:ext>
                </a:extLst>
              </a:tr>
              <a:tr h="273336">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511634"/>
                  </a:ext>
                </a:extLst>
              </a:tr>
              <a:tr h="492596">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5285842"/>
                  </a:ext>
                </a:extLst>
              </a:tr>
              <a:tr h="540775">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343768"/>
                  </a:ext>
                </a:extLst>
              </a:tr>
              <a:tr h="540774">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713300"/>
                  </a:ext>
                </a:extLst>
              </a:tr>
              <a:tr h="540774">
                <a:tc>
                  <a:txBody>
                    <a:bodyPr/>
                    <a:lstStyle/>
                    <a:p>
                      <a:endParaRPr lang="en-US" sz="1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2155320"/>
                  </a:ext>
                </a:extLst>
              </a:tr>
            </a:tbl>
          </a:graphicData>
        </a:graphic>
      </p:graphicFrame>
      <p:graphicFrame>
        <p:nvGraphicFramePr>
          <p:cNvPr id="5" name="Object 4">
            <a:extLst>
              <a:ext uri="{FF2B5EF4-FFF2-40B4-BE49-F238E27FC236}">
                <a16:creationId xmlns:a16="http://schemas.microsoft.com/office/drawing/2014/main" id="{4DE793C8-3351-48E2-B826-5AD92F223E99}"/>
              </a:ext>
            </a:extLst>
          </p:cNvPr>
          <p:cNvGraphicFramePr>
            <a:graphicFrameLocks noChangeAspect="1"/>
          </p:cNvGraphicFramePr>
          <p:nvPr>
            <p:extLst>
              <p:ext uri="{D42A27DB-BD31-4B8C-83A1-F6EECF244321}">
                <p14:modId xmlns:p14="http://schemas.microsoft.com/office/powerpoint/2010/main" val="3846372374"/>
              </p:ext>
            </p:extLst>
          </p:nvPr>
        </p:nvGraphicFramePr>
        <p:xfrm>
          <a:off x="749712" y="1143349"/>
          <a:ext cx="723900" cy="177800"/>
        </p:xfrm>
        <a:graphic>
          <a:graphicData uri="http://schemas.openxmlformats.org/presentationml/2006/ole">
            <mc:AlternateContent xmlns:mc="http://schemas.openxmlformats.org/markup-compatibility/2006">
              <mc:Choice xmlns:v="urn:schemas-microsoft-com:vml" Requires="v">
                <p:oleObj name="Equation" r:id="rId3" imgW="723600" imgH="177480" progId="Equation.DSMT4">
                  <p:embed/>
                </p:oleObj>
              </mc:Choice>
              <mc:Fallback>
                <p:oleObj name="Equation" r:id="rId3" imgW="723600" imgH="177480" progId="Equation.DSMT4">
                  <p:embed/>
                  <p:pic>
                    <p:nvPicPr>
                      <p:cNvPr id="5" name="Object 4">
                        <a:extLst>
                          <a:ext uri="{FF2B5EF4-FFF2-40B4-BE49-F238E27FC236}">
                            <a16:creationId xmlns:a16="http://schemas.microsoft.com/office/drawing/2014/main" id="{4DE793C8-3351-48E2-B826-5AD92F223E99}"/>
                          </a:ext>
                        </a:extLst>
                      </p:cNvPr>
                      <p:cNvPicPr/>
                      <p:nvPr/>
                    </p:nvPicPr>
                    <p:blipFill>
                      <a:blip r:embed="rId4"/>
                      <a:stretch>
                        <a:fillRect/>
                      </a:stretch>
                    </p:blipFill>
                    <p:spPr>
                      <a:xfrm>
                        <a:off x="749712" y="1143349"/>
                        <a:ext cx="723900" cy="177800"/>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96B06CF-96DC-4E2B-A56D-0D419DE347B0}"/>
              </a:ext>
            </a:extLst>
          </p:cNvPr>
          <p:cNvGraphicFramePr>
            <a:graphicFrameLocks noChangeAspect="1"/>
          </p:cNvGraphicFramePr>
          <p:nvPr>
            <p:extLst>
              <p:ext uri="{D42A27DB-BD31-4B8C-83A1-F6EECF244321}">
                <p14:modId xmlns:p14="http://schemas.microsoft.com/office/powerpoint/2010/main" val="1762948158"/>
              </p:ext>
            </p:extLst>
          </p:nvPr>
        </p:nvGraphicFramePr>
        <p:xfrm>
          <a:off x="2638989" y="1129369"/>
          <a:ext cx="952500" cy="177800"/>
        </p:xfrm>
        <a:graphic>
          <a:graphicData uri="http://schemas.openxmlformats.org/presentationml/2006/ole">
            <mc:AlternateContent xmlns:mc="http://schemas.openxmlformats.org/markup-compatibility/2006">
              <mc:Choice xmlns:v="urn:schemas-microsoft-com:vml" Requires="v">
                <p:oleObj name="Equation" r:id="rId5" imgW="952200" imgH="177480" progId="Equation.DSMT4">
                  <p:embed/>
                </p:oleObj>
              </mc:Choice>
              <mc:Fallback>
                <p:oleObj name="Equation" r:id="rId5" imgW="952200" imgH="177480" progId="Equation.DSMT4">
                  <p:embed/>
                  <p:pic>
                    <p:nvPicPr>
                      <p:cNvPr id="6" name="Object 5">
                        <a:extLst>
                          <a:ext uri="{FF2B5EF4-FFF2-40B4-BE49-F238E27FC236}">
                            <a16:creationId xmlns:a16="http://schemas.microsoft.com/office/drawing/2014/main" id="{396B06CF-96DC-4E2B-A56D-0D419DE347B0}"/>
                          </a:ext>
                        </a:extLst>
                      </p:cNvPr>
                      <p:cNvPicPr/>
                      <p:nvPr/>
                    </p:nvPicPr>
                    <p:blipFill>
                      <a:blip r:embed="rId6"/>
                      <a:stretch>
                        <a:fillRect/>
                      </a:stretch>
                    </p:blipFill>
                    <p:spPr>
                      <a:xfrm>
                        <a:off x="2638989" y="1129369"/>
                        <a:ext cx="952500" cy="1778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D165EF9-3F72-44DB-A2EC-E559B455E0EC}"/>
              </a:ext>
            </a:extLst>
          </p:cNvPr>
          <p:cNvGraphicFramePr>
            <a:graphicFrameLocks noChangeAspect="1"/>
          </p:cNvGraphicFramePr>
          <p:nvPr>
            <p:extLst>
              <p:ext uri="{D42A27DB-BD31-4B8C-83A1-F6EECF244321}">
                <p14:modId xmlns:p14="http://schemas.microsoft.com/office/powerpoint/2010/main" val="3303708828"/>
              </p:ext>
            </p:extLst>
          </p:nvPr>
        </p:nvGraphicFramePr>
        <p:xfrm>
          <a:off x="2657017" y="1353259"/>
          <a:ext cx="609600" cy="177800"/>
        </p:xfrm>
        <a:graphic>
          <a:graphicData uri="http://schemas.openxmlformats.org/presentationml/2006/ole">
            <mc:AlternateContent xmlns:mc="http://schemas.openxmlformats.org/markup-compatibility/2006">
              <mc:Choice xmlns:v="urn:schemas-microsoft-com:vml" Requires="v">
                <p:oleObj name="Equation" r:id="rId7" imgW="609480" imgH="177480" progId="Equation.DSMT4">
                  <p:embed/>
                </p:oleObj>
              </mc:Choice>
              <mc:Fallback>
                <p:oleObj name="Equation" r:id="rId7" imgW="609480" imgH="177480" progId="Equation.DSMT4">
                  <p:embed/>
                  <p:pic>
                    <p:nvPicPr>
                      <p:cNvPr id="7" name="Object 6">
                        <a:extLst>
                          <a:ext uri="{FF2B5EF4-FFF2-40B4-BE49-F238E27FC236}">
                            <a16:creationId xmlns:a16="http://schemas.microsoft.com/office/drawing/2014/main" id="{DD165EF9-3F72-44DB-A2EC-E559B455E0EC}"/>
                          </a:ext>
                        </a:extLst>
                      </p:cNvPr>
                      <p:cNvPicPr/>
                      <p:nvPr/>
                    </p:nvPicPr>
                    <p:blipFill>
                      <a:blip r:embed="rId8"/>
                      <a:stretch>
                        <a:fillRect/>
                      </a:stretch>
                    </p:blipFill>
                    <p:spPr>
                      <a:xfrm>
                        <a:off x="2657017" y="1353259"/>
                        <a:ext cx="609600" cy="1778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52E044F4-E61E-4404-8741-E0B3D8DC091F}"/>
              </a:ext>
            </a:extLst>
          </p:cNvPr>
          <p:cNvGraphicFramePr>
            <a:graphicFrameLocks noChangeAspect="1"/>
          </p:cNvGraphicFramePr>
          <p:nvPr>
            <p:extLst>
              <p:ext uri="{D42A27DB-BD31-4B8C-83A1-F6EECF244321}">
                <p14:modId xmlns:p14="http://schemas.microsoft.com/office/powerpoint/2010/main" val="2148148881"/>
              </p:ext>
            </p:extLst>
          </p:nvPr>
        </p:nvGraphicFramePr>
        <p:xfrm>
          <a:off x="2651581" y="1585859"/>
          <a:ext cx="939800" cy="203200"/>
        </p:xfrm>
        <a:graphic>
          <a:graphicData uri="http://schemas.openxmlformats.org/presentationml/2006/ole">
            <mc:AlternateContent xmlns:mc="http://schemas.openxmlformats.org/markup-compatibility/2006">
              <mc:Choice xmlns:v="urn:schemas-microsoft-com:vml" Requires="v">
                <p:oleObj name="Equation" r:id="rId9" imgW="939600" imgH="203040" progId="Equation.DSMT4">
                  <p:embed/>
                </p:oleObj>
              </mc:Choice>
              <mc:Fallback>
                <p:oleObj name="Equation" r:id="rId9" imgW="939600" imgH="203040" progId="Equation.DSMT4">
                  <p:embed/>
                  <p:pic>
                    <p:nvPicPr>
                      <p:cNvPr id="0" name=""/>
                      <p:cNvPicPr/>
                      <p:nvPr/>
                    </p:nvPicPr>
                    <p:blipFill>
                      <a:blip r:embed="rId10"/>
                      <a:stretch>
                        <a:fillRect/>
                      </a:stretch>
                    </p:blipFill>
                    <p:spPr>
                      <a:xfrm>
                        <a:off x="2651581" y="1585859"/>
                        <a:ext cx="939800" cy="2032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BD425041-05C9-46E9-8331-ECAE29F10657}"/>
              </a:ext>
            </a:extLst>
          </p:cNvPr>
          <p:cNvGraphicFramePr>
            <a:graphicFrameLocks noChangeAspect="1"/>
          </p:cNvGraphicFramePr>
          <p:nvPr>
            <p:extLst>
              <p:ext uri="{D42A27DB-BD31-4B8C-83A1-F6EECF244321}">
                <p14:modId xmlns:p14="http://schemas.microsoft.com/office/powerpoint/2010/main" val="1956387162"/>
              </p:ext>
            </p:extLst>
          </p:nvPr>
        </p:nvGraphicFramePr>
        <p:xfrm>
          <a:off x="787093" y="1898796"/>
          <a:ext cx="330200" cy="165100"/>
        </p:xfrm>
        <a:graphic>
          <a:graphicData uri="http://schemas.openxmlformats.org/presentationml/2006/ole">
            <mc:AlternateContent xmlns:mc="http://schemas.openxmlformats.org/markup-compatibility/2006">
              <mc:Choice xmlns:v="urn:schemas-microsoft-com:vml" Requires="v">
                <p:oleObj name="Equation" r:id="rId11" imgW="330120" imgH="164880" progId="Equation.DSMT4">
                  <p:embed/>
                </p:oleObj>
              </mc:Choice>
              <mc:Fallback>
                <p:oleObj name="Equation" r:id="rId11" imgW="330120" imgH="164880" progId="Equation.DSMT4">
                  <p:embed/>
                  <p:pic>
                    <p:nvPicPr>
                      <p:cNvPr id="9" name="Object 8">
                        <a:extLst>
                          <a:ext uri="{FF2B5EF4-FFF2-40B4-BE49-F238E27FC236}">
                            <a16:creationId xmlns:a16="http://schemas.microsoft.com/office/drawing/2014/main" id="{BD425041-05C9-46E9-8331-ECAE29F10657}"/>
                          </a:ext>
                        </a:extLst>
                      </p:cNvPr>
                      <p:cNvPicPr/>
                      <p:nvPr/>
                    </p:nvPicPr>
                    <p:blipFill>
                      <a:blip r:embed="rId12"/>
                      <a:stretch>
                        <a:fillRect/>
                      </a:stretch>
                    </p:blipFill>
                    <p:spPr>
                      <a:xfrm>
                        <a:off x="787093" y="1898796"/>
                        <a:ext cx="330200" cy="1651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F7F24EB9-81D6-4E0A-9AF4-ACAE931FD306}"/>
              </a:ext>
            </a:extLst>
          </p:cNvPr>
          <p:cNvGraphicFramePr>
            <a:graphicFrameLocks noChangeAspect="1"/>
          </p:cNvGraphicFramePr>
          <p:nvPr>
            <p:extLst>
              <p:ext uri="{D42A27DB-BD31-4B8C-83A1-F6EECF244321}">
                <p14:modId xmlns:p14="http://schemas.microsoft.com/office/powerpoint/2010/main" val="2855920862"/>
              </p:ext>
            </p:extLst>
          </p:nvPr>
        </p:nvGraphicFramePr>
        <p:xfrm>
          <a:off x="2603500" y="1909763"/>
          <a:ext cx="2324100" cy="431800"/>
        </p:xfrm>
        <a:graphic>
          <a:graphicData uri="http://schemas.openxmlformats.org/presentationml/2006/ole">
            <mc:AlternateContent xmlns:mc="http://schemas.openxmlformats.org/markup-compatibility/2006">
              <mc:Choice xmlns:v="urn:schemas-microsoft-com:vml" Requires="v">
                <p:oleObj name="Equation" r:id="rId13" imgW="2323800" imgH="431640" progId="Equation.DSMT4">
                  <p:embed/>
                </p:oleObj>
              </mc:Choice>
              <mc:Fallback>
                <p:oleObj name="Equation" r:id="rId13" imgW="2323800" imgH="431640" progId="Equation.DSMT4">
                  <p:embed/>
                  <p:pic>
                    <p:nvPicPr>
                      <p:cNvPr id="10" name="Object 9">
                        <a:extLst>
                          <a:ext uri="{FF2B5EF4-FFF2-40B4-BE49-F238E27FC236}">
                            <a16:creationId xmlns:a16="http://schemas.microsoft.com/office/drawing/2014/main" id="{F7F24EB9-81D6-4E0A-9AF4-ACAE931FD306}"/>
                          </a:ext>
                        </a:extLst>
                      </p:cNvPr>
                      <p:cNvPicPr/>
                      <p:nvPr/>
                    </p:nvPicPr>
                    <p:blipFill>
                      <a:blip r:embed="rId14"/>
                      <a:stretch>
                        <a:fillRect/>
                      </a:stretch>
                    </p:blipFill>
                    <p:spPr>
                      <a:xfrm>
                        <a:off x="2603500" y="1909763"/>
                        <a:ext cx="2324100" cy="4318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225EEA4A-379C-4834-8C76-F4CCBBAF3709}"/>
              </a:ext>
            </a:extLst>
          </p:cNvPr>
          <p:cNvGraphicFramePr>
            <a:graphicFrameLocks noChangeAspect="1"/>
          </p:cNvGraphicFramePr>
          <p:nvPr>
            <p:extLst>
              <p:ext uri="{D42A27DB-BD31-4B8C-83A1-F6EECF244321}">
                <p14:modId xmlns:p14="http://schemas.microsoft.com/office/powerpoint/2010/main" val="2713262941"/>
              </p:ext>
            </p:extLst>
          </p:nvPr>
        </p:nvGraphicFramePr>
        <p:xfrm>
          <a:off x="2619375" y="2435225"/>
          <a:ext cx="2311400" cy="431800"/>
        </p:xfrm>
        <a:graphic>
          <a:graphicData uri="http://schemas.openxmlformats.org/presentationml/2006/ole">
            <mc:AlternateContent xmlns:mc="http://schemas.openxmlformats.org/markup-compatibility/2006">
              <mc:Choice xmlns:v="urn:schemas-microsoft-com:vml" Requires="v">
                <p:oleObj name="Equation" r:id="rId15" imgW="2311200" imgH="431640" progId="Equation.DSMT4">
                  <p:embed/>
                </p:oleObj>
              </mc:Choice>
              <mc:Fallback>
                <p:oleObj name="Equation" r:id="rId15" imgW="2311200" imgH="431640" progId="Equation.DSMT4">
                  <p:embed/>
                  <p:pic>
                    <p:nvPicPr>
                      <p:cNvPr id="0" name=""/>
                      <p:cNvPicPr/>
                      <p:nvPr/>
                    </p:nvPicPr>
                    <p:blipFill>
                      <a:blip r:embed="rId16"/>
                      <a:stretch>
                        <a:fillRect/>
                      </a:stretch>
                    </p:blipFill>
                    <p:spPr>
                      <a:xfrm>
                        <a:off x="2619375" y="2435225"/>
                        <a:ext cx="2311400" cy="4318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6A81AA6-A468-4F91-8E4E-FA7105F28078}"/>
              </a:ext>
            </a:extLst>
          </p:cNvPr>
          <p:cNvGraphicFramePr>
            <a:graphicFrameLocks noChangeAspect="1"/>
          </p:cNvGraphicFramePr>
          <p:nvPr>
            <p:extLst>
              <p:ext uri="{D42A27DB-BD31-4B8C-83A1-F6EECF244321}">
                <p14:modId xmlns:p14="http://schemas.microsoft.com/office/powerpoint/2010/main" val="1703562132"/>
              </p:ext>
            </p:extLst>
          </p:nvPr>
        </p:nvGraphicFramePr>
        <p:xfrm>
          <a:off x="774086" y="3016292"/>
          <a:ext cx="342900" cy="177800"/>
        </p:xfrm>
        <a:graphic>
          <a:graphicData uri="http://schemas.openxmlformats.org/presentationml/2006/ole">
            <mc:AlternateContent xmlns:mc="http://schemas.openxmlformats.org/markup-compatibility/2006">
              <mc:Choice xmlns:v="urn:schemas-microsoft-com:vml" Requires="v">
                <p:oleObj name="Equation" r:id="rId17" imgW="342720" imgH="177480" progId="Equation.DSMT4">
                  <p:embed/>
                </p:oleObj>
              </mc:Choice>
              <mc:Fallback>
                <p:oleObj name="Equation" r:id="rId17" imgW="342720" imgH="177480" progId="Equation.DSMT4">
                  <p:embed/>
                  <p:pic>
                    <p:nvPicPr>
                      <p:cNvPr id="11" name="Object 10">
                        <a:extLst>
                          <a:ext uri="{FF2B5EF4-FFF2-40B4-BE49-F238E27FC236}">
                            <a16:creationId xmlns:a16="http://schemas.microsoft.com/office/drawing/2014/main" id="{E6A81AA6-A468-4F91-8E4E-FA7105F28078}"/>
                          </a:ext>
                        </a:extLst>
                      </p:cNvPr>
                      <p:cNvPicPr/>
                      <p:nvPr/>
                    </p:nvPicPr>
                    <p:blipFill>
                      <a:blip r:embed="rId18"/>
                      <a:stretch>
                        <a:fillRect/>
                      </a:stretch>
                    </p:blipFill>
                    <p:spPr>
                      <a:xfrm>
                        <a:off x="774086" y="3016292"/>
                        <a:ext cx="342900" cy="1778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D83F1A9-BEC7-4E95-8B36-2E58DB03B3CD}"/>
              </a:ext>
            </a:extLst>
          </p:cNvPr>
          <p:cNvGraphicFramePr>
            <a:graphicFrameLocks noChangeAspect="1"/>
          </p:cNvGraphicFramePr>
          <p:nvPr>
            <p:extLst>
              <p:ext uri="{D42A27DB-BD31-4B8C-83A1-F6EECF244321}">
                <p14:modId xmlns:p14="http://schemas.microsoft.com/office/powerpoint/2010/main" val="1812852902"/>
              </p:ext>
            </p:extLst>
          </p:nvPr>
        </p:nvGraphicFramePr>
        <p:xfrm>
          <a:off x="2578100" y="3022600"/>
          <a:ext cx="2628900" cy="457200"/>
        </p:xfrm>
        <a:graphic>
          <a:graphicData uri="http://schemas.openxmlformats.org/presentationml/2006/ole">
            <mc:AlternateContent xmlns:mc="http://schemas.openxmlformats.org/markup-compatibility/2006">
              <mc:Choice xmlns:v="urn:schemas-microsoft-com:vml" Requires="v">
                <p:oleObj name="Equation" r:id="rId19" imgW="2628720" imgH="457200" progId="Equation.DSMT4">
                  <p:embed/>
                </p:oleObj>
              </mc:Choice>
              <mc:Fallback>
                <p:oleObj name="Equation" r:id="rId19" imgW="2628720" imgH="457200" progId="Equation.DSMT4">
                  <p:embed/>
                  <p:pic>
                    <p:nvPicPr>
                      <p:cNvPr id="12" name="Object 11">
                        <a:extLst>
                          <a:ext uri="{FF2B5EF4-FFF2-40B4-BE49-F238E27FC236}">
                            <a16:creationId xmlns:a16="http://schemas.microsoft.com/office/drawing/2014/main" id="{9D83F1A9-BEC7-4E95-8B36-2E58DB03B3CD}"/>
                          </a:ext>
                        </a:extLst>
                      </p:cNvPr>
                      <p:cNvPicPr/>
                      <p:nvPr/>
                    </p:nvPicPr>
                    <p:blipFill>
                      <a:blip r:embed="rId20"/>
                      <a:stretch>
                        <a:fillRect/>
                      </a:stretch>
                    </p:blipFill>
                    <p:spPr>
                      <a:xfrm>
                        <a:off x="2578100" y="3022600"/>
                        <a:ext cx="2628900" cy="45720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5676A776-37B0-46EE-9175-A7F8AEDE02BB}"/>
              </a:ext>
            </a:extLst>
          </p:cNvPr>
          <p:cNvGraphicFramePr>
            <a:graphicFrameLocks noChangeAspect="1"/>
          </p:cNvGraphicFramePr>
          <p:nvPr>
            <p:extLst>
              <p:ext uri="{D42A27DB-BD31-4B8C-83A1-F6EECF244321}">
                <p14:modId xmlns:p14="http://schemas.microsoft.com/office/powerpoint/2010/main" val="1749488424"/>
              </p:ext>
            </p:extLst>
          </p:nvPr>
        </p:nvGraphicFramePr>
        <p:xfrm>
          <a:off x="2574925" y="3563938"/>
          <a:ext cx="2794000" cy="457200"/>
        </p:xfrm>
        <a:graphic>
          <a:graphicData uri="http://schemas.openxmlformats.org/presentationml/2006/ole">
            <mc:AlternateContent xmlns:mc="http://schemas.openxmlformats.org/markup-compatibility/2006">
              <mc:Choice xmlns:v="urn:schemas-microsoft-com:vml" Requires="v">
                <p:oleObj name="Equation" r:id="rId21" imgW="2793960" imgH="457200" progId="Equation.DSMT4">
                  <p:embed/>
                </p:oleObj>
              </mc:Choice>
              <mc:Fallback>
                <p:oleObj name="Equation" r:id="rId21" imgW="2793960" imgH="457200" progId="Equation.DSMT4">
                  <p:embed/>
                  <p:pic>
                    <p:nvPicPr>
                      <p:cNvPr id="0" name=""/>
                      <p:cNvPicPr/>
                      <p:nvPr/>
                    </p:nvPicPr>
                    <p:blipFill>
                      <a:blip r:embed="rId22"/>
                      <a:stretch>
                        <a:fillRect/>
                      </a:stretch>
                    </p:blipFill>
                    <p:spPr>
                      <a:xfrm>
                        <a:off x="2574925" y="3563938"/>
                        <a:ext cx="2794000" cy="4572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DF7AA54D-06F4-47E8-99E3-438FD13D87F1}"/>
              </a:ext>
            </a:extLst>
          </p:cNvPr>
          <p:cNvGraphicFramePr>
            <a:graphicFrameLocks noChangeAspect="1"/>
          </p:cNvGraphicFramePr>
          <p:nvPr>
            <p:extLst>
              <p:ext uri="{D42A27DB-BD31-4B8C-83A1-F6EECF244321}">
                <p14:modId xmlns:p14="http://schemas.microsoft.com/office/powerpoint/2010/main" val="2394859114"/>
              </p:ext>
            </p:extLst>
          </p:nvPr>
        </p:nvGraphicFramePr>
        <p:xfrm>
          <a:off x="730044" y="4142444"/>
          <a:ext cx="546100" cy="177800"/>
        </p:xfrm>
        <a:graphic>
          <a:graphicData uri="http://schemas.openxmlformats.org/presentationml/2006/ole">
            <mc:AlternateContent xmlns:mc="http://schemas.openxmlformats.org/markup-compatibility/2006">
              <mc:Choice xmlns:v="urn:schemas-microsoft-com:vml" Requires="v">
                <p:oleObj name="Equation" r:id="rId23" imgW="545760" imgH="177480" progId="Equation.DSMT4">
                  <p:embed/>
                </p:oleObj>
              </mc:Choice>
              <mc:Fallback>
                <p:oleObj name="Equation" r:id="rId23" imgW="545760" imgH="177480" progId="Equation.DSMT4">
                  <p:embed/>
                  <p:pic>
                    <p:nvPicPr>
                      <p:cNvPr id="13" name="Object 12">
                        <a:extLst>
                          <a:ext uri="{FF2B5EF4-FFF2-40B4-BE49-F238E27FC236}">
                            <a16:creationId xmlns:a16="http://schemas.microsoft.com/office/drawing/2014/main" id="{DF7AA54D-06F4-47E8-99E3-438FD13D87F1}"/>
                          </a:ext>
                        </a:extLst>
                      </p:cNvPr>
                      <p:cNvPicPr/>
                      <p:nvPr/>
                    </p:nvPicPr>
                    <p:blipFill>
                      <a:blip r:embed="rId24"/>
                      <a:stretch>
                        <a:fillRect/>
                      </a:stretch>
                    </p:blipFill>
                    <p:spPr>
                      <a:xfrm>
                        <a:off x="730044" y="4142444"/>
                        <a:ext cx="546100" cy="1778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39D1F400-9B53-4D40-8BCA-5C976E85BDB4}"/>
              </a:ext>
            </a:extLst>
          </p:cNvPr>
          <p:cNvGraphicFramePr>
            <a:graphicFrameLocks noChangeAspect="1"/>
          </p:cNvGraphicFramePr>
          <p:nvPr>
            <p:extLst>
              <p:ext uri="{D42A27DB-BD31-4B8C-83A1-F6EECF244321}">
                <p14:modId xmlns:p14="http://schemas.microsoft.com/office/powerpoint/2010/main" val="1962030903"/>
              </p:ext>
            </p:extLst>
          </p:nvPr>
        </p:nvGraphicFramePr>
        <p:xfrm>
          <a:off x="2609295" y="4150779"/>
          <a:ext cx="571500" cy="165100"/>
        </p:xfrm>
        <a:graphic>
          <a:graphicData uri="http://schemas.openxmlformats.org/presentationml/2006/ole">
            <mc:AlternateContent xmlns:mc="http://schemas.openxmlformats.org/markup-compatibility/2006">
              <mc:Choice xmlns:v="urn:schemas-microsoft-com:vml" Requires="v">
                <p:oleObj name="Equation" r:id="rId25" imgW="571320" imgH="164880" progId="Equation.DSMT4">
                  <p:embed/>
                </p:oleObj>
              </mc:Choice>
              <mc:Fallback>
                <p:oleObj name="Equation" r:id="rId25" imgW="571320" imgH="164880" progId="Equation.DSMT4">
                  <p:embed/>
                  <p:pic>
                    <p:nvPicPr>
                      <p:cNvPr id="14" name="Object 13">
                        <a:extLst>
                          <a:ext uri="{FF2B5EF4-FFF2-40B4-BE49-F238E27FC236}">
                            <a16:creationId xmlns:a16="http://schemas.microsoft.com/office/drawing/2014/main" id="{39D1F400-9B53-4D40-8BCA-5C976E85BDB4}"/>
                          </a:ext>
                        </a:extLst>
                      </p:cNvPr>
                      <p:cNvPicPr/>
                      <p:nvPr/>
                    </p:nvPicPr>
                    <p:blipFill>
                      <a:blip r:embed="rId26"/>
                      <a:stretch>
                        <a:fillRect/>
                      </a:stretch>
                    </p:blipFill>
                    <p:spPr>
                      <a:xfrm>
                        <a:off x="2609295" y="4150779"/>
                        <a:ext cx="571500" cy="1651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FE5B755-0012-45D2-BEF4-280223AAE076}"/>
              </a:ext>
            </a:extLst>
          </p:cNvPr>
          <p:cNvGraphicFramePr>
            <a:graphicFrameLocks noChangeAspect="1"/>
          </p:cNvGraphicFramePr>
          <p:nvPr>
            <p:extLst>
              <p:ext uri="{D42A27DB-BD31-4B8C-83A1-F6EECF244321}">
                <p14:modId xmlns:p14="http://schemas.microsoft.com/office/powerpoint/2010/main" val="475565066"/>
              </p:ext>
            </p:extLst>
          </p:nvPr>
        </p:nvGraphicFramePr>
        <p:xfrm>
          <a:off x="732429" y="4404284"/>
          <a:ext cx="393700" cy="177800"/>
        </p:xfrm>
        <a:graphic>
          <a:graphicData uri="http://schemas.openxmlformats.org/presentationml/2006/ole">
            <mc:AlternateContent xmlns:mc="http://schemas.openxmlformats.org/markup-compatibility/2006">
              <mc:Choice xmlns:v="urn:schemas-microsoft-com:vml" Requires="v">
                <p:oleObj name="Equation" r:id="rId27" imgW="393480" imgH="177480" progId="Equation.DSMT4">
                  <p:embed/>
                </p:oleObj>
              </mc:Choice>
              <mc:Fallback>
                <p:oleObj name="Equation" r:id="rId27" imgW="393480" imgH="177480" progId="Equation.DSMT4">
                  <p:embed/>
                  <p:pic>
                    <p:nvPicPr>
                      <p:cNvPr id="15" name="Object 14">
                        <a:extLst>
                          <a:ext uri="{FF2B5EF4-FFF2-40B4-BE49-F238E27FC236}">
                            <a16:creationId xmlns:a16="http://schemas.microsoft.com/office/drawing/2014/main" id="{9FE5B755-0012-45D2-BEF4-280223AAE076}"/>
                          </a:ext>
                        </a:extLst>
                      </p:cNvPr>
                      <p:cNvPicPr/>
                      <p:nvPr/>
                    </p:nvPicPr>
                    <p:blipFill>
                      <a:blip r:embed="rId28"/>
                      <a:stretch>
                        <a:fillRect/>
                      </a:stretch>
                    </p:blipFill>
                    <p:spPr>
                      <a:xfrm>
                        <a:off x="732429" y="4404284"/>
                        <a:ext cx="393700" cy="1778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A2570A16-1D66-460F-AED4-8EC731C83848}"/>
              </a:ext>
            </a:extLst>
          </p:cNvPr>
          <p:cNvGraphicFramePr>
            <a:graphicFrameLocks noChangeAspect="1"/>
          </p:cNvGraphicFramePr>
          <p:nvPr>
            <p:extLst>
              <p:ext uri="{D42A27DB-BD31-4B8C-83A1-F6EECF244321}">
                <p14:modId xmlns:p14="http://schemas.microsoft.com/office/powerpoint/2010/main" val="879355033"/>
              </p:ext>
            </p:extLst>
          </p:nvPr>
        </p:nvGraphicFramePr>
        <p:xfrm>
          <a:off x="2631681" y="4420588"/>
          <a:ext cx="571500" cy="393700"/>
        </p:xfrm>
        <a:graphic>
          <a:graphicData uri="http://schemas.openxmlformats.org/presentationml/2006/ole">
            <mc:AlternateContent xmlns:mc="http://schemas.openxmlformats.org/markup-compatibility/2006">
              <mc:Choice xmlns:v="urn:schemas-microsoft-com:vml" Requires="v">
                <p:oleObj name="Equation" r:id="rId29" imgW="571320" imgH="393480" progId="Equation.DSMT4">
                  <p:embed/>
                </p:oleObj>
              </mc:Choice>
              <mc:Fallback>
                <p:oleObj name="Equation" r:id="rId29" imgW="571320" imgH="393480" progId="Equation.DSMT4">
                  <p:embed/>
                  <p:pic>
                    <p:nvPicPr>
                      <p:cNvPr id="16" name="Object 15">
                        <a:extLst>
                          <a:ext uri="{FF2B5EF4-FFF2-40B4-BE49-F238E27FC236}">
                            <a16:creationId xmlns:a16="http://schemas.microsoft.com/office/drawing/2014/main" id="{A2570A16-1D66-460F-AED4-8EC731C83848}"/>
                          </a:ext>
                        </a:extLst>
                      </p:cNvPr>
                      <p:cNvPicPr/>
                      <p:nvPr/>
                    </p:nvPicPr>
                    <p:blipFill>
                      <a:blip r:embed="rId30"/>
                      <a:stretch>
                        <a:fillRect/>
                      </a:stretch>
                    </p:blipFill>
                    <p:spPr>
                      <a:xfrm>
                        <a:off x="2631681" y="4420588"/>
                        <a:ext cx="571500" cy="3937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7B972916-F437-4518-AB10-DBC523D1B410}"/>
              </a:ext>
            </a:extLst>
          </p:cNvPr>
          <p:cNvGraphicFramePr>
            <a:graphicFrameLocks noChangeAspect="1"/>
          </p:cNvGraphicFramePr>
          <p:nvPr>
            <p:extLst>
              <p:ext uri="{D42A27DB-BD31-4B8C-83A1-F6EECF244321}">
                <p14:modId xmlns:p14="http://schemas.microsoft.com/office/powerpoint/2010/main" val="1976082550"/>
              </p:ext>
            </p:extLst>
          </p:nvPr>
        </p:nvGraphicFramePr>
        <p:xfrm>
          <a:off x="718572" y="4904042"/>
          <a:ext cx="1193800" cy="177800"/>
        </p:xfrm>
        <a:graphic>
          <a:graphicData uri="http://schemas.openxmlformats.org/presentationml/2006/ole">
            <mc:AlternateContent xmlns:mc="http://schemas.openxmlformats.org/markup-compatibility/2006">
              <mc:Choice xmlns:v="urn:schemas-microsoft-com:vml" Requires="v">
                <p:oleObj name="Equation" r:id="rId31" imgW="1193760" imgH="177480" progId="Equation.DSMT4">
                  <p:embed/>
                </p:oleObj>
              </mc:Choice>
              <mc:Fallback>
                <p:oleObj name="Equation" r:id="rId31" imgW="1193760" imgH="177480" progId="Equation.DSMT4">
                  <p:embed/>
                  <p:pic>
                    <p:nvPicPr>
                      <p:cNvPr id="17" name="Object 16">
                        <a:extLst>
                          <a:ext uri="{FF2B5EF4-FFF2-40B4-BE49-F238E27FC236}">
                            <a16:creationId xmlns:a16="http://schemas.microsoft.com/office/drawing/2014/main" id="{7B972916-F437-4518-AB10-DBC523D1B410}"/>
                          </a:ext>
                        </a:extLst>
                      </p:cNvPr>
                      <p:cNvPicPr/>
                      <p:nvPr/>
                    </p:nvPicPr>
                    <p:blipFill>
                      <a:blip r:embed="rId32"/>
                      <a:stretch>
                        <a:fillRect/>
                      </a:stretch>
                    </p:blipFill>
                    <p:spPr>
                      <a:xfrm>
                        <a:off x="718572" y="4904042"/>
                        <a:ext cx="1193800" cy="1778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CDA2A297-7305-4EF4-A19E-383C9D58A034}"/>
              </a:ext>
            </a:extLst>
          </p:cNvPr>
          <p:cNvGraphicFramePr>
            <a:graphicFrameLocks noChangeAspect="1"/>
          </p:cNvGraphicFramePr>
          <p:nvPr>
            <p:extLst>
              <p:ext uri="{D42A27DB-BD31-4B8C-83A1-F6EECF244321}">
                <p14:modId xmlns:p14="http://schemas.microsoft.com/office/powerpoint/2010/main" val="3302848175"/>
              </p:ext>
            </p:extLst>
          </p:nvPr>
        </p:nvGraphicFramePr>
        <p:xfrm>
          <a:off x="2631681" y="4901721"/>
          <a:ext cx="1727200" cy="457200"/>
        </p:xfrm>
        <a:graphic>
          <a:graphicData uri="http://schemas.openxmlformats.org/presentationml/2006/ole">
            <mc:AlternateContent xmlns:mc="http://schemas.openxmlformats.org/markup-compatibility/2006">
              <mc:Choice xmlns:v="urn:schemas-microsoft-com:vml" Requires="v">
                <p:oleObj name="Equation" r:id="rId33" imgW="1726920" imgH="457200" progId="Equation.DSMT4">
                  <p:embed/>
                </p:oleObj>
              </mc:Choice>
              <mc:Fallback>
                <p:oleObj name="Equation" r:id="rId33" imgW="1726920" imgH="457200" progId="Equation.DSMT4">
                  <p:embed/>
                  <p:pic>
                    <p:nvPicPr>
                      <p:cNvPr id="0" name=""/>
                      <p:cNvPicPr/>
                      <p:nvPr/>
                    </p:nvPicPr>
                    <p:blipFill>
                      <a:blip r:embed="rId34"/>
                      <a:stretch>
                        <a:fillRect/>
                      </a:stretch>
                    </p:blipFill>
                    <p:spPr>
                      <a:xfrm>
                        <a:off x="2631681" y="4901721"/>
                        <a:ext cx="1727200" cy="4572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67394C8A-32B1-4D46-AFBF-1B74975EFA14}"/>
              </a:ext>
            </a:extLst>
          </p:cNvPr>
          <p:cNvGraphicFramePr>
            <a:graphicFrameLocks noChangeAspect="1"/>
          </p:cNvGraphicFramePr>
          <p:nvPr>
            <p:extLst>
              <p:ext uri="{D42A27DB-BD31-4B8C-83A1-F6EECF244321}">
                <p14:modId xmlns:p14="http://schemas.microsoft.com/office/powerpoint/2010/main" val="195908093"/>
              </p:ext>
            </p:extLst>
          </p:nvPr>
        </p:nvGraphicFramePr>
        <p:xfrm>
          <a:off x="735986" y="5462440"/>
          <a:ext cx="419100" cy="203200"/>
        </p:xfrm>
        <a:graphic>
          <a:graphicData uri="http://schemas.openxmlformats.org/presentationml/2006/ole">
            <mc:AlternateContent xmlns:mc="http://schemas.openxmlformats.org/markup-compatibility/2006">
              <mc:Choice xmlns:v="urn:schemas-microsoft-com:vml" Requires="v">
                <p:oleObj name="Equation" r:id="rId35" imgW="419040" imgH="203040" progId="Equation.DSMT4">
                  <p:embed/>
                </p:oleObj>
              </mc:Choice>
              <mc:Fallback>
                <p:oleObj name="Equation" r:id="rId35" imgW="419040" imgH="203040" progId="Equation.DSMT4">
                  <p:embed/>
                  <p:pic>
                    <p:nvPicPr>
                      <p:cNvPr id="19" name="Object 18">
                        <a:extLst>
                          <a:ext uri="{FF2B5EF4-FFF2-40B4-BE49-F238E27FC236}">
                            <a16:creationId xmlns:a16="http://schemas.microsoft.com/office/drawing/2014/main" id="{67394C8A-32B1-4D46-AFBF-1B74975EFA14}"/>
                          </a:ext>
                        </a:extLst>
                      </p:cNvPr>
                      <p:cNvPicPr/>
                      <p:nvPr/>
                    </p:nvPicPr>
                    <p:blipFill>
                      <a:blip r:embed="rId36"/>
                      <a:stretch>
                        <a:fillRect/>
                      </a:stretch>
                    </p:blipFill>
                    <p:spPr>
                      <a:xfrm>
                        <a:off x="735986" y="5462440"/>
                        <a:ext cx="419100" cy="2032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4EC55011-86E9-4C9E-ADC5-F49A538FA69D}"/>
              </a:ext>
            </a:extLst>
          </p:cNvPr>
          <p:cNvGraphicFramePr>
            <a:graphicFrameLocks noChangeAspect="1"/>
          </p:cNvGraphicFramePr>
          <p:nvPr>
            <p:extLst>
              <p:ext uri="{D42A27DB-BD31-4B8C-83A1-F6EECF244321}">
                <p14:modId xmlns:p14="http://schemas.microsoft.com/office/powerpoint/2010/main" val="2163642331"/>
              </p:ext>
            </p:extLst>
          </p:nvPr>
        </p:nvGraphicFramePr>
        <p:xfrm>
          <a:off x="2638989" y="5451737"/>
          <a:ext cx="2133600" cy="203200"/>
        </p:xfrm>
        <a:graphic>
          <a:graphicData uri="http://schemas.openxmlformats.org/presentationml/2006/ole">
            <mc:AlternateContent xmlns:mc="http://schemas.openxmlformats.org/markup-compatibility/2006">
              <mc:Choice xmlns:v="urn:schemas-microsoft-com:vml" Requires="v">
                <p:oleObj name="Equation" r:id="rId37" imgW="2133360" imgH="203040" progId="Equation.DSMT4">
                  <p:embed/>
                </p:oleObj>
              </mc:Choice>
              <mc:Fallback>
                <p:oleObj name="Equation" r:id="rId37" imgW="2133360" imgH="203040" progId="Equation.DSMT4">
                  <p:embed/>
                  <p:pic>
                    <p:nvPicPr>
                      <p:cNvPr id="20" name="Object 19">
                        <a:extLst>
                          <a:ext uri="{FF2B5EF4-FFF2-40B4-BE49-F238E27FC236}">
                            <a16:creationId xmlns:a16="http://schemas.microsoft.com/office/drawing/2014/main" id="{4EC55011-86E9-4C9E-ADC5-F49A538FA69D}"/>
                          </a:ext>
                        </a:extLst>
                      </p:cNvPr>
                      <p:cNvPicPr/>
                      <p:nvPr/>
                    </p:nvPicPr>
                    <p:blipFill>
                      <a:blip r:embed="rId38"/>
                      <a:stretch>
                        <a:fillRect/>
                      </a:stretch>
                    </p:blipFill>
                    <p:spPr>
                      <a:xfrm>
                        <a:off x="2638989" y="5451737"/>
                        <a:ext cx="2133600" cy="203200"/>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869F0998-1BAC-486D-A5B1-C05E7B13A2DC}"/>
              </a:ext>
            </a:extLst>
          </p:cNvPr>
          <p:cNvGraphicFramePr>
            <a:graphicFrameLocks noChangeAspect="1"/>
          </p:cNvGraphicFramePr>
          <p:nvPr>
            <p:extLst>
              <p:ext uri="{D42A27DB-BD31-4B8C-83A1-F6EECF244321}">
                <p14:modId xmlns:p14="http://schemas.microsoft.com/office/powerpoint/2010/main" val="1793093327"/>
              </p:ext>
            </p:extLst>
          </p:nvPr>
        </p:nvGraphicFramePr>
        <p:xfrm>
          <a:off x="2625725" y="5684838"/>
          <a:ext cx="2197100" cy="203200"/>
        </p:xfrm>
        <a:graphic>
          <a:graphicData uri="http://schemas.openxmlformats.org/presentationml/2006/ole">
            <mc:AlternateContent xmlns:mc="http://schemas.openxmlformats.org/markup-compatibility/2006">
              <mc:Choice xmlns:v="urn:schemas-microsoft-com:vml" Requires="v">
                <p:oleObj name="Equation" r:id="rId39" imgW="2197080" imgH="203040" progId="Equation.DSMT4">
                  <p:embed/>
                </p:oleObj>
              </mc:Choice>
              <mc:Fallback>
                <p:oleObj name="Equation" r:id="rId39" imgW="2197080" imgH="203040" progId="Equation.DSMT4">
                  <p:embed/>
                  <p:pic>
                    <p:nvPicPr>
                      <p:cNvPr id="0" name=""/>
                      <p:cNvPicPr/>
                      <p:nvPr/>
                    </p:nvPicPr>
                    <p:blipFill>
                      <a:blip r:embed="rId40"/>
                      <a:stretch>
                        <a:fillRect/>
                      </a:stretch>
                    </p:blipFill>
                    <p:spPr>
                      <a:xfrm>
                        <a:off x="2625725" y="5684838"/>
                        <a:ext cx="2197100" cy="2032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BAA118DB-2C21-4DA0-907C-BCBA56867020}"/>
              </a:ext>
            </a:extLst>
          </p:cNvPr>
          <p:cNvGraphicFramePr>
            <a:graphicFrameLocks noChangeAspect="1"/>
          </p:cNvGraphicFramePr>
          <p:nvPr>
            <p:extLst>
              <p:ext uri="{D42A27DB-BD31-4B8C-83A1-F6EECF244321}">
                <p14:modId xmlns:p14="http://schemas.microsoft.com/office/powerpoint/2010/main" val="2361587734"/>
              </p:ext>
            </p:extLst>
          </p:nvPr>
        </p:nvGraphicFramePr>
        <p:xfrm>
          <a:off x="727179" y="5993428"/>
          <a:ext cx="698500" cy="177800"/>
        </p:xfrm>
        <a:graphic>
          <a:graphicData uri="http://schemas.openxmlformats.org/presentationml/2006/ole">
            <mc:AlternateContent xmlns:mc="http://schemas.openxmlformats.org/markup-compatibility/2006">
              <mc:Choice xmlns:v="urn:schemas-microsoft-com:vml" Requires="v">
                <p:oleObj name="Equation" r:id="rId41" imgW="698400" imgH="177480" progId="Equation.DSMT4">
                  <p:embed/>
                </p:oleObj>
              </mc:Choice>
              <mc:Fallback>
                <p:oleObj name="Equation" r:id="rId41" imgW="698400" imgH="177480" progId="Equation.DSMT4">
                  <p:embed/>
                  <p:pic>
                    <p:nvPicPr>
                      <p:cNvPr id="29" name="Object 28">
                        <a:extLst>
                          <a:ext uri="{FF2B5EF4-FFF2-40B4-BE49-F238E27FC236}">
                            <a16:creationId xmlns:a16="http://schemas.microsoft.com/office/drawing/2014/main" id="{BAA118DB-2C21-4DA0-907C-BCBA56867020}"/>
                          </a:ext>
                        </a:extLst>
                      </p:cNvPr>
                      <p:cNvPicPr/>
                      <p:nvPr/>
                    </p:nvPicPr>
                    <p:blipFill>
                      <a:blip r:embed="rId42"/>
                      <a:stretch>
                        <a:fillRect/>
                      </a:stretch>
                    </p:blipFill>
                    <p:spPr>
                      <a:xfrm>
                        <a:off x="727179" y="5993428"/>
                        <a:ext cx="698500" cy="1778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23E35680-4554-48F0-A5A8-9916A77CAEB9}"/>
              </a:ext>
            </a:extLst>
          </p:cNvPr>
          <p:cNvGraphicFramePr>
            <a:graphicFrameLocks noChangeAspect="1"/>
          </p:cNvGraphicFramePr>
          <p:nvPr>
            <p:extLst>
              <p:ext uri="{D42A27DB-BD31-4B8C-83A1-F6EECF244321}">
                <p14:modId xmlns:p14="http://schemas.microsoft.com/office/powerpoint/2010/main" val="2474150927"/>
              </p:ext>
            </p:extLst>
          </p:nvPr>
        </p:nvGraphicFramePr>
        <p:xfrm>
          <a:off x="2625200" y="6002389"/>
          <a:ext cx="3175000" cy="203200"/>
        </p:xfrm>
        <a:graphic>
          <a:graphicData uri="http://schemas.openxmlformats.org/presentationml/2006/ole">
            <mc:AlternateContent xmlns:mc="http://schemas.openxmlformats.org/markup-compatibility/2006">
              <mc:Choice xmlns:v="urn:schemas-microsoft-com:vml" Requires="v">
                <p:oleObj name="Equation" r:id="rId43" imgW="3174840" imgH="203040" progId="Equation.DSMT4">
                  <p:embed/>
                </p:oleObj>
              </mc:Choice>
              <mc:Fallback>
                <p:oleObj name="Equation" r:id="rId43" imgW="3174840" imgH="203040" progId="Equation.DSMT4">
                  <p:embed/>
                  <p:pic>
                    <p:nvPicPr>
                      <p:cNvPr id="30" name="Object 29">
                        <a:extLst>
                          <a:ext uri="{FF2B5EF4-FFF2-40B4-BE49-F238E27FC236}">
                            <a16:creationId xmlns:a16="http://schemas.microsoft.com/office/drawing/2014/main" id="{23E35680-4554-48F0-A5A8-9916A77CAEB9}"/>
                          </a:ext>
                        </a:extLst>
                      </p:cNvPr>
                      <p:cNvPicPr/>
                      <p:nvPr/>
                    </p:nvPicPr>
                    <p:blipFill>
                      <a:blip r:embed="rId44"/>
                      <a:stretch>
                        <a:fillRect/>
                      </a:stretch>
                    </p:blipFill>
                    <p:spPr>
                      <a:xfrm>
                        <a:off x="2625200" y="6002389"/>
                        <a:ext cx="3175000" cy="2032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81A552FA-C12C-45F8-ADC3-F48B7E410C1F}"/>
              </a:ext>
            </a:extLst>
          </p:cNvPr>
          <p:cNvGraphicFramePr>
            <a:graphicFrameLocks noChangeAspect="1"/>
          </p:cNvGraphicFramePr>
          <p:nvPr>
            <p:extLst>
              <p:ext uri="{D42A27DB-BD31-4B8C-83A1-F6EECF244321}">
                <p14:modId xmlns:p14="http://schemas.microsoft.com/office/powerpoint/2010/main" val="3587795859"/>
              </p:ext>
            </p:extLst>
          </p:nvPr>
        </p:nvGraphicFramePr>
        <p:xfrm>
          <a:off x="2607449" y="6245136"/>
          <a:ext cx="4965700" cy="203200"/>
        </p:xfrm>
        <a:graphic>
          <a:graphicData uri="http://schemas.openxmlformats.org/presentationml/2006/ole">
            <mc:AlternateContent xmlns:mc="http://schemas.openxmlformats.org/markup-compatibility/2006">
              <mc:Choice xmlns:v="urn:schemas-microsoft-com:vml" Requires="v">
                <p:oleObj name="Equation" r:id="rId45" imgW="4965480" imgH="203040" progId="Equation.DSMT4">
                  <p:embed/>
                </p:oleObj>
              </mc:Choice>
              <mc:Fallback>
                <p:oleObj name="Equation" r:id="rId45" imgW="4965480" imgH="203040" progId="Equation.DSMT4">
                  <p:embed/>
                  <p:pic>
                    <p:nvPicPr>
                      <p:cNvPr id="31" name="Object 30">
                        <a:extLst>
                          <a:ext uri="{FF2B5EF4-FFF2-40B4-BE49-F238E27FC236}">
                            <a16:creationId xmlns:a16="http://schemas.microsoft.com/office/drawing/2014/main" id="{81A552FA-C12C-45F8-ADC3-F48B7E410C1F}"/>
                          </a:ext>
                        </a:extLst>
                      </p:cNvPr>
                      <p:cNvPicPr/>
                      <p:nvPr/>
                    </p:nvPicPr>
                    <p:blipFill>
                      <a:blip r:embed="rId46"/>
                      <a:stretch>
                        <a:fillRect/>
                      </a:stretch>
                    </p:blipFill>
                    <p:spPr>
                      <a:xfrm>
                        <a:off x="2607449" y="6245136"/>
                        <a:ext cx="4965700" cy="2032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61</a:t>
            </a:fld>
            <a:endParaRPr lang="en-US"/>
          </a:p>
        </p:txBody>
      </p:sp>
    </p:spTree>
    <p:extLst>
      <p:ext uri="{BB962C8B-B14F-4D97-AF65-F5344CB8AC3E}">
        <p14:creationId xmlns:p14="http://schemas.microsoft.com/office/powerpoint/2010/main" val="10709063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200" dirty="0"/>
              <a:t>Example: Anesthesia Effectiveness </a:t>
            </a:r>
            <a:r>
              <a:rPr lang="en-US" sz="1000" b="0" dirty="0"/>
              <a:t>3</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203221"/>
          </a:xfrm>
        </p:spPr>
        <p:txBody>
          <a:bodyPr vert="vert" rIns="0"/>
          <a:lstStyle/>
          <a:p>
            <a:r>
              <a:rPr lang="en-US" b="1" dirty="0"/>
              <a:t>L</a:t>
            </a:r>
            <a:r>
              <a:rPr lang="en-US" sz="100" b="1" dirty="0"/>
              <a:t> </a:t>
            </a:r>
            <a:r>
              <a:rPr lang="en-US" b="1" dirty="0"/>
              <a:t>O 7.9</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081549"/>
            <a:ext cx="8121161" cy="2271252"/>
          </a:xfrm>
        </p:spPr>
        <p:txBody>
          <a:bodyPr/>
          <a:lstStyle/>
          <a:p>
            <a:pPr marL="292608" indent="-292608">
              <a:buFont typeface="Arial" panose="020B0604020202020204" pitchFamily="34" charset="0"/>
              <a:buChar char="•"/>
            </a:pPr>
            <a:r>
              <a:rPr lang="en-US" dirty="0">
                <a:solidFill>
                  <a:schemeClr val="tx1"/>
                </a:solidFill>
              </a:rPr>
              <a:t>An oral surgeon injects a painkiller prior to extracting a tooth. Given the varying characteristics of patients, the dentist views the time for anesthesia effectiveness as a triangular random variable that takes between 15 minutes and 30 minutes, with 20 minutes as the most likely time. Setting </a:t>
            </a:r>
            <a:r>
              <a:rPr lang="en-US" i="1" dirty="0">
                <a:solidFill>
                  <a:schemeClr val="tx1"/>
                </a:solidFill>
              </a:rPr>
              <a:t>a</a:t>
            </a:r>
            <a:r>
              <a:rPr lang="en-US" dirty="0">
                <a:solidFill>
                  <a:schemeClr val="tx1"/>
                </a:solidFill>
              </a:rPr>
              <a:t> = 15, </a:t>
            </a:r>
            <a:r>
              <a:rPr lang="en-US" i="1" dirty="0">
                <a:solidFill>
                  <a:schemeClr val="tx1"/>
                </a:solidFill>
              </a:rPr>
              <a:t>b</a:t>
            </a:r>
            <a:r>
              <a:rPr lang="en-US" dirty="0">
                <a:solidFill>
                  <a:schemeClr val="tx1"/>
                </a:solidFill>
              </a:rPr>
              <a:t> = 20, and </a:t>
            </a:r>
            <a:r>
              <a:rPr lang="en-US" i="1" dirty="0">
                <a:solidFill>
                  <a:schemeClr val="tx1"/>
                </a:solidFill>
              </a:rPr>
              <a:t>c</a:t>
            </a:r>
            <a:r>
              <a:rPr lang="en-US" dirty="0">
                <a:solidFill>
                  <a:schemeClr val="tx1"/>
                </a:solidFill>
              </a:rPr>
              <a:t> = 30, we obtain.</a:t>
            </a:r>
          </a:p>
        </p:txBody>
      </p:sp>
      <p:graphicFrame>
        <p:nvGraphicFramePr>
          <p:cNvPr id="6" name="Object 5">
            <a:extLst>
              <a:ext uri="{FF2B5EF4-FFF2-40B4-BE49-F238E27FC236}">
                <a16:creationId xmlns:a16="http://schemas.microsoft.com/office/drawing/2014/main" id="{6A3179DE-26C6-44B8-B20A-305495A44B21}"/>
              </a:ext>
            </a:extLst>
          </p:cNvPr>
          <p:cNvGraphicFramePr>
            <a:graphicFrameLocks noChangeAspect="1"/>
          </p:cNvGraphicFramePr>
          <p:nvPr>
            <p:extLst>
              <p:ext uri="{D42A27DB-BD31-4B8C-83A1-F6EECF244321}">
                <p14:modId xmlns:p14="http://schemas.microsoft.com/office/powerpoint/2010/main" val="3027001412"/>
              </p:ext>
            </p:extLst>
          </p:nvPr>
        </p:nvGraphicFramePr>
        <p:xfrm>
          <a:off x="1640758" y="3485536"/>
          <a:ext cx="5245100" cy="736600"/>
        </p:xfrm>
        <a:graphic>
          <a:graphicData uri="http://schemas.openxmlformats.org/presentationml/2006/ole">
            <mc:AlternateContent xmlns:mc="http://schemas.openxmlformats.org/markup-compatibility/2006">
              <mc:Choice xmlns:v="urn:schemas-microsoft-com:vml" Requires="v">
                <p:oleObj name="Equation" r:id="rId2" imgW="5244840" imgH="736560" progId="Equation.DSMT4">
                  <p:embed/>
                </p:oleObj>
              </mc:Choice>
              <mc:Fallback>
                <p:oleObj name="Equation" r:id="rId2" imgW="5244840" imgH="736560" progId="Equation.DSMT4">
                  <p:embed/>
                  <p:pic>
                    <p:nvPicPr>
                      <p:cNvPr id="0" name=""/>
                      <p:cNvPicPr/>
                      <p:nvPr/>
                    </p:nvPicPr>
                    <p:blipFill>
                      <a:blip r:embed="rId3"/>
                      <a:stretch>
                        <a:fillRect/>
                      </a:stretch>
                    </p:blipFill>
                    <p:spPr>
                      <a:xfrm>
                        <a:off x="1640758" y="3485536"/>
                        <a:ext cx="5245100" cy="7366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45435C9-36B7-4442-AA97-BE87B62F4DDF}"/>
              </a:ext>
            </a:extLst>
          </p:cNvPr>
          <p:cNvGraphicFramePr>
            <a:graphicFrameLocks noChangeAspect="1"/>
          </p:cNvGraphicFramePr>
          <p:nvPr>
            <p:extLst>
              <p:ext uri="{D42A27DB-BD31-4B8C-83A1-F6EECF244321}">
                <p14:modId xmlns:p14="http://schemas.microsoft.com/office/powerpoint/2010/main" val="3878320449"/>
              </p:ext>
            </p:extLst>
          </p:nvPr>
        </p:nvGraphicFramePr>
        <p:xfrm>
          <a:off x="1640758" y="4295879"/>
          <a:ext cx="3898900" cy="863600"/>
        </p:xfrm>
        <a:graphic>
          <a:graphicData uri="http://schemas.openxmlformats.org/presentationml/2006/ole">
            <mc:AlternateContent xmlns:mc="http://schemas.openxmlformats.org/markup-compatibility/2006">
              <mc:Choice xmlns:v="urn:schemas-microsoft-com:vml" Requires="v">
                <p:oleObj name="Equation" r:id="rId4" imgW="3898800" imgH="863280" progId="Equation.DSMT4">
                  <p:embed/>
                </p:oleObj>
              </mc:Choice>
              <mc:Fallback>
                <p:oleObj name="Equation" r:id="rId4" imgW="3898800" imgH="863280" progId="Equation.DSMT4">
                  <p:embed/>
                  <p:pic>
                    <p:nvPicPr>
                      <p:cNvPr id="0" name=""/>
                      <p:cNvPicPr/>
                      <p:nvPr/>
                    </p:nvPicPr>
                    <p:blipFill>
                      <a:blip r:embed="rId5"/>
                      <a:stretch>
                        <a:fillRect/>
                      </a:stretch>
                    </p:blipFill>
                    <p:spPr>
                      <a:xfrm>
                        <a:off x="1640758" y="4295879"/>
                        <a:ext cx="3898900" cy="8636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DCDA89CF-F9C8-455E-A61E-158430E6673B}"/>
              </a:ext>
            </a:extLst>
          </p:cNvPr>
          <p:cNvGraphicFramePr>
            <a:graphicFrameLocks noChangeAspect="1"/>
          </p:cNvGraphicFramePr>
          <p:nvPr>
            <p:extLst>
              <p:ext uri="{D42A27DB-BD31-4B8C-83A1-F6EECF244321}">
                <p14:modId xmlns:p14="http://schemas.microsoft.com/office/powerpoint/2010/main" val="3287447642"/>
              </p:ext>
            </p:extLst>
          </p:nvPr>
        </p:nvGraphicFramePr>
        <p:xfrm>
          <a:off x="1827213" y="5222875"/>
          <a:ext cx="6540500" cy="863600"/>
        </p:xfrm>
        <a:graphic>
          <a:graphicData uri="http://schemas.openxmlformats.org/presentationml/2006/ole">
            <mc:AlternateContent xmlns:mc="http://schemas.openxmlformats.org/markup-compatibility/2006">
              <mc:Choice xmlns:v="urn:schemas-microsoft-com:vml" Requires="v">
                <p:oleObj name="Equation" r:id="rId6" imgW="6540480" imgH="863280" progId="Equation.DSMT4">
                  <p:embed/>
                </p:oleObj>
              </mc:Choice>
              <mc:Fallback>
                <p:oleObj name="Equation" r:id="rId6" imgW="6540480" imgH="863280" progId="Equation.DSMT4">
                  <p:embed/>
                  <p:pic>
                    <p:nvPicPr>
                      <p:cNvPr id="0" name=""/>
                      <p:cNvPicPr/>
                      <p:nvPr/>
                    </p:nvPicPr>
                    <p:blipFill>
                      <a:blip r:embed="rId7"/>
                      <a:stretch>
                        <a:fillRect/>
                      </a:stretch>
                    </p:blipFill>
                    <p:spPr>
                      <a:xfrm>
                        <a:off x="1827213" y="5222875"/>
                        <a:ext cx="6540500" cy="8636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B191BCE-3BAD-481F-80BD-1D5664D419D1}"/>
              </a:ext>
            </a:extLst>
          </p:cNvPr>
          <p:cNvGraphicFramePr>
            <a:graphicFrameLocks noChangeAspect="1"/>
          </p:cNvGraphicFramePr>
          <p:nvPr>
            <p:extLst>
              <p:ext uri="{D42A27DB-BD31-4B8C-83A1-F6EECF244321}">
                <p14:modId xmlns:p14="http://schemas.microsoft.com/office/powerpoint/2010/main" val="3474086462"/>
              </p:ext>
            </p:extLst>
          </p:nvPr>
        </p:nvGraphicFramePr>
        <p:xfrm>
          <a:off x="1916063" y="6192687"/>
          <a:ext cx="1854200" cy="279400"/>
        </p:xfrm>
        <a:graphic>
          <a:graphicData uri="http://schemas.openxmlformats.org/presentationml/2006/ole">
            <mc:AlternateContent xmlns:mc="http://schemas.openxmlformats.org/markup-compatibility/2006">
              <mc:Choice xmlns:v="urn:schemas-microsoft-com:vml" Requires="v">
                <p:oleObj name="Equation" r:id="rId8" imgW="1854000" imgH="279360" progId="Equation.DSMT4">
                  <p:embed/>
                </p:oleObj>
              </mc:Choice>
              <mc:Fallback>
                <p:oleObj name="Equation" r:id="rId8" imgW="1854000" imgH="279360" progId="Equation.DSMT4">
                  <p:embed/>
                  <p:pic>
                    <p:nvPicPr>
                      <p:cNvPr id="0" name=""/>
                      <p:cNvPicPr/>
                      <p:nvPr/>
                    </p:nvPicPr>
                    <p:blipFill>
                      <a:blip r:embed="rId9"/>
                      <a:stretch>
                        <a:fillRect/>
                      </a:stretch>
                    </p:blipFill>
                    <p:spPr>
                      <a:xfrm>
                        <a:off x="1916063" y="6192687"/>
                        <a:ext cx="1854200" cy="2794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62</a:t>
            </a:fld>
            <a:endParaRPr lang="en-US"/>
          </a:p>
        </p:txBody>
      </p:sp>
    </p:spTree>
    <p:extLst>
      <p:ext uri="{BB962C8B-B14F-4D97-AF65-F5344CB8AC3E}">
        <p14:creationId xmlns:p14="http://schemas.microsoft.com/office/powerpoint/2010/main" val="4469294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200" dirty="0"/>
              <a:t>Example: Anesthesia Effectiveness </a:t>
            </a:r>
            <a:r>
              <a:rPr lang="en-US" sz="1000" b="0" dirty="0"/>
              <a:t>4</a:t>
            </a:r>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78644" y="54079"/>
            <a:ext cx="530942" cy="1199535"/>
          </a:xfrm>
        </p:spPr>
        <p:txBody>
          <a:bodyPr vert="vert" rIns="0"/>
          <a:lstStyle/>
          <a:p>
            <a:r>
              <a:rPr lang="en-US" b="1" dirty="0"/>
              <a:t>L</a:t>
            </a:r>
            <a:r>
              <a:rPr lang="en-US" sz="100" b="1" dirty="0"/>
              <a:t> </a:t>
            </a:r>
            <a:r>
              <a:rPr lang="en-US" b="1" dirty="0"/>
              <a:t>O 7.9</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1199535"/>
          </a:xfrm>
        </p:spPr>
        <p:txBody>
          <a:bodyPr/>
          <a:lstStyle/>
          <a:p>
            <a:pPr marL="292608" indent="-292608">
              <a:buFont typeface="Arial" panose="020B0604020202020204" pitchFamily="34" charset="0"/>
              <a:buChar char="•"/>
            </a:pPr>
            <a:r>
              <a:rPr lang="en-US" dirty="0">
                <a:solidFill>
                  <a:schemeClr val="tx1"/>
                </a:solidFill>
              </a:rPr>
              <a:t>Using the cumulative distribution function or C</a:t>
            </a:r>
            <a:r>
              <a:rPr lang="en-US" sz="100" dirty="0">
                <a:solidFill>
                  <a:schemeClr val="tx1"/>
                </a:solidFill>
              </a:rPr>
              <a:t> </a:t>
            </a:r>
            <a:r>
              <a:rPr lang="en-US" dirty="0">
                <a:solidFill>
                  <a:schemeClr val="tx1"/>
                </a:solidFill>
              </a:rPr>
              <a:t>D</a:t>
            </a:r>
            <a:r>
              <a:rPr lang="en-US" sz="100" dirty="0">
                <a:solidFill>
                  <a:schemeClr val="tx1"/>
                </a:solidFill>
              </a:rPr>
              <a:t> </a:t>
            </a:r>
            <a:r>
              <a:rPr lang="en-US" dirty="0">
                <a:solidFill>
                  <a:schemeClr val="tx1"/>
                </a:solidFill>
              </a:rPr>
              <a:t>F, we can calculate the probability of taking less than </a:t>
            </a:r>
            <a:r>
              <a:rPr lang="en-US" i="1" dirty="0">
                <a:solidFill>
                  <a:schemeClr val="tx1"/>
                </a:solidFill>
              </a:rPr>
              <a:t>x</a:t>
            </a:r>
            <a:r>
              <a:rPr lang="en-US" dirty="0">
                <a:solidFill>
                  <a:schemeClr val="tx1"/>
                </a:solidFill>
              </a:rPr>
              <a:t> minutes:</a:t>
            </a:r>
            <a:endParaRPr lang="en-US" b="1" dirty="0">
              <a:solidFill>
                <a:schemeClr val="tx1"/>
              </a:solidFill>
            </a:endParaRPr>
          </a:p>
        </p:txBody>
      </p:sp>
      <p:graphicFrame>
        <p:nvGraphicFramePr>
          <p:cNvPr id="23" name="Object 22">
            <a:extLst>
              <a:ext uri="{FF2B5EF4-FFF2-40B4-BE49-F238E27FC236}">
                <a16:creationId xmlns:a16="http://schemas.microsoft.com/office/drawing/2014/main" id="{2D9DB5F8-2819-4ED4-AF09-3E560CE47B29}"/>
              </a:ext>
            </a:extLst>
          </p:cNvPr>
          <p:cNvGraphicFramePr>
            <a:graphicFrameLocks noChangeAspect="1"/>
          </p:cNvGraphicFramePr>
          <p:nvPr>
            <p:extLst>
              <p:ext uri="{D42A27DB-BD31-4B8C-83A1-F6EECF244321}">
                <p14:modId xmlns:p14="http://schemas.microsoft.com/office/powerpoint/2010/main" val="244247466"/>
              </p:ext>
            </p:extLst>
          </p:nvPr>
        </p:nvGraphicFramePr>
        <p:xfrm>
          <a:off x="1905000" y="2420938"/>
          <a:ext cx="4940300" cy="838200"/>
        </p:xfrm>
        <a:graphic>
          <a:graphicData uri="http://schemas.openxmlformats.org/presentationml/2006/ole">
            <mc:AlternateContent xmlns:mc="http://schemas.openxmlformats.org/markup-compatibility/2006">
              <mc:Choice xmlns:v="urn:schemas-microsoft-com:vml" Requires="v">
                <p:oleObj name="Equation" r:id="rId2" imgW="4940280" imgH="838080" progId="Equation.DSMT4">
                  <p:embed/>
                </p:oleObj>
              </mc:Choice>
              <mc:Fallback>
                <p:oleObj name="Equation" r:id="rId2" imgW="4940280" imgH="838080" progId="Equation.DSMT4">
                  <p:embed/>
                  <p:pic>
                    <p:nvPicPr>
                      <p:cNvPr id="0" name=""/>
                      <p:cNvPicPr/>
                      <p:nvPr/>
                    </p:nvPicPr>
                    <p:blipFill>
                      <a:blip r:embed="rId3"/>
                      <a:stretch>
                        <a:fillRect/>
                      </a:stretch>
                    </p:blipFill>
                    <p:spPr>
                      <a:xfrm>
                        <a:off x="1905000" y="2420938"/>
                        <a:ext cx="4940300" cy="8382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16E9B0D2-E147-4586-A802-6A3579B4F470}"/>
              </a:ext>
            </a:extLst>
          </p:cNvPr>
          <p:cNvGraphicFramePr>
            <a:graphicFrameLocks noChangeAspect="1"/>
          </p:cNvGraphicFramePr>
          <p:nvPr>
            <p:extLst>
              <p:ext uri="{D42A27DB-BD31-4B8C-83A1-F6EECF244321}">
                <p14:modId xmlns:p14="http://schemas.microsoft.com/office/powerpoint/2010/main" val="2547514012"/>
              </p:ext>
            </p:extLst>
          </p:nvPr>
        </p:nvGraphicFramePr>
        <p:xfrm>
          <a:off x="1936750" y="3444875"/>
          <a:ext cx="5257800" cy="838200"/>
        </p:xfrm>
        <a:graphic>
          <a:graphicData uri="http://schemas.openxmlformats.org/presentationml/2006/ole">
            <mc:AlternateContent xmlns:mc="http://schemas.openxmlformats.org/markup-compatibility/2006">
              <mc:Choice xmlns:v="urn:schemas-microsoft-com:vml" Requires="v">
                <p:oleObj name="Equation" r:id="rId4" imgW="5257800" imgH="838080" progId="Equation.DSMT4">
                  <p:embed/>
                </p:oleObj>
              </mc:Choice>
              <mc:Fallback>
                <p:oleObj name="Equation" r:id="rId4" imgW="5257800" imgH="838080" progId="Equation.DSMT4">
                  <p:embed/>
                  <p:pic>
                    <p:nvPicPr>
                      <p:cNvPr id="0" name=""/>
                      <p:cNvPicPr/>
                      <p:nvPr/>
                    </p:nvPicPr>
                    <p:blipFill>
                      <a:blip r:embed="rId5"/>
                      <a:stretch>
                        <a:fillRect/>
                      </a:stretch>
                    </p:blipFill>
                    <p:spPr>
                      <a:xfrm>
                        <a:off x="1936750" y="3444875"/>
                        <a:ext cx="5257800" cy="8382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2" y="4422777"/>
            <a:ext cx="8014517" cy="807984"/>
          </a:xfrm>
        </p:spPr>
        <p:txBody>
          <a:bodyPr/>
          <a:lstStyle/>
          <a:p>
            <a:pPr marL="292608" indent="-292608">
              <a:buFont typeface="Arial" panose="020B0604020202020204" pitchFamily="34" charset="0"/>
              <a:buChar char="•"/>
            </a:pPr>
            <a:r>
              <a:rPr lang="en-US" dirty="0"/>
              <a:t>For example, the probability that the anesthetic takes less than 25 minutes is,</a:t>
            </a:r>
          </a:p>
        </p:txBody>
      </p:sp>
      <p:graphicFrame>
        <p:nvGraphicFramePr>
          <p:cNvPr id="26" name="Object 25">
            <a:extLst>
              <a:ext uri="{FF2B5EF4-FFF2-40B4-BE49-F238E27FC236}">
                <a16:creationId xmlns:a16="http://schemas.microsoft.com/office/drawing/2014/main" id="{D7BE59AC-6084-4702-B789-C9DD70916696}"/>
              </a:ext>
            </a:extLst>
          </p:cNvPr>
          <p:cNvGraphicFramePr>
            <a:graphicFrameLocks noChangeAspect="1"/>
          </p:cNvGraphicFramePr>
          <p:nvPr>
            <p:extLst>
              <p:ext uri="{D42A27DB-BD31-4B8C-83A1-F6EECF244321}">
                <p14:modId xmlns:p14="http://schemas.microsoft.com/office/powerpoint/2010/main" val="3156585838"/>
              </p:ext>
            </p:extLst>
          </p:nvPr>
        </p:nvGraphicFramePr>
        <p:xfrm>
          <a:off x="1847850" y="5502275"/>
          <a:ext cx="5346700" cy="838200"/>
        </p:xfrm>
        <a:graphic>
          <a:graphicData uri="http://schemas.openxmlformats.org/presentationml/2006/ole">
            <mc:AlternateContent xmlns:mc="http://schemas.openxmlformats.org/markup-compatibility/2006">
              <mc:Choice xmlns:v="urn:schemas-microsoft-com:vml" Requires="v">
                <p:oleObj name="Equation" r:id="rId6" imgW="5346360" imgH="838080" progId="Equation.DSMT4">
                  <p:embed/>
                </p:oleObj>
              </mc:Choice>
              <mc:Fallback>
                <p:oleObj name="Equation" r:id="rId6" imgW="5346360" imgH="838080" progId="Equation.DSMT4">
                  <p:embed/>
                  <p:pic>
                    <p:nvPicPr>
                      <p:cNvPr id="0" name=""/>
                      <p:cNvPicPr/>
                      <p:nvPr/>
                    </p:nvPicPr>
                    <p:blipFill>
                      <a:blip r:embed="rId7"/>
                      <a:stretch>
                        <a:fillRect/>
                      </a:stretch>
                    </p:blipFill>
                    <p:spPr>
                      <a:xfrm>
                        <a:off x="1847850" y="5502275"/>
                        <a:ext cx="5346700" cy="838200"/>
                      </a:xfrm>
                      <a:prstGeom prst="rect">
                        <a:avLst/>
                      </a:prstGeom>
                    </p:spPr>
                  </p:pic>
                </p:oleObj>
              </mc:Fallback>
            </mc:AlternateContent>
          </a:graphicData>
        </a:graphic>
      </p:graphicFrame>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63</a:t>
            </a:fld>
            <a:endParaRPr lang="en-US"/>
          </a:p>
        </p:txBody>
      </p:sp>
    </p:spTree>
    <p:extLst>
      <p:ext uri="{BB962C8B-B14F-4D97-AF65-F5344CB8AC3E}">
        <p14:creationId xmlns:p14="http://schemas.microsoft.com/office/powerpoint/2010/main" val="3439010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8E3A-B748-4F40-B327-43D4966A9E79}"/>
              </a:ext>
            </a:extLst>
          </p:cNvPr>
          <p:cNvSpPr>
            <a:spLocks noGrp="1"/>
          </p:cNvSpPr>
          <p:nvPr>
            <p:ph type="title"/>
          </p:nvPr>
        </p:nvSpPr>
        <p:spPr>
          <a:xfrm>
            <a:off x="342900" y="221518"/>
            <a:ext cx="7306129" cy="663853"/>
          </a:xfrm>
        </p:spPr>
        <p:txBody>
          <a:bodyPr>
            <a:normAutofit/>
          </a:bodyPr>
          <a:lstStyle/>
          <a:p>
            <a:r>
              <a:rPr lang="en-US" sz="3200" dirty="0"/>
              <a:t>Example: Anesthesia Effectiveness </a:t>
            </a:r>
            <a:r>
              <a:rPr lang="en-US" sz="1000" b="0" dirty="0"/>
              <a:t>5</a:t>
            </a:r>
            <a:endParaRPr lang="en-US" sz="3200" dirty="0"/>
          </a:p>
        </p:txBody>
      </p:sp>
      <p:sp>
        <p:nvSpPr>
          <p:cNvPr id="3" name="Content Placeholder 2">
            <a:extLst>
              <a:ext uri="{FF2B5EF4-FFF2-40B4-BE49-F238E27FC236}">
                <a16:creationId xmlns:a16="http://schemas.microsoft.com/office/drawing/2014/main" id="{46172520-5F27-469D-88FB-0ACAC767D4AF}"/>
              </a:ext>
            </a:extLst>
          </p:cNvPr>
          <p:cNvSpPr>
            <a:spLocks noGrp="1"/>
          </p:cNvSpPr>
          <p:nvPr>
            <p:ph sz="quarter" idx="11"/>
          </p:nvPr>
        </p:nvSpPr>
        <p:spPr>
          <a:xfrm>
            <a:off x="8621718" y="61166"/>
            <a:ext cx="484414" cy="1187671"/>
          </a:xfrm>
        </p:spPr>
        <p:txBody>
          <a:bodyPr vert="vert" rIns="0"/>
          <a:lstStyle/>
          <a:p>
            <a:r>
              <a:rPr lang="en-US" b="1" dirty="0"/>
              <a:t>L</a:t>
            </a:r>
            <a:r>
              <a:rPr lang="en-US" sz="100" b="1" dirty="0"/>
              <a:t> </a:t>
            </a:r>
            <a:r>
              <a:rPr lang="en-US" b="1" dirty="0"/>
              <a:t>O 7.9</a:t>
            </a:r>
          </a:p>
        </p:txBody>
      </p:sp>
      <p:sp>
        <p:nvSpPr>
          <p:cNvPr id="4" name="Content Placeholder 3">
            <a:extLst>
              <a:ext uri="{FF2B5EF4-FFF2-40B4-BE49-F238E27FC236}">
                <a16:creationId xmlns:a16="http://schemas.microsoft.com/office/drawing/2014/main" id="{B07B5444-8CDA-4875-B1E4-D5DAF42181C1}"/>
              </a:ext>
            </a:extLst>
          </p:cNvPr>
          <p:cNvSpPr>
            <a:spLocks noGrp="1"/>
          </p:cNvSpPr>
          <p:nvPr>
            <p:ph sz="quarter" idx="14"/>
          </p:nvPr>
        </p:nvSpPr>
        <p:spPr>
          <a:xfrm>
            <a:off x="342900" y="1091981"/>
            <a:ext cx="5303157" cy="452592"/>
          </a:xfrm>
        </p:spPr>
        <p:txBody>
          <a:bodyPr/>
          <a:lstStyle/>
          <a:p>
            <a:pPr marL="292608" indent="-292608">
              <a:buFont typeface="Arial" panose="020B0604020202020204" pitchFamily="34" charset="0"/>
              <a:buChar char="•"/>
            </a:pPr>
            <a:r>
              <a:rPr lang="en-US" sz="2200" dirty="0">
                <a:solidFill>
                  <a:schemeClr val="tx1"/>
                </a:solidFill>
              </a:rPr>
              <a:t>We are finding the small triangle’s area</a:t>
            </a:r>
            <a:endParaRPr lang="en-US" sz="2200" dirty="0"/>
          </a:p>
        </p:txBody>
      </p:sp>
      <p:graphicFrame>
        <p:nvGraphicFramePr>
          <p:cNvPr id="12" name="Object 11">
            <a:extLst>
              <a:ext uri="{FF2B5EF4-FFF2-40B4-BE49-F238E27FC236}">
                <a16:creationId xmlns:a16="http://schemas.microsoft.com/office/drawing/2014/main" id="{C3425FEE-179D-4F71-876C-C98A360619F9}"/>
              </a:ext>
            </a:extLst>
          </p:cNvPr>
          <p:cNvGraphicFramePr>
            <a:graphicFrameLocks noChangeAspect="1"/>
          </p:cNvGraphicFramePr>
          <p:nvPr>
            <p:extLst>
              <p:ext uri="{D42A27DB-BD31-4B8C-83A1-F6EECF244321}">
                <p14:modId xmlns:p14="http://schemas.microsoft.com/office/powerpoint/2010/main" val="2501266162"/>
              </p:ext>
            </p:extLst>
          </p:nvPr>
        </p:nvGraphicFramePr>
        <p:xfrm>
          <a:off x="5621296" y="1122865"/>
          <a:ext cx="2039620" cy="419100"/>
        </p:xfrm>
        <a:graphic>
          <a:graphicData uri="http://schemas.openxmlformats.org/presentationml/2006/ole">
            <mc:AlternateContent xmlns:mc="http://schemas.openxmlformats.org/markup-compatibility/2006">
              <mc:Choice xmlns:v="urn:schemas-microsoft-com:vml" Requires="v">
                <p:oleObj name="Equation" r:id="rId2" imgW="1854000" imgH="380880" progId="Equation.DSMT4">
                  <p:embed/>
                </p:oleObj>
              </mc:Choice>
              <mc:Fallback>
                <p:oleObj name="Equation" r:id="rId2" imgW="1854000" imgH="380880" progId="Equation.DSMT4">
                  <p:embed/>
                  <p:pic>
                    <p:nvPicPr>
                      <p:cNvPr id="0" name=""/>
                      <p:cNvPicPr/>
                      <p:nvPr/>
                    </p:nvPicPr>
                    <p:blipFill>
                      <a:blip r:embed="rId3"/>
                      <a:stretch>
                        <a:fillRect/>
                      </a:stretch>
                    </p:blipFill>
                    <p:spPr>
                      <a:xfrm>
                        <a:off x="5621296" y="1122865"/>
                        <a:ext cx="2039620" cy="4191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4C76896C-9F09-4A6C-8505-8582DC1D0768}"/>
              </a:ext>
            </a:extLst>
          </p:cNvPr>
          <p:cNvSpPr>
            <a:spLocks noGrp="1"/>
          </p:cNvSpPr>
          <p:nvPr>
            <p:ph sz="quarter" idx="15"/>
          </p:nvPr>
        </p:nvSpPr>
        <p:spPr>
          <a:xfrm>
            <a:off x="342900" y="1586472"/>
            <a:ext cx="7915729" cy="831089"/>
          </a:xfrm>
        </p:spPr>
        <p:txBody>
          <a:bodyPr tIns="0"/>
          <a:lstStyle/>
          <a:p>
            <a:pPr marL="292608"/>
            <a:r>
              <a:rPr lang="en-US" sz="2200" dirty="0">
                <a:solidFill>
                  <a:schemeClr val="tx1"/>
                </a:solidFill>
              </a:rPr>
              <a:t>and then subtracting from 1.</a:t>
            </a:r>
          </a:p>
          <a:p>
            <a:pPr marL="292608" indent="-292608">
              <a:buFont typeface="Arial" panose="020B0604020202020204" pitchFamily="34" charset="0"/>
              <a:buChar char="•"/>
            </a:pPr>
            <a:r>
              <a:rPr lang="en-US" sz="2200" dirty="0">
                <a:solidFill>
                  <a:schemeClr val="tx1"/>
                </a:solidFill>
              </a:rPr>
              <a:t>In contrast, assuming a uniform distribution with parameters</a:t>
            </a:r>
            <a:endParaRPr lang="en-US" sz="2200" dirty="0"/>
          </a:p>
        </p:txBody>
      </p:sp>
      <p:sp>
        <p:nvSpPr>
          <p:cNvPr id="6" name="Content Placeholder 5">
            <a:extLst>
              <a:ext uri="{FF2B5EF4-FFF2-40B4-BE49-F238E27FC236}">
                <a16:creationId xmlns:a16="http://schemas.microsoft.com/office/drawing/2014/main" id="{B89C338C-168C-4BCC-A4CA-82960C5BB78B}"/>
              </a:ext>
            </a:extLst>
          </p:cNvPr>
          <p:cNvSpPr>
            <a:spLocks noGrp="1"/>
          </p:cNvSpPr>
          <p:nvPr>
            <p:ph sz="quarter" idx="16"/>
          </p:nvPr>
        </p:nvSpPr>
        <p:spPr>
          <a:xfrm>
            <a:off x="342900" y="2483280"/>
            <a:ext cx="4142014" cy="371951"/>
          </a:xfrm>
        </p:spPr>
        <p:txBody>
          <a:bodyPr tIns="0"/>
          <a:lstStyle/>
          <a:p>
            <a:pPr marL="292608"/>
            <a:r>
              <a:rPr lang="en-US" sz="2200" i="1" dirty="0">
                <a:solidFill>
                  <a:schemeClr val="tx1"/>
                </a:solidFill>
              </a:rPr>
              <a:t>a</a:t>
            </a:r>
            <a:r>
              <a:rPr lang="en-US" sz="2200" dirty="0">
                <a:solidFill>
                  <a:schemeClr val="tx1"/>
                </a:solidFill>
              </a:rPr>
              <a:t> = 15 and </a:t>
            </a:r>
            <a:r>
              <a:rPr lang="en-US" sz="2200" i="1" dirty="0">
                <a:solidFill>
                  <a:schemeClr val="tx1"/>
                </a:solidFill>
              </a:rPr>
              <a:t>b</a:t>
            </a:r>
            <a:r>
              <a:rPr lang="en-US" sz="2200" dirty="0">
                <a:solidFill>
                  <a:schemeClr val="tx1"/>
                </a:solidFill>
              </a:rPr>
              <a:t> = 30 would yield</a:t>
            </a:r>
            <a:endParaRPr lang="en-US" sz="2200" dirty="0"/>
          </a:p>
        </p:txBody>
      </p:sp>
      <p:graphicFrame>
        <p:nvGraphicFramePr>
          <p:cNvPr id="13" name="Object 12">
            <a:extLst>
              <a:ext uri="{FF2B5EF4-FFF2-40B4-BE49-F238E27FC236}">
                <a16:creationId xmlns:a16="http://schemas.microsoft.com/office/drawing/2014/main" id="{AADE2802-A4F5-45F0-A1FD-34E16354E829}"/>
              </a:ext>
            </a:extLst>
          </p:cNvPr>
          <p:cNvGraphicFramePr>
            <a:graphicFrameLocks noChangeAspect="1"/>
          </p:cNvGraphicFramePr>
          <p:nvPr>
            <p:extLst>
              <p:ext uri="{D42A27DB-BD31-4B8C-83A1-F6EECF244321}">
                <p14:modId xmlns:p14="http://schemas.microsoft.com/office/powerpoint/2010/main" val="2780153988"/>
              </p:ext>
            </p:extLst>
          </p:nvPr>
        </p:nvGraphicFramePr>
        <p:xfrm>
          <a:off x="4452526" y="2508250"/>
          <a:ext cx="2249488" cy="334963"/>
        </p:xfrm>
        <a:graphic>
          <a:graphicData uri="http://schemas.openxmlformats.org/presentationml/2006/ole">
            <mc:AlternateContent xmlns:mc="http://schemas.openxmlformats.org/markup-compatibility/2006">
              <mc:Choice xmlns:v="urn:schemas-microsoft-com:vml" Requires="v">
                <p:oleObj name="Equation" r:id="rId4" imgW="2044440" imgH="304560" progId="Equation.DSMT4">
                  <p:embed/>
                </p:oleObj>
              </mc:Choice>
              <mc:Fallback>
                <p:oleObj name="Equation" r:id="rId4" imgW="2044440" imgH="304560" progId="Equation.DSMT4">
                  <p:embed/>
                  <p:pic>
                    <p:nvPicPr>
                      <p:cNvPr id="0" name=""/>
                      <p:cNvPicPr/>
                      <p:nvPr/>
                    </p:nvPicPr>
                    <p:blipFill>
                      <a:blip r:embed="rId5"/>
                      <a:stretch>
                        <a:fillRect/>
                      </a:stretch>
                    </p:blipFill>
                    <p:spPr>
                      <a:xfrm>
                        <a:off x="4452526" y="2508250"/>
                        <a:ext cx="2249488" cy="3349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C41E69E3-9E0D-47AF-BBA7-4275273FE955}"/>
              </a:ext>
            </a:extLst>
          </p:cNvPr>
          <p:cNvSpPr>
            <a:spLocks noGrp="1"/>
          </p:cNvSpPr>
          <p:nvPr>
            <p:ph sz="quarter" idx="17"/>
          </p:nvPr>
        </p:nvSpPr>
        <p:spPr>
          <a:xfrm>
            <a:off x="342900" y="2922479"/>
            <a:ext cx="8017329" cy="1141522"/>
          </a:xfrm>
        </p:spPr>
        <p:txBody>
          <a:bodyPr/>
          <a:lstStyle/>
          <a:p>
            <a:pPr marL="292608" indent="-292608">
              <a:buFont typeface="Arial" panose="020B0604020202020204" pitchFamily="34" charset="0"/>
              <a:buChar char="•"/>
            </a:pPr>
            <a:r>
              <a:rPr lang="en-US" sz="2200" dirty="0">
                <a:solidFill>
                  <a:schemeClr val="tx1"/>
                </a:solidFill>
              </a:rPr>
              <a:t>Why is it different? Because the triangular, with mode 20, has more probability on the low end, making it more likely that a patient will be fully anesthetized within 25 minutes.</a:t>
            </a:r>
          </a:p>
        </p:txBody>
      </p:sp>
      <p:pic>
        <p:nvPicPr>
          <p:cNvPr id="14" name="Picture 13" descr="A right skewed triangular distribution with the left area shaded to the left of x = 25 with area 0.8333. The right tail area is 0.1667.">
            <a:extLst>
              <a:ext uri="{FF2B5EF4-FFF2-40B4-BE49-F238E27FC236}">
                <a16:creationId xmlns:a16="http://schemas.microsoft.com/office/drawing/2014/main" id="{EC3D41AF-C846-49F6-A3E8-63EB22FA8139}"/>
              </a:ext>
            </a:extLst>
          </p:cNvPr>
          <p:cNvPicPr>
            <a:picLocks noChangeAspect="1"/>
          </p:cNvPicPr>
          <p:nvPr/>
        </p:nvPicPr>
        <p:blipFill>
          <a:blip r:embed="rId6"/>
          <a:stretch>
            <a:fillRect/>
          </a:stretch>
        </p:blipFill>
        <p:spPr>
          <a:xfrm>
            <a:off x="2304696" y="4251612"/>
            <a:ext cx="4534608" cy="1778575"/>
          </a:xfrm>
          <a:prstGeom prst="rect">
            <a:avLst/>
          </a:prstGeom>
        </p:spPr>
      </p:pic>
      <p:sp>
        <p:nvSpPr>
          <p:cNvPr id="11" name="Slide Number Placeholder 10">
            <a:extLst>
              <a:ext uri="{FF2B5EF4-FFF2-40B4-BE49-F238E27FC236}">
                <a16:creationId xmlns:a16="http://schemas.microsoft.com/office/drawing/2014/main" id="{20116543-6A7D-4E10-94DE-59211058D43B}"/>
              </a:ext>
            </a:extLst>
          </p:cNvPr>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37573197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783290"/>
            <a:ext cx="8458200" cy="903231"/>
          </a:xfrm>
        </p:spPr>
        <p:txBody>
          <a:bodyPr>
            <a:normAutofit/>
          </a:bodyPr>
          <a:lstStyle/>
          <a:p>
            <a:r>
              <a:rPr lang="en-IN" dirty="0"/>
              <a:t>Chapter 7: Practice Problems</a:t>
            </a: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65</a:t>
            </a:fld>
            <a:endParaRPr lang="en-US" dirty="0"/>
          </a:p>
        </p:txBody>
      </p:sp>
    </p:spTree>
    <p:extLst>
      <p:ext uri="{BB962C8B-B14F-4D97-AF65-F5344CB8AC3E}">
        <p14:creationId xmlns:p14="http://schemas.microsoft.com/office/powerpoint/2010/main" val="20634884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2</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05270"/>
          </a:xfrm>
        </p:spPr>
        <p:txBody>
          <a:bodyPr vert="vert" rIns="0"/>
          <a:lstStyle/>
          <a:p>
            <a:r>
              <a:rPr lang="en-US" b="1" dirty="0"/>
              <a:t>L</a:t>
            </a:r>
            <a:r>
              <a:rPr lang="en-US" sz="100" b="1" dirty="0"/>
              <a:t> </a:t>
            </a:r>
            <a:r>
              <a:rPr lang="en-US" b="1" dirty="0"/>
              <a:t>O 7.1</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50"/>
            <a:ext cx="8014518" cy="3795250"/>
          </a:xfrm>
        </p:spPr>
        <p:txBody>
          <a:bodyPr/>
          <a:lstStyle/>
          <a:p>
            <a:r>
              <a:rPr lang="en-US" dirty="0">
                <a:solidFill>
                  <a:schemeClr val="tx1"/>
                </a:solidFill>
              </a:rPr>
              <a:t>It is Saturday morning at Starbucks. Is each random variable discrete (</a:t>
            </a:r>
            <a:r>
              <a:rPr lang="en-US" i="1" dirty="0">
                <a:solidFill>
                  <a:schemeClr val="tx1"/>
                </a:solidFill>
              </a:rPr>
              <a:t>D</a:t>
            </a:r>
            <a:r>
              <a:rPr lang="en-US" dirty="0">
                <a:solidFill>
                  <a:schemeClr val="tx1"/>
                </a:solidFill>
              </a:rPr>
              <a:t>) or continuous (</a:t>
            </a:r>
            <a:r>
              <a:rPr lang="en-US" i="1" dirty="0">
                <a:solidFill>
                  <a:schemeClr val="tx1"/>
                </a:solidFill>
              </a:rPr>
              <a:t>C</a:t>
            </a:r>
            <a:r>
              <a:rPr lang="en-US" dirty="0">
                <a:solidFill>
                  <a:schemeClr val="tx1"/>
                </a:solidFill>
              </a:rPr>
              <a:t>)?</a:t>
            </a:r>
          </a:p>
          <a:p>
            <a:pPr marL="339725" indent="-339725"/>
            <a:r>
              <a:rPr lang="en-US" dirty="0">
                <a:solidFill>
                  <a:schemeClr val="tx1"/>
                </a:solidFill>
              </a:rPr>
              <a:t>a. Temperature of the coffee served to a randomly chosen customer.</a:t>
            </a:r>
          </a:p>
          <a:p>
            <a:pPr marL="339725" indent="-339725"/>
            <a:r>
              <a:rPr lang="en-US" dirty="0">
                <a:solidFill>
                  <a:schemeClr val="tx1"/>
                </a:solidFill>
              </a:rPr>
              <a:t>b. Number of customers who order only coffee with no food.</a:t>
            </a:r>
          </a:p>
          <a:p>
            <a:pPr marL="339725" indent="-339725"/>
            <a:r>
              <a:rPr lang="en-US" dirty="0">
                <a:solidFill>
                  <a:schemeClr val="tx1"/>
                </a:solidFill>
              </a:rPr>
              <a:t>c. Waiting time before a randomly chosen customer is handed the order.</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66</a:t>
            </a:fld>
            <a:endParaRPr lang="en-US"/>
          </a:p>
        </p:txBody>
      </p:sp>
    </p:spTree>
    <p:extLst>
      <p:ext uri="{BB962C8B-B14F-4D97-AF65-F5344CB8AC3E}">
        <p14:creationId xmlns:p14="http://schemas.microsoft.com/office/powerpoint/2010/main" val="3805793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8</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17970"/>
          </a:xfrm>
        </p:spPr>
        <p:txBody>
          <a:bodyPr vert="vert" rIns="0"/>
          <a:lstStyle/>
          <a:p>
            <a:r>
              <a:rPr lang="en-US" b="1" dirty="0"/>
              <a:t>L</a:t>
            </a:r>
            <a:r>
              <a:rPr lang="en-US" sz="100" b="1" dirty="0"/>
              <a:t> </a:t>
            </a:r>
            <a:r>
              <a:rPr lang="en-US" b="1" dirty="0"/>
              <a:t>O 7.2</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0" y="1081550"/>
            <a:ext cx="8014519" cy="5230760"/>
          </a:xfrm>
        </p:spPr>
        <p:txBody>
          <a:bodyPr/>
          <a:lstStyle/>
          <a:p>
            <a:r>
              <a:rPr lang="en-US" dirty="0">
                <a:solidFill>
                  <a:schemeClr val="tx1"/>
                </a:solidFill>
              </a:rPr>
              <a:t>Assume the weight of a randomly chosen American passenger car is a uniformly distributed random variable ranging from 2,500 pounds to 4,500 pounds.</a:t>
            </a:r>
          </a:p>
          <a:p>
            <a:pPr marL="341313" indent="-341313"/>
            <a:r>
              <a:rPr lang="en-US" dirty="0">
                <a:solidFill>
                  <a:schemeClr val="tx1"/>
                </a:solidFill>
              </a:rPr>
              <a:t>a. What is the mean weight of a randomly chosen vehicle?</a:t>
            </a:r>
          </a:p>
          <a:p>
            <a:r>
              <a:rPr lang="en-US" dirty="0">
                <a:solidFill>
                  <a:schemeClr val="tx1"/>
                </a:solidFill>
              </a:rPr>
              <a:t>b. The standard deviation?</a:t>
            </a:r>
          </a:p>
          <a:p>
            <a:pPr marL="325438" indent="-325438"/>
            <a:r>
              <a:rPr lang="en-US" dirty="0">
                <a:solidFill>
                  <a:schemeClr val="tx1"/>
                </a:solidFill>
              </a:rPr>
              <a:t>c. What is the probability that a vehicle will weigh less than 3,000 pounds?</a:t>
            </a:r>
          </a:p>
          <a:p>
            <a:r>
              <a:rPr lang="en-US" dirty="0">
                <a:solidFill>
                  <a:schemeClr val="tx1"/>
                </a:solidFill>
              </a:rPr>
              <a:t>d. More than 4,000 pounds?</a:t>
            </a:r>
          </a:p>
          <a:p>
            <a:r>
              <a:rPr lang="en-US" dirty="0">
                <a:solidFill>
                  <a:schemeClr val="tx1"/>
                </a:solidFill>
              </a:rPr>
              <a:t>e. Between 3,000 and 4,000 pounds?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67</a:t>
            </a:fld>
            <a:endParaRPr lang="en-US"/>
          </a:p>
        </p:txBody>
      </p:sp>
    </p:spTree>
    <p:extLst>
      <p:ext uri="{BB962C8B-B14F-4D97-AF65-F5344CB8AC3E}">
        <p14:creationId xmlns:p14="http://schemas.microsoft.com/office/powerpoint/2010/main" val="36863349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14</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0"/>
            <a:ext cx="530942" cy="1712601"/>
          </a:xfrm>
        </p:spPr>
        <p:txBody>
          <a:bodyPr vert="vert" rIns="0"/>
          <a:lstStyle/>
          <a:p>
            <a:r>
              <a:rPr lang="en-US" b="1" dirty="0"/>
              <a:t>L</a:t>
            </a:r>
            <a:r>
              <a:rPr lang="en-US" sz="100" b="1" dirty="0"/>
              <a:t> </a:t>
            </a:r>
            <a:r>
              <a:rPr lang="en-US" b="1" dirty="0"/>
              <a:t>O 7.3</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5427405"/>
          </a:xfrm>
        </p:spPr>
        <p:txBody>
          <a:bodyPr/>
          <a:lstStyle/>
          <a:p>
            <a:r>
              <a:rPr lang="en-US" dirty="0">
                <a:solidFill>
                  <a:schemeClr val="tx1"/>
                </a:solidFill>
              </a:rPr>
              <a:t>Discuss why you would or would not expect each of the following variables to be normally distributed. </a:t>
            </a:r>
            <a:r>
              <a:rPr lang="en-US" i="1" dirty="0">
                <a:solidFill>
                  <a:schemeClr val="tx1"/>
                </a:solidFill>
              </a:rPr>
              <a:t>Hint: </a:t>
            </a:r>
            <a:r>
              <a:rPr lang="en-US" dirty="0">
                <a:solidFill>
                  <a:schemeClr val="tx1"/>
                </a:solidFill>
              </a:rPr>
              <a:t>Would you expect a single central mode and tapering tails? Would the distribution be roughly symmetric? Would one tail be longer than the other?</a:t>
            </a:r>
          </a:p>
          <a:p>
            <a:r>
              <a:rPr lang="en-US" dirty="0">
                <a:solidFill>
                  <a:schemeClr val="tx1"/>
                </a:solidFill>
              </a:rPr>
              <a:t>a. Shoe sizes of adult males.</a:t>
            </a:r>
          </a:p>
          <a:p>
            <a:pPr marL="344488" indent="-344488"/>
            <a:r>
              <a:rPr lang="en-US" dirty="0">
                <a:solidFill>
                  <a:schemeClr val="tx1"/>
                </a:solidFill>
              </a:rPr>
              <a:t>b. Years of higher education of 30-year-old employed women.</a:t>
            </a:r>
          </a:p>
          <a:p>
            <a:pPr marL="344488" indent="-344488"/>
            <a:r>
              <a:rPr lang="en-US" dirty="0">
                <a:solidFill>
                  <a:schemeClr val="tx1"/>
                </a:solidFill>
              </a:rPr>
              <a:t>c. Days from mailing home utility bills to receipt of payment.</a:t>
            </a:r>
          </a:p>
          <a:p>
            <a:pPr marL="344488" indent="-344488"/>
            <a:r>
              <a:rPr lang="en-US" dirty="0">
                <a:solidFill>
                  <a:schemeClr val="tx1"/>
                </a:solidFill>
              </a:rPr>
              <a:t>d. Time to process insurance claims for residential fire damage.</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68</a:t>
            </a:fld>
            <a:endParaRPr lang="en-US"/>
          </a:p>
        </p:txBody>
      </p:sp>
    </p:spTree>
    <p:extLst>
      <p:ext uri="{BB962C8B-B14F-4D97-AF65-F5344CB8AC3E}">
        <p14:creationId xmlns:p14="http://schemas.microsoft.com/office/powerpoint/2010/main" val="22149908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F7E8-1C1C-46B7-B1F3-930F4E28FF58}"/>
              </a:ext>
            </a:extLst>
          </p:cNvPr>
          <p:cNvSpPr>
            <a:spLocks noGrp="1"/>
          </p:cNvSpPr>
          <p:nvPr>
            <p:ph type="title"/>
          </p:nvPr>
        </p:nvSpPr>
        <p:spPr>
          <a:xfrm>
            <a:off x="342900" y="178452"/>
            <a:ext cx="7378700" cy="765453"/>
          </a:xfrm>
        </p:spPr>
        <p:txBody>
          <a:bodyPr>
            <a:normAutofit/>
          </a:bodyPr>
          <a:lstStyle/>
          <a:p>
            <a:r>
              <a:rPr lang="en-US" sz="3600" dirty="0"/>
              <a:t>Question 19</a:t>
            </a:r>
          </a:p>
        </p:txBody>
      </p:sp>
      <p:sp>
        <p:nvSpPr>
          <p:cNvPr id="3" name="Content Placeholder 2">
            <a:extLst>
              <a:ext uri="{FF2B5EF4-FFF2-40B4-BE49-F238E27FC236}">
                <a16:creationId xmlns:a16="http://schemas.microsoft.com/office/drawing/2014/main" id="{904E07EE-DEBF-469B-B413-5DD5C39F7765}"/>
              </a:ext>
            </a:extLst>
          </p:cNvPr>
          <p:cNvSpPr>
            <a:spLocks noGrp="1"/>
          </p:cNvSpPr>
          <p:nvPr>
            <p:ph sz="quarter" idx="11"/>
          </p:nvPr>
        </p:nvSpPr>
        <p:spPr>
          <a:xfrm>
            <a:off x="8682262" y="47350"/>
            <a:ext cx="411843" cy="1171850"/>
          </a:xfrm>
        </p:spPr>
        <p:txBody>
          <a:bodyPr vert="vert" rIns="0"/>
          <a:lstStyle/>
          <a:p>
            <a:r>
              <a:rPr lang="en-US" b="1" dirty="0">
                <a:solidFill>
                  <a:schemeClr val="tx1"/>
                </a:solidFill>
              </a:rPr>
              <a:t>L</a:t>
            </a:r>
            <a:r>
              <a:rPr lang="en-US" sz="100" b="1" dirty="0">
                <a:solidFill>
                  <a:schemeClr val="tx1"/>
                </a:solidFill>
              </a:rPr>
              <a:t> </a:t>
            </a:r>
            <a:r>
              <a:rPr lang="en-US" b="1" dirty="0">
                <a:solidFill>
                  <a:schemeClr val="tx1"/>
                </a:solidFill>
              </a:rPr>
              <a:t>O 7.4</a:t>
            </a:r>
          </a:p>
        </p:txBody>
      </p:sp>
      <p:sp>
        <p:nvSpPr>
          <p:cNvPr id="4" name="Content Placeholder 3">
            <a:extLst>
              <a:ext uri="{FF2B5EF4-FFF2-40B4-BE49-F238E27FC236}">
                <a16:creationId xmlns:a16="http://schemas.microsoft.com/office/drawing/2014/main" id="{08DB4416-28BF-48B6-BF23-511ECC8ACDB3}"/>
              </a:ext>
            </a:extLst>
          </p:cNvPr>
          <p:cNvSpPr>
            <a:spLocks noGrp="1"/>
          </p:cNvSpPr>
          <p:nvPr>
            <p:ph sz="quarter" idx="14"/>
          </p:nvPr>
        </p:nvSpPr>
        <p:spPr>
          <a:xfrm>
            <a:off x="342900" y="1083528"/>
            <a:ext cx="7857671" cy="1171850"/>
          </a:xfrm>
        </p:spPr>
        <p:txBody>
          <a:bodyPr/>
          <a:lstStyle/>
          <a:p>
            <a:r>
              <a:rPr lang="en-US" dirty="0">
                <a:solidFill>
                  <a:schemeClr val="tx1"/>
                </a:solidFill>
              </a:rPr>
              <a:t>Find the standard normal area for each of the following. Sketch the normal curve and shade in the area represented below.</a:t>
            </a:r>
          </a:p>
        </p:txBody>
      </p:sp>
      <p:sp>
        <p:nvSpPr>
          <p:cNvPr id="5" name="Content Placeholder 4">
            <a:extLst>
              <a:ext uri="{FF2B5EF4-FFF2-40B4-BE49-F238E27FC236}">
                <a16:creationId xmlns:a16="http://schemas.microsoft.com/office/drawing/2014/main" id="{48A85B14-6327-4511-9EDE-178609DBCFCE}"/>
              </a:ext>
            </a:extLst>
          </p:cNvPr>
          <p:cNvSpPr>
            <a:spLocks noGrp="1"/>
          </p:cNvSpPr>
          <p:nvPr>
            <p:ph sz="quarter" idx="15"/>
          </p:nvPr>
        </p:nvSpPr>
        <p:spPr>
          <a:xfrm>
            <a:off x="342900" y="2404656"/>
            <a:ext cx="440871" cy="466633"/>
          </a:xfrm>
        </p:spPr>
        <p:txBody>
          <a:bodyPr/>
          <a:lstStyle/>
          <a:p>
            <a:r>
              <a:rPr lang="en-US" dirty="0"/>
              <a:t>a.</a:t>
            </a:r>
          </a:p>
        </p:txBody>
      </p:sp>
      <p:graphicFrame>
        <p:nvGraphicFramePr>
          <p:cNvPr id="14" name="Object 13">
            <a:extLst>
              <a:ext uri="{FF2B5EF4-FFF2-40B4-BE49-F238E27FC236}">
                <a16:creationId xmlns:a16="http://schemas.microsoft.com/office/drawing/2014/main" id="{D1F55823-ABE5-4710-AB60-7A98E433E31E}"/>
              </a:ext>
            </a:extLst>
          </p:cNvPr>
          <p:cNvGraphicFramePr>
            <a:graphicFrameLocks noChangeAspect="1"/>
          </p:cNvGraphicFramePr>
          <p:nvPr>
            <p:extLst>
              <p:ext uri="{D42A27DB-BD31-4B8C-83A1-F6EECF244321}">
                <p14:modId xmlns:p14="http://schemas.microsoft.com/office/powerpoint/2010/main" val="707574785"/>
              </p:ext>
            </p:extLst>
          </p:nvPr>
        </p:nvGraphicFramePr>
        <p:xfrm>
          <a:off x="868363" y="2496804"/>
          <a:ext cx="1814512" cy="368300"/>
        </p:xfrm>
        <a:graphic>
          <a:graphicData uri="http://schemas.openxmlformats.org/presentationml/2006/ole">
            <mc:AlternateContent xmlns:mc="http://schemas.openxmlformats.org/markup-compatibility/2006">
              <mc:Choice xmlns:v="urn:schemas-microsoft-com:vml" Requires="v">
                <p:oleObj name="Equation" r:id="rId2" imgW="1498320" imgH="304560" progId="Equation.DSMT4">
                  <p:embed/>
                </p:oleObj>
              </mc:Choice>
              <mc:Fallback>
                <p:oleObj name="Equation" r:id="rId2" imgW="1498320" imgH="304560" progId="Equation.DSMT4">
                  <p:embed/>
                  <p:pic>
                    <p:nvPicPr>
                      <p:cNvPr id="0" name=""/>
                      <p:cNvPicPr/>
                      <p:nvPr/>
                    </p:nvPicPr>
                    <p:blipFill>
                      <a:blip r:embed="rId3"/>
                      <a:stretch>
                        <a:fillRect/>
                      </a:stretch>
                    </p:blipFill>
                    <p:spPr>
                      <a:xfrm>
                        <a:off x="868363" y="2496804"/>
                        <a:ext cx="1814512" cy="3683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45A9DDB4-AD77-4CF2-B993-4D29F1127AAE}"/>
              </a:ext>
            </a:extLst>
          </p:cNvPr>
          <p:cNvSpPr>
            <a:spLocks noGrp="1"/>
          </p:cNvSpPr>
          <p:nvPr>
            <p:ph sz="quarter" idx="16"/>
          </p:nvPr>
        </p:nvSpPr>
        <p:spPr>
          <a:xfrm>
            <a:off x="342900" y="3068389"/>
            <a:ext cx="440871" cy="484242"/>
          </a:xfrm>
        </p:spPr>
        <p:txBody>
          <a:bodyPr/>
          <a:lstStyle/>
          <a:p>
            <a:r>
              <a:rPr lang="en-US" dirty="0"/>
              <a:t>b.</a:t>
            </a:r>
          </a:p>
        </p:txBody>
      </p:sp>
      <p:graphicFrame>
        <p:nvGraphicFramePr>
          <p:cNvPr id="15" name="Object 14">
            <a:extLst>
              <a:ext uri="{FF2B5EF4-FFF2-40B4-BE49-F238E27FC236}">
                <a16:creationId xmlns:a16="http://schemas.microsoft.com/office/drawing/2014/main" id="{273A35A7-0B58-4C78-82B7-19FC7314AE02}"/>
              </a:ext>
            </a:extLst>
          </p:cNvPr>
          <p:cNvGraphicFramePr>
            <a:graphicFrameLocks noChangeAspect="1"/>
          </p:cNvGraphicFramePr>
          <p:nvPr>
            <p:extLst>
              <p:ext uri="{D42A27DB-BD31-4B8C-83A1-F6EECF244321}">
                <p14:modId xmlns:p14="http://schemas.microsoft.com/office/powerpoint/2010/main" val="2361935442"/>
              </p:ext>
            </p:extLst>
          </p:nvPr>
        </p:nvGraphicFramePr>
        <p:xfrm>
          <a:off x="820738" y="3138154"/>
          <a:ext cx="1676400" cy="368300"/>
        </p:xfrm>
        <a:graphic>
          <a:graphicData uri="http://schemas.openxmlformats.org/presentationml/2006/ole">
            <mc:AlternateContent xmlns:mc="http://schemas.openxmlformats.org/markup-compatibility/2006">
              <mc:Choice xmlns:v="urn:schemas-microsoft-com:vml" Requires="v">
                <p:oleObj name="Equation" r:id="rId4" imgW="1384200" imgH="304560" progId="Equation.DSMT4">
                  <p:embed/>
                </p:oleObj>
              </mc:Choice>
              <mc:Fallback>
                <p:oleObj name="Equation" r:id="rId4" imgW="1384200" imgH="304560" progId="Equation.DSMT4">
                  <p:embed/>
                  <p:pic>
                    <p:nvPicPr>
                      <p:cNvPr id="0" name=""/>
                      <p:cNvPicPr/>
                      <p:nvPr/>
                    </p:nvPicPr>
                    <p:blipFill>
                      <a:blip r:embed="rId5"/>
                      <a:stretch>
                        <a:fillRect/>
                      </a:stretch>
                    </p:blipFill>
                    <p:spPr>
                      <a:xfrm>
                        <a:off x="820738" y="3138154"/>
                        <a:ext cx="1676400" cy="368300"/>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96EDDD32-5683-4D83-86DE-A85ED37A4399}"/>
              </a:ext>
            </a:extLst>
          </p:cNvPr>
          <p:cNvSpPr>
            <a:spLocks noGrp="1"/>
          </p:cNvSpPr>
          <p:nvPr>
            <p:ph sz="quarter" idx="17"/>
          </p:nvPr>
        </p:nvSpPr>
        <p:spPr>
          <a:xfrm>
            <a:off x="342900" y="3704840"/>
            <a:ext cx="440871" cy="484242"/>
          </a:xfrm>
        </p:spPr>
        <p:txBody>
          <a:bodyPr/>
          <a:lstStyle/>
          <a:p>
            <a:r>
              <a:rPr lang="en-US" dirty="0"/>
              <a:t>c.</a:t>
            </a:r>
          </a:p>
        </p:txBody>
      </p:sp>
      <p:graphicFrame>
        <p:nvGraphicFramePr>
          <p:cNvPr id="16" name="Object 15">
            <a:extLst>
              <a:ext uri="{FF2B5EF4-FFF2-40B4-BE49-F238E27FC236}">
                <a16:creationId xmlns:a16="http://schemas.microsoft.com/office/drawing/2014/main" id="{146F9A86-33B9-4B72-849B-9D8C7EECC8E9}"/>
              </a:ext>
            </a:extLst>
          </p:cNvPr>
          <p:cNvGraphicFramePr>
            <a:graphicFrameLocks noChangeAspect="1"/>
          </p:cNvGraphicFramePr>
          <p:nvPr>
            <p:extLst>
              <p:ext uri="{D42A27DB-BD31-4B8C-83A1-F6EECF244321}">
                <p14:modId xmlns:p14="http://schemas.microsoft.com/office/powerpoint/2010/main" val="342798300"/>
              </p:ext>
            </p:extLst>
          </p:nvPr>
        </p:nvGraphicFramePr>
        <p:xfrm>
          <a:off x="777875" y="3769979"/>
          <a:ext cx="2657475" cy="368300"/>
        </p:xfrm>
        <a:graphic>
          <a:graphicData uri="http://schemas.openxmlformats.org/presentationml/2006/ole">
            <mc:AlternateContent xmlns:mc="http://schemas.openxmlformats.org/markup-compatibility/2006">
              <mc:Choice xmlns:v="urn:schemas-microsoft-com:vml" Requires="v">
                <p:oleObj name="Equation" r:id="rId6" imgW="2197080" imgH="304560" progId="Equation.DSMT4">
                  <p:embed/>
                </p:oleObj>
              </mc:Choice>
              <mc:Fallback>
                <p:oleObj name="Equation" r:id="rId6" imgW="2197080" imgH="304560" progId="Equation.DSMT4">
                  <p:embed/>
                  <p:pic>
                    <p:nvPicPr>
                      <p:cNvPr id="0" name=""/>
                      <p:cNvPicPr/>
                      <p:nvPr/>
                    </p:nvPicPr>
                    <p:blipFill>
                      <a:blip r:embed="rId7"/>
                      <a:stretch>
                        <a:fillRect/>
                      </a:stretch>
                    </p:blipFill>
                    <p:spPr>
                      <a:xfrm>
                        <a:off x="777875" y="3769979"/>
                        <a:ext cx="2657475" cy="3683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C9B84C5D-15D9-4754-802B-B45CE19966DB}"/>
              </a:ext>
            </a:extLst>
          </p:cNvPr>
          <p:cNvSpPr>
            <a:spLocks noGrp="1"/>
          </p:cNvSpPr>
          <p:nvPr>
            <p:ph sz="quarter" idx="18"/>
          </p:nvPr>
        </p:nvSpPr>
        <p:spPr>
          <a:xfrm>
            <a:off x="342900" y="4341291"/>
            <a:ext cx="440871" cy="508454"/>
          </a:xfrm>
        </p:spPr>
        <p:txBody>
          <a:bodyPr/>
          <a:lstStyle/>
          <a:p>
            <a:r>
              <a:rPr lang="en-US" dirty="0"/>
              <a:t>d.</a:t>
            </a:r>
          </a:p>
        </p:txBody>
      </p:sp>
      <p:graphicFrame>
        <p:nvGraphicFramePr>
          <p:cNvPr id="17" name="Object 16">
            <a:extLst>
              <a:ext uri="{FF2B5EF4-FFF2-40B4-BE49-F238E27FC236}">
                <a16:creationId xmlns:a16="http://schemas.microsoft.com/office/drawing/2014/main" id="{4B45CF21-C356-442A-8985-A72771DB5991}"/>
              </a:ext>
            </a:extLst>
          </p:cNvPr>
          <p:cNvGraphicFramePr>
            <a:graphicFrameLocks noChangeAspect="1"/>
          </p:cNvGraphicFramePr>
          <p:nvPr>
            <p:extLst>
              <p:ext uri="{D42A27DB-BD31-4B8C-83A1-F6EECF244321}">
                <p14:modId xmlns:p14="http://schemas.microsoft.com/office/powerpoint/2010/main" val="3292536337"/>
              </p:ext>
            </p:extLst>
          </p:nvPr>
        </p:nvGraphicFramePr>
        <p:xfrm>
          <a:off x="804863" y="4417679"/>
          <a:ext cx="2641600" cy="369888"/>
        </p:xfrm>
        <a:graphic>
          <a:graphicData uri="http://schemas.openxmlformats.org/presentationml/2006/ole">
            <mc:AlternateContent xmlns:mc="http://schemas.openxmlformats.org/markup-compatibility/2006">
              <mc:Choice xmlns:v="urn:schemas-microsoft-com:vml" Requires="v">
                <p:oleObj name="Equation" r:id="rId8" imgW="2184120" imgH="304560" progId="Equation.DSMT4">
                  <p:embed/>
                </p:oleObj>
              </mc:Choice>
              <mc:Fallback>
                <p:oleObj name="Equation" r:id="rId8" imgW="2184120" imgH="304560" progId="Equation.DSMT4">
                  <p:embed/>
                  <p:pic>
                    <p:nvPicPr>
                      <p:cNvPr id="0" name=""/>
                      <p:cNvPicPr/>
                      <p:nvPr/>
                    </p:nvPicPr>
                    <p:blipFill>
                      <a:blip r:embed="rId9"/>
                      <a:stretch>
                        <a:fillRect/>
                      </a:stretch>
                    </p:blipFill>
                    <p:spPr>
                      <a:xfrm>
                        <a:off x="804863" y="4417679"/>
                        <a:ext cx="2641600" cy="369888"/>
                      </a:xfrm>
                      <a:prstGeom prst="rect">
                        <a:avLst/>
                      </a:prstGeom>
                    </p:spPr>
                  </p:pic>
                </p:oleObj>
              </mc:Fallback>
            </mc:AlternateContent>
          </a:graphicData>
        </a:graphic>
      </p:graphicFrame>
      <p:sp>
        <p:nvSpPr>
          <p:cNvPr id="11" name="Slide Number Placeholder 10">
            <a:extLst>
              <a:ext uri="{FF2B5EF4-FFF2-40B4-BE49-F238E27FC236}">
                <a16:creationId xmlns:a16="http://schemas.microsoft.com/office/drawing/2014/main" id="{B09ABE0C-B7DF-4EFA-90ED-F7881360E187}"/>
              </a:ext>
            </a:extLst>
          </p:cNvPr>
          <p:cNvSpPr>
            <a:spLocks noGrp="1"/>
          </p:cNvSpPr>
          <p:nvPr>
            <p:ph type="sldNum" sz="quarter" idx="10"/>
          </p:nvPr>
        </p:nvSpPr>
        <p:spPr/>
        <p:txBody>
          <a:bodyPr/>
          <a:lstStyle/>
          <a:p>
            <a:fld id="{68151E55-6873-49E2-B8D5-2F265E6F1973}" type="slidenum">
              <a:rPr lang="en-US" smtClean="0"/>
              <a:t>69</a:t>
            </a:fld>
            <a:endParaRPr lang="en-US" dirty="0"/>
          </a:p>
        </p:txBody>
      </p:sp>
    </p:spTree>
    <p:extLst>
      <p:ext uri="{BB962C8B-B14F-4D97-AF65-F5344CB8AC3E}">
        <p14:creationId xmlns:p14="http://schemas.microsoft.com/office/powerpoint/2010/main" val="23830576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26</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042218"/>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4170389"/>
          </a:xfrm>
        </p:spPr>
        <p:txBody>
          <a:bodyPr/>
          <a:lstStyle/>
          <a:p>
            <a:r>
              <a:rPr lang="en-US" dirty="0">
                <a:solidFill>
                  <a:schemeClr val="tx1"/>
                </a:solidFill>
              </a:rPr>
              <a:t>High school students across the nation compete in a financial capability challenge each year by taking a National Financial Capability Challenge Exam. Students who score in the top 20 percent are recognized publicly for their achievement by the Department of the Treasury. Assuming a normal distribution, how many standard deviations above the mean does a student have to score to be publicly recognized?</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70</a:t>
            </a:fld>
            <a:endParaRPr lang="en-US"/>
          </a:p>
        </p:txBody>
      </p:sp>
    </p:spTree>
    <p:extLst>
      <p:ext uri="{BB962C8B-B14F-4D97-AF65-F5344CB8AC3E}">
        <p14:creationId xmlns:p14="http://schemas.microsoft.com/office/powerpoint/2010/main" val="3681306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32</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17969"/>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8"/>
            <a:ext cx="8014518" cy="3304472"/>
          </a:xfrm>
        </p:spPr>
        <p:txBody>
          <a:bodyPr/>
          <a:lstStyle/>
          <a:p>
            <a:r>
              <a:rPr lang="en-US" dirty="0">
                <a:solidFill>
                  <a:schemeClr val="tx1"/>
                </a:solidFill>
              </a:rPr>
              <a:t>The weight of a miniature Tootsie Roll is normally distributed with a mean of 3.30 grams and standard deviation of 0.13 gram.</a:t>
            </a:r>
          </a:p>
          <a:p>
            <a:pPr marL="357188" indent="-357188"/>
            <a:r>
              <a:rPr lang="en-US" dirty="0">
                <a:solidFill>
                  <a:schemeClr val="tx1"/>
                </a:solidFill>
              </a:rPr>
              <a:t>a. Within what weight range will the middle 95 percent of all miniature Tootsie Rolls fall?</a:t>
            </a:r>
          </a:p>
          <a:p>
            <a:pPr marL="357188" indent="-357188"/>
            <a:r>
              <a:rPr lang="en-US" dirty="0">
                <a:solidFill>
                  <a:schemeClr val="tx1"/>
                </a:solidFill>
              </a:rPr>
              <a:t>b. What is the probability that a randomly chosen miniature Tootsie Roll will weigh more than 3.50 grams?</a:t>
            </a:r>
          </a:p>
        </p:txBody>
      </p:sp>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0" y="4563715"/>
            <a:ext cx="8014517" cy="956375"/>
          </a:xfrm>
        </p:spPr>
        <p:txBody>
          <a:bodyPr/>
          <a:lstStyle/>
          <a:p>
            <a:r>
              <a:rPr lang="en-US" dirty="0"/>
              <a:t>Data are from a project by M</a:t>
            </a:r>
            <a:r>
              <a:rPr lang="en-US" sz="100" dirty="0"/>
              <a:t> </a:t>
            </a:r>
            <a:r>
              <a:rPr lang="en-US" dirty="0"/>
              <a:t>B</a:t>
            </a:r>
            <a:r>
              <a:rPr lang="en-US" sz="100" dirty="0"/>
              <a:t> </a:t>
            </a:r>
            <a:r>
              <a:rPr lang="en-US" dirty="0"/>
              <a:t>A student Henry </a:t>
            </a:r>
            <a:r>
              <a:rPr lang="en-US" dirty="0" err="1"/>
              <a:t>Scussel</a:t>
            </a:r>
            <a:r>
              <a:rPr lang="en-US" dirty="0"/>
              <a:t>.</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71</a:t>
            </a:fld>
            <a:endParaRPr lang="en-US"/>
          </a:p>
        </p:txBody>
      </p:sp>
    </p:spTree>
    <p:extLst>
      <p:ext uri="{BB962C8B-B14F-4D97-AF65-F5344CB8AC3E}">
        <p14:creationId xmlns:p14="http://schemas.microsoft.com/office/powerpoint/2010/main" val="9821086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51</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319570"/>
          </a:xfrm>
        </p:spPr>
        <p:txBody>
          <a:bodyPr vert="vert" rIns="0"/>
          <a:lstStyle/>
          <a:p>
            <a:r>
              <a:rPr lang="en-US" b="1" dirty="0"/>
              <a:t>L</a:t>
            </a:r>
            <a:r>
              <a:rPr lang="en-US" sz="100" b="1" dirty="0"/>
              <a:t> </a:t>
            </a:r>
            <a:r>
              <a:rPr lang="en-US" b="1" dirty="0"/>
              <a:t>O 7.5</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50"/>
            <a:ext cx="8014518" cy="3959374"/>
          </a:xfrm>
        </p:spPr>
        <p:txBody>
          <a:bodyPr/>
          <a:lstStyle/>
          <a:p>
            <a:r>
              <a:rPr lang="en-US" dirty="0">
                <a:solidFill>
                  <a:schemeClr val="tx1"/>
                </a:solidFill>
              </a:rPr>
              <a:t>A study found that the mean waiting time to see a physician at an outpatient clinic was 40 minutes with a standard deviation of 28 minutes. Use Excel to find each probability.</a:t>
            </a:r>
          </a:p>
          <a:p>
            <a:r>
              <a:rPr lang="en-US" dirty="0">
                <a:solidFill>
                  <a:schemeClr val="tx1"/>
                </a:solidFill>
              </a:rPr>
              <a:t>a. What is the probability of more than an hour’s wait?</a:t>
            </a:r>
          </a:p>
          <a:p>
            <a:r>
              <a:rPr lang="en-US" dirty="0">
                <a:solidFill>
                  <a:schemeClr val="tx1"/>
                </a:solidFill>
              </a:rPr>
              <a:t>b. Less than 20 minutes?</a:t>
            </a:r>
          </a:p>
          <a:p>
            <a:r>
              <a:rPr lang="en-US" dirty="0">
                <a:solidFill>
                  <a:schemeClr val="tx1"/>
                </a:solidFill>
              </a:rPr>
              <a:t>c. At least 10 minutes.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72</a:t>
            </a:fld>
            <a:endParaRPr lang="en-US"/>
          </a:p>
        </p:txBody>
      </p:sp>
    </p:spTree>
    <p:extLst>
      <p:ext uri="{BB962C8B-B14F-4D97-AF65-F5344CB8AC3E}">
        <p14:creationId xmlns:p14="http://schemas.microsoft.com/office/powerpoint/2010/main" val="372091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55</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189394"/>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50"/>
            <a:ext cx="8014518" cy="3935928"/>
          </a:xfrm>
        </p:spPr>
        <p:txBody>
          <a:bodyPr/>
          <a:lstStyle/>
          <a:p>
            <a:r>
              <a:rPr lang="en-US" dirty="0">
                <a:solidFill>
                  <a:schemeClr val="tx1"/>
                </a:solidFill>
              </a:rPr>
              <a:t>The probability is .90 that a vending machine in the Oxnard University Student Center will dispense the desired item when correct change is inserted. If 200 customers try the machine, what is the approximate normal probability that:</a:t>
            </a:r>
          </a:p>
          <a:p>
            <a:r>
              <a:rPr lang="en-US" dirty="0">
                <a:solidFill>
                  <a:schemeClr val="tx1"/>
                </a:solidFill>
              </a:rPr>
              <a:t>a. At least 175 will receive the desired item?</a:t>
            </a:r>
          </a:p>
          <a:p>
            <a:r>
              <a:rPr lang="en-US" dirty="0">
                <a:solidFill>
                  <a:schemeClr val="tx1"/>
                </a:solidFill>
              </a:rPr>
              <a:t>b. That fewer than 190 will receive the desired item?</a:t>
            </a:r>
          </a:p>
          <a:p>
            <a:pPr marL="371475" indent="-46038"/>
            <a:r>
              <a:rPr lang="en-US" dirty="0">
                <a:solidFill>
                  <a:schemeClr val="tx1"/>
                </a:solidFill>
              </a:rPr>
              <a:t>Explain.</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73</a:t>
            </a:fld>
            <a:endParaRPr lang="en-US"/>
          </a:p>
        </p:txBody>
      </p:sp>
    </p:spTree>
    <p:extLst>
      <p:ext uri="{BB962C8B-B14F-4D97-AF65-F5344CB8AC3E}">
        <p14:creationId xmlns:p14="http://schemas.microsoft.com/office/powerpoint/2010/main" val="7468282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58</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94169"/>
          </a:xfrm>
        </p:spPr>
        <p:txBody>
          <a:bodyPr vert="vert" rIns="0"/>
          <a:lstStyle/>
          <a:p>
            <a:r>
              <a:rPr lang="en-US" b="1" dirty="0"/>
              <a:t>L</a:t>
            </a:r>
            <a:r>
              <a:rPr lang="en-US" sz="100" b="1" dirty="0"/>
              <a:t> </a:t>
            </a:r>
            <a:r>
              <a:rPr lang="en-US" b="1" dirty="0"/>
              <a:t>O 7.6</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3325352"/>
          </a:xfrm>
        </p:spPr>
        <p:txBody>
          <a:bodyPr/>
          <a:lstStyle/>
          <a:p>
            <a:r>
              <a:rPr lang="en-US" dirty="0">
                <a:solidFill>
                  <a:schemeClr val="tx1"/>
                </a:solidFill>
              </a:rPr>
              <a:t>The average defect rate on a 2010 Volkswagen vehicle was reported to be 1.35 defects per vehicle. Suppose that we inspect 100 Volkswagen vehicles at random.</a:t>
            </a:r>
          </a:p>
          <a:p>
            <a:pPr marL="344488" indent="-344488"/>
            <a:r>
              <a:rPr lang="en-US" dirty="0">
                <a:solidFill>
                  <a:schemeClr val="tx1"/>
                </a:solidFill>
              </a:rPr>
              <a:t>a. What is the approximate normal probability of finding at least 150 defects?</a:t>
            </a:r>
          </a:p>
          <a:p>
            <a:r>
              <a:rPr lang="en-US" dirty="0">
                <a:solidFill>
                  <a:schemeClr val="tx1"/>
                </a:solidFill>
              </a:rPr>
              <a:t>b. Of finding fewer than 100 defects?</a:t>
            </a:r>
          </a:p>
          <a:p>
            <a:pPr marL="344488" indent="-344488"/>
            <a:r>
              <a:rPr lang="en-US" dirty="0">
                <a:solidFill>
                  <a:schemeClr val="tx1"/>
                </a:solidFill>
              </a:rPr>
              <a:t>c. Use Excel to calculate the actual Poisson probabilities.</a:t>
            </a:r>
          </a:p>
        </p:txBody>
      </p:sp>
      <p:sp>
        <p:nvSpPr>
          <p:cNvPr id="5" name="Content Placeholder 4">
            <a:extLst>
              <a:ext uri="{FF2B5EF4-FFF2-40B4-BE49-F238E27FC236}">
                <a16:creationId xmlns:a16="http://schemas.microsoft.com/office/drawing/2014/main" id="{90580F07-166B-4B53-BB64-11CE77CB0708}"/>
              </a:ext>
            </a:extLst>
          </p:cNvPr>
          <p:cNvSpPr>
            <a:spLocks noGrp="1"/>
          </p:cNvSpPr>
          <p:nvPr>
            <p:ph sz="quarter" idx="15"/>
          </p:nvPr>
        </p:nvSpPr>
        <p:spPr>
          <a:xfrm>
            <a:off x="342900" y="4574049"/>
            <a:ext cx="8014517" cy="818945"/>
          </a:xfrm>
        </p:spPr>
        <p:txBody>
          <a:bodyPr/>
          <a:lstStyle/>
          <a:p>
            <a:r>
              <a:rPr lang="en-US" dirty="0"/>
              <a:t>How close were your approximations?</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74</a:t>
            </a:fld>
            <a:endParaRPr lang="en-US"/>
          </a:p>
        </p:txBody>
      </p:sp>
    </p:spTree>
    <p:extLst>
      <p:ext uri="{BB962C8B-B14F-4D97-AF65-F5344CB8AC3E}">
        <p14:creationId xmlns:p14="http://schemas.microsoft.com/office/powerpoint/2010/main" val="9639939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62</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17970"/>
          </a:xfrm>
        </p:spPr>
        <p:txBody>
          <a:bodyPr vert="vert" rIns="0"/>
          <a:lstStyle/>
          <a:p>
            <a:r>
              <a:rPr lang="en-US" b="1" dirty="0"/>
              <a:t>L</a:t>
            </a:r>
            <a:r>
              <a:rPr lang="en-US" sz="100" b="1" dirty="0"/>
              <a:t> </a:t>
            </a:r>
            <a:r>
              <a:rPr lang="en-US" b="1" dirty="0"/>
              <a:t>O 7.7</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50"/>
            <a:ext cx="8014518" cy="3745094"/>
          </a:xfrm>
        </p:spPr>
        <p:txBody>
          <a:bodyPr/>
          <a:lstStyle/>
          <a:p>
            <a:r>
              <a:rPr lang="en-US" dirty="0">
                <a:solidFill>
                  <a:schemeClr val="tx1"/>
                </a:solidFill>
              </a:rPr>
              <a:t>Between 11 p.m. and midnight on Thursday night, Mystery Pizza gets an average of 4.2 telephone orders per hour. Find the probability that:</a:t>
            </a:r>
          </a:p>
          <a:p>
            <a:pPr marL="344488" indent="-344488"/>
            <a:r>
              <a:rPr lang="en-US" dirty="0">
                <a:solidFill>
                  <a:schemeClr val="tx1"/>
                </a:solidFill>
              </a:rPr>
              <a:t>a. At least 30 minutes will elapse before the next telephone order;</a:t>
            </a:r>
          </a:p>
          <a:p>
            <a:r>
              <a:rPr lang="en-US" dirty="0">
                <a:solidFill>
                  <a:schemeClr val="tx1"/>
                </a:solidFill>
              </a:rPr>
              <a:t>b. Less than 15 minutes will elapse; and</a:t>
            </a:r>
          </a:p>
          <a:p>
            <a:r>
              <a:rPr lang="en-US" dirty="0">
                <a:solidFill>
                  <a:schemeClr val="tx1"/>
                </a:solidFill>
              </a:rPr>
              <a:t>c. Between 15 and 30 minutes will elapse.</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75</a:t>
            </a:fld>
            <a:endParaRPr lang="en-US"/>
          </a:p>
        </p:txBody>
      </p:sp>
    </p:spTree>
    <p:extLst>
      <p:ext uri="{BB962C8B-B14F-4D97-AF65-F5344CB8AC3E}">
        <p14:creationId xmlns:p14="http://schemas.microsoft.com/office/powerpoint/2010/main" val="31657394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68</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43370"/>
          </a:xfrm>
        </p:spPr>
        <p:txBody>
          <a:bodyPr vert="vert" rIns="0"/>
          <a:lstStyle/>
          <a:p>
            <a:r>
              <a:rPr lang="en-US" b="1" dirty="0"/>
              <a:t>L</a:t>
            </a:r>
            <a:r>
              <a:rPr lang="en-US" sz="100" b="1" dirty="0"/>
              <a:t> </a:t>
            </a:r>
            <a:r>
              <a:rPr lang="en-US" b="1" dirty="0"/>
              <a:t>O 7.8</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3386279"/>
          </a:xfrm>
        </p:spPr>
        <p:txBody>
          <a:bodyPr/>
          <a:lstStyle/>
          <a:p>
            <a:r>
              <a:rPr lang="en-US" dirty="0">
                <a:solidFill>
                  <a:schemeClr val="tx1"/>
                </a:solidFill>
              </a:rPr>
              <a:t>The shoplifting sensor at a certain Best Buy exit gives an alarm 0.5 times a minute.</a:t>
            </a:r>
          </a:p>
          <a:p>
            <a:r>
              <a:rPr lang="en-US" dirty="0">
                <a:solidFill>
                  <a:schemeClr val="tx1"/>
                </a:solidFill>
              </a:rPr>
              <a:t>a. Find the median waiting time until the next alarm.</a:t>
            </a:r>
          </a:p>
          <a:p>
            <a:pPr marL="344488" indent="-344488"/>
            <a:r>
              <a:rPr lang="en-US" dirty="0">
                <a:solidFill>
                  <a:schemeClr val="tx1"/>
                </a:solidFill>
              </a:rPr>
              <a:t>b. Find the first quartile of waiting time before the next alarm.</a:t>
            </a:r>
          </a:p>
          <a:p>
            <a:pPr marL="344488" indent="-344488"/>
            <a:r>
              <a:rPr lang="en-US" dirty="0">
                <a:solidFill>
                  <a:schemeClr val="tx1"/>
                </a:solidFill>
              </a:rPr>
              <a:t>c. Find the 30th percentile of waiting time until the next alarm.</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76</a:t>
            </a:fld>
            <a:endParaRPr lang="en-US"/>
          </a:p>
        </p:txBody>
      </p:sp>
    </p:spTree>
    <p:extLst>
      <p:ext uri="{BB962C8B-B14F-4D97-AF65-F5344CB8AC3E}">
        <p14:creationId xmlns:p14="http://schemas.microsoft.com/office/powerpoint/2010/main" val="29914954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9718C-91F2-4B6C-BC6E-88A8C5339397}"/>
              </a:ext>
            </a:extLst>
          </p:cNvPr>
          <p:cNvSpPr>
            <a:spLocks noGrp="1"/>
          </p:cNvSpPr>
          <p:nvPr>
            <p:ph type="title"/>
          </p:nvPr>
        </p:nvSpPr>
        <p:spPr>
          <a:xfrm>
            <a:off x="342900" y="192491"/>
            <a:ext cx="8014519" cy="721910"/>
          </a:xfrm>
        </p:spPr>
        <p:txBody>
          <a:bodyPr>
            <a:normAutofit/>
          </a:bodyPr>
          <a:lstStyle/>
          <a:p>
            <a:r>
              <a:rPr lang="en-US" sz="3600" dirty="0"/>
              <a:t>Question 71</a:t>
            </a:r>
            <a:endParaRPr lang="en-US" sz="3600" b="0" dirty="0"/>
          </a:p>
        </p:txBody>
      </p:sp>
      <p:sp>
        <p:nvSpPr>
          <p:cNvPr id="3" name="Content Placeholder 2">
            <a:extLst>
              <a:ext uri="{FF2B5EF4-FFF2-40B4-BE49-F238E27FC236}">
                <a16:creationId xmlns:a16="http://schemas.microsoft.com/office/drawing/2014/main" id="{EB9BDA27-C0D5-4210-BC15-4622910ADA54}"/>
              </a:ext>
            </a:extLst>
          </p:cNvPr>
          <p:cNvSpPr>
            <a:spLocks noGrp="1"/>
          </p:cNvSpPr>
          <p:nvPr>
            <p:ph sz="quarter" idx="11"/>
          </p:nvPr>
        </p:nvSpPr>
        <p:spPr>
          <a:xfrm>
            <a:off x="8563896" y="39331"/>
            <a:ext cx="530942" cy="1243370"/>
          </a:xfrm>
        </p:spPr>
        <p:txBody>
          <a:bodyPr vert="vert" rIns="0"/>
          <a:lstStyle/>
          <a:p>
            <a:r>
              <a:rPr lang="en-US" b="1" dirty="0"/>
              <a:t>L</a:t>
            </a:r>
            <a:r>
              <a:rPr lang="en-US" sz="100" b="1" dirty="0"/>
              <a:t> </a:t>
            </a:r>
            <a:r>
              <a:rPr lang="en-US" b="1" dirty="0"/>
              <a:t>O 7.9</a:t>
            </a:r>
          </a:p>
        </p:txBody>
      </p:sp>
      <p:sp>
        <p:nvSpPr>
          <p:cNvPr id="4" name="Content Placeholder 3">
            <a:extLst>
              <a:ext uri="{FF2B5EF4-FFF2-40B4-BE49-F238E27FC236}">
                <a16:creationId xmlns:a16="http://schemas.microsoft.com/office/drawing/2014/main" id="{8B06FE8F-CB35-426D-8228-A2EC7FDDA83D}"/>
              </a:ext>
            </a:extLst>
          </p:cNvPr>
          <p:cNvSpPr>
            <a:spLocks noGrp="1"/>
          </p:cNvSpPr>
          <p:nvPr>
            <p:ph sz="quarter" idx="14"/>
          </p:nvPr>
        </p:nvSpPr>
        <p:spPr>
          <a:xfrm>
            <a:off x="342901" y="1081549"/>
            <a:ext cx="8014518" cy="5166851"/>
          </a:xfrm>
        </p:spPr>
        <p:txBody>
          <a:bodyPr/>
          <a:lstStyle/>
          <a:p>
            <a:r>
              <a:rPr lang="en-US" dirty="0">
                <a:solidFill>
                  <a:schemeClr val="tx1"/>
                </a:solidFill>
              </a:rPr>
              <a:t>Suppose that the distribution of order sizes (in dollars) at L.L.Bean has a distribution that is </a:t>
            </a:r>
            <a:r>
              <a:rPr lang="en-US" i="1" dirty="0">
                <a:solidFill>
                  <a:schemeClr val="tx1"/>
                </a:solidFill>
              </a:rPr>
              <a:t>T</a:t>
            </a:r>
            <a:r>
              <a:rPr lang="en-US" dirty="0">
                <a:solidFill>
                  <a:schemeClr val="tx1"/>
                </a:solidFill>
              </a:rPr>
              <a:t>(0, 25, 75).</a:t>
            </a:r>
          </a:p>
          <a:p>
            <a:r>
              <a:rPr lang="en-US" dirty="0">
                <a:solidFill>
                  <a:schemeClr val="tx1"/>
                </a:solidFill>
              </a:rPr>
              <a:t>a. Find the mean.</a:t>
            </a:r>
          </a:p>
          <a:p>
            <a:r>
              <a:rPr lang="en-US" dirty="0">
                <a:solidFill>
                  <a:schemeClr val="tx1"/>
                </a:solidFill>
              </a:rPr>
              <a:t>b. Find the standard deviation.</a:t>
            </a:r>
          </a:p>
          <a:p>
            <a:pPr marL="344488" indent="-344488"/>
            <a:r>
              <a:rPr lang="en-US" dirty="0">
                <a:solidFill>
                  <a:schemeClr val="tx1"/>
                </a:solidFill>
              </a:rPr>
              <a:t>c. Find the probability that an order will be less than $25.</a:t>
            </a:r>
          </a:p>
          <a:p>
            <a:pPr marL="344488" indent="-344488"/>
            <a:r>
              <a:rPr lang="en-US" dirty="0">
                <a:solidFill>
                  <a:schemeClr val="tx1"/>
                </a:solidFill>
              </a:rPr>
              <a:t>d. Sketch the distribution and shade the area for the event in part (c).</a:t>
            </a:r>
          </a:p>
        </p:txBody>
      </p:sp>
      <p:sp>
        <p:nvSpPr>
          <p:cNvPr id="24" name="Slide Number Placeholder 23">
            <a:extLst>
              <a:ext uri="{FF2B5EF4-FFF2-40B4-BE49-F238E27FC236}">
                <a16:creationId xmlns:a16="http://schemas.microsoft.com/office/drawing/2014/main" id="{3781A89C-528F-4D52-B580-9DA948AAFED9}"/>
              </a:ext>
            </a:extLst>
          </p:cNvPr>
          <p:cNvSpPr>
            <a:spLocks noGrp="1"/>
          </p:cNvSpPr>
          <p:nvPr>
            <p:ph type="sldNum" sz="quarter" idx="10"/>
          </p:nvPr>
        </p:nvSpPr>
        <p:spPr/>
        <p:txBody>
          <a:bodyPr/>
          <a:lstStyle/>
          <a:p>
            <a:fld id="{68151E55-6873-49E2-B8D5-2F265E6F1973}" type="slidenum">
              <a:rPr lang="en-US" smtClean="0"/>
              <a:t>77</a:t>
            </a:fld>
            <a:endParaRPr lang="en-US"/>
          </a:p>
        </p:txBody>
      </p:sp>
    </p:spTree>
    <p:extLst>
      <p:ext uri="{BB962C8B-B14F-4D97-AF65-F5344CB8AC3E}">
        <p14:creationId xmlns:p14="http://schemas.microsoft.com/office/powerpoint/2010/main" val="16377384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79</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246243"/>
            <a:ext cx="8458200" cy="795725"/>
          </a:xfrm>
        </p:spPr>
        <p:txBody>
          <a:bodyPr>
            <a:noAutofit/>
          </a:bodyPr>
          <a:lstStyle/>
          <a:p>
            <a:r>
              <a:rPr lang="en-US" sz="3000" dirty="0">
                <a:ea typeface="Nanum Brush Script" panose="020B0503020000020004" pitchFamily="2" charset="-127"/>
              </a:rPr>
              <a:t>Continuous Random Variables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Discrete variable: Defined at each point. 0, 1, 2, 3, 4, and 5. Continuous variable: Defined over an interval. An interval from 53 to 55. The numbers from 53.5 to 54.5 are highlighted.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80</a:t>
            </a:fld>
            <a:endParaRPr lang="en-US" sz="800"/>
          </a:p>
        </p:txBody>
      </p:sp>
    </p:spTree>
    <p:extLst>
      <p:ext uri="{BB962C8B-B14F-4D97-AF65-F5344CB8AC3E}">
        <p14:creationId xmlns:p14="http://schemas.microsoft.com/office/powerpoint/2010/main" val="13288357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31325" y="201807"/>
            <a:ext cx="8458200" cy="828034"/>
          </a:xfrm>
        </p:spPr>
        <p:txBody>
          <a:bodyPr>
            <a:noAutofit/>
          </a:bodyPr>
          <a:lstStyle/>
          <a:p>
            <a:r>
              <a:rPr lang="en-US" sz="3000" dirty="0">
                <a:ea typeface="Nanum Brush Script" panose="020B0503020000020004" pitchFamily="2" charset="-127"/>
              </a:rPr>
              <a:t>Probability Density Function (P</a:t>
            </a:r>
            <a:r>
              <a:rPr lang="en-US" sz="100" dirty="0">
                <a:ea typeface="Nanum Brush Script" panose="020B0503020000020004" pitchFamily="2" charset="-127"/>
              </a:rPr>
              <a:t> </a:t>
            </a:r>
            <a:r>
              <a:rPr lang="en-US" sz="3000" dirty="0">
                <a:ea typeface="Nanum Brush Script" panose="020B0503020000020004" pitchFamily="2" charset="-127"/>
              </a:rPr>
              <a:t>D</a:t>
            </a:r>
            <a:r>
              <a:rPr lang="en-US" sz="100" dirty="0">
                <a:ea typeface="Nanum Brush Script" panose="020B0503020000020004" pitchFamily="2" charset="-127"/>
              </a:rPr>
              <a:t> </a:t>
            </a:r>
            <a:r>
              <a:rPr lang="en-US" sz="3000" dirty="0">
                <a:ea typeface="Nanum Brush Script" panose="020B0503020000020004" pitchFamily="2" charset="-127"/>
              </a:rPr>
              <a:t>F)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a:xfrm>
            <a:off x="342900" y="1371601"/>
            <a:ext cx="8075386" cy="4876800"/>
          </a:xfrm>
        </p:spPr>
        <p:txBody>
          <a:bodyPr>
            <a:normAutofit/>
          </a:bodyPr>
          <a:lstStyle/>
          <a:p>
            <a:r>
              <a:rPr lang="en-US" sz="2200" b="0" i="0" u="none" strike="noStrike" dirty="0">
                <a:solidFill>
                  <a:srgbClr val="000000"/>
                </a:solidFill>
                <a:effectLst/>
              </a:rPr>
              <a:t>The horizontal axis is labeled Miles per hour. It ranges from 60 to 90 in increments of 5. The vertical axis is labeled </a:t>
            </a:r>
            <a:r>
              <a:rPr lang="en-US" sz="2200" b="0" i="1" u="none" strike="noStrike" dirty="0">
                <a:solidFill>
                  <a:srgbClr val="000000"/>
                </a:solidFill>
                <a:effectLst/>
              </a:rPr>
              <a:t>f </a:t>
            </a:r>
            <a:r>
              <a:rPr lang="en-US" sz="2200" b="0" i="0" u="none" strike="noStrike" dirty="0">
                <a:solidFill>
                  <a:srgbClr val="000000"/>
                </a:solidFill>
                <a:effectLst/>
              </a:rPr>
              <a:t>(</a:t>
            </a:r>
            <a:r>
              <a:rPr lang="en-US" sz="2200" b="0" i="1" u="none" strike="noStrike" dirty="0">
                <a:solidFill>
                  <a:srgbClr val="000000"/>
                </a:solidFill>
                <a:effectLst/>
              </a:rPr>
              <a:t>x</a:t>
            </a:r>
            <a:r>
              <a:rPr lang="en-US" sz="2200" b="0" i="0" u="none" strike="noStrike" dirty="0">
                <a:solidFill>
                  <a:srgbClr val="000000"/>
                </a:solidFill>
                <a:effectLst/>
              </a:rPr>
              <a:t>). It ranges from 0 to 0.09 in increments of 0.01. The graph shows a normal distribution curve that begins at (60, 0), reaches the peak at (75, 0.08), and ends at (90, 0). All values are estimated.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81</a:t>
            </a:fld>
            <a:endParaRPr lang="en-US" sz="800"/>
          </a:p>
        </p:txBody>
      </p:sp>
    </p:spTree>
    <p:extLst>
      <p:ext uri="{BB962C8B-B14F-4D97-AF65-F5344CB8AC3E}">
        <p14:creationId xmlns:p14="http://schemas.microsoft.com/office/powerpoint/2010/main" val="23032518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a:xfrm>
            <a:off x="342900" y="197667"/>
            <a:ext cx="8458200" cy="836314"/>
          </a:xfrm>
        </p:spPr>
        <p:txBody>
          <a:bodyPr>
            <a:noAutofit/>
          </a:bodyPr>
          <a:lstStyle/>
          <a:p>
            <a:r>
              <a:rPr lang="en-US" sz="3000" dirty="0">
                <a:ea typeface="Nanum Brush Script" panose="020B0503020000020004" pitchFamily="2" charset="-127"/>
              </a:rPr>
              <a:t>Cumulative Distribution Function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Miles per hour. It ranges from 60 to 90 in increments of 5. The vertical axis is labeled uppercase </a:t>
            </a:r>
            <a:r>
              <a:rPr lang="en-US" sz="2200" b="0" i="1" u="none" strike="noStrike" dirty="0">
                <a:solidFill>
                  <a:srgbClr val="000000"/>
                </a:solidFill>
                <a:effectLst/>
              </a:rPr>
              <a:t>F</a:t>
            </a:r>
            <a:r>
              <a:rPr lang="en-US" sz="2200" b="0" i="0" u="none" strike="noStrike" dirty="0">
                <a:solidFill>
                  <a:srgbClr val="000000"/>
                </a:solidFill>
                <a:effectLst/>
              </a:rPr>
              <a:t> (</a:t>
            </a:r>
            <a:r>
              <a:rPr lang="en-US" sz="2200" b="0" i="1" u="none" strike="noStrike" dirty="0">
                <a:solidFill>
                  <a:srgbClr val="000000"/>
                </a:solidFill>
                <a:effectLst/>
              </a:rPr>
              <a:t>x</a:t>
            </a:r>
            <a:r>
              <a:rPr lang="en-US" sz="2200" b="0" i="0" u="none" strike="noStrike" dirty="0">
                <a:solidFill>
                  <a:srgbClr val="000000"/>
                </a:solidFill>
                <a:effectLst/>
              </a:rPr>
              <a:t>). It ranges from 0 to 1 in increments of 0.10. The graph shows a curve that begins at (60, 0), goes up with decreasing steepness, and ends at (90, 1). All values are estimated.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82</a:t>
            </a:fld>
            <a:endParaRPr lang="en-US" sz="800"/>
          </a:p>
        </p:txBody>
      </p:sp>
    </p:spTree>
    <p:extLst>
      <p:ext uri="{BB962C8B-B14F-4D97-AF65-F5344CB8AC3E}">
        <p14:creationId xmlns:p14="http://schemas.microsoft.com/office/powerpoint/2010/main" val="4073719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Uniform Continuous Distribution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Uniform 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The graph plots </a:t>
            </a:r>
            <a:r>
              <a:rPr lang="en-US" sz="2200" b="0" i="1" u="none" strike="noStrike" dirty="0">
                <a:solidFill>
                  <a:srgbClr val="000000"/>
                </a:solidFill>
                <a:effectLst/>
              </a:rPr>
              <a:t>f</a:t>
            </a:r>
            <a:r>
              <a:rPr lang="en-US" sz="2200" b="0" i="0" u="none" strike="noStrike" dirty="0">
                <a:solidFill>
                  <a:srgbClr val="000000"/>
                </a:solidFill>
                <a:effectLst/>
              </a:rPr>
              <a:t> of </a:t>
            </a:r>
            <a:r>
              <a:rPr lang="en-US" sz="2200" b="0" i="1" u="none" strike="noStrike" dirty="0">
                <a:solidFill>
                  <a:srgbClr val="000000"/>
                </a:solidFill>
                <a:effectLst/>
              </a:rPr>
              <a:t>x</a:t>
            </a:r>
            <a:r>
              <a:rPr lang="en-US" sz="2200" b="0" i="0" u="none" strike="noStrike" dirty="0">
                <a:solidFill>
                  <a:srgbClr val="000000"/>
                </a:solidFill>
                <a:effectLst/>
              </a:rPr>
              <a:t> versus Value of </a:t>
            </a:r>
            <a:r>
              <a:rPr lang="en-US" sz="2200" b="0" i="1" u="none" strike="noStrike" dirty="0">
                <a:solidFill>
                  <a:srgbClr val="000000"/>
                </a:solidFill>
                <a:effectLst/>
              </a:rPr>
              <a:t>X</a:t>
            </a:r>
            <a:r>
              <a:rPr lang="en-US" sz="2200" b="0" i="0" u="none" strike="noStrike" dirty="0">
                <a:solidFill>
                  <a:srgbClr val="000000"/>
                </a:solidFill>
                <a:effectLst/>
              </a:rPr>
              <a:t>. 2 points a and b are marked on the horizontal axis. Point 1 over b minus a is marked at the top of the vertical axis. A line begins at (</a:t>
            </a:r>
            <a:r>
              <a:rPr lang="en-US" sz="2200" b="0" i="1" u="none" strike="noStrike" dirty="0">
                <a:solidFill>
                  <a:srgbClr val="000000"/>
                </a:solidFill>
                <a:effectLst/>
              </a:rPr>
              <a:t>a</a:t>
            </a:r>
            <a:r>
              <a:rPr lang="en-US" sz="2200" b="0" i="0" u="none" strike="noStrike" dirty="0">
                <a:solidFill>
                  <a:srgbClr val="000000"/>
                </a:solidFill>
                <a:effectLst/>
              </a:rPr>
              <a:t>, 0), passes through (</a:t>
            </a:r>
            <a:r>
              <a:rPr lang="en-US" sz="2200" b="0" i="1" u="none" strike="noStrike" dirty="0">
                <a:solidFill>
                  <a:srgbClr val="000000"/>
                </a:solidFill>
                <a:effectLst/>
              </a:rPr>
              <a:t>a</a:t>
            </a:r>
            <a:r>
              <a:rPr lang="en-US" sz="2200" b="0" i="0" u="none" strike="noStrike" dirty="0">
                <a:solidFill>
                  <a:srgbClr val="000000"/>
                </a:solidFill>
                <a:effectLst/>
              </a:rPr>
              <a:t>, 1 over b minus </a:t>
            </a:r>
            <a:r>
              <a:rPr lang="en-US" sz="2200" b="0" i="1" u="none" strike="noStrike" dirty="0">
                <a:solidFill>
                  <a:srgbClr val="000000"/>
                </a:solidFill>
                <a:effectLst/>
              </a:rPr>
              <a:t>a</a:t>
            </a:r>
            <a:r>
              <a:rPr lang="en-US" sz="2200" b="0" i="0" u="none" strike="noStrike" dirty="0">
                <a:solidFill>
                  <a:srgbClr val="000000"/>
                </a:solidFill>
                <a:effectLst/>
              </a:rPr>
              <a:t>), (</a:t>
            </a:r>
            <a:r>
              <a:rPr lang="en-US" sz="2200" b="0" i="1" u="none" strike="noStrike" dirty="0">
                <a:solidFill>
                  <a:srgbClr val="000000"/>
                </a:solidFill>
                <a:effectLst/>
              </a:rPr>
              <a:t>b</a:t>
            </a:r>
            <a:r>
              <a:rPr lang="en-US" sz="2200" b="0" i="0" u="none" strike="noStrike" dirty="0">
                <a:solidFill>
                  <a:srgbClr val="000000"/>
                </a:solidFill>
                <a:effectLst/>
              </a:rPr>
              <a:t>, 1 over </a:t>
            </a:r>
            <a:r>
              <a:rPr lang="en-US" sz="2200" b="0" i="1" u="none" strike="noStrike" dirty="0">
                <a:solidFill>
                  <a:srgbClr val="000000"/>
                </a:solidFill>
                <a:effectLst/>
              </a:rPr>
              <a:t>b</a:t>
            </a:r>
            <a:r>
              <a:rPr lang="en-US" sz="2200" b="0" i="0" u="none" strike="noStrike" dirty="0">
                <a:solidFill>
                  <a:srgbClr val="000000"/>
                </a:solidFill>
                <a:effectLst/>
              </a:rPr>
              <a:t> minus </a:t>
            </a:r>
            <a:r>
              <a:rPr lang="en-US" sz="2200" b="0" i="1" u="none" strike="noStrike" dirty="0">
                <a:solidFill>
                  <a:srgbClr val="000000"/>
                </a:solidFill>
                <a:effectLst/>
              </a:rPr>
              <a:t>a</a:t>
            </a:r>
            <a:r>
              <a:rPr lang="en-US" sz="2200" b="0" i="0" u="none" strike="noStrike" dirty="0">
                <a:solidFill>
                  <a:srgbClr val="000000"/>
                </a:solidFill>
                <a:effectLst/>
              </a:rPr>
              <a:t>), and ends at (</a:t>
            </a:r>
            <a:r>
              <a:rPr lang="en-US" sz="2200" b="0" i="1" u="none" strike="noStrike" dirty="0">
                <a:solidFill>
                  <a:srgbClr val="000000"/>
                </a:solidFill>
                <a:effectLst/>
              </a:rPr>
              <a:t>b</a:t>
            </a:r>
            <a:r>
              <a:rPr lang="en-US" sz="2200" b="0" i="0" u="none" strike="noStrike" dirty="0">
                <a:solidFill>
                  <a:srgbClr val="000000"/>
                </a:solidFill>
                <a:effectLst/>
              </a:rPr>
              <a:t>, 0). Uniform C</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The graph plots uppercase </a:t>
            </a:r>
            <a:r>
              <a:rPr lang="en-US" sz="2200" b="0" i="1" u="none" strike="noStrike" dirty="0">
                <a:solidFill>
                  <a:srgbClr val="000000"/>
                </a:solidFill>
                <a:effectLst/>
              </a:rPr>
              <a:t>F</a:t>
            </a:r>
            <a:r>
              <a:rPr lang="en-US" sz="2200" b="0" i="0" u="none" strike="noStrike" dirty="0">
                <a:solidFill>
                  <a:srgbClr val="000000"/>
                </a:solidFill>
                <a:effectLst/>
              </a:rPr>
              <a:t> of </a:t>
            </a:r>
            <a:r>
              <a:rPr lang="en-US" sz="2200" b="0" i="1" u="none" strike="noStrike" dirty="0">
                <a:solidFill>
                  <a:srgbClr val="000000"/>
                </a:solidFill>
                <a:effectLst/>
              </a:rPr>
              <a:t>x</a:t>
            </a:r>
            <a:r>
              <a:rPr lang="en-US" sz="2200" b="0" i="0" u="none" strike="noStrike" dirty="0">
                <a:solidFill>
                  <a:srgbClr val="000000"/>
                </a:solidFill>
                <a:effectLst/>
              </a:rPr>
              <a:t> versus Value of </a:t>
            </a:r>
            <a:r>
              <a:rPr lang="en-US" sz="2200" b="0" i="1" u="none" strike="noStrike" dirty="0">
                <a:solidFill>
                  <a:srgbClr val="000000"/>
                </a:solidFill>
                <a:effectLst/>
              </a:rPr>
              <a:t>X</a:t>
            </a:r>
            <a:r>
              <a:rPr lang="en-US" sz="2200" b="0" i="0" u="none" strike="noStrike" dirty="0">
                <a:solidFill>
                  <a:srgbClr val="000000"/>
                </a:solidFill>
                <a:effectLst/>
              </a:rPr>
              <a:t>. 2 points </a:t>
            </a:r>
            <a:r>
              <a:rPr lang="en-US" sz="2200" b="0" i="1" u="none" strike="noStrike" dirty="0">
                <a:solidFill>
                  <a:srgbClr val="000000"/>
                </a:solidFill>
                <a:effectLst/>
              </a:rPr>
              <a:t>a</a:t>
            </a:r>
            <a:r>
              <a:rPr lang="en-US" sz="2200" b="0" i="0" u="none" strike="noStrike" dirty="0">
                <a:solidFill>
                  <a:srgbClr val="000000"/>
                </a:solidFill>
                <a:effectLst/>
              </a:rPr>
              <a:t> and </a:t>
            </a:r>
            <a:r>
              <a:rPr lang="en-US" sz="2200" b="0" i="1" u="none" strike="noStrike" dirty="0">
                <a:solidFill>
                  <a:srgbClr val="000000"/>
                </a:solidFill>
                <a:effectLst/>
              </a:rPr>
              <a:t>b</a:t>
            </a:r>
            <a:r>
              <a:rPr lang="en-US" sz="2200" b="0" i="0" u="none" strike="noStrike" dirty="0">
                <a:solidFill>
                  <a:srgbClr val="000000"/>
                </a:solidFill>
                <a:effectLst/>
              </a:rPr>
              <a:t> are marked on the horizontal axis. The vertical axis ranges from 0 to 1 in increments of 0.10. The line begins at (0, 0), passes through (</a:t>
            </a:r>
            <a:r>
              <a:rPr lang="en-US" sz="2200" b="0" i="1" u="none" strike="noStrike" dirty="0">
                <a:solidFill>
                  <a:srgbClr val="000000"/>
                </a:solidFill>
                <a:effectLst/>
              </a:rPr>
              <a:t>a</a:t>
            </a:r>
            <a:r>
              <a:rPr lang="en-US" sz="2200" b="0" i="0" u="none" strike="noStrike" dirty="0">
                <a:solidFill>
                  <a:srgbClr val="000000"/>
                </a:solidFill>
                <a:effectLst/>
              </a:rPr>
              <a:t>, 0), (</a:t>
            </a:r>
            <a:r>
              <a:rPr lang="en-US" sz="2200" b="0" i="1" u="none" strike="noStrike" dirty="0">
                <a:solidFill>
                  <a:srgbClr val="000000"/>
                </a:solidFill>
                <a:effectLst/>
              </a:rPr>
              <a:t>b</a:t>
            </a:r>
            <a:r>
              <a:rPr lang="en-US" sz="2200" b="0" i="0" u="none" strike="noStrike" dirty="0">
                <a:solidFill>
                  <a:srgbClr val="000000"/>
                </a:solidFill>
                <a:effectLst/>
              </a:rPr>
              <a:t>, 1), and ends at the top right. All values are estimated.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83</a:t>
            </a:fld>
            <a:endParaRPr lang="en-US" sz="800"/>
          </a:p>
        </p:txBody>
      </p:sp>
    </p:spTree>
    <p:extLst>
      <p:ext uri="{BB962C8B-B14F-4D97-AF65-F5344CB8AC3E}">
        <p14:creationId xmlns:p14="http://schemas.microsoft.com/office/powerpoint/2010/main" val="35089793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Example: Anesthesia Effectiveness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is labeled Minutes. It ranges from 10 to 35 in increments of 5. The vertical axis is labeled </a:t>
            </a:r>
            <a:r>
              <a:rPr lang="en-US" sz="2200" b="0" i="1" u="none" strike="noStrike" dirty="0">
                <a:solidFill>
                  <a:srgbClr val="000000"/>
                </a:solidFill>
                <a:effectLst/>
              </a:rPr>
              <a:t>f</a:t>
            </a:r>
            <a:r>
              <a:rPr lang="en-US" sz="2200" b="0" i="0" u="none" strike="noStrike" dirty="0">
                <a:solidFill>
                  <a:srgbClr val="000000"/>
                </a:solidFill>
                <a:effectLst/>
              </a:rPr>
              <a:t> (</a:t>
            </a:r>
            <a:r>
              <a:rPr lang="en-US" sz="2200" b="0" i="1" u="none" strike="noStrike" dirty="0">
                <a:solidFill>
                  <a:srgbClr val="000000"/>
                </a:solidFill>
                <a:effectLst/>
              </a:rPr>
              <a:t>x</a:t>
            </a:r>
            <a:r>
              <a:rPr lang="en-US" sz="2200" b="0" i="0" u="none" strike="noStrike" dirty="0">
                <a:solidFill>
                  <a:srgbClr val="000000"/>
                </a:solidFill>
                <a:effectLst/>
              </a:rPr>
              <a:t>). It ranges from 0 to 0.070 in increments of 0.010. Uniform density curve from 15 to 30 minutes with the region from 20 to 25 minutes shaded.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84</a:t>
            </a:fld>
            <a:endParaRPr lang="en-US" sz="800"/>
          </a:p>
        </p:txBody>
      </p:sp>
    </p:spTree>
    <p:extLst>
      <p:ext uri="{BB962C8B-B14F-4D97-AF65-F5344CB8AC3E}">
        <p14:creationId xmlns:p14="http://schemas.microsoft.com/office/powerpoint/2010/main" val="24276004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Distribution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IN" sz="2200" b="0" i="0" u="none" strike="noStrike" dirty="0">
                <a:solidFill>
                  <a:srgbClr val="000000"/>
                </a:solidFill>
                <a:effectLst/>
              </a:rPr>
              <a:t>The labels on the horizontal axis from left to right: </a:t>
            </a:r>
            <a:r>
              <a:rPr lang="en-IN" sz="2200" b="0" u="none" strike="noStrike" dirty="0">
                <a:solidFill>
                  <a:srgbClr val="000000"/>
                </a:solidFill>
                <a:effectLst/>
              </a:rPr>
              <a:t>mu</a:t>
            </a:r>
            <a:r>
              <a:rPr lang="en-IN" sz="2200" b="0" i="0" u="none" strike="noStrike" dirty="0">
                <a:solidFill>
                  <a:srgbClr val="000000"/>
                </a:solidFill>
                <a:effectLst/>
              </a:rPr>
              <a:t> minus 3 </a:t>
            </a:r>
            <a:r>
              <a:rPr lang="en-IN" sz="2200" b="0" u="none" strike="noStrike" dirty="0">
                <a:solidFill>
                  <a:srgbClr val="000000"/>
                </a:solidFill>
                <a:effectLst/>
              </a:rPr>
              <a:t>sigma</a:t>
            </a:r>
            <a:r>
              <a:rPr lang="en-IN" sz="2200" b="0" i="0" u="none" strike="noStrike" dirty="0">
                <a:solidFill>
                  <a:srgbClr val="000000"/>
                </a:solidFill>
                <a:effectLst/>
              </a:rPr>
              <a:t>, </a:t>
            </a:r>
            <a:r>
              <a:rPr lang="en-IN" sz="2200" b="0" u="none" strike="noStrike" dirty="0">
                <a:solidFill>
                  <a:srgbClr val="000000"/>
                </a:solidFill>
                <a:effectLst/>
              </a:rPr>
              <a:t>mu</a:t>
            </a:r>
            <a:r>
              <a:rPr lang="en-IN" sz="2200" b="0" i="0" u="none" strike="noStrike" dirty="0">
                <a:solidFill>
                  <a:srgbClr val="000000"/>
                </a:solidFill>
                <a:effectLst/>
              </a:rPr>
              <a:t> minus 2 </a:t>
            </a:r>
            <a:r>
              <a:rPr lang="en-IN" sz="2200" b="0" u="none" strike="noStrike" dirty="0">
                <a:solidFill>
                  <a:srgbClr val="000000"/>
                </a:solidFill>
                <a:effectLst/>
              </a:rPr>
              <a:t>sigma</a:t>
            </a:r>
            <a:r>
              <a:rPr lang="en-IN" sz="2200" b="0" i="0" u="none" strike="noStrike" dirty="0">
                <a:solidFill>
                  <a:srgbClr val="000000"/>
                </a:solidFill>
                <a:effectLst/>
              </a:rPr>
              <a:t>, </a:t>
            </a:r>
            <a:r>
              <a:rPr lang="en-IN" sz="2200" b="0" u="none" strike="noStrike" dirty="0">
                <a:solidFill>
                  <a:srgbClr val="000000"/>
                </a:solidFill>
                <a:effectLst/>
              </a:rPr>
              <a:t>mu</a:t>
            </a:r>
            <a:r>
              <a:rPr lang="en-IN" sz="2200" b="0" i="1" u="none" strike="noStrike" dirty="0">
                <a:solidFill>
                  <a:srgbClr val="000000"/>
                </a:solidFill>
                <a:effectLst/>
              </a:rPr>
              <a:t> </a:t>
            </a:r>
            <a:r>
              <a:rPr lang="en-IN" sz="2200" b="0" i="0" u="none" strike="noStrike" dirty="0">
                <a:solidFill>
                  <a:srgbClr val="000000"/>
                </a:solidFill>
                <a:effectLst/>
              </a:rPr>
              <a:t>minus 1 </a:t>
            </a:r>
            <a:r>
              <a:rPr lang="en-IN" sz="2200" b="0" u="none" strike="noStrike" dirty="0">
                <a:solidFill>
                  <a:srgbClr val="000000"/>
                </a:solidFill>
                <a:effectLst/>
              </a:rPr>
              <a:t>sigma</a:t>
            </a:r>
            <a:r>
              <a:rPr lang="en-IN" sz="2200" b="0" i="0" u="none" strike="noStrike" dirty="0">
                <a:solidFill>
                  <a:srgbClr val="000000"/>
                </a:solidFill>
                <a:effectLst/>
              </a:rPr>
              <a:t>, </a:t>
            </a:r>
            <a:r>
              <a:rPr lang="en-IN" sz="2200" b="0" u="none" strike="noStrike" dirty="0">
                <a:solidFill>
                  <a:srgbClr val="000000"/>
                </a:solidFill>
                <a:effectLst/>
              </a:rPr>
              <a:t>mu</a:t>
            </a:r>
            <a:r>
              <a:rPr lang="en-IN" sz="2200" b="0" i="0" u="none" strike="noStrike" dirty="0">
                <a:solidFill>
                  <a:srgbClr val="000000"/>
                </a:solidFill>
                <a:effectLst/>
              </a:rPr>
              <a:t>, </a:t>
            </a:r>
            <a:r>
              <a:rPr lang="en-IN" sz="2200" b="0" u="none" strike="noStrike" dirty="0">
                <a:solidFill>
                  <a:srgbClr val="000000"/>
                </a:solidFill>
                <a:effectLst/>
              </a:rPr>
              <a:t>mu</a:t>
            </a:r>
            <a:r>
              <a:rPr lang="en-IN" sz="2200" b="0" i="0" u="none" strike="noStrike" dirty="0">
                <a:solidFill>
                  <a:srgbClr val="000000"/>
                </a:solidFill>
                <a:effectLst/>
              </a:rPr>
              <a:t> + 1 </a:t>
            </a:r>
            <a:r>
              <a:rPr lang="en-IN" sz="2200" b="0" u="none" strike="noStrike" dirty="0">
                <a:solidFill>
                  <a:srgbClr val="000000"/>
                </a:solidFill>
                <a:effectLst/>
              </a:rPr>
              <a:t>sigma</a:t>
            </a:r>
            <a:r>
              <a:rPr lang="en-IN" sz="2200" b="0" i="0" u="none" strike="noStrike" dirty="0">
                <a:solidFill>
                  <a:srgbClr val="000000"/>
                </a:solidFill>
                <a:effectLst/>
              </a:rPr>
              <a:t>, </a:t>
            </a:r>
            <a:r>
              <a:rPr lang="en-IN" sz="2200" b="0" u="none" strike="noStrike" dirty="0">
                <a:solidFill>
                  <a:srgbClr val="000000"/>
                </a:solidFill>
                <a:effectLst/>
              </a:rPr>
              <a:t>mu</a:t>
            </a:r>
            <a:r>
              <a:rPr lang="en-IN" sz="2200" b="0" i="0" u="none" strike="noStrike" dirty="0">
                <a:solidFill>
                  <a:srgbClr val="000000"/>
                </a:solidFill>
                <a:effectLst/>
              </a:rPr>
              <a:t> + 2 </a:t>
            </a:r>
            <a:r>
              <a:rPr lang="en-IN" sz="2200" b="0" u="none" strike="noStrike" dirty="0">
                <a:solidFill>
                  <a:srgbClr val="000000"/>
                </a:solidFill>
                <a:effectLst/>
              </a:rPr>
              <a:t>sigma</a:t>
            </a:r>
            <a:r>
              <a:rPr lang="en-IN" sz="2200" b="0" i="0" u="none" strike="noStrike" dirty="0">
                <a:solidFill>
                  <a:srgbClr val="000000"/>
                </a:solidFill>
                <a:effectLst/>
              </a:rPr>
              <a:t>, and </a:t>
            </a:r>
            <a:r>
              <a:rPr lang="en-IN" sz="2200" b="0" u="none" strike="noStrike" dirty="0">
                <a:solidFill>
                  <a:srgbClr val="000000"/>
                </a:solidFill>
                <a:effectLst/>
              </a:rPr>
              <a:t>mu</a:t>
            </a:r>
            <a:r>
              <a:rPr lang="en-IN" sz="2200" b="0" i="0" u="none" strike="noStrike" dirty="0">
                <a:solidFill>
                  <a:srgbClr val="000000"/>
                </a:solidFill>
                <a:effectLst/>
              </a:rPr>
              <a:t> + 3 </a:t>
            </a:r>
            <a:r>
              <a:rPr lang="en-IN" sz="2200" b="0" u="none" strike="noStrike" dirty="0">
                <a:solidFill>
                  <a:srgbClr val="000000"/>
                </a:solidFill>
                <a:effectLst/>
              </a:rPr>
              <a:t>sigma</a:t>
            </a:r>
            <a:r>
              <a:rPr lang="en-IN" sz="2200" b="0" i="0" u="none" strike="noStrike" dirty="0">
                <a:solidFill>
                  <a:srgbClr val="000000"/>
                </a:solidFill>
                <a:effectLst/>
              </a:rPr>
              <a:t>. The graph shows a normal distribution curve with peak at </a:t>
            </a:r>
            <a:r>
              <a:rPr lang="en-IN" sz="2200" b="0" u="none" strike="noStrike" dirty="0">
                <a:solidFill>
                  <a:srgbClr val="000000"/>
                </a:solidFill>
                <a:effectLst/>
              </a:rPr>
              <a:t>mu</a:t>
            </a:r>
            <a:r>
              <a:rPr lang="en-IN" sz="2200" b="0" i="0" u="none" strike="noStrike" dirty="0">
                <a:solidFill>
                  <a:srgbClr val="000000"/>
                </a:solidFill>
                <a:effectLst/>
              </a:rPr>
              <a:t>.</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85</a:t>
            </a:fld>
            <a:endParaRPr lang="en-US" sz="800"/>
          </a:p>
        </p:txBody>
      </p:sp>
    </p:spTree>
    <p:extLst>
      <p:ext uri="{BB962C8B-B14F-4D97-AF65-F5344CB8AC3E}">
        <p14:creationId xmlns:p14="http://schemas.microsoft.com/office/powerpoint/2010/main" val="376489544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Distribution </a:t>
            </a:r>
            <a:r>
              <a:rPr lang="en-US"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Left graph. The horizontal axis is labeled Golf ball diameter in millimeters. It ranges from 42.67 to 42.73 in increments of 0.01. The vertical axis ranges from 0 to 45 in increments of 5. The graph shows a normal distribution curve with mean </a:t>
            </a:r>
            <a:r>
              <a:rPr lang="en-US" sz="2200" b="0" u="none" strike="noStrike" dirty="0">
                <a:solidFill>
                  <a:srgbClr val="000000"/>
                </a:solidFill>
                <a:effectLst/>
              </a:rPr>
              <a:t>mu</a:t>
            </a:r>
            <a:r>
              <a:rPr lang="en-US" sz="2200" b="0" i="0" u="none" strike="noStrike" dirty="0">
                <a:solidFill>
                  <a:srgbClr val="000000"/>
                </a:solidFill>
                <a:effectLst/>
              </a:rPr>
              <a:t> = 42.70 and </a:t>
            </a:r>
            <a:r>
              <a:rPr lang="en-US" sz="2200" b="0" u="none" strike="noStrike" dirty="0">
                <a:solidFill>
                  <a:srgbClr val="000000"/>
                </a:solidFill>
                <a:effectLst/>
              </a:rPr>
              <a:t>sigma</a:t>
            </a:r>
            <a:r>
              <a:rPr lang="en-US" sz="2200" b="0" i="0" u="none" strike="noStrike" dirty="0">
                <a:solidFill>
                  <a:srgbClr val="000000"/>
                </a:solidFill>
                <a:effectLst/>
              </a:rPr>
              <a:t> = 0.01. Right graph. The horizontal axis is labeled C</a:t>
            </a:r>
            <a:r>
              <a:rPr lang="en-US" sz="100" b="0" i="0" u="none" strike="noStrike" dirty="0">
                <a:solidFill>
                  <a:srgbClr val="000000"/>
                </a:solidFill>
                <a:effectLst/>
              </a:rPr>
              <a:t> </a:t>
            </a:r>
            <a:r>
              <a:rPr lang="en-US" sz="2200" b="0" i="0" u="none" strike="noStrike" dirty="0">
                <a:solidFill>
                  <a:srgbClr val="000000"/>
                </a:solidFill>
                <a:effectLst/>
              </a:rPr>
              <a:t>P</a:t>
            </a:r>
            <a:r>
              <a:rPr lang="en-US" sz="100" b="0" i="0" u="none" strike="noStrike" dirty="0">
                <a:solidFill>
                  <a:srgbClr val="000000"/>
                </a:solidFill>
                <a:effectLst/>
              </a:rPr>
              <a:t> </a:t>
            </a:r>
            <a:r>
              <a:rPr lang="en-US" sz="2200" b="0" i="0" u="none" strike="noStrike" dirty="0">
                <a:solidFill>
                  <a:srgbClr val="000000"/>
                </a:solidFill>
                <a:effectLst/>
              </a:rPr>
              <a:t>A Exam scores. It ranges from 40 to 100 in increments of 10. The vertical axis ranges from 0 to 0.045 in increments of 0.005. The graph shows a normal distribution curve with mean </a:t>
            </a:r>
            <a:r>
              <a:rPr lang="en-US" sz="2200" b="0" u="none" strike="noStrike" dirty="0">
                <a:solidFill>
                  <a:srgbClr val="000000"/>
                </a:solidFill>
                <a:effectLst/>
              </a:rPr>
              <a:t>mu</a:t>
            </a:r>
            <a:r>
              <a:rPr lang="en-US" sz="2200" b="0" i="0" u="none" strike="noStrike" dirty="0">
                <a:solidFill>
                  <a:srgbClr val="000000"/>
                </a:solidFill>
                <a:effectLst/>
              </a:rPr>
              <a:t> = 70 and </a:t>
            </a:r>
            <a:r>
              <a:rPr lang="en-US" sz="2200" b="0" u="none" strike="noStrike" dirty="0">
                <a:solidFill>
                  <a:srgbClr val="000000"/>
                </a:solidFill>
                <a:effectLst/>
              </a:rPr>
              <a:t>sigma</a:t>
            </a:r>
            <a:r>
              <a:rPr lang="en-US" sz="2200" b="0" i="0" u="none" strike="noStrike" dirty="0">
                <a:solidFill>
                  <a:srgbClr val="000000"/>
                </a:solidFill>
                <a:effectLst/>
              </a:rPr>
              <a:t> = 10.</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86</a:t>
            </a:fld>
            <a:endParaRPr lang="en-US" sz="800"/>
          </a:p>
        </p:txBody>
      </p:sp>
    </p:spTree>
    <p:extLst>
      <p:ext uri="{BB962C8B-B14F-4D97-AF65-F5344CB8AC3E}">
        <p14:creationId xmlns:p14="http://schemas.microsoft.com/office/powerpoint/2010/main" val="30147496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Distribution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horizontal axis ranges from negative 3 to + 3 in increments of 1. The normal distribution curve begins at (negative 3, 0), reaches the peak at 0, and ends at (3, 0).</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87</a:t>
            </a:fld>
            <a:endParaRPr lang="en-US" sz="800"/>
          </a:p>
        </p:txBody>
      </p:sp>
    </p:spTree>
    <p:extLst>
      <p:ext uri="{BB962C8B-B14F-4D97-AF65-F5344CB8AC3E}">
        <p14:creationId xmlns:p14="http://schemas.microsoft.com/office/powerpoint/2010/main" val="11128263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Distribution </a:t>
            </a:r>
            <a:r>
              <a:rPr lang="en-US" sz="1000" b="0" dirty="0">
                <a:ea typeface="Nanum Brush Script" panose="020B0503020000020004" pitchFamily="2" charset="-127"/>
              </a:rPr>
              <a:t>7</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first shows that an area of 68.26% falls within one standard deviation of the mean. The second shows that an area of 95.44% falls within two standard deviations of the mean. The third shows that an area of 99.73% falls within three standard deviations of the mean.</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88</a:t>
            </a:fld>
            <a:endParaRPr lang="en-US" sz="800"/>
          </a:p>
        </p:txBody>
      </p:sp>
    </p:spTree>
    <p:extLst>
      <p:ext uri="{BB962C8B-B14F-4D97-AF65-F5344CB8AC3E}">
        <p14:creationId xmlns:p14="http://schemas.microsoft.com/office/powerpoint/2010/main" val="8851696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Distribution </a:t>
            </a:r>
            <a:r>
              <a:rPr lang="en-US" sz="1000" b="0" dirty="0">
                <a:ea typeface="Nanum Brush Script" panose="020B0503020000020004" pitchFamily="2" charset="-127"/>
              </a:rPr>
              <a:t>8</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first one shows a standard normal curve in which everything below positive 1.96 is shaded. The area is 0.9750. The second shows everything below negative 1.96 shaded. This area is 0.0250. The third shows everything between negative and positive 1.96 shaded. This area is 0.9500.</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89</a:t>
            </a:fld>
            <a:endParaRPr lang="en-US" sz="800"/>
          </a:p>
        </p:txBody>
      </p:sp>
    </p:spTree>
    <p:extLst>
      <p:ext uri="{BB962C8B-B14F-4D97-AF65-F5344CB8AC3E}">
        <p14:creationId xmlns:p14="http://schemas.microsoft.com/office/powerpoint/2010/main" val="5986793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Finding </a:t>
            </a:r>
            <a:r>
              <a:rPr lang="en-US" sz="3000" i="1" dirty="0">
                <a:ea typeface="Nanum Brush Script" panose="020B0503020000020004" pitchFamily="2" charset="-127"/>
              </a:rPr>
              <a:t>Z</a:t>
            </a:r>
            <a:r>
              <a:rPr lang="en-US" sz="3000" dirty="0">
                <a:ea typeface="Nanum Brush Script" panose="020B0503020000020004" pitchFamily="2" charset="-127"/>
              </a:rPr>
              <a:t> for a Given Area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Normal curve 1. 0 is marked at center and </a:t>
            </a:r>
            <a:r>
              <a:rPr lang="en-US" sz="2200" b="0" i="1" u="none" strike="noStrike" dirty="0">
                <a:solidFill>
                  <a:srgbClr val="000000"/>
                </a:solidFill>
                <a:effectLst/>
              </a:rPr>
              <a:t>z</a:t>
            </a:r>
            <a:r>
              <a:rPr lang="en-US" sz="2200" b="0" i="0" u="none" strike="noStrike" dirty="0">
                <a:solidFill>
                  <a:srgbClr val="000000"/>
                </a:solidFill>
                <a:effectLst/>
              </a:rPr>
              <a:t> is marked near the right end of the horizontal axis. The region to the right of </a:t>
            </a:r>
            <a:r>
              <a:rPr lang="en-US" sz="2200" b="0" i="1" u="none" strike="noStrike" dirty="0">
                <a:solidFill>
                  <a:srgbClr val="000000"/>
                </a:solidFill>
                <a:effectLst/>
              </a:rPr>
              <a:t>z</a:t>
            </a:r>
            <a:r>
              <a:rPr lang="en-US" sz="2200" b="0" i="0" u="none" strike="noStrike" dirty="0">
                <a:solidFill>
                  <a:srgbClr val="000000"/>
                </a:solidFill>
                <a:effectLst/>
              </a:rPr>
              <a:t> is shaded. Normal curve 2. Negative </a:t>
            </a:r>
            <a:r>
              <a:rPr lang="en-US" sz="2200" b="0" i="1" u="none" strike="noStrike" dirty="0">
                <a:solidFill>
                  <a:srgbClr val="000000"/>
                </a:solidFill>
                <a:effectLst/>
              </a:rPr>
              <a:t>z</a:t>
            </a:r>
            <a:r>
              <a:rPr lang="en-US" sz="2200" b="0" i="0" u="none" strike="noStrike" dirty="0">
                <a:solidFill>
                  <a:srgbClr val="000000"/>
                </a:solidFill>
                <a:effectLst/>
              </a:rPr>
              <a:t> is marked near the left end, 0 is marked at the center, and + </a:t>
            </a:r>
            <a:r>
              <a:rPr lang="en-US" sz="2200" b="0" i="1" u="none" strike="noStrike" dirty="0">
                <a:solidFill>
                  <a:srgbClr val="000000"/>
                </a:solidFill>
                <a:effectLst/>
              </a:rPr>
              <a:t>z</a:t>
            </a:r>
            <a:r>
              <a:rPr lang="en-US" sz="2200" b="0" i="0" u="none" strike="noStrike" dirty="0">
                <a:solidFill>
                  <a:srgbClr val="000000"/>
                </a:solidFill>
                <a:effectLst/>
              </a:rPr>
              <a:t> is marked at the right end of the horizontal axis. The region between negative </a:t>
            </a:r>
            <a:r>
              <a:rPr lang="en-US" sz="2200" b="0" i="1" u="none" strike="noStrike" dirty="0">
                <a:solidFill>
                  <a:srgbClr val="000000"/>
                </a:solidFill>
                <a:effectLst/>
              </a:rPr>
              <a:t>z</a:t>
            </a:r>
            <a:r>
              <a:rPr lang="en-US" sz="2200" b="0" i="0" u="none" strike="noStrike" dirty="0">
                <a:solidFill>
                  <a:srgbClr val="000000"/>
                </a:solidFill>
                <a:effectLst/>
              </a:rPr>
              <a:t> and + </a:t>
            </a:r>
            <a:r>
              <a:rPr lang="en-US" sz="2200" b="0" i="1" u="none" strike="noStrike" dirty="0">
                <a:solidFill>
                  <a:srgbClr val="000000"/>
                </a:solidFill>
                <a:effectLst/>
              </a:rPr>
              <a:t>z</a:t>
            </a:r>
            <a:r>
              <a:rPr lang="en-US" sz="2200" b="0" i="0" u="none" strike="noStrike" dirty="0">
                <a:solidFill>
                  <a:srgbClr val="000000"/>
                </a:solidFill>
                <a:effectLst/>
              </a:rPr>
              <a:t> is shaded.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90</a:t>
            </a:fld>
            <a:endParaRPr lang="en-US" sz="800"/>
          </a:p>
        </p:txBody>
      </p:sp>
    </p:spTree>
    <p:extLst>
      <p:ext uri="{BB962C8B-B14F-4D97-AF65-F5344CB8AC3E}">
        <p14:creationId xmlns:p14="http://schemas.microsoft.com/office/powerpoint/2010/main" val="24016641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Finding </a:t>
            </a:r>
            <a:r>
              <a:rPr lang="en-US" sz="3000" i="1" dirty="0">
                <a:ea typeface="Nanum Brush Script" panose="020B0503020000020004" pitchFamily="2" charset="-127"/>
              </a:rPr>
              <a:t>Z</a:t>
            </a:r>
            <a:r>
              <a:rPr lang="en-US" sz="3000" dirty="0">
                <a:ea typeface="Nanum Brush Script" panose="020B0503020000020004" pitchFamily="2" charset="-127"/>
              </a:rPr>
              <a:t> for a Given Area </a:t>
            </a:r>
            <a:r>
              <a:rPr lang="en-US" sz="1000" b="0" dirty="0">
                <a:ea typeface="Nanum Brush Script" panose="020B0503020000020004" pitchFamily="2" charset="-127"/>
              </a:rPr>
              <a:t>4</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first one is in the original scale with mean 75 and standard deviation 7. The area below </a:t>
            </a:r>
            <a:r>
              <a:rPr lang="en-US" sz="2200" b="0" i="1" u="none" strike="noStrike" dirty="0">
                <a:solidFill>
                  <a:srgbClr val="000000"/>
                </a:solidFill>
                <a:effectLst/>
              </a:rPr>
              <a:t>X</a:t>
            </a:r>
            <a:r>
              <a:rPr lang="en-US" sz="2200" b="0" i="0" u="none" strike="noStrike" dirty="0">
                <a:solidFill>
                  <a:srgbClr val="000000"/>
                </a:solidFill>
                <a:effectLst/>
              </a:rPr>
              <a:t> = 86 is shaded. The area is 0.9418.The second one is on a standardized scale and the area below </a:t>
            </a:r>
            <a:r>
              <a:rPr lang="en-US" sz="2200" b="0" i="1" u="none" strike="noStrike" dirty="0">
                <a:solidFill>
                  <a:srgbClr val="000000"/>
                </a:solidFill>
                <a:effectLst/>
              </a:rPr>
              <a:t>z</a:t>
            </a:r>
            <a:r>
              <a:rPr lang="en-US" sz="2200" b="0" i="0" u="none" strike="noStrike" dirty="0">
                <a:solidFill>
                  <a:srgbClr val="000000"/>
                </a:solidFill>
                <a:effectLst/>
              </a:rPr>
              <a:t> = 1.57 is shaded. This area is 0.9418.</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91</a:t>
            </a:fld>
            <a:endParaRPr lang="en-US" sz="800"/>
          </a:p>
        </p:txBody>
      </p:sp>
    </p:spTree>
    <p:extLst>
      <p:ext uri="{BB962C8B-B14F-4D97-AF65-F5344CB8AC3E}">
        <p14:creationId xmlns:p14="http://schemas.microsoft.com/office/powerpoint/2010/main" val="694273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Finding </a:t>
            </a:r>
            <a:r>
              <a:rPr lang="en-US" sz="3000" i="1" dirty="0">
                <a:ea typeface="Nanum Brush Script" panose="020B0503020000020004" pitchFamily="2" charset="-127"/>
              </a:rPr>
              <a:t>X</a:t>
            </a:r>
            <a:r>
              <a:rPr lang="en-US" sz="3000" dirty="0">
                <a:ea typeface="Nanum Brush Script" panose="020B0503020000020004" pitchFamily="2" charset="-127"/>
              </a:rPr>
              <a:t> for a given area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A question mark is marked near the right end of the horizontal axis. The regions to the left of the question mark are shaded in both curves.</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92</a:t>
            </a:fld>
            <a:endParaRPr lang="en-US" sz="800"/>
          </a:p>
        </p:txBody>
      </p:sp>
    </p:spTree>
    <p:extLst>
      <p:ext uri="{BB962C8B-B14F-4D97-AF65-F5344CB8AC3E}">
        <p14:creationId xmlns:p14="http://schemas.microsoft.com/office/powerpoint/2010/main" val="17250263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0753F-6FF9-F17C-3292-291C0F27E877}"/>
              </a:ext>
            </a:extLst>
          </p:cNvPr>
          <p:cNvSpPr>
            <a:spLocks noGrp="1"/>
          </p:cNvSpPr>
          <p:nvPr>
            <p:ph type="title"/>
          </p:nvPr>
        </p:nvSpPr>
        <p:spPr/>
        <p:txBody>
          <a:bodyPr>
            <a:normAutofit/>
          </a:bodyPr>
          <a:lstStyle/>
          <a:p>
            <a:r>
              <a:rPr lang="en-US" sz="3000" dirty="0"/>
              <a:t>Example: Service Times </a:t>
            </a:r>
            <a:r>
              <a:rPr lang="en-US" sz="1000" b="0" dirty="0"/>
              <a:t>5</a:t>
            </a:r>
            <a:r>
              <a:rPr lang="en-US" sz="3000" dirty="0">
                <a:ea typeface="Nanum Brush Script" panose="020B0503020000020004" pitchFamily="2" charset="-127"/>
              </a:rPr>
              <a:t> – Text Alternative</a:t>
            </a:r>
            <a:endParaRPr lang="en-IN" sz="3000" dirty="0"/>
          </a:p>
        </p:txBody>
      </p:sp>
      <p:sp>
        <p:nvSpPr>
          <p:cNvPr id="12" name="Text Placeholder 11">
            <a:extLst>
              <a:ext uri="{FF2B5EF4-FFF2-40B4-BE49-F238E27FC236}">
                <a16:creationId xmlns:a16="http://schemas.microsoft.com/office/drawing/2014/main" id="{928533B5-ED6B-BD74-0EB9-1E2823C346D6}"/>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11" name="Content Placeholder 10">
            <a:extLst>
              <a:ext uri="{FF2B5EF4-FFF2-40B4-BE49-F238E27FC236}">
                <a16:creationId xmlns:a16="http://schemas.microsoft.com/office/drawing/2014/main" id="{0FF40CC8-2458-1DD8-3F1C-B00611EF1F86}"/>
              </a:ext>
            </a:extLst>
          </p:cNvPr>
          <p:cNvSpPr>
            <a:spLocks noGrp="1"/>
          </p:cNvSpPr>
          <p:nvPr>
            <p:ph sz="quarter" idx="11"/>
          </p:nvPr>
        </p:nvSpPr>
        <p:spPr/>
        <p:txBody>
          <a:bodyPr>
            <a:normAutofit/>
          </a:bodyPr>
          <a:lstStyle/>
          <a:p>
            <a:r>
              <a:rPr lang="en-US" sz="2200" b="0" i="0" u="none" strike="noStrike" dirty="0">
                <a:solidFill>
                  <a:srgbClr val="000000"/>
                </a:solidFill>
                <a:effectLst/>
              </a:rPr>
              <a:t>Normal curve with </a:t>
            </a:r>
            <a:r>
              <a:rPr lang="en-US" sz="2200" b="0" u="none" strike="noStrike" dirty="0">
                <a:solidFill>
                  <a:srgbClr val="000000"/>
                </a:solidFill>
                <a:effectLst/>
              </a:rPr>
              <a:t>mu</a:t>
            </a:r>
            <a:r>
              <a:rPr lang="en-US" sz="2200" b="0" i="0" u="none" strike="noStrike" dirty="0">
                <a:solidFill>
                  <a:srgbClr val="000000"/>
                </a:solidFill>
                <a:effectLst/>
              </a:rPr>
              <a:t> unknown and </a:t>
            </a:r>
            <a:r>
              <a:rPr lang="en-US" sz="2200" b="0" u="none" strike="noStrike" dirty="0">
                <a:solidFill>
                  <a:srgbClr val="000000"/>
                </a:solidFill>
                <a:effectLst/>
              </a:rPr>
              <a:t>sigma</a:t>
            </a:r>
            <a:r>
              <a:rPr lang="en-US" sz="2200" b="0" i="0" u="none" strike="noStrike" dirty="0">
                <a:solidFill>
                  <a:srgbClr val="000000"/>
                </a:solidFill>
                <a:effectLst/>
              </a:rPr>
              <a:t> = 5 minutes. Starting from the left 80% of the curve is shaded. The </a:t>
            </a:r>
            <a:r>
              <a:rPr lang="en-US" sz="2200" b="0" i="1" u="none" strike="noStrike" dirty="0">
                <a:solidFill>
                  <a:srgbClr val="000000"/>
                </a:solidFill>
                <a:effectLst/>
              </a:rPr>
              <a:t>x</a:t>
            </a:r>
            <a:r>
              <a:rPr lang="en-US" sz="2200" b="0" i="0" u="none" strike="noStrike" dirty="0">
                <a:solidFill>
                  <a:srgbClr val="000000"/>
                </a:solidFill>
                <a:effectLst/>
              </a:rPr>
              <a:t>-value is </a:t>
            </a:r>
            <a:r>
              <a:rPr lang="en-US" sz="2200" b="0" i="1" u="none" strike="noStrike" dirty="0">
                <a:solidFill>
                  <a:srgbClr val="000000"/>
                </a:solidFill>
                <a:effectLst/>
              </a:rPr>
              <a:t>x</a:t>
            </a:r>
            <a:r>
              <a:rPr lang="en-US" sz="2200" b="0" i="0" u="none" strike="noStrike" dirty="0">
                <a:solidFill>
                  <a:srgbClr val="000000"/>
                </a:solidFill>
                <a:effectLst/>
              </a:rPr>
              <a:t> = 30 minutes and </a:t>
            </a:r>
            <a:r>
              <a:rPr lang="en-US" sz="2200" b="0" i="1" u="none" strike="noStrike" dirty="0">
                <a:solidFill>
                  <a:srgbClr val="000000"/>
                </a:solidFill>
                <a:effectLst/>
              </a:rPr>
              <a:t>z</a:t>
            </a:r>
            <a:r>
              <a:rPr lang="en-US" sz="2200" b="0" i="0" u="none" strike="noStrike" dirty="0">
                <a:solidFill>
                  <a:srgbClr val="000000"/>
                </a:solidFill>
                <a:effectLst/>
              </a:rPr>
              <a:t> = unknown. Using Excel = N</a:t>
            </a:r>
            <a:r>
              <a:rPr lang="en-US" sz="100" b="0" i="0" u="none" strike="noStrike" dirty="0">
                <a:solidFill>
                  <a:srgbClr val="000000"/>
                </a:solidFill>
                <a:effectLst/>
              </a:rPr>
              <a:t> </a:t>
            </a:r>
            <a:r>
              <a:rPr lang="en-US" sz="2200" b="0" i="0" u="none" strike="noStrike" dirty="0">
                <a:solidFill>
                  <a:srgbClr val="000000"/>
                </a:solidFill>
                <a:effectLst/>
              </a:rPr>
              <a:t>O</a:t>
            </a:r>
            <a:r>
              <a:rPr lang="en-US" sz="100" b="0" i="0" u="none" strike="noStrike" dirty="0">
                <a:solidFill>
                  <a:srgbClr val="000000"/>
                </a:solidFill>
                <a:effectLst/>
              </a:rPr>
              <a:t> </a:t>
            </a:r>
            <a:r>
              <a:rPr lang="en-US" sz="2200" b="0" i="0" u="none" strike="noStrike" dirty="0">
                <a:solidFill>
                  <a:srgbClr val="000000"/>
                </a:solidFill>
                <a:effectLst/>
              </a:rPr>
              <a:t>R</a:t>
            </a:r>
            <a:r>
              <a:rPr lang="en-US" sz="100" b="0" i="0" u="none" strike="noStrike" dirty="0">
                <a:solidFill>
                  <a:srgbClr val="000000"/>
                </a:solidFill>
                <a:effectLst/>
              </a:rPr>
              <a:t> </a:t>
            </a:r>
            <a:r>
              <a:rPr lang="en-US" sz="2200" b="0" i="0" u="none" strike="noStrike" dirty="0">
                <a:solidFill>
                  <a:srgbClr val="000000"/>
                </a:solidFill>
                <a:effectLst/>
              </a:rPr>
              <a:t>M, dot, </a:t>
            </a:r>
            <a:r>
              <a:rPr lang="en-US" sz="2200" b="0" i="1" u="none" strike="noStrike" dirty="0">
                <a:solidFill>
                  <a:srgbClr val="000000"/>
                </a:solidFill>
                <a:effectLst/>
              </a:rPr>
              <a:t>S</a:t>
            </a:r>
            <a:r>
              <a:rPr lang="en-US" sz="2200" b="0" i="0" u="none" strike="noStrike" dirty="0">
                <a:solidFill>
                  <a:srgbClr val="000000"/>
                </a:solidFill>
                <a:effectLst/>
              </a:rPr>
              <a:t>, dot, I</a:t>
            </a:r>
            <a:r>
              <a:rPr lang="en-US" sz="100" b="0" i="0" u="none" strike="noStrike" dirty="0">
                <a:solidFill>
                  <a:srgbClr val="000000"/>
                </a:solidFill>
                <a:effectLst/>
              </a:rPr>
              <a:t> </a:t>
            </a:r>
            <a:r>
              <a:rPr lang="en-US" sz="2200" b="0" i="0" u="none" strike="noStrike" dirty="0">
                <a:solidFill>
                  <a:srgbClr val="000000"/>
                </a:solidFill>
                <a:effectLst/>
              </a:rPr>
              <a:t>N</a:t>
            </a:r>
            <a:r>
              <a:rPr lang="en-US" sz="100" b="0" i="0" u="none" strike="noStrike" dirty="0">
                <a:solidFill>
                  <a:srgbClr val="000000"/>
                </a:solidFill>
                <a:effectLst/>
              </a:rPr>
              <a:t> </a:t>
            </a:r>
            <a:r>
              <a:rPr lang="en-US" sz="2200" b="0" i="0" u="none" strike="noStrike" dirty="0">
                <a:solidFill>
                  <a:srgbClr val="000000"/>
                </a:solidFill>
                <a:effectLst/>
              </a:rPr>
              <a:t>V (0.80) = 0.841621.</a:t>
            </a:r>
            <a:endParaRPr lang="en-IN" sz="2200" dirty="0"/>
          </a:p>
        </p:txBody>
      </p:sp>
      <p:sp>
        <p:nvSpPr>
          <p:cNvPr id="13" name="Text Placeholder 12">
            <a:extLst>
              <a:ext uri="{FF2B5EF4-FFF2-40B4-BE49-F238E27FC236}">
                <a16:creationId xmlns:a16="http://schemas.microsoft.com/office/drawing/2014/main" id="{FE95A5D0-1287-190A-C130-03F10B67EB0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9" name="Slide Number Placeholder 8">
            <a:extLst>
              <a:ext uri="{FF2B5EF4-FFF2-40B4-BE49-F238E27FC236}">
                <a16:creationId xmlns:a16="http://schemas.microsoft.com/office/drawing/2014/main" id="{EB8AEC0D-A3E2-1E99-8122-1A62C0187031}"/>
              </a:ext>
            </a:extLst>
          </p:cNvPr>
          <p:cNvSpPr>
            <a:spLocks noGrp="1"/>
          </p:cNvSpPr>
          <p:nvPr>
            <p:ph type="sldNum" sz="quarter" idx="10"/>
          </p:nvPr>
        </p:nvSpPr>
        <p:spPr/>
        <p:txBody>
          <a:bodyPr/>
          <a:lstStyle/>
          <a:p>
            <a:fld id="{68151E55-6873-49E2-B8D5-2F265E6F1973}" type="slidenum">
              <a:rPr lang="en-US" sz="800" smtClean="0"/>
              <a:t>93</a:t>
            </a:fld>
            <a:endParaRPr lang="en-US" sz="800" dirty="0"/>
          </a:p>
        </p:txBody>
      </p:sp>
    </p:spTree>
    <p:extLst>
      <p:ext uri="{BB962C8B-B14F-4D97-AF65-F5344CB8AC3E}">
        <p14:creationId xmlns:p14="http://schemas.microsoft.com/office/powerpoint/2010/main" val="2087894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Approximation to the Binomial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a:xfrm>
            <a:off x="342900" y="1371601"/>
            <a:ext cx="7654471" cy="4876800"/>
          </a:xfrm>
        </p:spPr>
        <p:txBody>
          <a:bodyPr>
            <a:normAutofit/>
          </a:bodyPr>
          <a:lstStyle/>
          <a:p>
            <a:r>
              <a:rPr lang="en-US" sz="2200" b="0" i="0" u="none" strike="noStrike" dirty="0">
                <a:solidFill>
                  <a:srgbClr val="000000"/>
                </a:solidFill>
                <a:effectLst/>
              </a:rPr>
              <a:t>The first histogram is a binomial distribution with </a:t>
            </a:r>
            <a:r>
              <a:rPr lang="en-US" sz="2200" b="0" i="1" u="none" strike="noStrike" dirty="0">
                <a:solidFill>
                  <a:srgbClr val="000000"/>
                </a:solidFill>
                <a:effectLst/>
              </a:rPr>
              <a:t>n</a:t>
            </a:r>
            <a:r>
              <a:rPr lang="en-US" sz="2200" b="0" i="0" u="none" strike="noStrike" dirty="0">
                <a:solidFill>
                  <a:srgbClr val="000000"/>
                </a:solidFill>
                <a:effectLst/>
              </a:rPr>
              <a:t> = 4 and </a:t>
            </a:r>
            <a:r>
              <a:rPr lang="en-US" sz="2200" b="0" u="none" strike="noStrike" dirty="0">
                <a:solidFill>
                  <a:srgbClr val="000000"/>
                </a:solidFill>
                <a:effectLst/>
              </a:rPr>
              <a:t>pi</a:t>
            </a:r>
            <a:r>
              <a:rPr lang="en-US" sz="2200" b="0" i="0" u="none" strike="noStrike" dirty="0">
                <a:solidFill>
                  <a:srgbClr val="000000"/>
                </a:solidFill>
                <a:effectLst/>
              </a:rPr>
              <a:t> = 0.50. There are just 5 bars, and they are perfectly symmetric. The number of successes ranges from 0 to 4. The second histogram uses </a:t>
            </a:r>
            <a:r>
              <a:rPr lang="en-US" sz="2200" b="0" i="1" u="none" strike="noStrike" dirty="0">
                <a:solidFill>
                  <a:srgbClr val="000000"/>
                </a:solidFill>
                <a:effectLst/>
              </a:rPr>
              <a:t>n</a:t>
            </a:r>
            <a:r>
              <a:rPr lang="en-US" sz="2200" b="0" i="0" u="none" strike="noStrike" dirty="0">
                <a:solidFill>
                  <a:srgbClr val="000000"/>
                </a:solidFill>
                <a:effectLst/>
              </a:rPr>
              <a:t> = 16 and </a:t>
            </a:r>
            <a:r>
              <a:rPr lang="en-US" sz="2200" b="0" u="none" strike="noStrike" dirty="0">
                <a:solidFill>
                  <a:srgbClr val="000000"/>
                </a:solidFill>
                <a:effectLst/>
              </a:rPr>
              <a:t>pi</a:t>
            </a:r>
            <a:r>
              <a:rPr lang="en-US" sz="2200" b="0" i="0" u="none" strike="noStrike" dirty="0">
                <a:solidFill>
                  <a:srgbClr val="000000"/>
                </a:solidFill>
                <a:effectLst/>
              </a:rPr>
              <a:t> = 0.50. The bars are narrower and more closely approximate the normal curve. The third histogram uses </a:t>
            </a:r>
            <a:r>
              <a:rPr lang="en-US" sz="2200" b="0" i="1" u="none" strike="noStrike" dirty="0">
                <a:solidFill>
                  <a:srgbClr val="000000"/>
                </a:solidFill>
                <a:effectLst/>
              </a:rPr>
              <a:t>n</a:t>
            </a:r>
            <a:r>
              <a:rPr lang="en-US" sz="2200" b="0" i="0" u="none" strike="noStrike" dirty="0">
                <a:solidFill>
                  <a:srgbClr val="000000"/>
                </a:solidFill>
                <a:effectLst/>
              </a:rPr>
              <a:t> = 64 and </a:t>
            </a:r>
            <a:r>
              <a:rPr lang="en-US" sz="2200" b="0" u="none" strike="noStrike" dirty="0">
                <a:solidFill>
                  <a:srgbClr val="000000"/>
                </a:solidFill>
                <a:effectLst/>
              </a:rPr>
              <a:t>pi</a:t>
            </a:r>
            <a:r>
              <a:rPr lang="en-US" sz="2200" b="0" i="0" u="none" strike="noStrike" dirty="0">
                <a:solidFill>
                  <a:srgbClr val="000000"/>
                </a:solidFill>
                <a:effectLst/>
              </a:rPr>
              <a:t> = 0.50. The bars are now even narrower and even more closely approximate the normal distribution.</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94</a:t>
            </a:fld>
            <a:endParaRPr lang="en-US" sz="800"/>
          </a:p>
        </p:txBody>
      </p:sp>
    </p:spTree>
    <p:extLst>
      <p:ext uri="{BB962C8B-B14F-4D97-AF65-F5344CB8AC3E}">
        <p14:creationId xmlns:p14="http://schemas.microsoft.com/office/powerpoint/2010/main" val="26482603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Normal Approximation to the Binomial </a:t>
            </a:r>
            <a:r>
              <a:rPr lang="en-US" sz="1000" b="0" dirty="0">
                <a:ea typeface="Nanum Brush Script" panose="020B0503020000020004" pitchFamily="2" charset="-127"/>
              </a:rPr>
              <a:t>4</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The row entries are as follows. Row 1. Event: At least 17. Relevant values of </a:t>
            </a:r>
            <a:r>
              <a:rPr lang="en-US" sz="2200" b="0" i="1" u="none" strike="noStrike" dirty="0">
                <a:solidFill>
                  <a:srgbClr val="000000"/>
                </a:solidFill>
                <a:effectLst/>
              </a:rPr>
              <a:t>X</a:t>
            </a:r>
            <a:r>
              <a:rPr lang="en-US" sz="2200" b="0" i="0" u="none" strike="noStrike" dirty="0">
                <a:solidFill>
                  <a:srgbClr val="000000"/>
                </a:solidFill>
                <a:effectLst/>
              </a:rPr>
              <a:t>: …14, 15, 16, 17, 18, 19, 20… An arrow points to the right from 17. Normal cutoff: Use </a:t>
            </a:r>
            <a:r>
              <a:rPr lang="en-US" sz="2200" b="0" i="1" u="none" strike="noStrike" dirty="0">
                <a:solidFill>
                  <a:srgbClr val="000000"/>
                </a:solidFill>
                <a:effectLst/>
              </a:rPr>
              <a:t>x</a:t>
            </a:r>
            <a:r>
              <a:rPr lang="en-US" sz="2200" b="0" i="0" u="none" strike="noStrike" dirty="0">
                <a:solidFill>
                  <a:srgbClr val="000000"/>
                </a:solidFill>
                <a:effectLst/>
              </a:rPr>
              <a:t> = 16.5. Row 2. Event: More than 15. Relevant values of </a:t>
            </a:r>
            <a:r>
              <a:rPr lang="en-US" sz="2200" b="0" i="1" u="none" strike="noStrike" dirty="0">
                <a:solidFill>
                  <a:srgbClr val="000000"/>
                </a:solidFill>
                <a:effectLst/>
              </a:rPr>
              <a:t>X</a:t>
            </a:r>
            <a:r>
              <a:rPr lang="en-US" sz="2200" b="0" i="0" u="none" strike="noStrike" dirty="0">
                <a:solidFill>
                  <a:srgbClr val="000000"/>
                </a:solidFill>
                <a:effectLst/>
              </a:rPr>
              <a:t>: …14, 15, 16, 17, 18, 19, 20… An arrow points to the right from 16. Normal cutoff: Use </a:t>
            </a:r>
            <a:r>
              <a:rPr lang="en-US" sz="2200" b="0" i="1" u="none" strike="noStrike" dirty="0">
                <a:solidFill>
                  <a:srgbClr val="000000"/>
                </a:solidFill>
                <a:effectLst/>
              </a:rPr>
              <a:t>X </a:t>
            </a:r>
            <a:r>
              <a:rPr lang="en-US" sz="2200" b="0" i="0" u="none" strike="noStrike" dirty="0">
                <a:solidFill>
                  <a:srgbClr val="000000"/>
                </a:solidFill>
                <a:effectLst/>
              </a:rPr>
              <a:t>= 15.5. Row 3. Event: Fewer than 19. Relevant values of </a:t>
            </a:r>
            <a:r>
              <a:rPr lang="en-US" sz="2200" b="0" i="1" u="none" strike="noStrike" dirty="0">
                <a:solidFill>
                  <a:srgbClr val="000000"/>
                </a:solidFill>
                <a:effectLst/>
              </a:rPr>
              <a:t>X</a:t>
            </a:r>
            <a:r>
              <a:rPr lang="en-US" sz="2200" b="0" i="0" u="none" strike="noStrike" dirty="0">
                <a:solidFill>
                  <a:srgbClr val="000000"/>
                </a:solidFill>
                <a:effectLst/>
              </a:rPr>
              <a:t>: …14, 15, 16, 17, 18, 19, 20… An arrow points to the left from 18. Normal cutoff: Use </a:t>
            </a:r>
            <a:r>
              <a:rPr lang="en-US" sz="2200" b="0" i="1" u="none" strike="noStrike" dirty="0">
                <a:solidFill>
                  <a:srgbClr val="000000"/>
                </a:solidFill>
                <a:effectLst/>
              </a:rPr>
              <a:t>X</a:t>
            </a:r>
            <a:r>
              <a:rPr lang="en-US" sz="2200" b="0" i="0" u="none" strike="noStrike" dirty="0">
                <a:solidFill>
                  <a:srgbClr val="000000"/>
                </a:solidFill>
                <a:effectLst/>
              </a:rPr>
              <a:t> = 18.5.</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95</a:t>
            </a:fld>
            <a:endParaRPr lang="en-US" sz="800"/>
          </a:p>
        </p:txBody>
      </p:sp>
    </p:spTree>
    <p:extLst>
      <p:ext uri="{BB962C8B-B14F-4D97-AF65-F5344CB8AC3E}">
        <p14:creationId xmlns:p14="http://schemas.microsoft.com/office/powerpoint/2010/main" val="41738627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Exponential Distribution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a:xfrm>
            <a:off x="342900" y="1371601"/>
            <a:ext cx="8109724" cy="4876800"/>
          </a:xfrm>
        </p:spPr>
        <p:txBody>
          <a:bodyPr>
            <a:normAutofit/>
          </a:bodyPr>
          <a:lstStyle/>
          <a:p>
            <a:r>
              <a:rPr lang="en-US" sz="2200" b="0" i="0" u="none" strike="noStrike" dirty="0">
                <a:solidFill>
                  <a:srgbClr val="000000"/>
                </a:solidFill>
                <a:effectLst/>
              </a:rPr>
              <a:t>A diagram representing the concept of ‘Customer Arrivals’ over time. Four icons symbolizing customers are arranged sequentially along a horizontal line labeled ‘Time’. Arrows point towards each customer icon, indicating their respective arrival times. The time interval between two consecutive customer arrivals is denoted by ‘</a:t>
            </a:r>
            <a:r>
              <a:rPr lang="en-US" sz="2200" b="0" i="1" u="none" strike="noStrike" dirty="0">
                <a:solidFill>
                  <a:srgbClr val="000000"/>
                </a:solidFill>
                <a:effectLst/>
              </a:rPr>
              <a:t>X</a:t>
            </a:r>
            <a:r>
              <a:rPr lang="en-US" sz="2200" b="0" i="0" u="none" strike="noStrike" dirty="0">
                <a:solidFill>
                  <a:srgbClr val="000000"/>
                </a:solidFill>
                <a:effectLst/>
              </a:rPr>
              <a:t>’.</a:t>
            </a:r>
            <a:r>
              <a:rPr lang="en-US" sz="2200" dirty="0"/>
              <a:t> </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96</a:t>
            </a:fld>
            <a:endParaRPr lang="en-US" sz="800"/>
          </a:p>
        </p:txBody>
      </p:sp>
    </p:spTree>
    <p:extLst>
      <p:ext uri="{BB962C8B-B14F-4D97-AF65-F5344CB8AC3E}">
        <p14:creationId xmlns:p14="http://schemas.microsoft.com/office/powerpoint/2010/main" val="32848839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Exponential Distribution </a:t>
            </a:r>
            <a:r>
              <a:rPr lang="en-US" sz="1000" b="0" dirty="0">
                <a:ea typeface="Nanum Brush Script" panose="020B0503020000020004" pitchFamily="2" charset="-127"/>
              </a:rPr>
              <a:t>1</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All four graphs begin at the specified value of </a:t>
            </a:r>
            <a:r>
              <a:rPr lang="en-US" sz="2200" b="0" u="none" strike="noStrike" dirty="0">
                <a:solidFill>
                  <a:srgbClr val="000000"/>
                </a:solidFill>
                <a:effectLst/>
              </a:rPr>
              <a:t>lambda</a:t>
            </a:r>
            <a:r>
              <a:rPr lang="en-US" sz="2200" b="0" i="0" u="none" strike="noStrike" dirty="0">
                <a:solidFill>
                  <a:srgbClr val="000000"/>
                </a:solidFill>
                <a:effectLst/>
              </a:rPr>
              <a:t> on the vertical axis and decrease exponentially approaching the horizontal axis asymptotically from above.</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97</a:t>
            </a:fld>
            <a:endParaRPr lang="en-US" sz="800"/>
          </a:p>
        </p:txBody>
      </p:sp>
    </p:spTree>
    <p:extLst>
      <p:ext uri="{BB962C8B-B14F-4D97-AF65-F5344CB8AC3E}">
        <p14:creationId xmlns:p14="http://schemas.microsoft.com/office/powerpoint/2010/main" val="234911011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2800" dirty="0"/>
              <a:t>Exponential Distribution </a:t>
            </a:r>
            <a:r>
              <a:rPr lang="en-US" sz="1000" b="0" dirty="0"/>
              <a:t>2</a:t>
            </a:r>
            <a:r>
              <a:rPr lang="en-US" sz="2800" b="0" dirty="0"/>
              <a:t> </a:t>
            </a:r>
            <a:r>
              <a:rPr lang="en-US" sz="2800" dirty="0">
                <a:ea typeface="Nanum Brush Script" panose="020B0503020000020004" pitchFamily="2" charset="-127"/>
              </a:rPr>
              <a:t>– Text Alternative</a:t>
            </a:r>
            <a:endParaRPr lang="en-IN" sz="28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a:xfrm>
            <a:off x="342900" y="1371601"/>
            <a:ext cx="8131249" cy="4876800"/>
          </a:xfrm>
        </p:spPr>
        <p:txBody>
          <a:bodyPr>
            <a:normAutofit/>
          </a:bodyPr>
          <a:lstStyle/>
          <a:p>
            <a:pPr>
              <a:lnSpc>
                <a:spcPct val="107000"/>
              </a:lnSpc>
              <a:spcAft>
                <a:spcPts val="800"/>
              </a:spcAft>
            </a:pPr>
            <a:r>
              <a:rPr lang="en-US" sz="2200" dirty="0">
                <a:effectLst/>
                <a:ea typeface="Calibri" panose="020F0502020204030204" pitchFamily="34" charset="0"/>
                <a:cs typeface="Arial" panose="020B0604020202020204" pitchFamily="34" charset="0"/>
              </a:rPr>
              <a:t>The first image represents the left-tail area of an exponential distribution. The shaded region, which extends from 0 to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represents the probability </a:t>
            </a:r>
            <a:r>
              <a:rPr lang="en-US" sz="2200" i="1" dirty="0">
                <a:effectLst/>
                <a:ea typeface="Calibri" panose="020F0502020204030204" pitchFamily="34" charset="0"/>
                <a:cs typeface="Arial" panose="020B0604020202020204" pitchFamily="34" charset="0"/>
              </a:rPr>
              <a:t>P</a:t>
            </a:r>
            <a:r>
              <a:rPr lang="en-US" sz="2200" dirty="0">
                <a:effectLst/>
                <a:ea typeface="Calibri" panose="020F0502020204030204" pitchFamily="34" charset="0"/>
                <a:cs typeface="Arial" panose="020B0604020202020204" pitchFamily="34" charset="0"/>
              </a:rPr>
              <a:t> of capital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greater than or equal to small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which equals 1 minus </a:t>
            </a:r>
            <a:r>
              <a:rPr lang="en-US" sz="2200" i="1" dirty="0">
                <a:effectLst/>
                <a:ea typeface="Calibri" panose="020F0502020204030204" pitchFamily="34" charset="0"/>
                <a:cs typeface="Arial" panose="020B0604020202020204" pitchFamily="34" charset="0"/>
              </a:rPr>
              <a:t>e</a:t>
            </a:r>
            <a:r>
              <a:rPr lang="en-US" sz="2200" dirty="0">
                <a:effectLst/>
                <a:ea typeface="Calibri" panose="020F0502020204030204" pitchFamily="34" charset="0"/>
                <a:cs typeface="Arial" panose="020B0604020202020204" pitchFamily="34" charset="0"/>
              </a:rPr>
              <a:t> power minus lambda small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The second image depicts the right-tail area of an exponential distribution. The shaded region, starting from the value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and extending to the right, represents the probability </a:t>
            </a:r>
            <a:r>
              <a:rPr lang="en-US" sz="2200" i="1" dirty="0">
                <a:effectLst/>
                <a:ea typeface="Calibri" panose="020F0502020204030204" pitchFamily="34" charset="0"/>
                <a:cs typeface="Arial" panose="020B0604020202020204" pitchFamily="34" charset="0"/>
              </a:rPr>
              <a:t>p</a:t>
            </a:r>
            <a:r>
              <a:rPr lang="en-US" sz="2200" dirty="0">
                <a:effectLst/>
                <a:ea typeface="Calibri" panose="020F0502020204030204" pitchFamily="34" charset="0"/>
                <a:cs typeface="Arial" panose="020B0604020202020204" pitchFamily="34" charset="0"/>
              </a:rPr>
              <a:t> of capital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lesser than or equal to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 equals 1 minus 2 power of minus lambda multiplied by small </a:t>
            </a:r>
            <a:r>
              <a:rPr lang="en-US" sz="2200" i="1" dirty="0">
                <a:effectLst/>
                <a:ea typeface="Calibri" panose="020F0502020204030204" pitchFamily="34" charset="0"/>
                <a:cs typeface="Arial" panose="020B0604020202020204" pitchFamily="34" charset="0"/>
              </a:rPr>
              <a:t>X</a:t>
            </a:r>
            <a:r>
              <a:rPr lang="en-US" sz="2200" dirty="0">
                <a:effectLst/>
                <a:ea typeface="Calibri" panose="020F0502020204030204" pitchFamily="34" charset="0"/>
                <a:cs typeface="Arial" panose="020B0604020202020204" pitchFamily="34" charset="0"/>
              </a:rPr>
              <a:t>.</a:t>
            </a:r>
            <a:endParaRPr lang="en-IN" sz="2200" dirty="0">
              <a:effectLst/>
              <a:ea typeface="Calibri" panose="020F050202020403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98</a:t>
            </a:fld>
            <a:endParaRPr lang="en-US" sz="800"/>
          </a:p>
        </p:txBody>
      </p:sp>
    </p:spTree>
    <p:extLst>
      <p:ext uri="{BB962C8B-B14F-4D97-AF65-F5344CB8AC3E}">
        <p14:creationId xmlns:p14="http://schemas.microsoft.com/office/powerpoint/2010/main" val="34069976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Example: Customer Waiting Time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p:txBody>
          <a:bodyPr>
            <a:normAutofit/>
          </a:bodyPr>
          <a:lstStyle/>
          <a:p>
            <a:r>
              <a:rPr lang="en-US" sz="2200" b="0" i="0" u="none" strike="noStrike" dirty="0">
                <a:solidFill>
                  <a:srgbClr val="000000"/>
                </a:solidFill>
                <a:effectLst/>
              </a:rPr>
              <a:t>In both graphs, the horizontal axis is labeled Minutes. It ranges from 0 to 2.50 in increments of 0.50. The vertical axis ranges from 0.00 to 2.50 in increments of 0.50. </a:t>
            </a:r>
            <a:r>
              <a:rPr lang="en-US" sz="2200" b="0" i="1" u="none" strike="noStrike" dirty="0">
                <a:solidFill>
                  <a:srgbClr val="000000"/>
                </a:solidFill>
                <a:effectLst/>
              </a:rPr>
              <a:t>P</a:t>
            </a:r>
            <a:r>
              <a:rPr lang="en-US" sz="2200" b="0" i="0" u="none" strike="noStrike" dirty="0">
                <a:solidFill>
                  <a:srgbClr val="000000"/>
                </a:solidFill>
                <a:effectLst/>
              </a:rPr>
              <a:t> of </a:t>
            </a:r>
            <a:r>
              <a:rPr lang="en-US" sz="2200" b="0" i="1" u="none" strike="noStrike" dirty="0">
                <a:solidFill>
                  <a:srgbClr val="000000"/>
                </a:solidFill>
                <a:effectLst/>
              </a:rPr>
              <a:t>X</a:t>
            </a:r>
            <a:r>
              <a:rPr lang="en-US" sz="2200" b="0" i="0" u="none" strike="noStrike" dirty="0">
                <a:solidFill>
                  <a:srgbClr val="000000"/>
                </a:solidFill>
                <a:effectLst/>
              </a:rPr>
              <a:t> less than or equal to 0.50. In the exponential curve, the region to the left of 0.50 is shaded. </a:t>
            </a:r>
            <a:r>
              <a:rPr lang="en-US" sz="2200" b="0" i="1" u="none" strike="noStrike" dirty="0">
                <a:solidFill>
                  <a:srgbClr val="000000"/>
                </a:solidFill>
                <a:effectLst/>
              </a:rPr>
              <a:t>P</a:t>
            </a:r>
            <a:r>
              <a:rPr lang="en-US" sz="2200" b="0" i="0" u="none" strike="noStrike" dirty="0">
                <a:solidFill>
                  <a:srgbClr val="000000"/>
                </a:solidFill>
                <a:effectLst/>
              </a:rPr>
              <a:t> of </a:t>
            </a:r>
            <a:r>
              <a:rPr lang="en-US" sz="2200" b="0" i="1" u="none" strike="noStrike" dirty="0">
                <a:solidFill>
                  <a:srgbClr val="000000"/>
                </a:solidFill>
                <a:effectLst/>
              </a:rPr>
              <a:t>X</a:t>
            </a:r>
            <a:r>
              <a:rPr lang="en-US" sz="2200" b="0" i="0" u="none" strike="noStrike" dirty="0">
                <a:solidFill>
                  <a:srgbClr val="000000"/>
                </a:solidFill>
                <a:effectLst/>
              </a:rPr>
              <a:t> greater than 0.50. In the exponential curve, the region to the right of 0.50 is shaded.</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99</a:t>
            </a:fld>
            <a:endParaRPr lang="en-US" sz="800"/>
          </a:p>
        </p:txBody>
      </p:sp>
    </p:spTree>
    <p:extLst>
      <p:ext uri="{BB962C8B-B14F-4D97-AF65-F5344CB8AC3E}">
        <p14:creationId xmlns:p14="http://schemas.microsoft.com/office/powerpoint/2010/main" val="14232950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610120-ECFB-0945-A9EB-9C94A7D871B6}"/>
              </a:ext>
            </a:extLst>
          </p:cNvPr>
          <p:cNvSpPr>
            <a:spLocks noGrp="1"/>
          </p:cNvSpPr>
          <p:nvPr>
            <p:ph type="title"/>
          </p:nvPr>
        </p:nvSpPr>
        <p:spPr/>
        <p:txBody>
          <a:bodyPr>
            <a:noAutofit/>
          </a:bodyPr>
          <a:lstStyle/>
          <a:p>
            <a:r>
              <a:rPr lang="en-US" sz="3000" dirty="0">
                <a:ea typeface="Nanum Brush Script" panose="020B0503020000020004" pitchFamily="2" charset="-127"/>
              </a:rPr>
              <a:t>Triangular Distribution </a:t>
            </a:r>
            <a:r>
              <a:rPr lang="en-US" sz="1000" b="0" dirty="0">
                <a:ea typeface="Nanum Brush Script" panose="020B0503020000020004" pitchFamily="2" charset="-127"/>
              </a:rPr>
              <a:t>2</a:t>
            </a:r>
            <a:r>
              <a:rPr lang="en-US" sz="3000" dirty="0">
                <a:ea typeface="Nanum Brush Script" panose="020B0503020000020004" pitchFamily="2" charset="-127"/>
              </a:rPr>
              <a:t> – Text Alternative</a:t>
            </a:r>
            <a:endParaRPr lang="en-IN" sz="3000" dirty="0"/>
          </a:p>
        </p:txBody>
      </p:sp>
      <p:sp>
        <p:nvSpPr>
          <p:cNvPr id="9" name="Text Placeholder 8">
            <a:extLst>
              <a:ext uri="{FF2B5EF4-FFF2-40B4-BE49-F238E27FC236}">
                <a16:creationId xmlns:a16="http://schemas.microsoft.com/office/drawing/2014/main" id="{57F7B77D-AC6C-87E6-1B59-3CCA97561BE9}"/>
              </a:ext>
            </a:extLst>
          </p:cNvPr>
          <p:cNvSpPr>
            <a:spLocks noGrp="1"/>
          </p:cNvSpPr>
          <p:nvPr>
            <p:ph type="body" sz="quarter" idx="14"/>
          </p:nvPr>
        </p:nvSpPr>
        <p:spPr/>
        <p:txBody>
          <a:bodyPr/>
          <a:lstStyle/>
          <a:p>
            <a:r>
              <a:rPr lang="en-US" dirty="0">
                <a:hlinkClick r:id="rId2" action="ppaction://hlinksldjump"/>
              </a:rPr>
              <a:t>Return to parent-slide containing images.</a:t>
            </a:r>
            <a:endParaRPr lang="en-IN" dirty="0">
              <a:hlinkClick r:id="rId2" action="ppaction://hlinksldjump"/>
            </a:endParaRPr>
          </a:p>
        </p:txBody>
      </p:sp>
      <p:sp>
        <p:nvSpPr>
          <p:cNvPr id="8" name="Content Placeholder 7">
            <a:extLst>
              <a:ext uri="{FF2B5EF4-FFF2-40B4-BE49-F238E27FC236}">
                <a16:creationId xmlns:a16="http://schemas.microsoft.com/office/drawing/2014/main" id="{E7D2663F-0BB2-F527-B7E7-512D55C7CF32}"/>
              </a:ext>
            </a:extLst>
          </p:cNvPr>
          <p:cNvSpPr>
            <a:spLocks noGrp="1"/>
          </p:cNvSpPr>
          <p:nvPr>
            <p:ph sz="quarter" idx="11"/>
          </p:nvPr>
        </p:nvSpPr>
        <p:spPr>
          <a:xfrm>
            <a:off x="342900" y="1371601"/>
            <a:ext cx="7643632" cy="4876800"/>
          </a:xfrm>
        </p:spPr>
        <p:txBody>
          <a:bodyPr>
            <a:normAutofit/>
          </a:bodyPr>
          <a:lstStyle/>
          <a:p>
            <a:r>
              <a:rPr lang="en-US" sz="2200" b="0" i="0" u="none" strike="noStrike" dirty="0">
                <a:solidFill>
                  <a:srgbClr val="000000"/>
                </a:solidFill>
                <a:effectLst/>
              </a:rPr>
              <a:t>A skewed left triangular 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graph has a height that is above a value that is toward the right side of the length of the base. A symmetric triangular 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graph has a height that is directly centered over the length of the base. A skewed right triangular P</a:t>
            </a:r>
            <a:r>
              <a:rPr lang="en-US" sz="100" b="0" i="0" u="none" strike="noStrike" dirty="0">
                <a:solidFill>
                  <a:srgbClr val="000000"/>
                </a:solidFill>
                <a:effectLst/>
              </a:rPr>
              <a:t> </a:t>
            </a:r>
            <a:r>
              <a:rPr lang="en-US" sz="2200" b="0" i="0" u="none" strike="noStrike" dirty="0">
                <a:solidFill>
                  <a:srgbClr val="000000"/>
                </a:solidFill>
                <a:effectLst/>
              </a:rPr>
              <a:t>D</a:t>
            </a:r>
            <a:r>
              <a:rPr lang="en-US" sz="100" b="0" i="0" u="none" strike="noStrike" dirty="0">
                <a:solidFill>
                  <a:srgbClr val="000000"/>
                </a:solidFill>
                <a:effectLst/>
              </a:rPr>
              <a:t> </a:t>
            </a:r>
            <a:r>
              <a:rPr lang="en-US" sz="2200" b="0" i="0" u="none" strike="noStrike" dirty="0">
                <a:solidFill>
                  <a:srgbClr val="000000"/>
                </a:solidFill>
                <a:effectLst/>
              </a:rPr>
              <a:t>F graph has a height that is toward the left side of the length of the base.</a:t>
            </a:r>
            <a:endParaRPr lang="en-IN" sz="2200" dirty="0"/>
          </a:p>
        </p:txBody>
      </p:sp>
      <p:sp>
        <p:nvSpPr>
          <p:cNvPr id="10" name="Text Placeholder 9">
            <a:extLst>
              <a:ext uri="{FF2B5EF4-FFF2-40B4-BE49-F238E27FC236}">
                <a16:creationId xmlns:a16="http://schemas.microsoft.com/office/drawing/2014/main" id="{43A6959F-88BF-9DD5-4B7D-2F431C761481}"/>
              </a:ext>
            </a:extLst>
          </p:cNvPr>
          <p:cNvSpPr>
            <a:spLocks noGrp="1"/>
          </p:cNvSpPr>
          <p:nvPr>
            <p:ph type="body" sz="quarter" idx="15"/>
          </p:nvPr>
        </p:nvSpPr>
        <p:spPr/>
        <p:txBody>
          <a:bodyPr/>
          <a:lstStyle/>
          <a:p>
            <a:pPr algn="ctr"/>
            <a:r>
              <a:rPr lang="en-US" dirty="0">
                <a:hlinkClick r:id="rId2" action="ppaction://hlinksldjump"/>
              </a:rPr>
              <a:t>Return to parent-slide containing images.</a:t>
            </a:r>
            <a:endParaRPr lang="en-IN" dirty="0">
              <a:hlinkClick r:id="rId2" action="ppaction://hlinksldjump"/>
            </a:endParaRPr>
          </a:p>
        </p:txBody>
      </p:sp>
      <p:sp>
        <p:nvSpPr>
          <p:cNvPr id="2" name="Slide Number Placeholder 6">
            <a:extLst>
              <a:ext uri="{FF2B5EF4-FFF2-40B4-BE49-F238E27FC236}">
                <a16:creationId xmlns:a16="http://schemas.microsoft.com/office/drawing/2014/main" id="{797C543B-E54A-F5A2-A5F0-F932E43F18BE}"/>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100</a:t>
            </a:fld>
            <a:endParaRPr lang="en-US" sz="800"/>
          </a:p>
        </p:txBody>
      </p:sp>
    </p:spTree>
    <p:extLst>
      <p:ext uri="{BB962C8B-B14F-4D97-AF65-F5344CB8AC3E}">
        <p14:creationId xmlns:p14="http://schemas.microsoft.com/office/powerpoint/2010/main" val="2942932091"/>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14942</TotalTime>
  <Words>7219</Words>
  <Application>Microsoft Office PowerPoint</Application>
  <PresentationFormat>On-screen Show (4:3)</PresentationFormat>
  <Paragraphs>719</Paragraphs>
  <Slides>100</Slides>
  <Notes>4</Notes>
  <HiddenSlides>22</HiddenSlides>
  <MMClips>0</MMClips>
  <ScaleCrop>false</ScaleCrop>
  <HeadingPairs>
    <vt:vector size="8" baseType="variant">
      <vt:variant>
        <vt:lpstr>Fonts Used</vt:lpstr>
      </vt:variant>
      <vt:variant>
        <vt:i4>5</vt:i4>
      </vt:variant>
      <vt:variant>
        <vt:lpstr>Theme</vt:lpstr>
      </vt:variant>
      <vt:variant>
        <vt:i4>5</vt:i4>
      </vt:variant>
      <vt:variant>
        <vt:lpstr>Embedded OLE Servers</vt:lpstr>
      </vt:variant>
      <vt:variant>
        <vt:i4>1</vt:i4>
      </vt:variant>
      <vt:variant>
        <vt:lpstr>Slide Titles</vt:lpstr>
      </vt:variant>
      <vt:variant>
        <vt:i4>100</vt:i4>
      </vt:variant>
    </vt:vector>
  </HeadingPairs>
  <TitlesOfParts>
    <vt:vector size="111" baseType="lpstr">
      <vt:lpstr>Nanum Brush Script</vt:lpstr>
      <vt:lpstr>Arial</vt:lpstr>
      <vt:lpstr>Calibri</vt:lpstr>
      <vt:lpstr>Symbol</vt:lpstr>
      <vt:lpstr>Times New Roman</vt:lpstr>
      <vt:lpstr>Title Slides Master</vt:lpstr>
      <vt:lpstr>MainContentSlideMaster</vt:lpstr>
      <vt:lpstr>ClosingMaster</vt:lpstr>
      <vt:lpstr>DividerSlideMaster</vt:lpstr>
      <vt:lpstr>ImageDescriptionAppendixSlideMaster</vt:lpstr>
      <vt:lpstr>Equation</vt:lpstr>
      <vt:lpstr>Chapter 7</vt:lpstr>
      <vt:lpstr>Chapter Learning Objectives</vt:lpstr>
      <vt:lpstr>Continuous Random Variables 1</vt:lpstr>
      <vt:lpstr>Continuous Random Variables 2</vt:lpstr>
      <vt:lpstr>Probability Density Function (P D F)</vt:lpstr>
      <vt:lpstr>Cumulative Distribution Function</vt:lpstr>
      <vt:lpstr>Probabilities as Areas</vt:lpstr>
      <vt:lpstr>Expected Value and Variance</vt:lpstr>
      <vt:lpstr>Uniform Continuous Distribution</vt:lpstr>
      <vt:lpstr>Characteristics of the Uniform Distribution</vt:lpstr>
      <vt:lpstr>Example: Anesthesia Effectiveness 1</vt:lpstr>
      <vt:lpstr>Example: Anesthesia Effectiveness 2</vt:lpstr>
      <vt:lpstr>Normal Distribution</vt:lpstr>
      <vt:lpstr>Characteristics of the Normal Distribution</vt:lpstr>
      <vt:lpstr>Normal Distribution 1</vt:lpstr>
      <vt:lpstr>What is Normal?</vt:lpstr>
      <vt:lpstr>Standard Normal Distribution</vt:lpstr>
      <vt:lpstr>Characteristics of the Standard Normal Distribution</vt:lpstr>
      <vt:lpstr>Normal Distribution 2</vt:lpstr>
      <vt:lpstr>Normal Distribution 3</vt:lpstr>
      <vt:lpstr>Normal Distribution 4</vt:lpstr>
      <vt:lpstr>Normal Distribution 5</vt:lpstr>
      <vt:lpstr>Normal Distribution 6</vt:lpstr>
      <vt:lpstr>Normal Distribution 7</vt:lpstr>
      <vt:lpstr>Normal Distribution 8</vt:lpstr>
      <vt:lpstr>Finding Z for a Given Area 1</vt:lpstr>
      <vt:lpstr>Finding Z for a Given Area 2</vt:lpstr>
      <vt:lpstr>Finding Z for a Given Area 3</vt:lpstr>
      <vt:lpstr>Finding Z for a Given Area 4</vt:lpstr>
      <vt:lpstr>Finding X for a given area 1</vt:lpstr>
      <vt:lpstr>Finding X for a given area 2</vt:lpstr>
      <vt:lpstr>Example: Exam Scores</vt:lpstr>
      <vt:lpstr>Example: Service Times 1</vt:lpstr>
      <vt:lpstr>Example: Service Times 2</vt:lpstr>
      <vt:lpstr>Example: Service Times 3</vt:lpstr>
      <vt:lpstr>Example: Service Times 4</vt:lpstr>
      <vt:lpstr>Example: Service Times 5</vt:lpstr>
      <vt:lpstr>Normal Approximation to the Binomial 1</vt:lpstr>
      <vt:lpstr>Normal Approximation to the Binomial 2</vt:lpstr>
      <vt:lpstr>Normal Approximation to the Binomial 3</vt:lpstr>
      <vt:lpstr>Example: Coin Flips 1</vt:lpstr>
      <vt:lpstr>Example: Coin Flips 2</vt:lpstr>
      <vt:lpstr>Example: Coin Flips 3</vt:lpstr>
      <vt:lpstr>Example: Coin Flips 4</vt:lpstr>
      <vt:lpstr>Normal Approximation to the Binomial 4</vt:lpstr>
      <vt:lpstr>Normal Approximation to the Poisson</vt:lpstr>
      <vt:lpstr>Example: Utility Bills 1</vt:lpstr>
      <vt:lpstr>Example: Utility Bills 2</vt:lpstr>
      <vt:lpstr>Exponential Distribution</vt:lpstr>
      <vt:lpstr>Characteristics of the Exponential Distribution</vt:lpstr>
      <vt:lpstr>Exponential Distribution 1</vt:lpstr>
      <vt:lpstr>Exponential Distribution 2</vt:lpstr>
      <vt:lpstr>Example: Customer Waiting Time 1</vt:lpstr>
      <vt:lpstr>Example: Customer Waiting Time 2</vt:lpstr>
      <vt:lpstr>Inverse Exponential 1</vt:lpstr>
      <vt:lpstr>Inverse Exponential 2</vt:lpstr>
      <vt:lpstr>Mean Time Between Events</vt:lpstr>
      <vt:lpstr>Example: Flat Panel Displays</vt:lpstr>
      <vt:lpstr>Triangular Distribution 2</vt:lpstr>
      <vt:lpstr>Triangular Distribution 1</vt:lpstr>
      <vt:lpstr>Characteristics of the Triangular Distribution</vt:lpstr>
      <vt:lpstr>Example: Anesthesia Effectiveness 3</vt:lpstr>
      <vt:lpstr>Example: Anesthesia Effectiveness 4</vt:lpstr>
      <vt:lpstr>Example: Anesthesia Effectiveness 5</vt:lpstr>
      <vt:lpstr>Chapter 7: Practice Problems</vt:lpstr>
      <vt:lpstr>Question 2</vt:lpstr>
      <vt:lpstr>Question 8</vt:lpstr>
      <vt:lpstr>Question 14</vt:lpstr>
      <vt:lpstr>Question 19</vt:lpstr>
      <vt:lpstr>Question 26</vt:lpstr>
      <vt:lpstr>Question 32</vt:lpstr>
      <vt:lpstr>Question 51</vt:lpstr>
      <vt:lpstr>Question 55</vt:lpstr>
      <vt:lpstr>Question 58</vt:lpstr>
      <vt:lpstr>Question 62</vt:lpstr>
      <vt:lpstr>Question 68</vt:lpstr>
      <vt:lpstr>Question 71</vt:lpstr>
      <vt:lpstr>End of Main Content</vt:lpstr>
      <vt:lpstr>Accessibility Content: Text Alternatives for Images</vt:lpstr>
      <vt:lpstr>Continuous Random Variables 2 – Text Alternative</vt:lpstr>
      <vt:lpstr>Probability Density Function (P D F) – Text Alternative</vt:lpstr>
      <vt:lpstr>Cumulative Distribution Function – Text Alternative</vt:lpstr>
      <vt:lpstr>Uniform Continuous Distribution – Text Alternative</vt:lpstr>
      <vt:lpstr>Example: Anesthesia Effectiveness 2 – Text Alternative</vt:lpstr>
      <vt:lpstr>Normal Distribution – Text Alternative</vt:lpstr>
      <vt:lpstr>Normal Distribution 1 – Text Alternative</vt:lpstr>
      <vt:lpstr>Normal Distribution 2 – Text Alternative</vt:lpstr>
      <vt:lpstr>Normal Distribution 7 – Text Alternative</vt:lpstr>
      <vt:lpstr>Normal Distribution 8 – Text Alternative</vt:lpstr>
      <vt:lpstr>Finding Z for a Given Area 2 – Text Alternative</vt:lpstr>
      <vt:lpstr>Finding Z for a Given Area 4 – Text Alternative</vt:lpstr>
      <vt:lpstr>Finding X for a given area 2 – Text Alternative</vt:lpstr>
      <vt:lpstr>Example: Service Times 5 – Text Alternative</vt:lpstr>
      <vt:lpstr>Normal Approximation to the Binomial 2 – Text Alternative</vt:lpstr>
      <vt:lpstr>Normal Approximation to the Binomial 4 – Text Alternative</vt:lpstr>
      <vt:lpstr>Exponential Distribution – Text Alternative</vt:lpstr>
      <vt:lpstr>Exponential Distribution 1 – Text Alternative</vt:lpstr>
      <vt:lpstr>Exponential Distribution 2 – Text Alternative</vt:lpstr>
      <vt:lpstr>Example: Customer Waiting Time 2 – Text Alternative</vt:lpstr>
      <vt:lpstr>Triangular Distribution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creator>Balamurugan  Yuvaraj</dc:creator>
  <cp:keywords/>
  <cp:lastModifiedBy>McAndrews, Ryan</cp:lastModifiedBy>
  <cp:revision>4292</cp:revision>
  <dcterms:created xsi:type="dcterms:W3CDTF">2020-12-08T04:00:13Z</dcterms:created>
  <dcterms:modified xsi:type="dcterms:W3CDTF">2025-08-12T21:42:33Z</dcterms:modified>
</cp:coreProperties>
</file>